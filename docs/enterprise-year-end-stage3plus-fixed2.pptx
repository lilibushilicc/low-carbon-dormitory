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31"/>
  </p:notesMasterIdLst>
  <p:handoutMasterIdLst>
    <p:handoutMasterId r:id="rId32"/>
  </p:handoutMasterIdLst>
  <p:sldIdLst>
    <p:sldId id="372" r:id="rId3"/>
    <p:sldId id="359" r:id="rId4"/>
    <p:sldId id="369" r:id="rId5"/>
    <p:sldId id="360" r:id="rId6"/>
    <p:sldId id="300" r:id="rId7"/>
    <p:sldId id="271" r:id="rId8"/>
    <p:sldId id="282" r:id="rId9"/>
    <p:sldId id="375" r:id="rId10"/>
    <p:sldId id="273" r:id="rId11"/>
    <p:sldId id="275" r:id="rId12"/>
    <p:sldId id="287" r:id="rId13"/>
    <p:sldId id="370" r:id="rId14"/>
    <p:sldId id="286" r:id="rId15"/>
    <p:sldId id="267" r:id="rId16"/>
    <p:sldId id="268" r:id="rId17"/>
    <p:sldId id="269" r:id="rId18"/>
    <p:sldId id="371" r:id="rId19"/>
    <p:sldId id="261" r:id="rId20"/>
    <p:sldId id="377" r:id="rId21"/>
    <p:sldId id="283" r:id="rId22"/>
    <p:sldId id="376" r:id="rId23"/>
    <p:sldId id="276" r:id="rId24"/>
    <p:sldId id="280" r:id="rId25"/>
    <p:sldId id="277" r:id="rId26"/>
    <p:sldId id="378" r:id="rId27"/>
    <p:sldId id="379" r:id="rId28"/>
    <p:sldId id="380" r:id="rId29"/>
    <p:sldId id="374" r:id="rId30"/>
  </p:sldIdLst>
  <p:sldSz cx="12192000" cy="6858000"/>
  <p:notesSz cx="6858000" cy="9144000"/>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3C4A8"/>
    <a:srgbClr val="74C5A8"/>
    <a:srgbClr val="384E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52" autoAdjust="0"/>
    <p:restoredTop sz="95220" autoAdjust="0"/>
  </p:normalViewPr>
  <p:slideViewPr>
    <p:cSldViewPr snapToGrid="0">
      <p:cViewPr varScale="1">
        <p:scale>
          <a:sx n="88" d="100"/>
          <a:sy n="88" d="100"/>
        </p:scale>
        <p:origin x="252" y="5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tags" Target="tags/tag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2026/5/14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533643-7337-4ACA-B69A-D7B7F8767690}" type="datetimeFigureOut">
              <a:rPr lang="zh-CN" altLang="en-US" smtClean="0"/>
              <a:t>2026/5/14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516CD8-904B-4CAF-995A-838CCBBE7C7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2</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7686068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1</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566711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7</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3374828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模板来自于：第一</a:t>
            </a:r>
            <a:r>
              <a:rPr lang="en-US" altLang="zh-CN" sz="1200" dirty="0">
                <a:latin typeface="微软雅黑" panose="020B0503020204020204" pitchFamily="34" charset="-122"/>
                <a:ea typeface="微软雅黑" panose="020B0503020204020204" pitchFamily="34" charset="-122"/>
              </a:rPr>
              <a:t>PPT</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https://www.1ppt.com/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2</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633263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588EDA8-AA38-4EC8-A4A2-C9E52DD3CCD9}"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6F1C2-5536-32D7-3FBC-503AE8C8EBB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FBC119D-A936-D32C-AC77-616AED533C14}"/>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C6900155-F6AB-1A26-973D-E7DE9CD7707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58BD390-7F81-9C2D-56D5-DF940FC6CEE8}"/>
              </a:ext>
            </a:extLst>
          </p:cNvPr>
          <p:cNvSpPr>
            <a:spLocks noGrp="1"/>
          </p:cNvSpPr>
          <p:nvPr>
            <p:ph type="sldNum" sz="quarter" idx="10"/>
          </p:nvPr>
        </p:nvSpPr>
        <p:spPr/>
        <p:txBody>
          <a:bodyPr/>
          <a:lstStyle/>
          <a:p>
            <a:fld id="{5588EDA8-AA38-4EC8-A4A2-C9E52DD3CCD9}" type="slidenum">
              <a:rPr lang="zh-CN" altLang="en-US" smtClean="0"/>
              <a:t>8</a:t>
            </a:fld>
            <a:endParaRPr lang="zh-CN" altLang="en-US"/>
          </a:p>
        </p:txBody>
      </p:sp>
    </p:spTree>
    <p:extLst>
      <p:ext uri="{BB962C8B-B14F-4D97-AF65-F5344CB8AC3E}">
        <p14:creationId xmlns:p14="http://schemas.microsoft.com/office/powerpoint/2010/main" val="12190615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2</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5978333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2</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24638344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A55CC-1595-5BF0-DEE2-5B4BCD05E21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AD6FBFE-8BD4-38EE-B2F6-2DDC83AA1A9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ACA3708-0D17-ECBB-BA6F-F1134470652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C98E78D-23C3-E54F-E215-6A30752A250C}"/>
              </a:ext>
            </a:extLst>
          </p:cNvPr>
          <p:cNvSpPr>
            <a:spLocks noGrp="1"/>
          </p:cNvSpPr>
          <p:nvPr>
            <p:ph type="sldNum" sz="quarter" idx="10"/>
          </p:nvPr>
        </p:nvSpPr>
        <p:spPr/>
        <p:txBody>
          <a:bodyPr/>
          <a:lstStyle/>
          <a:p>
            <a:fld id="{2E516CD8-904B-4CAF-995A-838CCBBE7C71}" type="slidenum">
              <a:rPr lang="zh-CN" altLang="en-US" smtClean="0"/>
              <a:t>19</a:t>
            </a:fld>
            <a:endParaRPr lang="zh-CN" altLang="en-US"/>
          </a:p>
        </p:txBody>
      </p:sp>
    </p:spTree>
    <p:extLst>
      <p:ext uri="{BB962C8B-B14F-4D97-AF65-F5344CB8AC3E}">
        <p14:creationId xmlns:p14="http://schemas.microsoft.com/office/powerpoint/2010/main" val="2851750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5BA31-8EDB-AEAB-F085-A0C2E95F5BE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1D1D49A-3E9C-7023-49E0-203938CA7BA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D7AF38C-C85F-22CD-C252-EFDD32D32BD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72D15FB-AB5A-D77E-0965-F934637249AC}"/>
              </a:ext>
            </a:extLst>
          </p:cNvPr>
          <p:cNvSpPr>
            <a:spLocks noGrp="1"/>
          </p:cNvSpPr>
          <p:nvPr>
            <p:ph type="sldNum" sz="quarter" idx="10"/>
          </p:nvPr>
        </p:nvSpPr>
        <p:spPr/>
        <p:txBody>
          <a:bodyPr/>
          <a:lstStyle/>
          <a:p>
            <a:fld id="{2E516CD8-904B-4CAF-995A-838CCBBE7C71}" type="slidenum">
              <a:rPr lang="zh-CN" altLang="en-US" smtClean="0"/>
              <a:t>21</a:t>
            </a:fld>
            <a:endParaRPr lang="zh-CN" altLang="en-US"/>
          </a:p>
        </p:txBody>
      </p:sp>
    </p:spTree>
    <p:extLst>
      <p:ext uri="{BB962C8B-B14F-4D97-AF65-F5344CB8AC3E}">
        <p14:creationId xmlns:p14="http://schemas.microsoft.com/office/powerpoint/2010/main" val="10887308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1B04F-110B-2B9B-9A5F-F0BB53CD210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7ECBD9A-54E5-1FDD-4DE1-927B7B5AE48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F09E14D-E6AB-8A2D-2691-7914D913ECD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952D1F7-4C3E-6C79-A5C0-22488A5BF27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2</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6285533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43174-B322-460F-1765-95310534688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6CFC88A-BD3F-ABB6-A69F-BF4FD0237FB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9A492D5-CAF5-F6AA-A877-2EF6A7B31BC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71B36FE-957A-0AE0-7006-784C63D461A3}"/>
              </a:ext>
            </a:extLst>
          </p:cNvPr>
          <p:cNvSpPr>
            <a:spLocks noGrp="1"/>
          </p:cNvSpPr>
          <p:nvPr>
            <p:ph type="sldNum" sz="quarter" idx="10"/>
          </p:nvPr>
        </p:nvSpPr>
        <p:spPr/>
        <p:txBody>
          <a:bodyPr/>
          <a:lstStyle/>
          <a:p>
            <a:fld id="{2E516CD8-904B-4CAF-995A-838CCBBE7C71}" type="slidenum">
              <a:rPr lang="zh-CN" altLang="en-US" smtClean="0"/>
              <a:t>26</a:t>
            </a:fld>
            <a:endParaRPr lang="zh-CN" altLang="en-US"/>
          </a:p>
        </p:txBody>
      </p:sp>
    </p:spTree>
    <p:extLst>
      <p:ext uri="{BB962C8B-B14F-4D97-AF65-F5344CB8AC3E}">
        <p14:creationId xmlns:p14="http://schemas.microsoft.com/office/powerpoint/2010/main" val="32045585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F876A-B03B-7BF8-C499-7C023DBA201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F92AFED-0F13-820C-1275-148F3D5C19B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CD068CC-4C99-3351-1B87-D18EFF30105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12C5B9E-C41A-432C-3931-8C6191E6FAB7}"/>
              </a:ext>
            </a:extLst>
          </p:cNvPr>
          <p:cNvSpPr>
            <a:spLocks noGrp="1"/>
          </p:cNvSpPr>
          <p:nvPr>
            <p:ph type="sldNum" sz="quarter" idx="10"/>
          </p:nvPr>
        </p:nvSpPr>
        <p:spPr/>
        <p:txBody>
          <a:bodyPr/>
          <a:lstStyle/>
          <a:p>
            <a:fld id="{2E516CD8-904B-4CAF-995A-838CCBBE7C71}" type="slidenum">
              <a:rPr lang="zh-CN" altLang="en-US" smtClean="0"/>
              <a:t>27</a:t>
            </a:fld>
            <a:endParaRPr lang="zh-CN" altLang="en-US"/>
          </a:p>
        </p:txBody>
      </p:sp>
    </p:spTree>
    <p:extLst>
      <p:ext uri="{BB962C8B-B14F-4D97-AF65-F5344CB8AC3E}">
        <p14:creationId xmlns:p14="http://schemas.microsoft.com/office/powerpoint/2010/main" val="21232793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1</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4559091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 Id="rId4" Type="http://schemas.openxmlformats.org/officeDocument/2006/relationships/hyperlink" Target="http://www.1ppt.com/moban/"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D5F3B69-FDD2-41ED-8794-51A11AF8D4CB}"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bg>
      <p:bgPr>
        <a:solidFill>
          <a:srgbClr val="F3F3F3"/>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3000" contrast="-5000"/>
                    </a14:imgEffect>
                  </a14:imgLayer>
                </a14:imgProps>
              </a:ext>
              <a:ext uri="{28A0092B-C50C-407E-A947-70E740481C1C}">
                <a14:useLocalDpi xmlns:a14="http://schemas.microsoft.com/office/drawing/2010/main" val="0"/>
              </a:ext>
            </a:extLst>
          </a:blip>
          <a:srcRect t="25398"/>
          <a:stretch>
            <a:fillRect/>
          </a:stretch>
        </p:blipFill>
        <p:spPr>
          <a:xfrm>
            <a:off x="0" y="0"/>
            <a:ext cx="12192000" cy="68580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rgbClr val="F3F3F3"/>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3000" contrast="-5000"/>
                    </a14:imgEffect>
                  </a14:imgLayer>
                </a14:imgProps>
              </a:ext>
              <a:ext uri="{28A0092B-C50C-407E-A947-70E740481C1C}">
                <a14:useLocalDpi xmlns:a14="http://schemas.microsoft.com/office/drawing/2010/main" val="0"/>
              </a:ext>
            </a:extLst>
          </a:blip>
          <a:srcRect t="25398"/>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D41A977B-AE8F-2E0D-F4DB-E44D4C6A318E}"/>
              </a:ext>
            </a:extLst>
          </p:cNvPr>
          <p:cNvSpPr txBox="1"/>
          <p:nvPr userDrawn="1"/>
        </p:nvSpPr>
        <p:spPr>
          <a:xfrm>
            <a:off x="11651940" y="0"/>
            <a:ext cx="540060" cy="118430"/>
          </a:xfrm>
          <a:prstGeom prst="rect">
            <a:avLst/>
          </a:prstGeom>
          <a:noFill/>
        </p:spPr>
        <p:txBody>
          <a:bodyPr wrap="square" rtlCol="0">
            <a:spAutoFit/>
          </a:bodyPr>
          <a:lstStyle/>
          <a:p>
            <a:pPr>
              <a:lnSpc>
                <a:spcPct val="200000"/>
              </a:lnSpc>
            </a:pPr>
            <a:r>
              <a:rPr lang="en-US" altLang="zh-CN" sz="100" dirty="0">
                <a:solidFill>
                  <a:prstClr val="black"/>
                </a:solidFill>
                <a:latin typeface="微软雅黑" panose="020B0503020204020204" pitchFamily="34" charset="-122"/>
                <a:ea typeface="微软雅黑" panose="020B0503020204020204" pitchFamily="34" charset="-122"/>
                <a:hlinkClick r:id="rId4"/>
              </a:rPr>
              <a:t>PPT</a:t>
            </a:r>
            <a:r>
              <a:rPr lang="zh-CN" altLang="en-US" sz="100" dirty="0">
                <a:solidFill>
                  <a:prstClr val="black"/>
                </a:solidFill>
                <a:latin typeface="微软雅黑" panose="020B0503020204020204" pitchFamily="34" charset="-122"/>
                <a:ea typeface="微软雅黑" panose="020B0503020204020204" pitchFamily="34" charset="-122"/>
                <a:hlinkClick r:id="rId4"/>
              </a:rPr>
              <a:t>模板</a:t>
            </a:r>
            <a:r>
              <a:rPr lang="zh-CN" altLang="en-US" sz="100" dirty="0">
                <a:solidFill>
                  <a:prstClr val="black"/>
                </a:solidFill>
                <a:latin typeface="微软雅黑" panose="020B0503020204020204" pitchFamily="34" charset="-122"/>
                <a:ea typeface="微软雅黑" panose="020B0503020204020204" pitchFamily="34" charset="-122"/>
              </a:rPr>
              <a:t> </a:t>
            </a:r>
            <a:r>
              <a:rPr lang="en-US" altLang="zh-CN" sz="100" dirty="0">
                <a:solidFill>
                  <a:prstClr val="black"/>
                </a:solidFill>
                <a:latin typeface="微软雅黑" panose="020B0503020204020204" pitchFamily="34" charset="-122"/>
                <a:ea typeface="微软雅黑" panose="020B0503020204020204" pitchFamily="34" charset="-122"/>
              </a:rPr>
              <a:t>http://www.1ppt.com/moban/</a:t>
            </a:r>
            <a:r>
              <a:rPr lang="zh-CN" altLang="en-US" sz="100" dirty="0">
                <a:solidFill>
                  <a:prstClr val="black"/>
                </a:solidFill>
                <a:latin typeface="微软雅黑" panose="020B0503020204020204" pitchFamily="34" charset="-122"/>
                <a:ea typeface="微软雅黑" panose="020B0503020204020204" pitchFamily="34" charset="-122"/>
              </a:rPr>
              <a:t> </a:t>
            </a:r>
            <a:endParaRPr lang="en-US" altLang="zh-CN" sz="100"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070992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2026/5/14</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37757790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2026/5/14</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23472740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181881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5F3B69-FDD2-41ED-8794-51A11AF8D4CB}" type="datetimeFigureOut">
              <a:rPr lang="zh-CN" altLang="en-US" smtClean="0"/>
              <a:t>2026/5/14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E3FDDC-B8F1-43D3-B348-BC11AB90E59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864972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jpeg"/><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65D6A14D-7820-4FB5-A60C-365A8B2C73F2}"/>
              </a:ext>
            </a:extLst>
          </p:cNvPr>
          <p:cNvSpPr/>
          <p:nvPr/>
        </p:nvSpPr>
        <p:spPr>
          <a:xfrm>
            <a:off x="1068393" y="851994"/>
            <a:ext cx="10001627" cy="5225035"/>
          </a:xfrm>
          <a:prstGeom prst="roundRect">
            <a:avLst>
              <a:gd name="adj" fmla="val 5588"/>
            </a:avLst>
          </a:prstGeom>
          <a:ln w="28575">
            <a:gradFill>
              <a:gsLst>
                <a:gs pos="0">
                  <a:schemeClr val="accent1">
                    <a:lumMod val="60000"/>
                    <a:lumOff val="40000"/>
                  </a:schemeClr>
                </a:gs>
                <a:gs pos="100000">
                  <a:srgbClr val="73C4A8"/>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nvGrpSpPr>
          <p:cNvPr id="3" name="组合 2">
            <a:extLst>
              <a:ext uri="{FF2B5EF4-FFF2-40B4-BE49-F238E27FC236}">
                <a16:creationId xmlns:a16="http://schemas.microsoft.com/office/drawing/2014/main" id="{448E0BD4-D0F5-8343-8D04-EB94DD983E42}"/>
              </a:ext>
            </a:extLst>
          </p:cNvPr>
          <p:cNvGrpSpPr/>
          <p:nvPr/>
        </p:nvGrpSpPr>
        <p:grpSpPr>
          <a:xfrm>
            <a:off x="9545543" y="-1598156"/>
            <a:ext cx="4170152" cy="6281292"/>
            <a:chOff x="3717994" y="411408"/>
            <a:chExt cx="4170152" cy="6281292"/>
          </a:xfrm>
        </p:grpSpPr>
        <p:grpSp>
          <p:nvGrpSpPr>
            <p:cNvPr id="11" name="组合 10">
              <a:extLst>
                <a:ext uri="{FF2B5EF4-FFF2-40B4-BE49-F238E27FC236}">
                  <a16:creationId xmlns:a16="http://schemas.microsoft.com/office/drawing/2014/main" id="{5806B4EA-A4C8-CF48-8D7D-35FDF8D91047}"/>
                </a:ext>
              </a:extLst>
            </p:cNvPr>
            <p:cNvGrpSpPr/>
            <p:nvPr/>
          </p:nvGrpSpPr>
          <p:grpSpPr>
            <a:xfrm>
              <a:off x="3717994" y="411408"/>
              <a:ext cx="2370571" cy="2407036"/>
              <a:chOff x="4558086" y="3649207"/>
              <a:chExt cx="2153920" cy="2187052"/>
            </a:xfrm>
            <a:effectLst>
              <a:outerShdw blurRad="152400" dist="101600" dir="5400000" algn="t" rotWithShape="0">
                <a:prstClr val="black">
                  <a:alpha val="20000"/>
                </a:prstClr>
              </a:outerShdw>
            </a:effectLst>
          </p:grpSpPr>
          <p:sp>
            <p:nvSpPr>
              <p:cNvPr id="24" name="圆角矩形 23">
                <a:extLst>
                  <a:ext uri="{FF2B5EF4-FFF2-40B4-BE49-F238E27FC236}">
                    <a16:creationId xmlns:a16="http://schemas.microsoft.com/office/drawing/2014/main" id="{B9833350-1919-0348-A987-E13EE4532505}"/>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5" name="圆角矩形 24">
                <a:extLst>
                  <a:ext uri="{FF2B5EF4-FFF2-40B4-BE49-F238E27FC236}">
                    <a16:creationId xmlns:a16="http://schemas.microsoft.com/office/drawing/2014/main" id="{24857D40-F033-D04D-85D7-C1FAA8F382E2}"/>
                  </a:ext>
                </a:extLst>
              </p:cNvPr>
              <p:cNvSpPr/>
              <p:nvPr/>
            </p:nvSpPr>
            <p:spPr>
              <a:xfrm rot="2700000">
                <a:off x="4558086" y="3649207"/>
                <a:ext cx="2153920" cy="215392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3" name="圆角矩形 22">
              <a:extLst>
                <a:ext uri="{FF2B5EF4-FFF2-40B4-BE49-F238E27FC236}">
                  <a16:creationId xmlns:a16="http://schemas.microsoft.com/office/drawing/2014/main" id="{C60F0DF7-61DD-864D-920A-60F4DE837954}"/>
                </a:ext>
              </a:extLst>
            </p:cNvPr>
            <p:cNvSpPr/>
            <p:nvPr/>
          </p:nvSpPr>
          <p:spPr>
            <a:xfrm rot="2700000">
              <a:off x="3883957" y="3539586"/>
              <a:ext cx="1339705" cy="1339706"/>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4557" sy="104557" algn="ctr" rotWithShape="0">
                <a:srgbClr val="000000">
                  <a:alpha val="2079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1" name="圆角矩形 20">
              <a:extLst>
                <a:ext uri="{FF2B5EF4-FFF2-40B4-BE49-F238E27FC236}">
                  <a16:creationId xmlns:a16="http://schemas.microsoft.com/office/drawing/2014/main" id="{49D9005B-5A9A-FA45-A743-D7C3C0A032E1}"/>
                </a:ext>
              </a:extLst>
            </p:cNvPr>
            <p:cNvSpPr/>
            <p:nvPr/>
          </p:nvSpPr>
          <p:spPr>
            <a:xfrm rot="2700000">
              <a:off x="5499828" y="4304382"/>
              <a:ext cx="2388318" cy="2388318"/>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6" name="圆角矩形 15">
              <a:extLst>
                <a:ext uri="{FF2B5EF4-FFF2-40B4-BE49-F238E27FC236}">
                  <a16:creationId xmlns:a16="http://schemas.microsoft.com/office/drawing/2014/main" id="{3869F244-6621-2548-A376-D0C871EF6C55}"/>
                </a:ext>
              </a:extLst>
            </p:cNvPr>
            <p:cNvSpPr/>
            <p:nvPr/>
          </p:nvSpPr>
          <p:spPr>
            <a:xfrm rot="2700000">
              <a:off x="4020030" y="1250573"/>
              <a:ext cx="926749" cy="926749"/>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5" name="圆角矩形 4">
            <a:extLst>
              <a:ext uri="{FF2B5EF4-FFF2-40B4-BE49-F238E27FC236}">
                <a16:creationId xmlns:a16="http://schemas.microsoft.com/office/drawing/2014/main" id="{0942832B-E97D-3540-A242-EF3FD3AC4A10}"/>
              </a:ext>
            </a:extLst>
          </p:cNvPr>
          <p:cNvSpPr/>
          <p:nvPr/>
        </p:nvSpPr>
        <p:spPr>
          <a:xfrm rot="2700000">
            <a:off x="11014408" y="1185396"/>
            <a:ext cx="1326000" cy="1326000"/>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圆角矩形 5">
            <a:extLst>
              <a:ext uri="{FF2B5EF4-FFF2-40B4-BE49-F238E27FC236}">
                <a16:creationId xmlns:a16="http://schemas.microsoft.com/office/drawing/2014/main" id="{7C6B43C2-7769-4E42-89A9-DE1266B20A61}"/>
              </a:ext>
            </a:extLst>
          </p:cNvPr>
          <p:cNvSpPr/>
          <p:nvPr/>
        </p:nvSpPr>
        <p:spPr>
          <a:xfrm rot="2700000">
            <a:off x="11542990" y="-1335952"/>
            <a:ext cx="2431927" cy="2431927"/>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7" name="圆角矩形 6">
            <a:extLst>
              <a:ext uri="{FF2B5EF4-FFF2-40B4-BE49-F238E27FC236}">
                <a16:creationId xmlns:a16="http://schemas.microsoft.com/office/drawing/2014/main" id="{0791EB3E-EE23-D64C-A704-5CA550A1B1A4}"/>
              </a:ext>
            </a:extLst>
          </p:cNvPr>
          <p:cNvSpPr/>
          <p:nvPr/>
        </p:nvSpPr>
        <p:spPr>
          <a:xfrm rot="2700000">
            <a:off x="10166618" y="115194"/>
            <a:ext cx="2006594" cy="200659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圆角矩形 8">
            <a:extLst>
              <a:ext uri="{FF2B5EF4-FFF2-40B4-BE49-F238E27FC236}">
                <a16:creationId xmlns:a16="http://schemas.microsoft.com/office/drawing/2014/main" id="{3390F99E-1B53-A542-A669-35903A2E61B1}"/>
              </a:ext>
            </a:extLst>
          </p:cNvPr>
          <p:cNvSpPr/>
          <p:nvPr/>
        </p:nvSpPr>
        <p:spPr>
          <a:xfrm rot="2700000">
            <a:off x="11127653" y="3390680"/>
            <a:ext cx="2343686" cy="234368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27" name="组合 26">
            <a:extLst>
              <a:ext uri="{FF2B5EF4-FFF2-40B4-BE49-F238E27FC236}">
                <a16:creationId xmlns:a16="http://schemas.microsoft.com/office/drawing/2014/main" id="{61B3724B-7D0C-6943-8357-3DADF754F7EE}"/>
              </a:ext>
            </a:extLst>
          </p:cNvPr>
          <p:cNvGrpSpPr/>
          <p:nvPr/>
        </p:nvGrpSpPr>
        <p:grpSpPr>
          <a:xfrm rot="10800000">
            <a:off x="-1980290" y="2447878"/>
            <a:ext cx="3792258" cy="5141347"/>
            <a:chOff x="3673964" y="514459"/>
            <a:chExt cx="4615688" cy="6257712"/>
          </a:xfrm>
        </p:grpSpPr>
        <p:sp>
          <p:nvSpPr>
            <p:cNvPr id="48" name="圆角矩形 47">
              <a:extLst>
                <a:ext uri="{FF2B5EF4-FFF2-40B4-BE49-F238E27FC236}">
                  <a16:creationId xmlns:a16="http://schemas.microsoft.com/office/drawing/2014/main" id="{5ADF889D-63D7-6B43-BC3F-D151F8A7D401}"/>
                </a:ext>
              </a:extLst>
            </p:cNvPr>
            <p:cNvSpPr/>
            <p:nvPr/>
          </p:nvSpPr>
          <p:spPr>
            <a:xfrm rot="2700000">
              <a:off x="3673964" y="514459"/>
              <a:ext cx="2370572" cy="2370571"/>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77" sy="105077"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nvGrpSpPr>
            <p:cNvPr id="35" name="组合 34">
              <a:extLst>
                <a:ext uri="{FF2B5EF4-FFF2-40B4-BE49-F238E27FC236}">
                  <a16:creationId xmlns:a16="http://schemas.microsoft.com/office/drawing/2014/main" id="{35B62E28-F5D5-3042-B362-EB17A85D09FC}"/>
                </a:ext>
              </a:extLst>
            </p:cNvPr>
            <p:cNvGrpSpPr/>
            <p:nvPr/>
          </p:nvGrpSpPr>
          <p:grpSpPr>
            <a:xfrm>
              <a:off x="3815824" y="3534755"/>
              <a:ext cx="1410936" cy="1426571"/>
              <a:chOff x="4558086" y="3542685"/>
              <a:chExt cx="2268440" cy="2293574"/>
            </a:xfrm>
            <a:effectLst>
              <a:outerShdw blurRad="152400" dist="101600" dir="5400000" algn="t" rotWithShape="0">
                <a:prstClr val="black">
                  <a:alpha val="20000"/>
                </a:prstClr>
              </a:outerShdw>
            </a:effectLst>
          </p:grpSpPr>
          <p:sp>
            <p:nvSpPr>
              <p:cNvPr id="45" name="圆角矩形 44">
                <a:extLst>
                  <a:ext uri="{FF2B5EF4-FFF2-40B4-BE49-F238E27FC236}">
                    <a16:creationId xmlns:a16="http://schemas.microsoft.com/office/drawing/2014/main" id="{A7B363CD-DF6C-6F45-82A8-F055C6CB06C3}"/>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6" name="圆角矩形 45">
                <a:extLst>
                  <a:ext uri="{FF2B5EF4-FFF2-40B4-BE49-F238E27FC236}">
                    <a16:creationId xmlns:a16="http://schemas.microsoft.com/office/drawing/2014/main" id="{0EA28BF5-583B-D942-AD64-7E91555AC44D}"/>
                  </a:ext>
                </a:extLst>
              </p:cNvPr>
              <p:cNvSpPr/>
              <p:nvPr/>
            </p:nvSpPr>
            <p:spPr>
              <a:xfrm rot="2700000">
                <a:off x="4672610" y="3542682"/>
                <a:ext cx="2153913" cy="21539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prstClr val="white"/>
                  </a:solidFill>
                  <a:cs typeface="+mn-ea"/>
                  <a:sym typeface="+mn-lt"/>
                </a:endParaRPr>
              </a:p>
            </p:txBody>
          </p:sp>
        </p:grpSp>
        <p:sp>
          <p:nvSpPr>
            <p:cNvPr id="44" name="圆角矩形 43">
              <a:extLst>
                <a:ext uri="{FF2B5EF4-FFF2-40B4-BE49-F238E27FC236}">
                  <a16:creationId xmlns:a16="http://schemas.microsoft.com/office/drawing/2014/main" id="{AADEFE12-BA18-9C49-A26F-3BF288469463}"/>
                </a:ext>
              </a:extLst>
            </p:cNvPr>
            <p:cNvSpPr/>
            <p:nvPr/>
          </p:nvSpPr>
          <p:spPr>
            <a:xfrm rot="2700000">
              <a:off x="5901333" y="4383852"/>
              <a:ext cx="2388319" cy="23883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4565"/>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9" name="圆角矩形 38">
              <a:extLst>
                <a:ext uri="{FF2B5EF4-FFF2-40B4-BE49-F238E27FC236}">
                  <a16:creationId xmlns:a16="http://schemas.microsoft.com/office/drawing/2014/main" id="{8992FD10-A975-F842-8FDB-9BA4EE6726FB}"/>
                </a:ext>
              </a:extLst>
            </p:cNvPr>
            <p:cNvSpPr/>
            <p:nvPr/>
          </p:nvSpPr>
          <p:spPr>
            <a:xfrm rot="2700000">
              <a:off x="4020030" y="1250572"/>
              <a:ext cx="926749" cy="92674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8" name="圆角矩形 27">
            <a:extLst>
              <a:ext uri="{FF2B5EF4-FFF2-40B4-BE49-F238E27FC236}">
                <a16:creationId xmlns:a16="http://schemas.microsoft.com/office/drawing/2014/main" id="{E652E02D-11F8-EA48-B81F-5BE9C8CD3FBC}"/>
              </a:ext>
            </a:extLst>
          </p:cNvPr>
          <p:cNvSpPr/>
          <p:nvPr/>
        </p:nvSpPr>
        <p:spPr>
          <a:xfrm rot="13500000">
            <a:off x="-461099" y="4260894"/>
            <a:ext cx="1089444" cy="1089444"/>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9" name="圆角矩形 28">
            <a:extLst>
              <a:ext uri="{FF2B5EF4-FFF2-40B4-BE49-F238E27FC236}">
                <a16:creationId xmlns:a16="http://schemas.microsoft.com/office/drawing/2014/main" id="{72F04FB4-12EC-294F-9412-C0E27973E90D}"/>
              </a:ext>
            </a:extLst>
          </p:cNvPr>
          <p:cNvSpPr/>
          <p:nvPr/>
        </p:nvSpPr>
        <p:spPr>
          <a:xfrm rot="13500000">
            <a:off x="-1804015" y="5423807"/>
            <a:ext cx="1998076" cy="1998076"/>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0" name="圆角矩形 29">
            <a:extLst>
              <a:ext uri="{FF2B5EF4-FFF2-40B4-BE49-F238E27FC236}">
                <a16:creationId xmlns:a16="http://schemas.microsoft.com/office/drawing/2014/main" id="{6189ABF2-A972-DF4B-9CBD-E6C0E89492C8}"/>
              </a:ext>
            </a:extLst>
          </p:cNvPr>
          <p:cNvSpPr/>
          <p:nvPr/>
        </p:nvSpPr>
        <p:spPr>
          <a:xfrm rot="13500000">
            <a:off x="-323730" y="4580997"/>
            <a:ext cx="1648621" cy="1648621"/>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2" name="圆角矩形 31">
            <a:extLst>
              <a:ext uri="{FF2B5EF4-FFF2-40B4-BE49-F238E27FC236}">
                <a16:creationId xmlns:a16="http://schemas.microsoft.com/office/drawing/2014/main" id="{37EF0788-3176-434D-B8D2-EC58B0543FB0}"/>
              </a:ext>
            </a:extLst>
          </p:cNvPr>
          <p:cNvSpPr/>
          <p:nvPr/>
        </p:nvSpPr>
        <p:spPr>
          <a:xfrm rot="13500000">
            <a:off x="-1390274" y="1612896"/>
            <a:ext cx="1925577" cy="1925577"/>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50" name="文本框 49">
            <a:extLst>
              <a:ext uri="{FF2B5EF4-FFF2-40B4-BE49-F238E27FC236}">
                <a16:creationId xmlns:a16="http://schemas.microsoft.com/office/drawing/2014/main" id="{3F78AFC1-2EA4-4486-B940-8D2113FF290B}"/>
              </a:ext>
            </a:extLst>
          </p:cNvPr>
          <p:cNvSpPr txBox="1"/>
          <p:nvPr/>
        </p:nvSpPr>
        <p:spPr>
          <a:xfrm>
            <a:off x="2990351" y="3309654"/>
            <a:ext cx="6215266" cy="523220"/>
          </a:xfrm>
          <a:prstGeom prst="rect">
            <a:avLst/>
          </a:prstGeom>
          <a:noFill/>
        </p:spPr>
        <p:txBody>
          <a:bodyPr wrap="square" rtlCol="0">
            <a:spAutoFit/>
          </a:bodyPr>
          <a:lstStyle/>
          <a:p>
            <a:pPr lvl="0" algn="dist"/>
            <a:r>
              <a:rPr kumimoji="1" lang="zh-CN" altLang="en-US" sz="2800" b="1">
                <a:solidFill>
                  <a:schemeClr val="accent3">
                    <a:lumMod val="75000"/>
                  </a:schemeClr>
                </a:solidFill>
                <a:latin typeface="微软雅黑" panose="020B0503020204020204" pitchFamily="34" charset="-122"/>
                <a:ea typeface="微软雅黑" panose="020B0503020204020204" pitchFamily="34" charset="-122"/>
                <a:cs typeface="+mn-ea"/>
                <a:sym typeface="+mn-lt"/>
              </a:rPr>
              <a:t>阶段四</a:t>
            </a:r>
            <a:r>
              <a:rPr kumimoji="1" lang="en-US" altLang="zh-CN" sz="2800" b="1">
                <a:solidFill>
                  <a:schemeClr val="accent3">
                    <a:lumMod val="75000"/>
                  </a:schemeClr>
                </a:solidFill>
                <a:latin typeface="微软雅黑" panose="020B0503020204020204" pitchFamily="34" charset="-122"/>
                <a:ea typeface="微软雅黑" panose="020B0503020204020204" pitchFamily="34" charset="-122"/>
                <a:cs typeface="+mn-ea"/>
                <a:sym typeface="+mn-lt"/>
              </a:rPr>
              <a:t>·</a:t>
            </a:r>
            <a:r>
              <a:rPr kumimoji="1" lang="zh-CN" altLang="en-US" sz="2800" b="1">
                <a:solidFill>
                  <a:schemeClr val="accent3">
                    <a:lumMod val="75000"/>
                  </a:schemeClr>
                </a:solidFill>
                <a:latin typeface="微软雅黑" panose="020B0503020204020204" pitchFamily="34" charset="-122"/>
                <a:ea typeface="微软雅黑" panose="020B0503020204020204" pitchFamily="34" charset="-122"/>
                <a:cs typeface="+mn-ea"/>
                <a:sym typeface="+mn-lt"/>
              </a:rPr>
              <a:t>学生体验</a:t>
            </a:r>
            <a:endParaRPr kumimoji="1" lang="zh-CN" altLang="en-US" sz="2800" b="1" dirty="0">
              <a:solidFill>
                <a:schemeClr val="accent3">
                  <a:lumMod val="75000"/>
                </a:schemeClr>
              </a:solidFill>
              <a:latin typeface="微软雅黑" panose="020B0503020204020204" pitchFamily="34" charset="-122"/>
              <a:ea typeface="微软雅黑" panose="020B0503020204020204" pitchFamily="34" charset="-122"/>
              <a:cs typeface="+mn-ea"/>
              <a:sym typeface="+mn-lt"/>
            </a:endParaRPr>
          </a:p>
        </p:txBody>
      </p:sp>
      <p:sp>
        <p:nvSpPr>
          <p:cNvPr id="51" name="文本框 50">
            <a:extLst>
              <a:ext uri="{FF2B5EF4-FFF2-40B4-BE49-F238E27FC236}">
                <a16:creationId xmlns:a16="http://schemas.microsoft.com/office/drawing/2014/main" id="{598D41A6-8E99-4C86-BC05-8B910FF55769}"/>
              </a:ext>
            </a:extLst>
          </p:cNvPr>
          <p:cNvSpPr txBox="1"/>
          <p:nvPr/>
        </p:nvSpPr>
        <p:spPr>
          <a:xfrm>
            <a:off x="3435412" y="4168024"/>
            <a:ext cx="5262979" cy="336695"/>
          </a:xfrm>
          <a:prstGeom prst="rect">
            <a:avLst/>
          </a:prstGeom>
          <a:noFill/>
        </p:spPr>
        <p:txBody>
          <a:bodyPr wrap="square" rtlCol="0">
            <a:spAutoFit/>
          </a:bodyPr>
          <a:lstStyle/>
          <a:p>
            <a:pPr lvl="0" algn="ctr">
              <a:lnSpc>
                <a:spcPct val="150000"/>
              </a:lnSpc>
            </a:pPr>
            <a:r>
              <a:rPr lang="zh-CN" altLang="en-US" sz="1200">
                <a:solidFill>
                  <a:prstClr val="white">
                    <a:lumMod val="50000"/>
                  </a:prstClr>
                </a:solidFill>
                <a:latin typeface="微软雅黑" panose="020B0503020204020204" pitchFamily="34" charset="-122"/>
                <a:ea typeface="微软雅黑" panose="020B0503020204020204" pitchFamily="34" charset="-122"/>
                <a:cs typeface="+mn-ea"/>
                <a:sym typeface="+mn-lt"/>
              </a:rPr>
              <a:t>围绕学生路径，补齐桌面端、移动端与低碳服务的一致体验。</a:t>
            </a:r>
            <a:endParaRPr kumimoji="0" lang="en" altLang="zh-CN" sz="12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ea"/>
              <a:sym typeface="+mn-lt"/>
            </a:endParaRPr>
          </a:p>
        </p:txBody>
      </p:sp>
      <p:cxnSp>
        <p:nvCxnSpPr>
          <p:cNvPr id="52" name="直接连接符 51">
            <a:extLst>
              <a:ext uri="{FF2B5EF4-FFF2-40B4-BE49-F238E27FC236}">
                <a16:creationId xmlns:a16="http://schemas.microsoft.com/office/drawing/2014/main" id="{92D5157D-1228-48CB-B16E-1E7B7F1C0E82}"/>
              </a:ext>
            </a:extLst>
          </p:cNvPr>
          <p:cNvCxnSpPr/>
          <p:nvPr/>
        </p:nvCxnSpPr>
        <p:spPr>
          <a:xfrm>
            <a:off x="4834114" y="2142760"/>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FD93070-3C32-406D-8AC4-67BC75634B70}"/>
              </a:ext>
            </a:extLst>
          </p:cNvPr>
          <p:cNvCxnSpPr/>
          <p:nvPr/>
        </p:nvCxnSpPr>
        <p:spPr>
          <a:xfrm>
            <a:off x="4825784" y="3047395"/>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D90712F5-9D0F-48C3-88F6-F504EA8445B7}"/>
              </a:ext>
            </a:extLst>
          </p:cNvPr>
          <p:cNvSpPr txBox="1"/>
          <p:nvPr/>
        </p:nvSpPr>
        <p:spPr>
          <a:xfrm>
            <a:off x="4440644" y="2199875"/>
            <a:ext cx="3715094" cy="615553"/>
          </a:xfrm>
          <a:prstGeom prst="rect">
            <a:avLst/>
          </a:prstGeom>
          <a:noFill/>
        </p:spPr>
        <p:txBody>
          <a:bodyPr wrap="square" rtlCol="0">
            <a:spAutoFit/>
          </a:bodyPr>
          <a:lstStyle/>
          <a:p>
            <a:pPr lvl="0">
              <a:defRPr/>
            </a:pPr>
            <a:r>
              <a:rPr lang="en-US" altLang="zh-CN" sz="3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rPr>
              <a:t>PART   04</a:t>
            </a:r>
            <a:endParaRPr lang="zh-CN" altLang="en-US" sz="3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endParaRPr>
          </a:p>
        </p:txBody>
      </p:sp>
      <p:sp>
        <p:nvSpPr>
          <p:cNvPr id="8" name="文本框 7">
            <a:extLst>
              <a:ext uri="{FF2B5EF4-FFF2-40B4-BE49-F238E27FC236}">
                <a16:creationId xmlns:a16="http://schemas.microsoft.com/office/drawing/2014/main" id="{707303AB-A32B-0702-16EA-0EA71C5B91EB}"/>
              </a:ext>
            </a:extLst>
          </p:cNvPr>
          <p:cNvSpPr txBox="1"/>
          <p:nvPr/>
        </p:nvSpPr>
        <p:spPr>
          <a:xfrm>
            <a:off x="1794163" y="2417356"/>
            <a:ext cx="8487294" cy="1200329"/>
          </a:xfrm>
          <a:prstGeom prst="rect">
            <a:avLst/>
          </a:prstGeom>
          <a:noFill/>
        </p:spPr>
        <p:txBody>
          <a:bodyPr wrap="square">
            <a:spAutoFit/>
          </a:bodyPr>
          <a:lstStyle/>
          <a:p>
            <a:r>
              <a:rPr lang="en-US" altLang="zh-CN" b="0" i="0" dirty="0">
                <a:solidFill>
                  <a:srgbClr val="F2F2F2"/>
                </a:solidFill>
                <a:effectLst/>
                <a:latin typeface="Color Emoji"/>
              </a:rPr>
              <a:t>1. </a:t>
            </a:r>
            <a:r>
              <a:rPr lang="zh-CN" altLang="en-US" b="0" i="0" dirty="0">
                <a:solidFill>
                  <a:srgbClr val="F2F2F2"/>
                </a:solidFill>
                <a:effectLst/>
                <a:latin typeface="Color Emoji"/>
              </a:rPr>
              <a:t>前端采用</a:t>
            </a:r>
            <a:r>
              <a:rPr lang="en-US" altLang="zh-CN" b="0" i="0" dirty="0">
                <a:solidFill>
                  <a:srgbClr val="F2F2F2"/>
                </a:solidFill>
                <a:effectLst/>
                <a:latin typeface="Color Emoji"/>
              </a:rPr>
              <a:t>Vue3</a:t>
            </a:r>
            <a:r>
              <a:rPr lang="zh-CN" altLang="en-US" b="0" i="0" dirty="0">
                <a:solidFill>
                  <a:srgbClr val="F2F2F2"/>
                </a:solidFill>
                <a:effectLst/>
                <a:latin typeface="Color Emoji"/>
              </a:rPr>
              <a:t>生态，组件化开发高效，界面搭建快捷，数据可视化能力突出，交互流畅体验佳 ​ </a:t>
            </a:r>
            <a:r>
              <a:rPr lang="en-US" altLang="zh-CN" b="0" i="0" dirty="0">
                <a:solidFill>
                  <a:srgbClr val="F2F2F2"/>
                </a:solidFill>
                <a:effectLst/>
                <a:latin typeface="Color Emoji"/>
              </a:rPr>
              <a:t>2. </a:t>
            </a:r>
            <a:r>
              <a:rPr lang="zh-CN" altLang="en-US" b="0" i="0" dirty="0">
                <a:solidFill>
                  <a:srgbClr val="F2F2F2"/>
                </a:solidFill>
                <a:effectLst/>
                <a:latin typeface="Color Emoji"/>
              </a:rPr>
              <a:t>后端基于</a:t>
            </a:r>
            <a:r>
              <a:rPr lang="en-US" altLang="zh-CN" b="0" i="0" dirty="0">
                <a:solidFill>
                  <a:srgbClr val="F2F2F2"/>
                </a:solidFill>
                <a:effectLst/>
                <a:latin typeface="Color Emoji"/>
              </a:rPr>
              <a:t>Spring Boot</a:t>
            </a:r>
            <a:r>
              <a:rPr lang="zh-CN" altLang="en-US" b="0" i="0" dirty="0">
                <a:solidFill>
                  <a:srgbClr val="F2F2F2"/>
                </a:solidFill>
                <a:effectLst/>
                <a:latin typeface="Color Emoji"/>
              </a:rPr>
              <a:t>框架，开发部署便捷，系统稳定性强，数据操作高效，安全校验完善 ​ </a:t>
            </a:r>
            <a:r>
              <a:rPr lang="en-US" altLang="zh-CN" b="0" i="0" dirty="0">
                <a:solidFill>
                  <a:srgbClr val="F2F2F2"/>
                </a:solidFill>
                <a:effectLst/>
                <a:latin typeface="Color Emoji"/>
              </a:rPr>
              <a:t>3. </a:t>
            </a:r>
            <a:r>
              <a:rPr lang="zh-CN" altLang="en-US" b="0" i="0" dirty="0">
                <a:solidFill>
                  <a:srgbClr val="F2F2F2"/>
                </a:solidFill>
                <a:effectLst/>
                <a:latin typeface="Color Emoji"/>
              </a:rPr>
              <a:t>前后端分离架构，分工清晰、耦合度低，兼顾开发效率、系统性能与后期维护扩展性</a:t>
            </a:r>
            <a:endParaRPr lang="zh-CN" altLang="en-US" dirty="0"/>
          </a:p>
        </p:txBody>
      </p:sp>
    </p:spTree>
    <p:extLst>
      <p:ext uri="{BB962C8B-B14F-4D97-AF65-F5344CB8AC3E}">
        <p14:creationId xmlns:p14="http://schemas.microsoft.com/office/powerpoint/2010/main" val="515953650"/>
      </p:ext>
    </p:extLst>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down)">
                                      <p:cBhvr>
                                        <p:cTn id="10" dur="500"/>
                                        <p:tgtEl>
                                          <p:spTgt spid="2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down)">
                                      <p:cBhvr>
                                        <p:cTn id="13" dur="500"/>
                                        <p:tgtEl>
                                          <p:spTgt spid="2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down)">
                                      <p:cBhvr>
                                        <p:cTn id="16" dur="500"/>
                                        <p:tgtEl>
                                          <p:spTgt spid="30"/>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00"/>
                                        <p:tgtEl>
                                          <p:spTgt spid="9"/>
                                        </p:tgtEl>
                                      </p:cBhvr>
                                    </p:animEffect>
                                  </p:childTnLst>
                                </p:cTn>
                              </p:par>
                              <p:par>
                                <p:cTn id="32" presetID="22" presetClass="entr" presetSubtype="4" fill="hold"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down)">
                                      <p:cBhvr>
                                        <p:cTn id="34" dur="500"/>
                                        <p:tgtEl>
                                          <p:spTgt spid="3"/>
                                        </p:tgtEl>
                                      </p:cBhvr>
                                    </p:animEffect>
                                  </p:childTnLst>
                                </p:cTn>
                              </p:par>
                            </p:childTnLst>
                          </p:cTn>
                        </p:par>
                        <p:par>
                          <p:cTn id="35" fill="hold">
                            <p:stCondLst>
                              <p:cond delay="500"/>
                            </p:stCondLst>
                            <p:childTnLst>
                              <p:par>
                                <p:cTn id="36" presetID="22" presetClass="entr" presetSubtype="4" fill="hold" grpId="0"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00"/>
                                        <p:tgtEl>
                                          <p:spTgt spid="4"/>
                                        </p:tgtEl>
                                      </p:cBhvr>
                                    </p:animEffect>
                                  </p:childTnLst>
                                </p:cTn>
                              </p:par>
                              <p:par>
                                <p:cTn id="39" presetID="16" presetClass="entr" presetSubtype="37" fill="hold" nodeType="with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barn(outVertical)">
                                      <p:cBhvr>
                                        <p:cTn id="41" dur="500"/>
                                        <p:tgtEl>
                                          <p:spTgt spid="52"/>
                                        </p:tgtEl>
                                      </p:cBhvr>
                                    </p:animEffect>
                                  </p:childTnLst>
                                </p:cTn>
                              </p:par>
                              <p:par>
                                <p:cTn id="42" presetID="16" presetClass="entr" presetSubtype="37" fill="hold" nodeType="with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barn(outVertical)">
                                      <p:cBhvr>
                                        <p:cTn id="44" dur="500"/>
                                        <p:tgtEl>
                                          <p:spTgt spid="53"/>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barn(inVertical)">
                                      <p:cBhvr>
                                        <p:cTn id="49" dur="500"/>
                                        <p:tgtEl>
                                          <p:spTgt spid="50"/>
                                        </p:tgtEl>
                                      </p:cBhvr>
                                    </p:animEffect>
                                  </p:childTnLst>
                                </p:cTn>
                              </p:par>
                            </p:childTnLst>
                          </p:cTn>
                        </p:par>
                        <p:par>
                          <p:cTn id="50" fill="hold">
                            <p:stCondLst>
                              <p:cond delay="500"/>
                            </p:stCondLst>
                            <p:childTnLst>
                              <p:par>
                                <p:cTn id="51" presetID="2" presetClass="entr" presetSubtype="4" fill="hold" grpId="0" nodeType="afterEffect">
                                  <p:stCondLst>
                                    <p:cond delay="0"/>
                                  </p:stCondLst>
                                  <p:childTnLst>
                                    <p:set>
                                      <p:cBhvr>
                                        <p:cTn id="52" dur="1" fill="hold">
                                          <p:stCondLst>
                                            <p:cond delay="0"/>
                                          </p:stCondLst>
                                        </p:cTn>
                                        <p:tgtEl>
                                          <p:spTgt spid="51"/>
                                        </p:tgtEl>
                                        <p:attrNameLst>
                                          <p:attrName>style.visibility</p:attrName>
                                        </p:attrNameLst>
                                      </p:cBhvr>
                                      <p:to>
                                        <p:strVal val="visible"/>
                                      </p:to>
                                    </p:set>
                                    <p:anim calcmode="lin" valueType="num">
                                      <p:cBhvr additive="base">
                                        <p:cTn id="53" dur="500" fill="hold"/>
                                        <p:tgtEl>
                                          <p:spTgt spid="51"/>
                                        </p:tgtEl>
                                        <p:attrNameLst>
                                          <p:attrName>ppt_x</p:attrName>
                                        </p:attrNameLst>
                                      </p:cBhvr>
                                      <p:tavLst>
                                        <p:tav tm="0">
                                          <p:val>
                                            <p:strVal val="#ppt_x"/>
                                          </p:val>
                                        </p:tav>
                                        <p:tav tm="100000">
                                          <p:val>
                                            <p:strVal val="#ppt_x"/>
                                          </p:val>
                                        </p:tav>
                                      </p:tavLst>
                                    </p:anim>
                                    <p:anim calcmode="lin" valueType="num">
                                      <p:cBhvr additive="base">
                                        <p:cTn id="54" dur="500" fill="hold"/>
                                        <p:tgtEl>
                                          <p:spTgt spid="51"/>
                                        </p:tgtEl>
                                        <p:attrNameLst>
                                          <p:attrName>ppt_y</p:attrName>
                                        </p:attrNameLst>
                                      </p:cBhvr>
                                      <p:tavLst>
                                        <p:tav tm="0">
                                          <p:val>
                                            <p:strVal val="1+#ppt_h/2"/>
                                          </p:val>
                                        </p:tav>
                                        <p:tav tm="100000">
                                          <p:val>
                                            <p:strVal val="#ppt_y"/>
                                          </p:val>
                                        </p:tav>
                                      </p:tavLst>
                                    </p:anim>
                                  </p:childTnLst>
                                </p:cTn>
                              </p:par>
                            </p:childTnLst>
                          </p:cTn>
                        </p:par>
                        <p:par>
                          <p:cTn id="55" fill="hold">
                            <p:stCondLst>
                              <p:cond delay="1000"/>
                            </p:stCondLst>
                            <p:childTnLst>
                              <p:par>
                                <p:cTn id="56" presetID="16" presetClass="entr" presetSubtype="37" fill="hold" grpId="0" nodeType="after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barn(outVertical)">
                                      <p:cBhvr>
                                        <p:cTn id="5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28" grpId="0" animBg="1"/>
      <p:bldP spid="29" grpId="0" animBg="1"/>
      <p:bldP spid="30" grpId="0" animBg="1"/>
      <p:bldP spid="32" grpId="0" animBg="1"/>
      <p:bldP spid="50" grpId="0"/>
      <p:bldP spid="51" grpId="0"/>
      <p:bldP spid="3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7">
            <a:extLst>
              <a:ext uri="{FF2B5EF4-FFF2-40B4-BE49-F238E27FC236}">
                <a16:creationId xmlns:a16="http://schemas.microsoft.com/office/drawing/2014/main" id="{00D2E16E-CF38-43C0-A4E7-3B0A58AE2D1D}"/>
              </a:ext>
            </a:extLst>
          </p:cNvPr>
          <p:cNvSpPr>
            <a:spLocks noChangeAspect="1"/>
          </p:cNvSpPr>
          <p:nvPr/>
        </p:nvSpPr>
        <p:spPr>
          <a:xfrm rot="18900000" flipH="1">
            <a:off x="3503212" y="2439857"/>
            <a:ext cx="1157109" cy="1157112"/>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7" name="圆角矩形 2">
            <a:extLst>
              <a:ext uri="{FF2B5EF4-FFF2-40B4-BE49-F238E27FC236}">
                <a16:creationId xmlns:a16="http://schemas.microsoft.com/office/drawing/2014/main" id="{AA9E0804-34C4-4325-9A04-405E567B767A}"/>
              </a:ext>
            </a:extLst>
          </p:cNvPr>
          <p:cNvSpPr>
            <a:spLocks noChangeAspect="1"/>
          </p:cNvSpPr>
          <p:nvPr/>
        </p:nvSpPr>
        <p:spPr>
          <a:xfrm rot="18900000" flipH="1">
            <a:off x="2582377" y="-218682"/>
            <a:ext cx="2047475" cy="2047475"/>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6" name="圆角矩形 10">
            <a:extLst>
              <a:ext uri="{FF2B5EF4-FFF2-40B4-BE49-F238E27FC236}">
                <a16:creationId xmlns:a16="http://schemas.microsoft.com/office/drawing/2014/main" id="{D6A95384-7AB2-418A-BE99-E84941662AB2}"/>
              </a:ext>
            </a:extLst>
          </p:cNvPr>
          <p:cNvSpPr>
            <a:spLocks noChangeAspect="1"/>
          </p:cNvSpPr>
          <p:nvPr/>
        </p:nvSpPr>
        <p:spPr>
          <a:xfrm rot="18900000" flipH="1">
            <a:off x="103938" y="3677656"/>
            <a:ext cx="2062803" cy="2062803"/>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4" name="圆角矩形 13">
            <a:extLst>
              <a:ext uri="{FF2B5EF4-FFF2-40B4-BE49-F238E27FC236}">
                <a16:creationId xmlns:a16="http://schemas.microsoft.com/office/drawing/2014/main" id="{A88A3EA6-670E-4AC0-9B39-68AE734197A8}"/>
              </a:ext>
            </a:extLst>
          </p:cNvPr>
          <p:cNvSpPr>
            <a:spLocks noChangeAspect="1"/>
          </p:cNvSpPr>
          <p:nvPr/>
        </p:nvSpPr>
        <p:spPr>
          <a:xfrm rot="18900000" flipH="1">
            <a:off x="-2409405" y="-2474529"/>
            <a:ext cx="4268328" cy="4268328"/>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8" name="圆角矩形 17">
            <a:extLst>
              <a:ext uri="{FF2B5EF4-FFF2-40B4-BE49-F238E27FC236}">
                <a16:creationId xmlns:a16="http://schemas.microsoft.com/office/drawing/2014/main" id="{798617C1-447A-EF4E-9A2A-FB0D80095493}"/>
              </a:ext>
            </a:extLst>
          </p:cNvPr>
          <p:cNvSpPr/>
          <p:nvPr/>
        </p:nvSpPr>
        <p:spPr>
          <a:xfrm rot="2700000" flipH="1" flipV="1">
            <a:off x="9365189" y="-1511310"/>
            <a:ext cx="2071475" cy="208028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9" name="圆角矩形 18">
            <a:extLst>
              <a:ext uri="{FF2B5EF4-FFF2-40B4-BE49-F238E27FC236}">
                <a16:creationId xmlns:a16="http://schemas.microsoft.com/office/drawing/2014/main" id="{4EA1544B-4F04-B944-859C-5BEDF2CA5137}"/>
              </a:ext>
            </a:extLst>
          </p:cNvPr>
          <p:cNvSpPr>
            <a:spLocks noChangeAspect="1"/>
          </p:cNvSpPr>
          <p:nvPr/>
        </p:nvSpPr>
        <p:spPr>
          <a:xfrm rot="18900000" flipH="1">
            <a:off x="2217216" y="2078718"/>
            <a:ext cx="1145273" cy="1145273"/>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0" name="圆角矩形 19">
            <a:extLst>
              <a:ext uri="{FF2B5EF4-FFF2-40B4-BE49-F238E27FC236}">
                <a16:creationId xmlns:a16="http://schemas.microsoft.com/office/drawing/2014/main" id="{D6B2B1CE-8215-0D4F-B59C-2C49D0C76C53}"/>
              </a:ext>
            </a:extLst>
          </p:cNvPr>
          <p:cNvSpPr>
            <a:spLocks noChangeAspect="1"/>
          </p:cNvSpPr>
          <p:nvPr/>
        </p:nvSpPr>
        <p:spPr>
          <a:xfrm rot="18900000" flipH="1">
            <a:off x="493001" y="39889"/>
            <a:ext cx="2100468" cy="2100468"/>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1" name="圆角矩形 20">
            <a:extLst>
              <a:ext uri="{FF2B5EF4-FFF2-40B4-BE49-F238E27FC236}">
                <a16:creationId xmlns:a16="http://schemas.microsoft.com/office/drawing/2014/main" id="{D2F05539-147C-9647-81F9-6C3A7C9E2C71}"/>
              </a:ext>
            </a:extLst>
          </p:cNvPr>
          <p:cNvSpPr>
            <a:spLocks noChangeAspect="1"/>
          </p:cNvSpPr>
          <p:nvPr/>
        </p:nvSpPr>
        <p:spPr>
          <a:xfrm rot="18900000" flipH="1">
            <a:off x="2838211" y="1449962"/>
            <a:ext cx="1368823" cy="1368823"/>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2" name="圆角矩形 21">
            <a:extLst>
              <a:ext uri="{FF2B5EF4-FFF2-40B4-BE49-F238E27FC236}">
                <a16:creationId xmlns:a16="http://schemas.microsoft.com/office/drawing/2014/main" id="{86FE8CBA-F94C-154A-A854-80E12A9FE5C9}"/>
              </a:ext>
            </a:extLst>
          </p:cNvPr>
          <p:cNvSpPr>
            <a:spLocks noChangeAspect="1"/>
          </p:cNvSpPr>
          <p:nvPr/>
        </p:nvSpPr>
        <p:spPr>
          <a:xfrm rot="18900000" flipH="1">
            <a:off x="1191853" y="-1038602"/>
            <a:ext cx="1733106" cy="173310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3" name="圆角矩形 22">
            <a:extLst>
              <a:ext uri="{FF2B5EF4-FFF2-40B4-BE49-F238E27FC236}">
                <a16:creationId xmlns:a16="http://schemas.microsoft.com/office/drawing/2014/main" id="{A5283602-B775-F142-94C1-EAD9A5EC0355}"/>
              </a:ext>
            </a:extLst>
          </p:cNvPr>
          <p:cNvSpPr>
            <a:spLocks noChangeAspect="1"/>
          </p:cNvSpPr>
          <p:nvPr/>
        </p:nvSpPr>
        <p:spPr>
          <a:xfrm rot="18900000" flipH="1">
            <a:off x="-63108" y="5379762"/>
            <a:ext cx="2024254" cy="202425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4" name="圆角矩形 23">
            <a:extLst>
              <a:ext uri="{FF2B5EF4-FFF2-40B4-BE49-F238E27FC236}">
                <a16:creationId xmlns:a16="http://schemas.microsoft.com/office/drawing/2014/main" id="{93B8DC19-00E9-ED4B-82FF-6DD57832EA5E}"/>
              </a:ext>
            </a:extLst>
          </p:cNvPr>
          <p:cNvSpPr>
            <a:spLocks noChangeAspect="1"/>
          </p:cNvSpPr>
          <p:nvPr/>
        </p:nvSpPr>
        <p:spPr>
          <a:xfrm rot="18900000" flipH="1">
            <a:off x="-724471" y="4071060"/>
            <a:ext cx="1145273" cy="1145273"/>
          </a:xfrm>
          <a:prstGeom prst="roundRect">
            <a:avLst>
              <a:gd name="adj" fmla="val 7233"/>
            </a:avLst>
          </a:prstGeom>
          <a:solidFill>
            <a:schemeClr val="bg1">
              <a:lumMod val="9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9" name="文本框 28">
            <a:extLst>
              <a:ext uri="{FF2B5EF4-FFF2-40B4-BE49-F238E27FC236}">
                <a16:creationId xmlns:a16="http://schemas.microsoft.com/office/drawing/2014/main" id="{0FAEA9AD-0BCF-FC43-84FF-FA9AA98583DB}"/>
              </a:ext>
            </a:extLst>
          </p:cNvPr>
          <p:cNvSpPr txBox="1"/>
          <p:nvPr/>
        </p:nvSpPr>
        <p:spPr>
          <a:xfrm>
            <a:off x="5902988" y="1714605"/>
            <a:ext cx="5698800"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noProof="0" dirty="0">
                <a:solidFill>
                  <a:schemeClr val="tx1">
                    <a:lumMod val="85000"/>
                    <a:lumOff val="15000"/>
                  </a:schemeClr>
                </a:solidFill>
                <a:latin typeface="思源黑体 HW Bold" panose="020B0800000000000000" pitchFamily="34" charset="-122"/>
                <a:ea typeface="思源黑体 HW Bold" panose="020B0800000000000000" pitchFamily="34" charset="-122"/>
                <a:cs typeface="+mn-ea"/>
                <a:sym typeface="+mn-lt"/>
              </a:rPr>
              <a:t>绿色低碳智行系统</a:t>
            </a:r>
            <a:endParaRPr kumimoji="1" lang="zh-CN" altLang="en-US" sz="4400" b="1" i="0" u="none" strike="noStrike" kern="1200" cap="none" spc="0" normalizeH="0" baseline="0" noProof="0" dirty="0">
              <a:ln>
                <a:noFill/>
              </a:ln>
              <a:solidFill>
                <a:schemeClr val="tx1">
                  <a:lumMod val="85000"/>
                  <a:lumOff val="15000"/>
                </a:schemeClr>
              </a:solidFill>
              <a:effectLst/>
              <a:uLnTx/>
              <a:uFillTx/>
              <a:latin typeface="思源黑体 HW Bold" panose="020B0800000000000000" pitchFamily="34" charset="-122"/>
              <a:ea typeface="思源黑体 HW Bold" panose="020B0800000000000000" pitchFamily="34" charset="-122"/>
              <a:cs typeface="+mn-ea"/>
              <a:sym typeface="+mn-lt"/>
            </a:endParaRPr>
          </a:p>
        </p:txBody>
      </p:sp>
      <p:cxnSp>
        <p:nvCxnSpPr>
          <p:cNvPr id="32" name="直接连接符 31">
            <a:extLst>
              <a:ext uri="{FF2B5EF4-FFF2-40B4-BE49-F238E27FC236}">
                <a16:creationId xmlns:a16="http://schemas.microsoft.com/office/drawing/2014/main" id="{BD023207-97FE-47E3-8124-ED57049484E5}"/>
              </a:ext>
            </a:extLst>
          </p:cNvPr>
          <p:cNvCxnSpPr/>
          <p:nvPr/>
        </p:nvCxnSpPr>
        <p:spPr>
          <a:xfrm>
            <a:off x="8639452" y="2510634"/>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4B3929FE-1EB9-461A-B98C-56D06EDA02AE}"/>
              </a:ext>
            </a:extLst>
          </p:cNvPr>
          <p:cNvSpPr txBox="1"/>
          <p:nvPr/>
        </p:nvSpPr>
        <p:spPr>
          <a:xfrm>
            <a:off x="8807117" y="5340473"/>
            <a:ext cx="2363128" cy="442674"/>
          </a:xfrm>
          <a:prstGeom prst="roundRect">
            <a:avLst/>
          </a:prstGeom>
          <a:gradFill flip="none" rotWithShape="1">
            <a:gsLst>
              <a:gs pos="0">
                <a:srgbClr val="74C5A8"/>
              </a:gs>
              <a:gs pos="100000">
                <a:schemeClr val="accent1">
                  <a:lumMod val="60000"/>
                  <a:lumOff val="40000"/>
                </a:schemeClr>
              </a:gs>
            </a:gsLst>
            <a:lin ang="16200000" scaled="1"/>
            <a:tileRect/>
          </a:grad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汇报人：</a:t>
            </a:r>
          </a:p>
        </p:txBody>
      </p:sp>
      <p:sp>
        <p:nvSpPr>
          <p:cNvPr id="25" name="圆角矩形 18">
            <a:extLst>
              <a:ext uri="{FF2B5EF4-FFF2-40B4-BE49-F238E27FC236}">
                <a16:creationId xmlns:a16="http://schemas.microsoft.com/office/drawing/2014/main" id="{1BFBA1FE-7530-4FE3-AB93-1B21ACAAED30}"/>
              </a:ext>
            </a:extLst>
          </p:cNvPr>
          <p:cNvSpPr>
            <a:spLocks noChangeAspect="1"/>
          </p:cNvSpPr>
          <p:nvPr/>
        </p:nvSpPr>
        <p:spPr>
          <a:xfrm rot="18900000" flipH="1">
            <a:off x="3318517" y="5324168"/>
            <a:ext cx="2730442" cy="2730442"/>
          </a:xfrm>
          <a:prstGeom prst="roundRect">
            <a:avLst>
              <a:gd name="adj" fmla="val 7233"/>
            </a:avLst>
          </a:prstGeom>
          <a:solidFill>
            <a:srgbClr val="FDFDFD">
              <a:alpha val="77647"/>
            </a:srgb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 name="文本框 1">
            <a:extLst>
              <a:ext uri="{FF2B5EF4-FFF2-40B4-BE49-F238E27FC236}">
                <a16:creationId xmlns:a16="http://schemas.microsoft.com/office/drawing/2014/main" id="{A29654F8-88F8-4DCC-D270-A5478C4F0565}"/>
              </a:ext>
            </a:extLst>
          </p:cNvPr>
          <p:cNvSpPr txBox="1"/>
          <p:nvPr/>
        </p:nvSpPr>
        <p:spPr>
          <a:xfrm>
            <a:off x="6098762" y="2604104"/>
            <a:ext cx="5503026" cy="646331"/>
          </a:xfrm>
          <a:prstGeom prst="rect">
            <a:avLst/>
          </a:prstGeom>
          <a:noFill/>
        </p:spPr>
        <p:txBody>
          <a:bodyPr wrap="square" rtlCol="0">
            <a:spAutoFit/>
          </a:bodyPr>
          <a:lstStyle/>
          <a:p>
            <a:pPr algn="r"/>
            <a:r>
              <a:rPr lang="zh-CN" altLang="en-US" dirty="0"/>
              <a:t>聚焦宿舍水电、餐厅餐损与低碳出行，打造校园低碳</a:t>
            </a:r>
            <a:r>
              <a:rPr lang="en-US" altLang="zh-CN" dirty="0"/>
              <a:t>                  </a:t>
            </a:r>
            <a:r>
              <a:rPr lang="zh-CN" altLang="en-US" dirty="0"/>
              <a:t>行为管理与积分激励平台</a:t>
            </a:r>
          </a:p>
        </p:txBody>
      </p:sp>
      <p:sp>
        <p:nvSpPr>
          <p:cNvPr id="3" name="文本框 2">
            <a:extLst>
              <a:ext uri="{FF2B5EF4-FFF2-40B4-BE49-F238E27FC236}">
                <a16:creationId xmlns:a16="http://schemas.microsoft.com/office/drawing/2014/main" id="{B8C75F45-0D76-E3C5-8277-705B4E34E795}"/>
              </a:ext>
            </a:extLst>
          </p:cNvPr>
          <p:cNvSpPr txBox="1"/>
          <p:nvPr/>
        </p:nvSpPr>
        <p:spPr>
          <a:xfrm>
            <a:off x="6417426" y="3409787"/>
            <a:ext cx="5309062" cy="1015663"/>
          </a:xfrm>
          <a:prstGeom prst="rect">
            <a:avLst/>
          </a:prstGeom>
          <a:noFill/>
        </p:spPr>
        <p:txBody>
          <a:bodyPr wrap="square" rtlCol="0">
            <a:spAutoFit/>
          </a:bodyPr>
          <a:lstStyle/>
          <a:p>
            <a:r>
              <a:rPr lang="en-US" altLang="zh-CN" sz="1400" dirty="0"/>
              <a:t>Focus on dormitory water and electricity, restaurant meal damage and low-carbon travel to create a campus low-carbon behavior management and points incentive platform</a:t>
            </a:r>
          </a:p>
          <a:p>
            <a:endParaRPr lang="zh-CN" altLang="en-US" dirty="0"/>
          </a:p>
        </p:txBody>
      </p:sp>
    </p:spTree>
    <p:extLst>
      <p:ext uri="{BB962C8B-B14F-4D97-AF65-F5344CB8AC3E}">
        <p14:creationId xmlns:p14="http://schemas.microsoft.com/office/powerpoint/2010/main" val="2078068261"/>
      </p:ext>
    </p:extLst>
  </p:cSld>
  <p:clrMapOvr>
    <a:masterClrMapping/>
  </p:clrMapOvr>
  <mc:AlternateContent xmlns:mc="http://schemas.openxmlformats.org/markup-compatibility/2006" xmlns:p14="http://schemas.microsoft.com/office/powerpoint/2010/main">
    <mc:Choice Requires="p14">
      <p:transition p14:dur="10" advTm="3000"/>
    </mc:Choice>
    <mc:Fallback xmlns="">
      <p:transition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500"/>
                                        <p:tgtEl>
                                          <p:spTgt spid="3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wipe(down)">
                                      <p:cBhvr>
                                        <p:cTn id="10" dur="500"/>
                                        <p:tgtEl>
                                          <p:spTgt spid="3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down)">
                                      <p:cBhvr>
                                        <p:cTn id="13" dur="500"/>
                                        <p:tgtEl>
                                          <p:spTgt spid="34"/>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down)">
                                      <p:cBhvr>
                                        <p:cTn id="16" dur="500"/>
                                        <p:tgtEl>
                                          <p:spTgt spid="19"/>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down)">
                                      <p:cBhvr>
                                        <p:cTn id="19" dur="500"/>
                                        <p:tgtEl>
                                          <p:spTgt spid="20"/>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down)">
                                      <p:cBhvr>
                                        <p:cTn id="22" dur="500"/>
                                        <p:tgtEl>
                                          <p:spTgt spid="21"/>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down)">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1000"/>
                                        <p:tgtEl>
                                          <p:spTgt spid="36"/>
                                        </p:tgtEl>
                                      </p:cBhvr>
                                    </p:animEffect>
                                    <p:anim calcmode="lin" valueType="num">
                                      <p:cBhvr>
                                        <p:cTn id="31" dur="1000" fill="hold"/>
                                        <p:tgtEl>
                                          <p:spTgt spid="36"/>
                                        </p:tgtEl>
                                        <p:attrNameLst>
                                          <p:attrName>ppt_x</p:attrName>
                                        </p:attrNameLst>
                                      </p:cBhvr>
                                      <p:tavLst>
                                        <p:tav tm="0">
                                          <p:val>
                                            <p:strVal val="#ppt_x"/>
                                          </p:val>
                                        </p:tav>
                                        <p:tav tm="100000">
                                          <p:val>
                                            <p:strVal val="#ppt_x"/>
                                          </p:val>
                                        </p:tav>
                                      </p:tavLst>
                                    </p:anim>
                                    <p:anim calcmode="lin" valueType="num">
                                      <p:cBhvr>
                                        <p:cTn id="32" dur="1000" fill="hold"/>
                                        <p:tgtEl>
                                          <p:spTgt spid="36"/>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1000"/>
                                        <p:tgtEl>
                                          <p:spTgt spid="23"/>
                                        </p:tgtEl>
                                      </p:cBhvr>
                                    </p:animEffect>
                                    <p:anim calcmode="lin" valueType="num">
                                      <p:cBhvr>
                                        <p:cTn id="36" dur="1000" fill="hold"/>
                                        <p:tgtEl>
                                          <p:spTgt spid="23"/>
                                        </p:tgtEl>
                                        <p:attrNameLst>
                                          <p:attrName>ppt_x</p:attrName>
                                        </p:attrNameLst>
                                      </p:cBhvr>
                                      <p:tavLst>
                                        <p:tav tm="0">
                                          <p:val>
                                            <p:strVal val="#ppt_x"/>
                                          </p:val>
                                        </p:tav>
                                        <p:tav tm="100000">
                                          <p:val>
                                            <p:strVal val="#ppt_x"/>
                                          </p:val>
                                        </p:tav>
                                      </p:tavLst>
                                    </p:anim>
                                    <p:anim calcmode="lin" valueType="num">
                                      <p:cBhvr>
                                        <p:cTn id="37" dur="1000" fill="hold"/>
                                        <p:tgtEl>
                                          <p:spTgt spid="23"/>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1000"/>
                                        <p:tgtEl>
                                          <p:spTgt spid="24"/>
                                        </p:tgtEl>
                                      </p:cBhvr>
                                    </p:animEffect>
                                    <p:anim calcmode="lin" valueType="num">
                                      <p:cBhvr>
                                        <p:cTn id="41" dur="1000" fill="hold"/>
                                        <p:tgtEl>
                                          <p:spTgt spid="24"/>
                                        </p:tgtEl>
                                        <p:attrNameLst>
                                          <p:attrName>ppt_x</p:attrName>
                                        </p:attrNameLst>
                                      </p:cBhvr>
                                      <p:tavLst>
                                        <p:tav tm="0">
                                          <p:val>
                                            <p:strVal val="#ppt_x"/>
                                          </p:val>
                                        </p:tav>
                                        <p:tav tm="100000">
                                          <p:val>
                                            <p:strVal val="#ppt_x"/>
                                          </p:val>
                                        </p:tav>
                                      </p:tavLst>
                                    </p:anim>
                                    <p:anim calcmode="lin" valueType="num">
                                      <p:cBhvr>
                                        <p:cTn id="42" dur="1000" fill="hold"/>
                                        <p:tgtEl>
                                          <p:spTgt spid="24"/>
                                        </p:tgtEl>
                                        <p:attrNameLst>
                                          <p:attrName>ppt_y</p:attrName>
                                        </p:attrNameLst>
                                      </p:cBhvr>
                                      <p:tavLst>
                                        <p:tav tm="0">
                                          <p:val>
                                            <p:strVal val="#ppt_y+.1"/>
                                          </p:val>
                                        </p:tav>
                                        <p:tav tm="100000">
                                          <p:val>
                                            <p:strVal val="#ppt_y"/>
                                          </p:val>
                                        </p:tav>
                                      </p:tavLst>
                                    </p:anim>
                                  </p:childTnLst>
                                </p:cTn>
                              </p:par>
                            </p:childTnLst>
                          </p:cTn>
                        </p:par>
                        <p:par>
                          <p:cTn id="43" fill="hold">
                            <p:stCondLst>
                              <p:cond delay="1000"/>
                            </p:stCondLst>
                            <p:childTnLst>
                              <p:par>
                                <p:cTn id="44" presetID="47" presetClass="entr" presetSubtype="0" fill="hold" grpId="0" nodeType="after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1000"/>
                                        <p:tgtEl>
                                          <p:spTgt spid="18"/>
                                        </p:tgtEl>
                                      </p:cBhvr>
                                    </p:animEffect>
                                    <p:anim calcmode="lin" valueType="num">
                                      <p:cBhvr>
                                        <p:cTn id="47" dur="1000" fill="hold"/>
                                        <p:tgtEl>
                                          <p:spTgt spid="18"/>
                                        </p:tgtEl>
                                        <p:attrNameLst>
                                          <p:attrName>ppt_x</p:attrName>
                                        </p:attrNameLst>
                                      </p:cBhvr>
                                      <p:tavLst>
                                        <p:tav tm="0">
                                          <p:val>
                                            <p:strVal val="#ppt_x"/>
                                          </p:val>
                                        </p:tav>
                                        <p:tav tm="100000">
                                          <p:val>
                                            <p:strVal val="#ppt_x"/>
                                          </p:val>
                                        </p:tav>
                                      </p:tavLst>
                                    </p:anim>
                                    <p:anim calcmode="lin" valueType="num">
                                      <p:cBhvr>
                                        <p:cTn id="48" dur="1000" fill="hold"/>
                                        <p:tgtEl>
                                          <p:spTgt spid="18"/>
                                        </p:tgtEl>
                                        <p:attrNameLst>
                                          <p:attrName>ppt_y</p:attrName>
                                        </p:attrNameLst>
                                      </p:cBhvr>
                                      <p:tavLst>
                                        <p:tav tm="0">
                                          <p:val>
                                            <p:strVal val="#ppt_y-.1"/>
                                          </p:val>
                                        </p:tav>
                                        <p:tav tm="100000">
                                          <p:val>
                                            <p:strVal val="#ppt_y"/>
                                          </p:val>
                                        </p:tav>
                                      </p:tavLst>
                                    </p:anim>
                                  </p:childTnLst>
                                </p:cTn>
                              </p:par>
                              <p:par>
                                <p:cTn id="49" presetID="22" presetClass="entr" presetSubtype="2" fill="hold" nodeType="with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wipe(right)">
                                      <p:cBhvr>
                                        <p:cTn id="51" dur="500"/>
                                        <p:tgtEl>
                                          <p:spTgt spid="32"/>
                                        </p:tgtEl>
                                      </p:cBhvr>
                                    </p:animEffect>
                                  </p:childTnLst>
                                </p:cTn>
                              </p:par>
                            </p:childTnLst>
                          </p:cTn>
                        </p:par>
                        <p:par>
                          <p:cTn id="52" fill="hold">
                            <p:stCondLst>
                              <p:cond delay="2000"/>
                            </p:stCondLst>
                            <p:childTnLst>
                              <p:par>
                                <p:cTn id="53" presetID="53" presetClass="entr" presetSubtype="16" fill="hold" grpId="0" nodeType="afterEffect">
                                  <p:stCondLst>
                                    <p:cond delay="0"/>
                                  </p:stCondLst>
                                  <p:childTnLst>
                                    <p:set>
                                      <p:cBhvr>
                                        <p:cTn id="54" dur="1" fill="hold">
                                          <p:stCondLst>
                                            <p:cond delay="0"/>
                                          </p:stCondLst>
                                        </p:cTn>
                                        <p:tgtEl>
                                          <p:spTgt spid="29"/>
                                        </p:tgtEl>
                                        <p:attrNameLst>
                                          <p:attrName>style.visibility</p:attrName>
                                        </p:attrNameLst>
                                      </p:cBhvr>
                                      <p:to>
                                        <p:strVal val="visible"/>
                                      </p:to>
                                    </p:set>
                                    <p:anim calcmode="lin" valueType="num">
                                      <p:cBhvr>
                                        <p:cTn id="55" dur="500" fill="hold"/>
                                        <p:tgtEl>
                                          <p:spTgt spid="29"/>
                                        </p:tgtEl>
                                        <p:attrNameLst>
                                          <p:attrName>ppt_w</p:attrName>
                                        </p:attrNameLst>
                                      </p:cBhvr>
                                      <p:tavLst>
                                        <p:tav tm="0">
                                          <p:val>
                                            <p:fltVal val="0"/>
                                          </p:val>
                                        </p:tav>
                                        <p:tav tm="100000">
                                          <p:val>
                                            <p:strVal val="#ppt_w"/>
                                          </p:val>
                                        </p:tav>
                                      </p:tavLst>
                                    </p:anim>
                                    <p:anim calcmode="lin" valueType="num">
                                      <p:cBhvr>
                                        <p:cTn id="56" dur="500" fill="hold"/>
                                        <p:tgtEl>
                                          <p:spTgt spid="29"/>
                                        </p:tgtEl>
                                        <p:attrNameLst>
                                          <p:attrName>ppt_h</p:attrName>
                                        </p:attrNameLst>
                                      </p:cBhvr>
                                      <p:tavLst>
                                        <p:tav tm="0">
                                          <p:val>
                                            <p:fltVal val="0"/>
                                          </p:val>
                                        </p:tav>
                                        <p:tav tm="100000">
                                          <p:val>
                                            <p:strVal val="#ppt_h"/>
                                          </p:val>
                                        </p:tav>
                                      </p:tavLst>
                                    </p:anim>
                                    <p:animEffect transition="in" filter="fade">
                                      <p:cBhvr>
                                        <p:cTn id="57" dur="500"/>
                                        <p:tgtEl>
                                          <p:spTgt spid="29"/>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grpId="0" nodeType="clickEffect">
                                  <p:stCondLst>
                                    <p:cond delay="0"/>
                                  </p:stCondLst>
                                  <p:childTnLst>
                                    <p:set>
                                      <p:cBhvr>
                                        <p:cTn id="61" dur="1" fill="hold">
                                          <p:stCondLst>
                                            <p:cond delay="0"/>
                                          </p:stCondLst>
                                        </p:cTn>
                                        <p:tgtEl>
                                          <p:spTgt spid="33"/>
                                        </p:tgtEl>
                                        <p:attrNameLst>
                                          <p:attrName>style.visibility</p:attrName>
                                        </p:attrNameLst>
                                      </p:cBhvr>
                                      <p:to>
                                        <p:strVal val="visible"/>
                                      </p:to>
                                    </p:set>
                                    <p:anim calcmode="lin" valueType="num">
                                      <p:cBhvr>
                                        <p:cTn id="62" dur="500" fill="hold"/>
                                        <p:tgtEl>
                                          <p:spTgt spid="33"/>
                                        </p:tgtEl>
                                        <p:attrNameLst>
                                          <p:attrName>ppt_w</p:attrName>
                                        </p:attrNameLst>
                                      </p:cBhvr>
                                      <p:tavLst>
                                        <p:tav tm="0">
                                          <p:val>
                                            <p:fltVal val="0"/>
                                          </p:val>
                                        </p:tav>
                                        <p:tav tm="100000">
                                          <p:val>
                                            <p:strVal val="#ppt_w"/>
                                          </p:val>
                                        </p:tav>
                                      </p:tavLst>
                                    </p:anim>
                                    <p:anim calcmode="lin" valueType="num">
                                      <p:cBhvr>
                                        <p:cTn id="63" dur="500" fill="hold"/>
                                        <p:tgtEl>
                                          <p:spTgt spid="33"/>
                                        </p:tgtEl>
                                        <p:attrNameLst>
                                          <p:attrName>ppt_h</p:attrName>
                                        </p:attrNameLst>
                                      </p:cBhvr>
                                      <p:tavLst>
                                        <p:tav tm="0">
                                          <p:val>
                                            <p:fltVal val="0"/>
                                          </p:val>
                                        </p:tav>
                                        <p:tav tm="100000">
                                          <p:val>
                                            <p:strVal val="#ppt_h"/>
                                          </p:val>
                                        </p:tav>
                                      </p:tavLst>
                                    </p:anim>
                                    <p:animEffect transition="in" filter="fade">
                                      <p:cBhvr>
                                        <p:cTn id="64" dur="500"/>
                                        <p:tgtEl>
                                          <p:spTgt spid="33"/>
                                        </p:tgtEl>
                                      </p:cBhvr>
                                    </p:animEffect>
                                  </p:childTnLst>
                                </p:cTn>
                              </p:par>
                            </p:childTnLst>
                          </p:cTn>
                        </p:par>
                        <p:par>
                          <p:cTn id="65" fill="hold">
                            <p:stCondLst>
                              <p:cond delay="500"/>
                            </p:stCondLst>
                            <p:childTnLst>
                              <p:par>
                                <p:cTn id="66" presetID="10" presetClass="entr" presetSubtype="0" fill="hold" grpId="0" nodeType="after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7" grpId="0" animBg="1"/>
      <p:bldP spid="36" grpId="0" animBg="1"/>
      <p:bldP spid="34" grpId="0" animBg="1"/>
      <p:bldP spid="18" grpId="0" animBg="1"/>
      <p:bldP spid="19" grpId="0" animBg="1"/>
      <p:bldP spid="20" grpId="0" animBg="1"/>
      <p:bldP spid="21" grpId="0" animBg="1"/>
      <p:bldP spid="22" grpId="0" animBg="1"/>
      <p:bldP spid="23" grpId="0" animBg="1"/>
      <p:bldP spid="24" grpId="0" animBg="1"/>
      <p:bldP spid="29" grpId="0"/>
      <p:bldP spid="33" grpId="0" animBg="1"/>
      <p:bldP spid="2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227">
            <a:extLst>
              <a:ext uri="{FF2B5EF4-FFF2-40B4-BE49-F238E27FC236}">
                <a16:creationId xmlns:a16="http://schemas.microsoft.com/office/drawing/2014/main" id="{F1CF15B8-4180-F143-BB06-894410B7194F}"/>
              </a:ext>
            </a:extLst>
          </p:cNvPr>
          <p:cNvSpPr/>
          <p:nvPr/>
        </p:nvSpPr>
        <p:spPr>
          <a:xfrm>
            <a:off x="5749135" y="1604276"/>
            <a:ext cx="3175220" cy="511455"/>
          </a:xfrm>
          <a:prstGeom prst="roundRect">
            <a:avLst>
              <a:gd name="adj" fmla="val 35126"/>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accent3">
                    <a:lumMod val="75000"/>
                  </a:schemeClr>
                </a:solidFill>
                <a:latin typeface="微软雅黑" panose="020B0503020204020204" pitchFamily="34" charset="-122"/>
                <a:ea typeface="微软雅黑" panose="020B0503020204020204" pitchFamily="34" charset="-122"/>
                <a:cs typeface="+mn-ea"/>
                <a:sym typeface="+mn-lt"/>
              </a:rPr>
              <a:t>项目概述</a:t>
            </a:r>
            <a:r>
              <a:rPr kumimoji="1" lang="zh-CN" altLang="en-US" dirty="0">
                <a:solidFill>
                  <a:prstClr val="white"/>
                </a:solidFill>
                <a:latin typeface="微软雅黑" panose="020B0503020204020204" pitchFamily="34" charset="-122"/>
                <a:ea typeface="微软雅黑" panose="020B0503020204020204" pitchFamily="34" charset="-122"/>
                <a:cs typeface="+mn-ea"/>
                <a:sym typeface="+mn-lt"/>
              </a:rPr>
              <a:t>述项目项目</a:t>
            </a:r>
            <a:endParaRPr kumimoji="1"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36" name="圆角矩形 7">
            <a:extLst>
              <a:ext uri="{FF2B5EF4-FFF2-40B4-BE49-F238E27FC236}">
                <a16:creationId xmlns:a16="http://schemas.microsoft.com/office/drawing/2014/main" id="{85790778-0FF6-4001-B61D-2D2D6888D3D6}"/>
              </a:ext>
            </a:extLst>
          </p:cNvPr>
          <p:cNvSpPr/>
          <p:nvPr/>
        </p:nvSpPr>
        <p:spPr>
          <a:xfrm flipH="1">
            <a:off x="4618572" y="1518831"/>
            <a:ext cx="608177" cy="608178"/>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0" name="圆角矩形 21">
            <a:extLst>
              <a:ext uri="{FF2B5EF4-FFF2-40B4-BE49-F238E27FC236}">
                <a16:creationId xmlns:a16="http://schemas.microsoft.com/office/drawing/2014/main" id="{00BC23FC-8393-4F29-B452-8A0B2D3E2830}"/>
              </a:ext>
            </a:extLst>
          </p:cNvPr>
          <p:cNvSpPr/>
          <p:nvPr/>
        </p:nvSpPr>
        <p:spPr>
          <a:xfrm rot="18900000" flipH="1">
            <a:off x="1645695" y="-2496882"/>
            <a:ext cx="2006594" cy="200659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 name="文本框 2">
            <a:extLst>
              <a:ext uri="{FF2B5EF4-FFF2-40B4-BE49-F238E27FC236}">
                <a16:creationId xmlns:a16="http://schemas.microsoft.com/office/drawing/2014/main" id="{2A128FC0-0C1F-46D4-999A-3E5536C845DC}"/>
              </a:ext>
            </a:extLst>
          </p:cNvPr>
          <p:cNvSpPr txBox="1"/>
          <p:nvPr/>
        </p:nvSpPr>
        <p:spPr>
          <a:xfrm>
            <a:off x="2209110" y="1386412"/>
            <a:ext cx="1015663" cy="3871829"/>
          </a:xfrm>
          <a:prstGeom prst="rect">
            <a:avLst/>
          </a:prstGeom>
          <a:noFill/>
        </p:spPr>
        <p:txBody>
          <a:bodyPr vert="eaVert" wrap="none" rtlCol="0">
            <a:spAutoFit/>
          </a:bodyPr>
          <a:lstStyle/>
          <a:p>
            <a:r>
              <a:rPr lang="en-US" altLang="zh-CN" sz="5400" b="1">
                <a:solidFill>
                  <a:schemeClr val="tx1">
                    <a:lumMod val="65000"/>
                    <a:lumOff val="35000"/>
                  </a:schemeClr>
                </a:solidFill>
                <a:latin typeface="思源黑体 CN Heavy" panose="020B0A00000000000000" pitchFamily="34" charset="-122"/>
                <a:ea typeface="思源黑体 CN Heavy" panose="020B0A00000000000000" pitchFamily="34" charset="-122"/>
              </a:rPr>
              <a:t>CONTENTS</a:t>
            </a:r>
            <a:endParaRPr lang="zh-CN" altLang="en-US" sz="5400" b="1">
              <a:solidFill>
                <a:schemeClr val="tx1">
                  <a:lumMod val="65000"/>
                  <a:lumOff val="35000"/>
                </a:schemeClr>
              </a:solidFill>
              <a:latin typeface="思源黑体 CN Heavy" panose="020B0A00000000000000" pitchFamily="34" charset="-122"/>
              <a:ea typeface="思源黑体 CN Heavy" panose="020B0A00000000000000" pitchFamily="34" charset="-122"/>
            </a:endParaRPr>
          </a:p>
        </p:txBody>
      </p:sp>
      <p:sp>
        <p:nvSpPr>
          <p:cNvPr id="6" name="文本框 5">
            <a:extLst>
              <a:ext uri="{FF2B5EF4-FFF2-40B4-BE49-F238E27FC236}">
                <a16:creationId xmlns:a16="http://schemas.microsoft.com/office/drawing/2014/main" id="{D73DB2A5-D673-364A-A772-A541B1143161}"/>
              </a:ext>
            </a:extLst>
          </p:cNvPr>
          <p:cNvSpPr txBox="1"/>
          <p:nvPr/>
        </p:nvSpPr>
        <p:spPr>
          <a:xfrm>
            <a:off x="4607638" y="1549390"/>
            <a:ext cx="927342" cy="58477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01</a:t>
            </a:r>
            <a:endParaRPr kumimoji="0" lang="zh-CN" altLang="en-US"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2" name="圆角矩形 7">
            <a:extLst>
              <a:ext uri="{FF2B5EF4-FFF2-40B4-BE49-F238E27FC236}">
                <a16:creationId xmlns:a16="http://schemas.microsoft.com/office/drawing/2014/main" id="{06D8B0E6-6497-43C3-A54D-665FC4118517}"/>
              </a:ext>
            </a:extLst>
          </p:cNvPr>
          <p:cNvSpPr/>
          <p:nvPr/>
        </p:nvSpPr>
        <p:spPr>
          <a:xfrm flipH="1">
            <a:off x="4641166" y="2575128"/>
            <a:ext cx="608177" cy="608178"/>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3" name="文本框 32">
            <a:extLst>
              <a:ext uri="{FF2B5EF4-FFF2-40B4-BE49-F238E27FC236}">
                <a16:creationId xmlns:a16="http://schemas.microsoft.com/office/drawing/2014/main" id="{7D942238-6C6C-44C5-B88C-D0A9256244E5}"/>
              </a:ext>
            </a:extLst>
          </p:cNvPr>
          <p:cNvSpPr txBox="1"/>
          <p:nvPr/>
        </p:nvSpPr>
        <p:spPr>
          <a:xfrm>
            <a:off x="4607638" y="2597926"/>
            <a:ext cx="927342" cy="58477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02</a:t>
            </a:r>
            <a:endParaRPr kumimoji="0" lang="zh-CN" altLang="en-US"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5" name="圆角矩形 7">
            <a:extLst>
              <a:ext uri="{FF2B5EF4-FFF2-40B4-BE49-F238E27FC236}">
                <a16:creationId xmlns:a16="http://schemas.microsoft.com/office/drawing/2014/main" id="{14F93967-D77C-4836-A01E-079EC956FA65}"/>
              </a:ext>
            </a:extLst>
          </p:cNvPr>
          <p:cNvSpPr/>
          <p:nvPr/>
        </p:nvSpPr>
        <p:spPr>
          <a:xfrm flipH="1">
            <a:off x="4668521" y="3635590"/>
            <a:ext cx="608177" cy="608178"/>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7" name="文本框 36">
            <a:extLst>
              <a:ext uri="{FF2B5EF4-FFF2-40B4-BE49-F238E27FC236}">
                <a16:creationId xmlns:a16="http://schemas.microsoft.com/office/drawing/2014/main" id="{4F80B0C9-CAD0-4223-80FA-FE9C9221AEA8}"/>
              </a:ext>
            </a:extLst>
          </p:cNvPr>
          <p:cNvSpPr txBox="1"/>
          <p:nvPr/>
        </p:nvSpPr>
        <p:spPr>
          <a:xfrm>
            <a:off x="4652099" y="3646462"/>
            <a:ext cx="927342" cy="58477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03</a:t>
            </a:r>
            <a:endParaRPr kumimoji="0" lang="zh-CN" altLang="en-US"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8" name="圆角矩形 7">
            <a:extLst>
              <a:ext uri="{FF2B5EF4-FFF2-40B4-BE49-F238E27FC236}">
                <a16:creationId xmlns:a16="http://schemas.microsoft.com/office/drawing/2014/main" id="{3789824D-99D9-4E50-86EA-B141AC6A15E2}"/>
              </a:ext>
            </a:extLst>
          </p:cNvPr>
          <p:cNvSpPr/>
          <p:nvPr/>
        </p:nvSpPr>
        <p:spPr>
          <a:xfrm flipH="1">
            <a:off x="4668521" y="4715222"/>
            <a:ext cx="608177" cy="608178"/>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3" name="文本框 42">
            <a:extLst>
              <a:ext uri="{FF2B5EF4-FFF2-40B4-BE49-F238E27FC236}">
                <a16:creationId xmlns:a16="http://schemas.microsoft.com/office/drawing/2014/main" id="{49CFB226-EAB1-4683-8E0A-C25F947FE869}"/>
              </a:ext>
            </a:extLst>
          </p:cNvPr>
          <p:cNvSpPr txBox="1"/>
          <p:nvPr/>
        </p:nvSpPr>
        <p:spPr>
          <a:xfrm>
            <a:off x="4652099" y="4738258"/>
            <a:ext cx="927342" cy="58477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04</a:t>
            </a:r>
            <a:endParaRPr kumimoji="0" lang="zh-CN" altLang="en-US"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grpSp>
        <p:nvGrpSpPr>
          <p:cNvPr id="46" name="组合 45">
            <a:extLst>
              <a:ext uri="{FF2B5EF4-FFF2-40B4-BE49-F238E27FC236}">
                <a16:creationId xmlns:a16="http://schemas.microsoft.com/office/drawing/2014/main" id="{0DF92CF3-108A-43B8-B25E-259423EC01F1}"/>
              </a:ext>
            </a:extLst>
          </p:cNvPr>
          <p:cNvGrpSpPr/>
          <p:nvPr/>
        </p:nvGrpSpPr>
        <p:grpSpPr>
          <a:xfrm rot="10800000">
            <a:off x="-1984431" y="497205"/>
            <a:ext cx="3830221" cy="5863590"/>
            <a:chOff x="3717994" y="411408"/>
            <a:chExt cx="4170152" cy="6281292"/>
          </a:xfrm>
        </p:grpSpPr>
        <p:grpSp>
          <p:nvGrpSpPr>
            <p:cNvPr id="47" name="组合 46">
              <a:extLst>
                <a:ext uri="{FF2B5EF4-FFF2-40B4-BE49-F238E27FC236}">
                  <a16:creationId xmlns:a16="http://schemas.microsoft.com/office/drawing/2014/main" id="{2E5AB0AA-4495-4E58-B66A-7E1650E99F39}"/>
                </a:ext>
              </a:extLst>
            </p:cNvPr>
            <p:cNvGrpSpPr/>
            <p:nvPr/>
          </p:nvGrpSpPr>
          <p:grpSpPr>
            <a:xfrm>
              <a:off x="3717994" y="411408"/>
              <a:ext cx="2370571" cy="2407036"/>
              <a:chOff x="4558086" y="3649207"/>
              <a:chExt cx="2153920" cy="2187052"/>
            </a:xfrm>
            <a:effectLst>
              <a:outerShdw blurRad="152400" dist="101600" dir="5400000" algn="t" rotWithShape="0">
                <a:prstClr val="black">
                  <a:alpha val="20000"/>
                </a:prstClr>
              </a:outerShdw>
            </a:effectLst>
          </p:grpSpPr>
          <p:sp>
            <p:nvSpPr>
              <p:cNvPr id="51" name="圆角矩形 23">
                <a:extLst>
                  <a:ext uri="{FF2B5EF4-FFF2-40B4-BE49-F238E27FC236}">
                    <a16:creationId xmlns:a16="http://schemas.microsoft.com/office/drawing/2014/main" id="{EDE30D0C-329B-44AC-8F5C-3FE4BE0B8145}"/>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52" name="圆角矩形 24">
                <a:extLst>
                  <a:ext uri="{FF2B5EF4-FFF2-40B4-BE49-F238E27FC236}">
                    <a16:creationId xmlns:a16="http://schemas.microsoft.com/office/drawing/2014/main" id="{63B65C99-D312-4E7E-BE5E-8F3A5B600FBB}"/>
                  </a:ext>
                </a:extLst>
              </p:cNvPr>
              <p:cNvSpPr/>
              <p:nvPr/>
            </p:nvSpPr>
            <p:spPr>
              <a:xfrm rot="2700000">
                <a:off x="4558086" y="3649207"/>
                <a:ext cx="2153920" cy="215392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48" name="圆角矩形 22">
              <a:extLst>
                <a:ext uri="{FF2B5EF4-FFF2-40B4-BE49-F238E27FC236}">
                  <a16:creationId xmlns:a16="http://schemas.microsoft.com/office/drawing/2014/main" id="{947FF931-F89D-4F86-9901-11EF5A963443}"/>
                </a:ext>
              </a:extLst>
            </p:cNvPr>
            <p:cNvSpPr/>
            <p:nvPr/>
          </p:nvSpPr>
          <p:spPr>
            <a:xfrm rot="2700000">
              <a:off x="3883957" y="3539586"/>
              <a:ext cx="1339705" cy="1339706"/>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4557" sy="104557" algn="ctr" rotWithShape="0">
                <a:srgbClr val="000000">
                  <a:alpha val="2079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9" name="圆角矩形 20">
              <a:extLst>
                <a:ext uri="{FF2B5EF4-FFF2-40B4-BE49-F238E27FC236}">
                  <a16:creationId xmlns:a16="http://schemas.microsoft.com/office/drawing/2014/main" id="{8AA6E668-2D46-4C8B-AC59-EE479F542899}"/>
                </a:ext>
              </a:extLst>
            </p:cNvPr>
            <p:cNvSpPr/>
            <p:nvPr/>
          </p:nvSpPr>
          <p:spPr>
            <a:xfrm rot="2700000">
              <a:off x="5499828" y="4304382"/>
              <a:ext cx="2388318" cy="2388318"/>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50" name="圆角矩形 15">
              <a:extLst>
                <a:ext uri="{FF2B5EF4-FFF2-40B4-BE49-F238E27FC236}">
                  <a16:creationId xmlns:a16="http://schemas.microsoft.com/office/drawing/2014/main" id="{68F13946-2FBF-4D4C-98E5-A0192F57D07C}"/>
                </a:ext>
              </a:extLst>
            </p:cNvPr>
            <p:cNvSpPr/>
            <p:nvPr/>
          </p:nvSpPr>
          <p:spPr>
            <a:xfrm rot="2700000">
              <a:off x="4020030" y="1250573"/>
              <a:ext cx="926749" cy="926749"/>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53" name="圆角矩形 227">
            <a:extLst>
              <a:ext uri="{FF2B5EF4-FFF2-40B4-BE49-F238E27FC236}">
                <a16:creationId xmlns:a16="http://schemas.microsoft.com/office/drawing/2014/main" id="{5ECEAEB9-F3B5-4D59-B2C2-3B88805802D3}"/>
              </a:ext>
            </a:extLst>
          </p:cNvPr>
          <p:cNvSpPr/>
          <p:nvPr/>
        </p:nvSpPr>
        <p:spPr>
          <a:xfrm>
            <a:off x="5630072" y="2634585"/>
            <a:ext cx="3175220" cy="511455"/>
          </a:xfrm>
          <a:prstGeom prst="roundRect">
            <a:avLst>
              <a:gd name="adj" fmla="val 11847"/>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4" name="文本框 53">
            <a:extLst>
              <a:ext uri="{FF2B5EF4-FFF2-40B4-BE49-F238E27FC236}">
                <a16:creationId xmlns:a16="http://schemas.microsoft.com/office/drawing/2014/main" id="{5530F974-F47D-4A49-976E-B09ADC9B3C94}"/>
              </a:ext>
            </a:extLst>
          </p:cNvPr>
          <p:cNvSpPr txBox="1"/>
          <p:nvPr/>
        </p:nvSpPr>
        <p:spPr>
          <a:xfrm>
            <a:off x="5987269" y="2496233"/>
            <a:ext cx="3830221" cy="67159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chemeClr val="accent3">
                    <a:lumMod val="75000"/>
                  </a:schemeClr>
                </a:solidFill>
                <a:effectLst/>
                <a:uLnTx/>
                <a:uFillTx/>
                <a:latin typeface="微软雅黑" panose="020B0503020204020204" pitchFamily="34" charset="-122"/>
                <a:ea typeface="微软雅黑" panose="020B0503020204020204" pitchFamily="34" charset="-122"/>
                <a:cs typeface="+mn-ea"/>
                <a:sym typeface="+mn-lt"/>
              </a:rPr>
              <a:t>输入您的标题</a:t>
            </a:r>
          </a:p>
        </p:txBody>
      </p:sp>
      <p:sp>
        <p:nvSpPr>
          <p:cNvPr id="55" name="圆角矩形 227">
            <a:extLst>
              <a:ext uri="{FF2B5EF4-FFF2-40B4-BE49-F238E27FC236}">
                <a16:creationId xmlns:a16="http://schemas.microsoft.com/office/drawing/2014/main" id="{FD646DBC-37B0-4E0B-8B11-EDDA6656679B}"/>
              </a:ext>
            </a:extLst>
          </p:cNvPr>
          <p:cNvSpPr/>
          <p:nvPr/>
        </p:nvSpPr>
        <p:spPr>
          <a:xfrm>
            <a:off x="5657428" y="3688228"/>
            <a:ext cx="3175220" cy="511455"/>
          </a:xfrm>
          <a:prstGeom prst="roundRect">
            <a:avLst>
              <a:gd name="adj" fmla="val 11847"/>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6" name="文本框 55">
            <a:extLst>
              <a:ext uri="{FF2B5EF4-FFF2-40B4-BE49-F238E27FC236}">
                <a16:creationId xmlns:a16="http://schemas.microsoft.com/office/drawing/2014/main" id="{EBB740D6-DDD9-49F2-BAA3-EDFACD201EBB}"/>
              </a:ext>
            </a:extLst>
          </p:cNvPr>
          <p:cNvSpPr txBox="1"/>
          <p:nvPr/>
        </p:nvSpPr>
        <p:spPr>
          <a:xfrm>
            <a:off x="5934501" y="3548329"/>
            <a:ext cx="3830221" cy="67159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chemeClr val="accent3">
                    <a:lumMod val="75000"/>
                  </a:schemeClr>
                </a:solidFill>
                <a:effectLst/>
                <a:uLnTx/>
                <a:uFillTx/>
                <a:latin typeface="微软雅黑" panose="020B0503020204020204" pitchFamily="34" charset="-122"/>
                <a:ea typeface="微软雅黑" panose="020B0503020204020204" pitchFamily="34" charset="-122"/>
                <a:cs typeface="+mn-ea"/>
                <a:sym typeface="+mn-lt"/>
              </a:rPr>
              <a:t>管理端介绍</a:t>
            </a:r>
          </a:p>
        </p:txBody>
      </p:sp>
      <p:sp>
        <p:nvSpPr>
          <p:cNvPr id="57" name="圆角矩形 227">
            <a:extLst>
              <a:ext uri="{FF2B5EF4-FFF2-40B4-BE49-F238E27FC236}">
                <a16:creationId xmlns:a16="http://schemas.microsoft.com/office/drawing/2014/main" id="{5D9A7E30-407D-4B84-8091-18DF978D64F9}"/>
              </a:ext>
            </a:extLst>
          </p:cNvPr>
          <p:cNvSpPr/>
          <p:nvPr/>
        </p:nvSpPr>
        <p:spPr>
          <a:xfrm>
            <a:off x="5657428" y="4773072"/>
            <a:ext cx="3175220" cy="511455"/>
          </a:xfrm>
          <a:prstGeom prst="roundRect">
            <a:avLst>
              <a:gd name="adj" fmla="val 11847"/>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D7DC13FA-5847-45E2-A576-9D6DA1D40071}"/>
              </a:ext>
            </a:extLst>
          </p:cNvPr>
          <p:cNvSpPr txBox="1"/>
          <p:nvPr/>
        </p:nvSpPr>
        <p:spPr>
          <a:xfrm>
            <a:off x="6014627" y="4651967"/>
            <a:ext cx="3830221" cy="67159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chemeClr val="accent3">
                    <a:lumMod val="75000"/>
                  </a:schemeClr>
                </a:solidFill>
                <a:effectLst/>
                <a:uLnTx/>
                <a:uFillTx/>
                <a:latin typeface="微软雅黑" panose="020B0503020204020204" pitchFamily="34" charset="-122"/>
                <a:ea typeface="微软雅黑" panose="020B0503020204020204" pitchFamily="34" charset="-122"/>
                <a:cs typeface="+mn-ea"/>
                <a:sym typeface="+mn-lt"/>
              </a:rPr>
              <a:t>输入您的标题</a:t>
            </a:r>
          </a:p>
        </p:txBody>
      </p:sp>
      <p:sp>
        <p:nvSpPr>
          <p:cNvPr id="4" name="TextBox 3">
            <a:extLst>
              <a:ext uri="{FF2B5EF4-FFF2-40B4-BE49-F238E27FC236}">
                <a16:creationId xmlns:a16="http://schemas.microsoft.com/office/drawing/2014/main" id="{B42E4EFC-9A6B-98D9-CE1C-A3FF0E148590}"/>
              </a:ext>
            </a:extLst>
          </p:cNvPr>
          <p:cNvSpPr txBox="1"/>
          <p:nvPr/>
        </p:nvSpPr>
        <p:spPr>
          <a:xfrm>
            <a:off x="7931" y="24076"/>
            <a:ext cx="540060" cy="118430"/>
          </a:xfrm>
          <a:prstGeom prst="rect">
            <a:avLst/>
          </a:prstGeom>
          <a:noFill/>
        </p:spPr>
        <p:txBody>
          <a:bodyPr wrap="square" rtlCol="0">
            <a:spAutoFit/>
          </a:bodyPr>
          <a:lstStyle/>
          <a:p>
            <a:pPr>
              <a:lnSpc>
                <a:spcPct val="200000"/>
              </a:lnSpc>
            </a:pP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模板 </a:t>
            </a:r>
            <a:r>
              <a:rPr lang="en-US" altLang="zh-CN" sz="100" dirty="0">
                <a:noFill/>
                <a:latin typeface="微软雅黑" panose="020B0503020204020204" pitchFamily="34" charset="-122"/>
                <a:ea typeface="微软雅黑" panose="020B0503020204020204" pitchFamily="34" charset="-122"/>
              </a:rPr>
              <a:t>http://www.1ppt.com/moban/</a:t>
            </a:r>
            <a:r>
              <a:rPr lang="zh-CN" altLang="en-US" sz="100" dirty="0">
                <a:noFill/>
                <a:latin typeface="微软雅黑" panose="020B0503020204020204" pitchFamily="34" charset="-122"/>
                <a:ea typeface="微软雅黑" panose="020B0503020204020204" pitchFamily="34" charset="-122"/>
              </a:rPr>
              <a:t> </a:t>
            </a:r>
            <a:endParaRPr lang="en-US" altLang="zh-CN" sz="100" dirty="0">
              <a:no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35934442"/>
      </p:ext>
    </p:extLst>
  </p:cSld>
  <p:clrMapOvr>
    <a:masterClrMapping/>
  </p:clrMapOvr>
  <p:transition spd="slow"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down)">
                                      <p:cBhvr>
                                        <p:cTn id="7" dur="500"/>
                                        <p:tgtEl>
                                          <p:spTgt spid="4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wipe(down)">
                                      <p:cBhvr>
                                        <p:cTn id="10" dur="500"/>
                                        <p:tgtEl>
                                          <p:spTgt spid="36"/>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down)">
                                      <p:cBhvr>
                                        <p:cTn id="16" dur="500"/>
                                        <p:tgtEl>
                                          <p:spTgt spid="8"/>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down)">
                                      <p:cBhvr>
                                        <p:cTn id="22" dur="500"/>
                                        <p:tgtEl>
                                          <p:spTgt spid="33"/>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wipe(down)">
                                      <p:cBhvr>
                                        <p:cTn id="25" dur="500"/>
                                        <p:tgtEl>
                                          <p:spTgt spid="35"/>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wipe(down)">
                                      <p:cBhvr>
                                        <p:cTn id="28" dur="500"/>
                                        <p:tgtEl>
                                          <p:spTgt spid="3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wipe(down)">
                                      <p:cBhvr>
                                        <p:cTn id="31" dur="500"/>
                                        <p:tgtEl>
                                          <p:spTgt spid="38"/>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43"/>
                                        </p:tgtEl>
                                        <p:attrNameLst>
                                          <p:attrName>style.visibility</p:attrName>
                                        </p:attrNameLst>
                                      </p:cBhvr>
                                      <p:to>
                                        <p:strVal val="visible"/>
                                      </p:to>
                                    </p:set>
                                    <p:animEffect transition="in" filter="wipe(down)">
                                      <p:cBhvr>
                                        <p:cTn id="34" dur="500"/>
                                        <p:tgtEl>
                                          <p:spTgt spid="43"/>
                                        </p:tgtEl>
                                      </p:cBhvr>
                                    </p:animEffect>
                                  </p:childTnLst>
                                </p:cTn>
                              </p:par>
                              <p:par>
                                <p:cTn id="35" presetID="22" presetClass="entr" presetSubtype="4" fill="hold" nodeType="with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wipe(down)">
                                      <p:cBhvr>
                                        <p:cTn id="37" dur="500"/>
                                        <p:tgtEl>
                                          <p:spTgt spid="46"/>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54"/>
                                        </p:tgtEl>
                                        <p:attrNameLst>
                                          <p:attrName>style.visibility</p:attrName>
                                        </p:attrNameLst>
                                      </p:cBhvr>
                                      <p:to>
                                        <p:strVal val="visible"/>
                                      </p:to>
                                    </p:set>
                                    <p:animEffect transition="in" filter="wipe(down)">
                                      <p:cBhvr>
                                        <p:cTn id="40" dur="500"/>
                                        <p:tgtEl>
                                          <p:spTgt spid="54"/>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53"/>
                                        </p:tgtEl>
                                        <p:attrNameLst>
                                          <p:attrName>style.visibility</p:attrName>
                                        </p:attrNameLst>
                                      </p:cBhvr>
                                      <p:to>
                                        <p:strVal val="visible"/>
                                      </p:to>
                                    </p:set>
                                    <p:animEffect transition="in" filter="wipe(down)">
                                      <p:cBhvr>
                                        <p:cTn id="43" dur="500"/>
                                        <p:tgtEl>
                                          <p:spTgt spid="53"/>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56"/>
                                        </p:tgtEl>
                                        <p:attrNameLst>
                                          <p:attrName>style.visibility</p:attrName>
                                        </p:attrNameLst>
                                      </p:cBhvr>
                                      <p:to>
                                        <p:strVal val="visible"/>
                                      </p:to>
                                    </p:set>
                                    <p:animEffect transition="in" filter="wipe(down)">
                                      <p:cBhvr>
                                        <p:cTn id="46" dur="500"/>
                                        <p:tgtEl>
                                          <p:spTgt spid="56"/>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55"/>
                                        </p:tgtEl>
                                        <p:attrNameLst>
                                          <p:attrName>style.visibility</p:attrName>
                                        </p:attrNameLst>
                                      </p:cBhvr>
                                      <p:to>
                                        <p:strVal val="visible"/>
                                      </p:to>
                                    </p:set>
                                    <p:animEffect transition="in" filter="wipe(down)">
                                      <p:cBhvr>
                                        <p:cTn id="49" dur="500"/>
                                        <p:tgtEl>
                                          <p:spTgt spid="55"/>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58"/>
                                        </p:tgtEl>
                                        <p:attrNameLst>
                                          <p:attrName>style.visibility</p:attrName>
                                        </p:attrNameLst>
                                      </p:cBhvr>
                                      <p:to>
                                        <p:strVal val="visible"/>
                                      </p:to>
                                    </p:set>
                                    <p:animEffect transition="in" filter="wipe(down)">
                                      <p:cBhvr>
                                        <p:cTn id="52" dur="500"/>
                                        <p:tgtEl>
                                          <p:spTgt spid="58"/>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57"/>
                                        </p:tgtEl>
                                        <p:attrNameLst>
                                          <p:attrName>style.visibility</p:attrName>
                                        </p:attrNameLst>
                                      </p:cBhvr>
                                      <p:to>
                                        <p:strVal val="visible"/>
                                      </p:to>
                                    </p:set>
                                    <p:animEffect transition="in" filter="wipe(down)">
                                      <p:cBhvr>
                                        <p:cTn id="55"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6" grpId="0" animBg="1"/>
      <p:bldP spid="40" grpId="0" animBg="1"/>
      <p:bldP spid="6" grpId="0"/>
      <p:bldP spid="32" grpId="0" animBg="1"/>
      <p:bldP spid="33" grpId="0"/>
      <p:bldP spid="35" grpId="0" animBg="1"/>
      <p:bldP spid="37" grpId="0"/>
      <p:bldP spid="38" grpId="0" animBg="1"/>
      <p:bldP spid="43" grpId="0"/>
      <p:bldP spid="53" grpId="0" animBg="1"/>
      <p:bldP spid="54" grpId="0"/>
      <p:bldP spid="55" grpId="0" animBg="1"/>
      <p:bldP spid="56" grpId="0"/>
      <p:bldP spid="57" grpId="0" animBg="1"/>
      <p:bldP spid="5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65D6A14D-7820-4FB5-A60C-365A8B2C73F2}"/>
              </a:ext>
            </a:extLst>
          </p:cNvPr>
          <p:cNvSpPr/>
          <p:nvPr/>
        </p:nvSpPr>
        <p:spPr>
          <a:xfrm>
            <a:off x="1068393" y="851994"/>
            <a:ext cx="10001627" cy="5225035"/>
          </a:xfrm>
          <a:prstGeom prst="roundRect">
            <a:avLst>
              <a:gd name="adj" fmla="val 5588"/>
            </a:avLst>
          </a:prstGeom>
          <a:ln w="28575">
            <a:gradFill>
              <a:gsLst>
                <a:gs pos="0">
                  <a:schemeClr val="accent1">
                    <a:lumMod val="60000"/>
                    <a:lumOff val="40000"/>
                  </a:schemeClr>
                </a:gs>
                <a:gs pos="100000">
                  <a:srgbClr val="73C4A8"/>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nvGrpSpPr>
          <p:cNvPr id="3" name="组合 2">
            <a:extLst>
              <a:ext uri="{FF2B5EF4-FFF2-40B4-BE49-F238E27FC236}">
                <a16:creationId xmlns:a16="http://schemas.microsoft.com/office/drawing/2014/main" id="{448E0BD4-D0F5-8343-8D04-EB94DD983E42}"/>
              </a:ext>
            </a:extLst>
          </p:cNvPr>
          <p:cNvGrpSpPr/>
          <p:nvPr/>
        </p:nvGrpSpPr>
        <p:grpSpPr>
          <a:xfrm>
            <a:off x="9545543" y="-1598156"/>
            <a:ext cx="4170152" cy="6281292"/>
            <a:chOff x="3717994" y="411408"/>
            <a:chExt cx="4170152" cy="6281292"/>
          </a:xfrm>
        </p:grpSpPr>
        <p:grpSp>
          <p:nvGrpSpPr>
            <p:cNvPr id="11" name="组合 10">
              <a:extLst>
                <a:ext uri="{FF2B5EF4-FFF2-40B4-BE49-F238E27FC236}">
                  <a16:creationId xmlns:a16="http://schemas.microsoft.com/office/drawing/2014/main" id="{5806B4EA-A4C8-CF48-8D7D-35FDF8D91047}"/>
                </a:ext>
              </a:extLst>
            </p:cNvPr>
            <p:cNvGrpSpPr/>
            <p:nvPr/>
          </p:nvGrpSpPr>
          <p:grpSpPr>
            <a:xfrm>
              <a:off x="3717994" y="411408"/>
              <a:ext cx="2370571" cy="2407036"/>
              <a:chOff x="4558086" y="3649207"/>
              <a:chExt cx="2153920" cy="2187052"/>
            </a:xfrm>
            <a:effectLst>
              <a:outerShdw blurRad="152400" dist="101600" dir="5400000" algn="t" rotWithShape="0">
                <a:prstClr val="black">
                  <a:alpha val="20000"/>
                </a:prstClr>
              </a:outerShdw>
            </a:effectLst>
          </p:grpSpPr>
          <p:sp>
            <p:nvSpPr>
              <p:cNvPr id="24" name="圆角矩形 23">
                <a:extLst>
                  <a:ext uri="{FF2B5EF4-FFF2-40B4-BE49-F238E27FC236}">
                    <a16:creationId xmlns:a16="http://schemas.microsoft.com/office/drawing/2014/main" id="{B9833350-1919-0348-A987-E13EE4532505}"/>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5" name="圆角矩形 24">
                <a:extLst>
                  <a:ext uri="{FF2B5EF4-FFF2-40B4-BE49-F238E27FC236}">
                    <a16:creationId xmlns:a16="http://schemas.microsoft.com/office/drawing/2014/main" id="{24857D40-F033-D04D-85D7-C1FAA8F382E2}"/>
                  </a:ext>
                </a:extLst>
              </p:cNvPr>
              <p:cNvSpPr/>
              <p:nvPr/>
            </p:nvSpPr>
            <p:spPr>
              <a:xfrm rot="2700000">
                <a:off x="4558086" y="3649207"/>
                <a:ext cx="2153920" cy="215392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3" name="圆角矩形 22">
              <a:extLst>
                <a:ext uri="{FF2B5EF4-FFF2-40B4-BE49-F238E27FC236}">
                  <a16:creationId xmlns:a16="http://schemas.microsoft.com/office/drawing/2014/main" id="{C60F0DF7-61DD-864D-920A-60F4DE837954}"/>
                </a:ext>
              </a:extLst>
            </p:cNvPr>
            <p:cNvSpPr/>
            <p:nvPr/>
          </p:nvSpPr>
          <p:spPr>
            <a:xfrm rot="2700000">
              <a:off x="3883957" y="3539586"/>
              <a:ext cx="1339705" cy="1339706"/>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4557" sy="104557" algn="ctr" rotWithShape="0">
                <a:srgbClr val="000000">
                  <a:alpha val="2079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1" name="圆角矩形 20">
              <a:extLst>
                <a:ext uri="{FF2B5EF4-FFF2-40B4-BE49-F238E27FC236}">
                  <a16:creationId xmlns:a16="http://schemas.microsoft.com/office/drawing/2014/main" id="{49D9005B-5A9A-FA45-A743-D7C3C0A032E1}"/>
                </a:ext>
              </a:extLst>
            </p:cNvPr>
            <p:cNvSpPr/>
            <p:nvPr/>
          </p:nvSpPr>
          <p:spPr>
            <a:xfrm rot="2700000">
              <a:off x="5499828" y="4304382"/>
              <a:ext cx="2388318" cy="2388318"/>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6" name="圆角矩形 15">
              <a:extLst>
                <a:ext uri="{FF2B5EF4-FFF2-40B4-BE49-F238E27FC236}">
                  <a16:creationId xmlns:a16="http://schemas.microsoft.com/office/drawing/2014/main" id="{3869F244-6621-2548-A376-D0C871EF6C55}"/>
                </a:ext>
              </a:extLst>
            </p:cNvPr>
            <p:cNvSpPr/>
            <p:nvPr/>
          </p:nvSpPr>
          <p:spPr>
            <a:xfrm rot="2700000">
              <a:off x="4020030" y="1250573"/>
              <a:ext cx="926749" cy="926749"/>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5" name="圆角矩形 4">
            <a:extLst>
              <a:ext uri="{FF2B5EF4-FFF2-40B4-BE49-F238E27FC236}">
                <a16:creationId xmlns:a16="http://schemas.microsoft.com/office/drawing/2014/main" id="{0942832B-E97D-3540-A242-EF3FD3AC4A10}"/>
              </a:ext>
            </a:extLst>
          </p:cNvPr>
          <p:cNvSpPr/>
          <p:nvPr/>
        </p:nvSpPr>
        <p:spPr>
          <a:xfrm rot="2700000">
            <a:off x="11014408" y="1185396"/>
            <a:ext cx="1326000" cy="1326000"/>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圆角矩形 5">
            <a:extLst>
              <a:ext uri="{FF2B5EF4-FFF2-40B4-BE49-F238E27FC236}">
                <a16:creationId xmlns:a16="http://schemas.microsoft.com/office/drawing/2014/main" id="{7C6B43C2-7769-4E42-89A9-DE1266B20A61}"/>
              </a:ext>
            </a:extLst>
          </p:cNvPr>
          <p:cNvSpPr/>
          <p:nvPr/>
        </p:nvSpPr>
        <p:spPr>
          <a:xfrm rot="2700000">
            <a:off x="11542990" y="-1335952"/>
            <a:ext cx="2431927" cy="2431927"/>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7" name="圆角矩形 6">
            <a:extLst>
              <a:ext uri="{FF2B5EF4-FFF2-40B4-BE49-F238E27FC236}">
                <a16:creationId xmlns:a16="http://schemas.microsoft.com/office/drawing/2014/main" id="{0791EB3E-EE23-D64C-A704-5CA550A1B1A4}"/>
              </a:ext>
            </a:extLst>
          </p:cNvPr>
          <p:cNvSpPr/>
          <p:nvPr/>
        </p:nvSpPr>
        <p:spPr>
          <a:xfrm rot="2700000">
            <a:off x="10166618" y="115194"/>
            <a:ext cx="2006594" cy="200659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圆角矩形 8">
            <a:extLst>
              <a:ext uri="{FF2B5EF4-FFF2-40B4-BE49-F238E27FC236}">
                <a16:creationId xmlns:a16="http://schemas.microsoft.com/office/drawing/2014/main" id="{3390F99E-1B53-A542-A669-35903A2E61B1}"/>
              </a:ext>
            </a:extLst>
          </p:cNvPr>
          <p:cNvSpPr/>
          <p:nvPr/>
        </p:nvSpPr>
        <p:spPr>
          <a:xfrm rot="2700000">
            <a:off x="11127653" y="3390680"/>
            <a:ext cx="2343686" cy="234368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27" name="组合 26">
            <a:extLst>
              <a:ext uri="{FF2B5EF4-FFF2-40B4-BE49-F238E27FC236}">
                <a16:creationId xmlns:a16="http://schemas.microsoft.com/office/drawing/2014/main" id="{61B3724B-7D0C-6943-8357-3DADF754F7EE}"/>
              </a:ext>
            </a:extLst>
          </p:cNvPr>
          <p:cNvGrpSpPr/>
          <p:nvPr/>
        </p:nvGrpSpPr>
        <p:grpSpPr>
          <a:xfrm rot="10800000">
            <a:off x="-1980290" y="2447878"/>
            <a:ext cx="3792258" cy="5141347"/>
            <a:chOff x="3673964" y="514459"/>
            <a:chExt cx="4615688" cy="6257712"/>
          </a:xfrm>
        </p:grpSpPr>
        <p:sp>
          <p:nvSpPr>
            <p:cNvPr id="48" name="圆角矩形 47">
              <a:extLst>
                <a:ext uri="{FF2B5EF4-FFF2-40B4-BE49-F238E27FC236}">
                  <a16:creationId xmlns:a16="http://schemas.microsoft.com/office/drawing/2014/main" id="{5ADF889D-63D7-6B43-BC3F-D151F8A7D401}"/>
                </a:ext>
              </a:extLst>
            </p:cNvPr>
            <p:cNvSpPr/>
            <p:nvPr/>
          </p:nvSpPr>
          <p:spPr>
            <a:xfrm rot="2700000">
              <a:off x="3673964" y="514459"/>
              <a:ext cx="2370572" cy="2370571"/>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77" sy="105077"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nvGrpSpPr>
            <p:cNvPr id="35" name="组合 34">
              <a:extLst>
                <a:ext uri="{FF2B5EF4-FFF2-40B4-BE49-F238E27FC236}">
                  <a16:creationId xmlns:a16="http://schemas.microsoft.com/office/drawing/2014/main" id="{35B62E28-F5D5-3042-B362-EB17A85D09FC}"/>
                </a:ext>
              </a:extLst>
            </p:cNvPr>
            <p:cNvGrpSpPr/>
            <p:nvPr/>
          </p:nvGrpSpPr>
          <p:grpSpPr>
            <a:xfrm>
              <a:off x="3815824" y="3534755"/>
              <a:ext cx="1410936" cy="1426571"/>
              <a:chOff x="4558086" y="3542685"/>
              <a:chExt cx="2268440" cy="2293574"/>
            </a:xfrm>
            <a:effectLst>
              <a:outerShdw blurRad="152400" dist="101600" dir="5400000" algn="t" rotWithShape="0">
                <a:prstClr val="black">
                  <a:alpha val="20000"/>
                </a:prstClr>
              </a:outerShdw>
            </a:effectLst>
          </p:grpSpPr>
          <p:sp>
            <p:nvSpPr>
              <p:cNvPr id="45" name="圆角矩形 44">
                <a:extLst>
                  <a:ext uri="{FF2B5EF4-FFF2-40B4-BE49-F238E27FC236}">
                    <a16:creationId xmlns:a16="http://schemas.microsoft.com/office/drawing/2014/main" id="{A7B363CD-DF6C-6F45-82A8-F055C6CB06C3}"/>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6" name="圆角矩形 45">
                <a:extLst>
                  <a:ext uri="{FF2B5EF4-FFF2-40B4-BE49-F238E27FC236}">
                    <a16:creationId xmlns:a16="http://schemas.microsoft.com/office/drawing/2014/main" id="{0EA28BF5-583B-D942-AD64-7E91555AC44D}"/>
                  </a:ext>
                </a:extLst>
              </p:cNvPr>
              <p:cNvSpPr/>
              <p:nvPr/>
            </p:nvSpPr>
            <p:spPr>
              <a:xfrm rot="2700000">
                <a:off x="4672610" y="3542682"/>
                <a:ext cx="2153913" cy="21539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prstClr val="white"/>
                  </a:solidFill>
                  <a:cs typeface="+mn-ea"/>
                  <a:sym typeface="+mn-lt"/>
                </a:endParaRPr>
              </a:p>
            </p:txBody>
          </p:sp>
        </p:grpSp>
        <p:sp>
          <p:nvSpPr>
            <p:cNvPr id="44" name="圆角矩形 43">
              <a:extLst>
                <a:ext uri="{FF2B5EF4-FFF2-40B4-BE49-F238E27FC236}">
                  <a16:creationId xmlns:a16="http://schemas.microsoft.com/office/drawing/2014/main" id="{AADEFE12-BA18-9C49-A26F-3BF288469463}"/>
                </a:ext>
              </a:extLst>
            </p:cNvPr>
            <p:cNvSpPr/>
            <p:nvPr/>
          </p:nvSpPr>
          <p:spPr>
            <a:xfrm rot="2700000">
              <a:off x="5901333" y="4383852"/>
              <a:ext cx="2388319" cy="23883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4565"/>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9" name="圆角矩形 38">
              <a:extLst>
                <a:ext uri="{FF2B5EF4-FFF2-40B4-BE49-F238E27FC236}">
                  <a16:creationId xmlns:a16="http://schemas.microsoft.com/office/drawing/2014/main" id="{8992FD10-A975-F842-8FDB-9BA4EE6726FB}"/>
                </a:ext>
              </a:extLst>
            </p:cNvPr>
            <p:cNvSpPr/>
            <p:nvPr/>
          </p:nvSpPr>
          <p:spPr>
            <a:xfrm rot="2700000">
              <a:off x="4020030" y="1250572"/>
              <a:ext cx="926749" cy="92674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8" name="圆角矩形 27">
            <a:extLst>
              <a:ext uri="{FF2B5EF4-FFF2-40B4-BE49-F238E27FC236}">
                <a16:creationId xmlns:a16="http://schemas.microsoft.com/office/drawing/2014/main" id="{E652E02D-11F8-EA48-B81F-5BE9C8CD3FBC}"/>
              </a:ext>
            </a:extLst>
          </p:cNvPr>
          <p:cNvSpPr/>
          <p:nvPr/>
        </p:nvSpPr>
        <p:spPr>
          <a:xfrm rot="13500000">
            <a:off x="-461099" y="4260894"/>
            <a:ext cx="1089444" cy="1089444"/>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9" name="圆角矩形 28">
            <a:extLst>
              <a:ext uri="{FF2B5EF4-FFF2-40B4-BE49-F238E27FC236}">
                <a16:creationId xmlns:a16="http://schemas.microsoft.com/office/drawing/2014/main" id="{72F04FB4-12EC-294F-9412-C0E27973E90D}"/>
              </a:ext>
            </a:extLst>
          </p:cNvPr>
          <p:cNvSpPr/>
          <p:nvPr/>
        </p:nvSpPr>
        <p:spPr>
          <a:xfrm rot="13500000">
            <a:off x="-1804015" y="5423807"/>
            <a:ext cx="1998076" cy="1998076"/>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0" name="圆角矩形 29">
            <a:extLst>
              <a:ext uri="{FF2B5EF4-FFF2-40B4-BE49-F238E27FC236}">
                <a16:creationId xmlns:a16="http://schemas.microsoft.com/office/drawing/2014/main" id="{6189ABF2-A972-DF4B-9CBD-E6C0E89492C8}"/>
              </a:ext>
            </a:extLst>
          </p:cNvPr>
          <p:cNvSpPr/>
          <p:nvPr/>
        </p:nvSpPr>
        <p:spPr>
          <a:xfrm rot="13500000">
            <a:off x="-323730" y="4580997"/>
            <a:ext cx="1648621" cy="1648621"/>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2" name="圆角矩形 31">
            <a:extLst>
              <a:ext uri="{FF2B5EF4-FFF2-40B4-BE49-F238E27FC236}">
                <a16:creationId xmlns:a16="http://schemas.microsoft.com/office/drawing/2014/main" id="{37EF0788-3176-434D-B8D2-EC58B0543FB0}"/>
              </a:ext>
            </a:extLst>
          </p:cNvPr>
          <p:cNvSpPr/>
          <p:nvPr/>
        </p:nvSpPr>
        <p:spPr>
          <a:xfrm rot="13500000">
            <a:off x="-1390274" y="1612896"/>
            <a:ext cx="1925577" cy="1925577"/>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49" name="文本框 48">
            <a:extLst>
              <a:ext uri="{FF2B5EF4-FFF2-40B4-BE49-F238E27FC236}">
                <a16:creationId xmlns:a16="http://schemas.microsoft.com/office/drawing/2014/main" id="{8D017C34-5119-41AB-9741-1458F36713DC}"/>
              </a:ext>
            </a:extLst>
          </p:cNvPr>
          <p:cNvSpPr txBox="1"/>
          <p:nvPr/>
        </p:nvSpPr>
        <p:spPr>
          <a:xfrm>
            <a:off x="4440643" y="2199875"/>
            <a:ext cx="3733281" cy="923330"/>
          </a:xfrm>
          <a:prstGeom prst="rect">
            <a:avLst/>
          </a:prstGeom>
          <a:noFill/>
        </p:spPr>
        <p:txBody>
          <a:bodyPr wrap="square" rtlCol="0">
            <a:spAutoFit/>
          </a:bodyPr>
          <a:lstStyle/>
          <a:p>
            <a:pPr lvl="0">
              <a:defRPr/>
            </a:pPr>
            <a:r>
              <a:rPr lang="en-US" altLang="zh-CN" sz="5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rPr>
              <a:t>PART   01</a:t>
            </a:r>
            <a:endParaRPr lang="zh-CN" altLang="en-US" sz="5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endParaRPr>
          </a:p>
        </p:txBody>
      </p:sp>
      <p:sp>
        <p:nvSpPr>
          <p:cNvPr id="50" name="文本框 49">
            <a:extLst>
              <a:ext uri="{FF2B5EF4-FFF2-40B4-BE49-F238E27FC236}">
                <a16:creationId xmlns:a16="http://schemas.microsoft.com/office/drawing/2014/main" id="{3F78AFC1-2EA4-4486-B940-8D2113FF290B}"/>
              </a:ext>
            </a:extLst>
          </p:cNvPr>
          <p:cNvSpPr txBox="1"/>
          <p:nvPr/>
        </p:nvSpPr>
        <p:spPr>
          <a:xfrm>
            <a:off x="2990351" y="3309654"/>
            <a:ext cx="6215266" cy="830997"/>
          </a:xfrm>
          <a:prstGeom prst="rect">
            <a:avLst/>
          </a:prstGeom>
          <a:noFill/>
        </p:spPr>
        <p:txBody>
          <a:bodyPr wrap="square" rtlCol="0">
            <a:spAutoFit/>
          </a:bodyPr>
          <a:lstStyle/>
          <a:p>
            <a:pPr lvl="0" algn="dist"/>
            <a:r>
              <a:rPr kumimoji="1" lang="zh-CN" altLang="en-US" sz="4800" b="1" dirty="0">
                <a:solidFill>
                  <a:schemeClr val="accent3">
                    <a:lumMod val="75000"/>
                  </a:schemeClr>
                </a:solidFill>
                <a:latin typeface="微软雅黑" panose="020B0503020204020204" pitchFamily="34" charset="-122"/>
                <a:ea typeface="微软雅黑" panose="020B0503020204020204" pitchFamily="34" charset="-122"/>
                <a:cs typeface="+mn-ea"/>
                <a:sym typeface="+mn-lt"/>
              </a:rPr>
              <a:t>项目概述</a:t>
            </a:r>
          </a:p>
        </p:txBody>
      </p:sp>
      <p:sp>
        <p:nvSpPr>
          <p:cNvPr id="51" name="文本框 50">
            <a:extLst>
              <a:ext uri="{FF2B5EF4-FFF2-40B4-BE49-F238E27FC236}">
                <a16:creationId xmlns:a16="http://schemas.microsoft.com/office/drawing/2014/main" id="{598D41A6-8E99-4C86-BC05-8B910FF55769}"/>
              </a:ext>
            </a:extLst>
          </p:cNvPr>
          <p:cNvSpPr txBox="1"/>
          <p:nvPr/>
        </p:nvSpPr>
        <p:spPr>
          <a:xfrm>
            <a:off x="3435412" y="4168024"/>
            <a:ext cx="5262979" cy="369332"/>
          </a:xfrm>
          <a:prstGeom prst="rect">
            <a:avLst/>
          </a:prstGeom>
          <a:noFill/>
        </p:spPr>
        <p:txBody>
          <a:bodyPr wrap="square" rtlCol="0">
            <a:spAutoFit/>
          </a:bodyPr>
          <a:lstStyle/>
          <a:p>
            <a:pPr algn="ctr"/>
            <a:r>
              <a:rPr lang="en-US" altLang="zh-CN" dirty="0"/>
              <a:t>Project overview</a:t>
            </a:r>
          </a:p>
        </p:txBody>
      </p:sp>
      <p:cxnSp>
        <p:nvCxnSpPr>
          <p:cNvPr id="52" name="直接连接符 51">
            <a:extLst>
              <a:ext uri="{FF2B5EF4-FFF2-40B4-BE49-F238E27FC236}">
                <a16:creationId xmlns:a16="http://schemas.microsoft.com/office/drawing/2014/main" id="{92D5157D-1228-48CB-B16E-1E7B7F1C0E82}"/>
              </a:ext>
            </a:extLst>
          </p:cNvPr>
          <p:cNvCxnSpPr/>
          <p:nvPr/>
        </p:nvCxnSpPr>
        <p:spPr>
          <a:xfrm>
            <a:off x="4834114" y="2142760"/>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FD93070-3C32-406D-8AC4-67BC75634B70}"/>
              </a:ext>
            </a:extLst>
          </p:cNvPr>
          <p:cNvCxnSpPr/>
          <p:nvPr/>
        </p:nvCxnSpPr>
        <p:spPr>
          <a:xfrm>
            <a:off x="4825784" y="3047395"/>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2937078"/>
      </p:ext>
    </p:extLst>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down)">
                                      <p:cBhvr>
                                        <p:cTn id="10" dur="500"/>
                                        <p:tgtEl>
                                          <p:spTgt spid="2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down)">
                                      <p:cBhvr>
                                        <p:cTn id="13" dur="500"/>
                                        <p:tgtEl>
                                          <p:spTgt spid="2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down)">
                                      <p:cBhvr>
                                        <p:cTn id="16" dur="500"/>
                                        <p:tgtEl>
                                          <p:spTgt spid="30"/>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00"/>
                                        <p:tgtEl>
                                          <p:spTgt spid="9"/>
                                        </p:tgtEl>
                                      </p:cBhvr>
                                    </p:animEffect>
                                  </p:childTnLst>
                                </p:cTn>
                              </p:par>
                              <p:par>
                                <p:cTn id="32" presetID="22" presetClass="entr" presetSubtype="4" fill="hold"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down)">
                                      <p:cBhvr>
                                        <p:cTn id="34" dur="500"/>
                                        <p:tgtEl>
                                          <p:spTgt spid="3"/>
                                        </p:tgtEl>
                                      </p:cBhvr>
                                    </p:animEffect>
                                  </p:childTnLst>
                                </p:cTn>
                              </p:par>
                            </p:childTnLst>
                          </p:cTn>
                        </p:par>
                        <p:par>
                          <p:cTn id="35" fill="hold">
                            <p:stCondLst>
                              <p:cond delay="500"/>
                            </p:stCondLst>
                            <p:childTnLst>
                              <p:par>
                                <p:cTn id="36" presetID="22" presetClass="entr" presetSubtype="4" fill="hold" grpId="0"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00"/>
                                        <p:tgtEl>
                                          <p:spTgt spid="4"/>
                                        </p:tgtEl>
                                      </p:cBhvr>
                                    </p:animEffect>
                                  </p:childTnLst>
                                </p:cTn>
                              </p:par>
                            </p:childTnLst>
                          </p:cTn>
                        </p:par>
                        <p:par>
                          <p:cTn id="39" fill="hold">
                            <p:stCondLst>
                              <p:cond delay="1000"/>
                            </p:stCondLst>
                            <p:childTnLst>
                              <p:par>
                                <p:cTn id="40" presetID="16" presetClass="entr" presetSubtype="37" fill="hold" grpId="0" nodeType="afterEffect">
                                  <p:stCondLst>
                                    <p:cond delay="0"/>
                                  </p:stCondLst>
                                  <p:childTnLst>
                                    <p:set>
                                      <p:cBhvr>
                                        <p:cTn id="41" dur="1" fill="hold">
                                          <p:stCondLst>
                                            <p:cond delay="0"/>
                                          </p:stCondLst>
                                        </p:cTn>
                                        <p:tgtEl>
                                          <p:spTgt spid="49"/>
                                        </p:tgtEl>
                                        <p:attrNameLst>
                                          <p:attrName>style.visibility</p:attrName>
                                        </p:attrNameLst>
                                      </p:cBhvr>
                                      <p:to>
                                        <p:strVal val="visible"/>
                                      </p:to>
                                    </p:set>
                                    <p:animEffect transition="in" filter="barn(outVertical)">
                                      <p:cBhvr>
                                        <p:cTn id="42" dur="500"/>
                                        <p:tgtEl>
                                          <p:spTgt spid="49"/>
                                        </p:tgtEl>
                                      </p:cBhvr>
                                    </p:animEffect>
                                  </p:childTnLst>
                                </p:cTn>
                              </p:par>
                              <p:par>
                                <p:cTn id="43" presetID="16" presetClass="entr" presetSubtype="37" fill="hold" nodeType="withEffect">
                                  <p:stCondLst>
                                    <p:cond delay="0"/>
                                  </p:stCondLst>
                                  <p:childTnLst>
                                    <p:set>
                                      <p:cBhvr>
                                        <p:cTn id="44" dur="1" fill="hold">
                                          <p:stCondLst>
                                            <p:cond delay="0"/>
                                          </p:stCondLst>
                                        </p:cTn>
                                        <p:tgtEl>
                                          <p:spTgt spid="52"/>
                                        </p:tgtEl>
                                        <p:attrNameLst>
                                          <p:attrName>style.visibility</p:attrName>
                                        </p:attrNameLst>
                                      </p:cBhvr>
                                      <p:to>
                                        <p:strVal val="visible"/>
                                      </p:to>
                                    </p:set>
                                    <p:animEffect transition="in" filter="barn(outVertical)">
                                      <p:cBhvr>
                                        <p:cTn id="45" dur="500"/>
                                        <p:tgtEl>
                                          <p:spTgt spid="52"/>
                                        </p:tgtEl>
                                      </p:cBhvr>
                                    </p:animEffect>
                                  </p:childTnLst>
                                </p:cTn>
                              </p:par>
                              <p:par>
                                <p:cTn id="46" presetID="16" presetClass="entr" presetSubtype="37" fill="hold" nodeType="withEffect">
                                  <p:stCondLst>
                                    <p:cond delay="0"/>
                                  </p:stCondLst>
                                  <p:childTnLst>
                                    <p:set>
                                      <p:cBhvr>
                                        <p:cTn id="47" dur="1" fill="hold">
                                          <p:stCondLst>
                                            <p:cond delay="0"/>
                                          </p:stCondLst>
                                        </p:cTn>
                                        <p:tgtEl>
                                          <p:spTgt spid="53"/>
                                        </p:tgtEl>
                                        <p:attrNameLst>
                                          <p:attrName>style.visibility</p:attrName>
                                        </p:attrNameLst>
                                      </p:cBhvr>
                                      <p:to>
                                        <p:strVal val="visible"/>
                                      </p:to>
                                    </p:set>
                                    <p:animEffect transition="in" filter="barn(outVertical)">
                                      <p:cBhvr>
                                        <p:cTn id="48" dur="500"/>
                                        <p:tgtEl>
                                          <p:spTgt spid="53"/>
                                        </p:tgtEl>
                                      </p:cBhvr>
                                    </p:animEffect>
                                  </p:childTnLst>
                                </p:cTn>
                              </p:par>
                            </p:childTnLst>
                          </p:cTn>
                        </p:par>
                      </p:childTnLst>
                    </p:cTn>
                  </p:par>
                  <p:par>
                    <p:cTn id="49" fill="hold">
                      <p:stCondLst>
                        <p:cond delay="indefinite"/>
                      </p:stCondLst>
                      <p:childTnLst>
                        <p:par>
                          <p:cTn id="50" fill="hold">
                            <p:stCondLst>
                              <p:cond delay="0"/>
                            </p:stCondLst>
                            <p:childTnLst>
                              <p:par>
                                <p:cTn id="51" presetID="16" presetClass="entr" presetSubtype="21" fill="hold" grpId="0" nodeType="clickEffect">
                                  <p:stCondLst>
                                    <p:cond delay="0"/>
                                  </p:stCondLst>
                                  <p:childTnLst>
                                    <p:set>
                                      <p:cBhvr>
                                        <p:cTn id="52" dur="1" fill="hold">
                                          <p:stCondLst>
                                            <p:cond delay="0"/>
                                          </p:stCondLst>
                                        </p:cTn>
                                        <p:tgtEl>
                                          <p:spTgt spid="50"/>
                                        </p:tgtEl>
                                        <p:attrNameLst>
                                          <p:attrName>style.visibility</p:attrName>
                                        </p:attrNameLst>
                                      </p:cBhvr>
                                      <p:to>
                                        <p:strVal val="visible"/>
                                      </p:to>
                                    </p:set>
                                    <p:animEffect transition="in" filter="barn(inVertical)">
                                      <p:cBhvr>
                                        <p:cTn id="53" dur="500"/>
                                        <p:tgtEl>
                                          <p:spTgt spid="50"/>
                                        </p:tgtEl>
                                      </p:cBhvr>
                                    </p:animEffect>
                                  </p:childTnLst>
                                </p:cTn>
                              </p:par>
                            </p:childTnLst>
                          </p:cTn>
                        </p:par>
                        <p:par>
                          <p:cTn id="54" fill="hold">
                            <p:stCondLst>
                              <p:cond delay="500"/>
                            </p:stCondLst>
                            <p:childTnLst>
                              <p:par>
                                <p:cTn id="55" presetID="2" presetClass="entr" presetSubtype="4" fill="hold" grpId="0" nodeType="afterEffect">
                                  <p:stCondLst>
                                    <p:cond delay="0"/>
                                  </p:stCondLst>
                                  <p:childTnLst>
                                    <p:set>
                                      <p:cBhvr>
                                        <p:cTn id="56" dur="1" fill="hold">
                                          <p:stCondLst>
                                            <p:cond delay="0"/>
                                          </p:stCondLst>
                                        </p:cTn>
                                        <p:tgtEl>
                                          <p:spTgt spid="51"/>
                                        </p:tgtEl>
                                        <p:attrNameLst>
                                          <p:attrName>style.visibility</p:attrName>
                                        </p:attrNameLst>
                                      </p:cBhvr>
                                      <p:to>
                                        <p:strVal val="visible"/>
                                      </p:to>
                                    </p:set>
                                    <p:anim calcmode="lin" valueType="num">
                                      <p:cBhvr additive="base">
                                        <p:cTn id="57" dur="500" fill="hold"/>
                                        <p:tgtEl>
                                          <p:spTgt spid="51"/>
                                        </p:tgtEl>
                                        <p:attrNameLst>
                                          <p:attrName>ppt_x</p:attrName>
                                        </p:attrNameLst>
                                      </p:cBhvr>
                                      <p:tavLst>
                                        <p:tav tm="0">
                                          <p:val>
                                            <p:strVal val="#ppt_x"/>
                                          </p:val>
                                        </p:tav>
                                        <p:tav tm="100000">
                                          <p:val>
                                            <p:strVal val="#ppt_x"/>
                                          </p:val>
                                        </p:tav>
                                      </p:tavLst>
                                    </p:anim>
                                    <p:anim calcmode="lin" valueType="num">
                                      <p:cBhvr additive="base">
                                        <p:cTn id="58"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28" grpId="0" animBg="1"/>
      <p:bldP spid="29" grpId="0" animBg="1"/>
      <p:bldP spid="30" grpId="0" animBg="1"/>
      <p:bldP spid="32" grpId="0" animBg="1"/>
      <p:bldP spid="49" grpId="0"/>
      <p:bldP spid="50" grpId="0"/>
      <p:bldP spid="5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Text Box 4">
            <a:extLst>
              <a:ext uri="{FF2B5EF4-FFF2-40B4-BE49-F238E27FC236}">
                <a16:creationId xmlns:a16="http://schemas.microsoft.com/office/drawing/2014/main" id="{E11DF5D5-1F03-6E4D-9E8D-844EA5AADF85}"/>
              </a:ext>
            </a:extLst>
          </p:cNvPr>
          <p:cNvSpPr txBox="1">
            <a:spLocks noChangeArrowheads="1"/>
          </p:cNvSpPr>
          <p:nvPr/>
        </p:nvSpPr>
        <p:spPr bwMode="auto">
          <a:xfrm>
            <a:off x="781532" y="270516"/>
            <a:ext cx="1281120"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前景项目</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4" name="Half Frame 12">
            <a:extLst>
              <a:ext uri="{FF2B5EF4-FFF2-40B4-BE49-F238E27FC236}">
                <a16:creationId xmlns:a16="http://schemas.microsoft.com/office/drawing/2014/main" id="{6C59780B-D01D-B144-9643-5F356CB4C4A9}"/>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135" name="直线连接符 134">
            <a:extLst>
              <a:ext uri="{FF2B5EF4-FFF2-40B4-BE49-F238E27FC236}">
                <a16:creationId xmlns:a16="http://schemas.microsoft.com/office/drawing/2014/main" id="{8F83145E-945D-BB4B-B856-4A3ECB973B72}"/>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
        <p:nvSpPr>
          <p:cNvPr id="2" name="Shape 0">
            <a:extLst>
              <a:ext uri="{FF2B5EF4-FFF2-40B4-BE49-F238E27FC236}">
                <a16:creationId xmlns:a16="http://schemas.microsoft.com/office/drawing/2014/main" id="{38758451-D7AC-1B5B-89D0-DBEAF8D4021E}"/>
              </a:ext>
            </a:extLst>
          </p:cNvPr>
          <p:cNvSpPr/>
          <p:nvPr/>
        </p:nvSpPr>
        <p:spPr>
          <a:xfrm>
            <a:off x="164592" y="164592"/>
            <a:ext cx="201168" cy="201168"/>
          </a:xfrm>
          <a:prstGeom prst="ellipse">
            <a:avLst/>
          </a:prstGeom>
          <a:solidFill>
            <a:srgbClr val="BFE8D4">
              <a:alpha val="80000"/>
            </a:srgbClr>
          </a:solidFill>
          <a:ln w="12700">
            <a:solidFill>
              <a:srgbClr val="BFE8D4">
                <a:alpha val="0"/>
              </a:srgbClr>
            </a:solidFill>
            <a:prstDash val="solid"/>
          </a:ln>
        </p:spPr>
      </p:sp>
      <p:sp>
        <p:nvSpPr>
          <p:cNvPr id="3" name="Shape 1">
            <a:extLst>
              <a:ext uri="{FF2B5EF4-FFF2-40B4-BE49-F238E27FC236}">
                <a16:creationId xmlns:a16="http://schemas.microsoft.com/office/drawing/2014/main" id="{B937BEAC-7DBC-C63C-0534-B23B6EAB0981}"/>
              </a:ext>
            </a:extLst>
          </p:cNvPr>
          <p:cNvSpPr/>
          <p:nvPr/>
        </p:nvSpPr>
        <p:spPr>
          <a:xfrm>
            <a:off x="11750040" y="6355080"/>
            <a:ext cx="164592" cy="164592"/>
          </a:xfrm>
          <a:prstGeom prst="ellipse">
            <a:avLst/>
          </a:prstGeom>
          <a:solidFill>
            <a:srgbClr val="BFE8D4">
              <a:alpha val="80000"/>
            </a:srgbClr>
          </a:solidFill>
          <a:ln w="12700">
            <a:solidFill>
              <a:srgbClr val="BFE8D4">
                <a:alpha val="0"/>
              </a:srgbClr>
            </a:solidFill>
            <a:prstDash val="solid"/>
          </a:ln>
        </p:spPr>
      </p:sp>
      <p:sp>
        <p:nvSpPr>
          <p:cNvPr id="5" name="Text 3">
            <a:extLst>
              <a:ext uri="{FF2B5EF4-FFF2-40B4-BE49-F238E27FC236}">
                <a16:creationId xmlns:a16="http://schemas.microsoft.com/office/drawing/2014/main" id="{495C106B-D116-6AEA-D20C-D4EEF697B3EB}"/>
              </a:ext>
            </a:extLst>
          </p:cNvPr>
          <p:cNvSpPr/>
          <p:nvPr/>
        </p:nvSpPr>
        <p:spPr>
          <a:xfrm>
            <a:off x="566928" y="749808"/>
            <a:ext cx="7772400" cy="502920"/>
          </a:xfrm>
          <a:prstGeom prst="rect">
            <a:avLst/>
          </a:prstGeom>
          <a:noFill/>
          <a:ln/>
        </p:spPr>
        <p:txBody>
          <a:bodyPr wrap="square" lIns="0" tIns="0" rIns="0" bIns="0" rtlCol="0" anchor="ctr"/>
          <a:lstStyle/>
          <a:p>
            <a:pPr marL="0" indent="0">
              <a:buNone/>
            </a:pPr>
            <a:r>
              <a:rPr lang="en-US" sz="2500" b="1" dirty="0">
                <a:solidFill>
                  <a:srgbClr val="1F3A30"/>
                </a:solidFill>
                <a:latin typeface="Microsoft YaHei" pitchFamily="34" charset="0"/>
                <a:ea typeface="Microsoft YaHei" pitchFamily="34" charset="-122"/>
                <a:cs typeface="Microsoft YaHei" pitchFamily="34" charset="-120"/>
              </a:rPr>
              <a:t>双碳战略驱动下的绿色低碳校园智慧管理系统</a:t>
            </a:r>
            <a:endParaRPr lang="en-US" sz="2500" dirty="0"/>
          </a:p>
        </p:txBody>
      </p:sp>
      <p:sp>
        <p:nvSpPr>
          <p:cNvPr id="6" name="Text 4">
            <a:extLst>
              <a:ext uri="{FF2B5EF4-FFF2-40B4-BE49-F238E27FC236}">
                <a16:creationId xmlns:a16="http://schemas.microsoft.com/office/drawing/2014/main" id="{8B812620-B5A2-325B-9A16-816892947ADD}"/>
              </a:ext>
            </a:extLst>
          </p:cNvPr>
          <p:cNvSpPr/>
          <p:nvPr/>
        </p:nvSpPr>
        <p:spPr>
          <a:xfrm>
            <a:off x="585216" y="1261872"/>
            <a:ext cx="10515600" cy="320040"/>
          </a:xfrm>
          <a:prstGeom prst="rect">
            <a:avLst/>
          </a:prstGeom>
          <a:noFill/>
          <a:ln/>
        </p:spPr>
        <p:txBody>
          <a:bodyPr wrap="square" lIns="0" tIns="0" rIns="0" bIns="0" rtlCol="0" anchor="ctr"/>
          <a:lstStyle/>
          <a:p>
            <a:pPr marL="0" indent="0">
              <a:buNone/>
            </a:pPr>
            <a:r>
              <a:rPr lang="en-US" sz="1350" dirty="0">
                <a:solidFill>
                  <a:srgbClr val="5D766A"/>
                </a:solidFill>
                <a:latin typeface="Microsoft YaHei" pitchFamily="34" charset="0"/>
                <a:ea typeface="Microsoft YaHei" pitchFamily="34" charset="-122"/>
                <a:cs typeface="Microsoft YaHei" pitchFamily="34" charset="-120"/>
              </a:rPr>
              <a:t>围绕宿舍水电、餐厅餐损、低碳出行三大场景，构建“监测—分析—预警—激励”的一体化校园低碳管理平台。</a:t>
            </a:r>
            <a:endParaRPr lang="en-US" sz="1350" dirty="0"/>
          </a:p>
        </p:txBody>
      </p:sp>
      <p:sp>
        <p:nvSpPr>
          <p:cNvPr id="7" name="Shape 5">
            <a:extLst>
              <a:ext uri="{FF2B5EF4-FFF2-40B4-BE49-F238E27FC236}">
                <a16:creationId xmlns:a16="http://schemas.microsoft.com/office/drawing/2014/main" id="{1B82B8E8-14A7-BD53-94D0-1D906DD2FCEB}"/>
              </a:ext>
            </a:extLst>
          </p:cNvPr>
          <p:cNvSpPr/>
          <p:nvPr/>
        </p:nvSpPr>
        <p:spPr>
          <a:xfrm>
            <a:off x="585216" y="1719072"/>
            <a:ext cx="10972800" cy="0"/>
          </a:xfrm>
          <a:prstGeom prst="line">
            <a:avLst/>
          </a:prstGeom>
          <a:noFill/>
          <a:ln w="12700">
            <a:solidFill>
              <a:srgbClr val="D7E8DE"/>
            </a:solidFill>
            <a:prstDash val="solid"/>
          </a:ln>
        </p:spPr>
      </p:sp>
      <p:sp>
        <p:nvSpPr>
          <p:cNvPr id="8" name="Shape 6">
            <a:extLst>
              <a:ext uri="{FF2B5EF4-FFF2-40B4-BE49-F238E27FC236}">
                <a16:creationId xmlns:a16="http://schemas.microsoft.com/office/drawing/2014/main" id="{B839CC7D-0251-F828-D3DF-9ECC368B19A5}"/>
              </a:ext>
            </a:extLst>
          </p:cNvPr>
          <p:cNvSpPr/>
          <p:nvPr/>
        </p:nvSpPr>
        <p:spPr>
          <a:xfrm>
            <a:off x="786384" y="2084832"/>
            <a:ext cx="2743200" cy="2743200"/>
          </a:xfrm>
          <a:prstGeom prst="ellipse">
            <a:avLst/>
          </a:prstGeom>
          <a:solidFill>
            <a:srgbClr val="24A46B"/>
          </a:solidFill>
          <a:ln w="12700">
            <a:solidFill>
              <a:srgbClr val="24A46B"/>
            </a:solidFill>
            <a:prstDash val="solid"/>
          </a:ln>
          <a:effectLst>
            <a:outerShdw blurRad="25400" dist="50800" dir="2700000" algn="bl" rotWithShape="0">
              <a:srgbClr val="7FAE98">
                <a:alpha val="22000"/>
              </a:srgbClr>
            </a:outerShdw>
          </a:effectLst>
        </p:spPr>
      </p:sp>
      <p:sp>
        <p:nvSpPr>
          <p:cNvPr id="9" name="Text 7">
            <a:extLst>
              <a:ext uri="{FF2B5EF4-FFF2-40B4-BE49-F238E27FC236}">
                <a16:creationId xmlns:a16="http://schemas.microsoft.com/office/drawing/2014/main" id="{B0CE4097-8ECA-A4EE-99AB-E9F5F784B68E}"/>
              </a:ext>
            </a:extLst>
          </p:cNvPr>
          <p:cNvSpPr/>
          <p:nvPr/>
        </p:nvSpPr>
        <p:spPr>
          <a:xfrm>
            <a:off x="1115568" y="2834640"/>
            <a:ext cx="2057400" cy="822960"/>
          </a:xfrm>
          <a:prstGeom prst="rect">
            <a:avLst/>
          </a:prstGeom>
          <a:noFill/>
          <a:ln/>
        </p:spPr>
        <p:txBody>
          <a:bodyPr wrap="square" lIns="254" tIns="254" rIns="254" bIns="254" rtlCol="0" anchor="ctr">
            <a:normAutofit/>
          </a:bodyPr>
          <a:lstStyle/>
          <a:p>
            <a:pPr marL="0" indent="0" algn="ctr">
              <a:buNone/>
            </a:pPr>
            <a:r>
              <a:rPr lang="en-US" sz="2100" b="1" dirty="0">
                <a:solidFill>
                  <a:srgbClr val="FFFFFF"/>
                </a:solidFill>
                <a:latin typeface="Microsoft YaHei" pitchFamily="34" charset="0"/>
                <a:ea typeface="Microsoft YaHei" pitchFamily="34" charset="-122"/>
                <a:cs typeface="Microsoft YaHei" pitchFamily="34" charset="-120"/>
              </a:rPr>
              <a:t>绿色低碳校园</a:t>
            </a:r>
            <a:endParaRPr lang="en-US" sz="2100" dirty="0"/>
          </a:p>
          <a:p>
            <a:pPr marL="0" indent="0" algn="ctr">
              <a:buNone/>
            </a:pPr>
            <a:r>
              <a:rPr lang="en-US" sz="2100" b="1" dirty="0">
                <a:solidFill>
                  <a:srgbClr val="FFFFFF"/>
                </a:solidFill>
                <a:latin typeface="Microsoft YaHei" pitchFamily="34" charset="0"/>
                <a:ea typeface="Microsoft YaHei" pitchFamily="34" charset="-122"/>
                <a:cs typeface="Microsoft YaHei" pitchFamily="34" charset="-120"/>
              </a:rPr>
              <a:t>智慧管理系统</a:t>
            </a:r>
            <a:endParaRPr lang="en-US" sz="2100" dirty="0"/>
          </a:p>
        </p:txBody>
      </p:sp>
      <p:sp>
        <p:nvSpPr>
          <p:cNvPr id="10" name="Text 8">
            <a:extLst>
              <a:ext uri="{FF2B5EF4-FFF2-40B4-BE49-F238E27FC236}">
                <a16:creationId xmlns:a16="http://schemas.microsoft.com/office/drawing/2014/main" id="{B3E558D3-2D61-2F70-30F6-7EE044EDE054}"/>
              </a:ext>
            </a:extLst>
          </p:cNvPr>
          <p:cNvSpPr/>
          <p:nvPr/>
        </p:nvSpPr>
        <p:spPr>
          <a:xfrm>
            <a:off x="804672" y="5010912"/>
            <a:ext cx="2743200" cy="292608"/>
          </a:xfrm>
          <a:prstGeom prst="rect">
            <a:avLst/>
          </a:prstGeom>
          <a:noFill/>
          <a:ln/>
        </p:spPr>
        <p:txBody>
          <a:bodyPr wrap="square" lIns="0" tIns="0" rIns="0" bIns="0" rtlCol="0" anchor="ctr"/>
          <a:lstStyle/>
          <a:p>
            <a:pPr marL="0" indent="0" algn="ctr">
              <a:buNone/>
            </a:pPr>
            <a:r>
              <a:rPr lang="en-US" sz="1150" dirty="0">
                <a:solidFill>
                  <a:srgbClr val="5D766A"/>
                </a:solidFill>
                <a:latin typeface="Microsoft YaHei" pitchFamily="34" charset="0"/>
                <a:ea typeface="Microsoft YaHei" pitchFamily="34" charset="-122"/>
                <a:cs typeface="Microsoft YaHei" pitchFamily="34" charset="-120"/>
              </a:rPr>
              <a:t>数字化监测 · 数据化分析 · 积分化激励</a:t>
            </a:r>
            <a:endParaRPr lang="en-US" sz="1150" dirty="0"/>
          </a:p>
        </p:txBody>
      </p:sp>
      <p:sp>
        <p:nvSpPr>
          <p:cNvPr id="11" name="Shape 9">
            <a:extLst>
              <a:ext uri="{FF2B5EF4-FFF2-40B4-BE49-F238E27FC236}">
                <a16:creationId xmlns:a16="http://schemas.microsoft.com/office/drawing/2014/main" id="{ED5C4CB5-F9F2-2199-FE21-FD6FD22A7296}"/>
              </a:ext>
            </a:extLst>
          </p:cNvPr>
          <p:cNvSpPr/>
          <p:nvPr/>
        </p:nvSpPr>
        <p:spPr>
          <a:xfrm>
            <a:off x="3749040" y="2404872"/>
            <a:ext cx="292608" cy="292608"/>
          </a:xfrm>
          <a:prstGeom prst="chevron">
            <a:avLst/>
          </a:prstGeom>
          <a:solidFill>
            <a:srgbClr val="24A46B"/>
          </a:solidFill>
          <a:ln w="12700">
            <a:solidFill>
              <a:srgbClr val="24A46B"/>
            </a:solidFill>
            <a:prstDash val="solid"/>
          </a:ln>
        </p:spPr>
      </p:sp>
      <p:sp>
        <p:nvSpPr>
          <p:cNvPr id="12" name="Shape 10">
            <a:extLst>
              <a:ext uri="{FF2B5EF4-FFF2-40B4-BE49-F238E27FC236}">
                <a16:creationId xmlns:a16="http://schemas.microsoft.com/office/drawing/2014/main" id="{AC636CFD-96A5-03A1-B62B-5AA93C629160}"/>
              </a:ext>
            </a:extLst>
          </p:cNvPr>
          <p:cNvSpPr/>
          <p:nvPr/>
        </p:nvSpPr>
        <p:spPr>
          <a:xfrm>
            <a:off x="4224528" y="2176272"/>
            <a:ext cx="566928" cy="566928"/>
          </a:xfrm>
          <a:prstGeom prst="ellipse">
            <a:avLst/>
          </a:prstGeom>
          <a:solidFill>
            <a:srgbClr val="24A46B"/>
          </a:solidFill>
          <a:ln w="12700">
            <a:solidFill>
              <a:srgbClr val="FFFFFF"/>
            </a:solidFill>
            <a:prstDash val="solid"/>
          </a:ln>
        </p:spPr>
      </p:sp>
      <p:sp>
        <p:nvSpPr>
          <p:cNvPr id="13" name="Text 11">
            <a:extLst>
              <a:ext uri="{FF2B5EF4-FFF2-40B4-BE49-F238E27FC236}">
                <a16:creationId xmlns:a16="http://schemas.microsoft.com/office/drawing/2014/main" id="{6CC0470C-0DFB-F6AA-3A12-79A58C93B302}"/>
              </a:ext>
            </a:extLst>
          </p:cNvPr>
          <p:cNvSpPr/>
          <p:nvPr/>
        </p:nvSpPr>
        <p:spPr>
          <a:xfrm>
            <a:off x="4224528" y="2267712"/>
            <a:ext cx="566928" cy="274320"/>
          </a:xfrm>
          <a:prstGeom prst="rect">
            <a:avLst/>
          </a:prstGeom>
          <a:noFill/>
          <a:ln/>
        </p:spPr>
        <p:txBody>
          <a:bodyPr wrap="square" lIns="0" tIns="0" rIns="0" bIns="0" rtlCol="0" anchor="ctr"/>
          <a:lstStyle/>
          <a:p>
            <a:pPr marL="0" indent="0" algn="ctr">
              <a:buNone/>
            </a:pPr>
            <a:r>
              <a:rPr lang="en-US" sz="1600" b="1" dirty="0">
                <a:solidFill>
                  <a:srgbClr val="FFFFFF"/>
                </a:solidFill>
                <a:latin typeface="Microsoft YaHei" pitchFamily="34" charset="0"/>
                <a:ea typeface="Microsoft YaHei" pitchFamily="34" charset="-122"/>
                <a:cs typeface="Microsoft YaHei" pitchFamily="34" charset="-120"/>
              </a:rPr>
              <a:t>1</a:t>
            </a:r>
            <a:endParaRPr lang="en-US" sz="1600" dirty="0"/>
          </a:p>
        </p:txBody>
      </p:sp>
      <p:sp>
        <p:nvSpPr>
          <p:cNvPr id="14" name="Text 12">
            <a:extLst>
              <a:ext uri="{FF2B5EF4-FFF2-40B4-BE49-F238E27FC236}">
                <a16:creationId xmlns:a16="http://schemas.microsoft.com/office/drawing/2014/main" id="{A1F52101-83FE-31D4-13CA-5A6D2CD0311B}"/>
              </a:ext>
            </a:extLst>
          </p:cNvPr>
          <p:cNvSpPr/>
          <p:nvPr/>
        </p:nvSpPr>
        <p:spPr>
          <a:xfrm>
            <a:off x="5010912" y="2148840"/>
            <a:ext cx="1645920" cy="274320"/>
          </a:xfrm>
          <a:prstGeom prst="rect">
            <a:avLst/>
          </a:prstGeom>
          <a:noFill/>
          <a:ln/>
        </p:spPr>
        <p:txBody>
          <a:bodyPr wrap="square" lIns="0" tIns="0" rIns="0" bIns="0" rtlCol="0" anchor="ctr"/>
          <a:lstStyle/>
          <a:p>
            <a:pPr marL="0" indent="0">
              <a:buNone/>
            </a:pPr>
            <a:r>
              <a:rPr lang="en-US" sz="1700" b="1" dirty="0">
                <a:solidFill>
                  <a:srgbClr val="1F3A30"/>
                </a:solidFill>
                <a:latin typeface="Microsoft YaHei" pitchFamily="34" charset="0"/>
                <a:ea typeface="Microsoft YaHei" pitchFamily="34" charset="-122"/>
                <a:cs typeface="Microsoft YaHei" pitchFamily="34" charset="-120"/>
              </a:rPr>
              <a:t>政策导向</a:t>
            </a:r>
            <a:endParaRPr lang="en-US" sz="1700" dirty="0"/>
          </a:p>
        </p:txBody>
      </p:sp>
      <p:sp>
        <p:nvSpPr>
          <p:cNvPr id="15" name="Text 13">
            <a:extLst>
              <a:ext uri="{FF2B5EF4-FFF2-40B4-BE49-F238E27FC236}">
                <a16:creationId xmlns:a16="http://schemas.microsoft.com/office/drawing/2014/main" id="{AC725BF8-9A7B-BFBB-C839-B3FB882EFEBE}"/>
              </a:ext>
            </a:extLst>
          </p:cNvPr>
          <p:cNvSpPr/>
          <p:nvPr/>
        </p:nvSpPr>
        <p:spPr>
          <a:xfrm>
            <a:off x="5010912" y="2496312"/>
            <a:ext cx="3840480" cy="457200"/>
          </a:xfrm>
          <a:prstGeom prst="rect">
            <a:avLst/>
          </a:prstGeom>
          <a:noFill/>
          <a:ln/>
        </p:spPr>
        <p:txBody>
          <a:bodyPr wrap="square" lIns="0" tIns="0" rIns="0" bIns="0" rtlCol="0" anchor="ctr">
            <a:normAutofit/>
          </a:bodyPr>
          <a:lstStyle/>
          <a:p>
            <a:pPr marL="0" indent="0">
              <a:buNone/>
            </a:pPr>
            <a:r>
              <a:rPr lang="en-US" sz="1150" dirty="0">
                <a:solidFill>
                  <a:srgbClr val="5D766A"/>
                </a:solidFill>
                <a:latin typeface="Microsoft YaHei" pitchFamily="34" charset="0"/>
                <a:ea typeface="Microsoft YaHei" pitchFamily="34" charset="-122"/>
                <a:cs typeface="Microsoft YaHei" pitchFamily="34" charset="-120"/>
              </a:rPr>
              <a:t>服务国家“双碳”战略，响应2030碳达峰、2060碳中和目标，推动高校绿色低碳转型。</a:t>
            </a:r>
            <a:endParaRPr lang="en-US" sz="1150" dirty="0"/>
          </a:p>
        </p:txBody>
      </p:sp>
      <p:sp>
        <p:nvSpPr>
          <p:cNvPr id="16" name="Shape 14">
            <a:extLst>
              <a:ext uri="{FF2B5EF4-FFF2-40B4-BE49-F238E27FC236}">
                <a16:creationId xmlns:a16="http://schemas.microsoft.com/office/drawing/2014/main" id="{F78DECB9-64DF-E4B2-74CB-DCB2768900C5}"/>
              </a:ext>
            </a:extLst>
          </p:cNvPr>
          <p:cNvSpPr/>
          <p:nvPr/>
        </p:nvSpPr>
        <p:spPr>
          <a:xfrm>
            <a:off x="3749040" y="3465576"/>
            <a:ext cx="292608" cy="292608"/>
          </a:xfrm>
          <a:prstGeom prst="chevron">
            <a:avLst/>
          </a:prstGeom>
          <a:solidFill>
            <a:srgbClr val="F2A23A"/>
          </a:solidFill>
          <a:ln w="12700">
            <a:solidFill>
              <a:srgbClr val="F2A23A"/>
            </a:solidFill>
            <a:prstDash val="solid"/>
          </a:ln>
        </p:spPr>
      </p:sp>
      <p:sp>
        <p:nvSpPr>
          <p:cNvPr id="17" name="Shape 15">
            <a:extLst>
              <a:ext uri="{FF2B5EF4-FFF2-40B4-BE49-F238E27FC236}">
                <a16:creationId xmlns:a16="http://schemas.microsoft.com/office/drawing/2014/main" id="{B09603B9-7F8D-4116-FE55-49E21131AA54}"/>
              </a:ext>
            </a:extLst>
          </p:cNvPr>
          <p:cNvSpPr/>
          <p:nvPr/>
        </p:nvSpPr>
        <p:spPr>
          <a:xfrm>
            <a:off x="4224528" y="3236976"/>
            <a:ext cx="566928" cy="566928"/>
          </a:xfrm>
          <a:prstGeom prst="ellipse">
            <a:avLst/>
          </a:prstGeom>
          <a:solidFill>
            <a:srgbClr val="F2A23A"/>
          </a:solidFill>
          <a:ln w="12700">
            <a:solidFill>
              <a:srgbClr val="FFFFFF"/>
            </a:solidFill>
            <a:prstDash val="solid"/>
          </a:ln>
        </p:spPr>
      </p:sp>
      <p:sp>
        <p:nvSpPr>
          <p:cNvPr id="18" name="Text 16">
            <a:extLst>
              <a:ext uri="{FF2B5EF4-FFF2-40B4-BE49-F238E27FC236}">
                <a16:creationId xmlns:a16="http://schemas.microsoft.com/office/drawing/2014/main" id="{44C489F9-819F-FC07-6974-D4BDAC44E156}"/>
              </a:ext>
            </a:extLst>
          </p:cNvPr>
          <p:cNvSpPr/>
          <p:nvPr/>
        </p:nvSpPr>
        <p:spPr>
          <a:xfrm>
            <a:off x="4224528" y="3328416"/>
            <a:ext cx="566928" cy="274320"/>
          </a:xfrm>
          <a:prstGeom prst="rect">
            <a:avLst/>
          </a:prstGeom>
          <a:noFill/>
          <a:ln/>
        </p:spPr>
        <p:txBody>
          <a:bodyPr wrap="square" lIns="0" tIns="0" rIns="0" bIns="0" rtlCol="0" anchor="ctr"/>
          <a:lstStyle/>
          <a:p>
            <a:pPr marL="0" indent="0" algn="ctr">
              <a:buNone/>
            </a:pPr>
            <a:r>
              <a:rPr lang="en-US" sz="1600" b="1" dirty="0">
                <a:solidFill>
                  <a:srgbClr val="FFFFFF"/>
                </a:solidFill>
                <a:latin typeface="Microsoft YaHei" pitchFamily="34" charset="0"/>
                <a:ea typeface="Microsoft YaHei" pitchFamily="34" charset="-122"/>
                <a:cs typeface="Microsoft YaHei" pitchFamily="34" charset="-120"/>
              </a:rPr>
              <a:t>2</a:t>
            </a:r>
            <a:endParaRPr lang="en-US" sz="1600" dirty="0"/>
          </a:p>
        </p:txBody>
      </p:sp>
      <p:sp>
        <p:nvSpPr>
          <p:cNvPr id="19" name="Text 17">
            <a:extLst>
              <a:ext uri="{FF2B5EF4-FFF2-40B4-BE49-F238E27FC236}">
                <a16:creationId xmlns:a16="http://schemas.microsoft.com/office/drawing/2014/main" id="{E104084D-FEE1-FBAC-DD33-72E5A1A655D4}"/>
              </a:ext>
            </a:extLst>
          </p:cNvPr>
          <p:cNvSpPr/>
          <p:nvPr/>
        </p:nvSpPr>
        <p:spPr>
          <a:xfrm>
            <a:off x="5010912" y="3209544"/>
            <a:ext cx="1645920" cy="274320"/>
          </a:xfrm>
          <a:prstGeom prst="rect">
            <a:avLst/>
          </a:prstGeom>
          <a:noFill/>
          <a:ln/>
        </p:spPr>
        <p:txBody>
          <a:bodyPr wrap="square" lIns="0" tIns="0" rIns="0" bIns="0" rtlCol="0" anchor="ctr"/>
          <a:lstStyle/>
          <a:p>
            <a:pPr marL="0" indent="0">
              <a:buNone/>
            </a:pPr>
            <a:r>
              <a:rPr lang="en-US" sz="1700" b="1" dirty="0">
                <a:solidFill>
                  <a:srgbClr val="1F3A30"/>
                </a:solidFill>
                <a:latin typeface="Microsoft YaHei" pitchFamily="34" charset="0"/>
                <a:ea typeface="Microsoft YaHei" pitchFamily="34" charset="-122"/>
                <a:cs typeface="Microsoft YaHei" pitchFamily="34" charset="-120"/>
              </a:rPr>
              <a:t>校园痛点</a:t>
            </a:r>
            <a:endParaRPr lang="en-US" sz="1700" dirty="0"/>
          </a:p>
        </p:txBody>
      </p:sp>
      <p:sp>
        <p:nvSpPr>
          <p:cNvPr id="20" name="Text 18">
            <a:extLst>
              <a:ext uri="{FF2B5EF4-FFF2-40B4-BE49-F238E27FC236}">
                <a16:creationId xmlns:a16="http://schemas.microsoft.com/office/drawing/2014/main" id="{AE19F4A1-7359-6D13-6B75-111A87880624}"/>
              </a:ext>
            </a:extLst>
          </p:cNvPr>
          <p:cNvSpPr/>
          <p:nvPr/>
        </p:nvSpPr>
        <p:spPr>
          <a:xfrm>
            <a:off x="5010912" y="3557016"/>
            <a:ext cx="3840480" cy="457200"/>
          </a:xfrm>
          <a:prstGeom prst="rect">
            <a:avLst/>
          </a:prstGeom>
          <a:noFill/>
          <a:ln/>
        </p:spPr>
        <p:txBody>
          <a:bodyPr wrap="square" lIns="0" tIns="0" rIns="0" bIns="0" rtlCol="0" anchor="ctr">
            <a:normAutofit/>
          </a:bodyPr>
          <a:lstStyle/>
          <a:p>
            <a:pPr marL="0" indent="0">
              <a:buNone/>
            </a:pPr>
            <a:r>
              <a:rPr lang="en-US" sz="1150" dirty="0">
                <a:solidFill>
                  <a:srgbClr val="5D766A"/>
                </a:solidFill>
                <a:latin typeface="Microsoft YaHei" pitchFamily="34" charset="0"/>
                <a:ea typeface="Microsoft YaHei" pitchFamily="34" charset="-122"/>
                <a:cs typeface="Microsoft YaHei" pitchFamily="34" charset="-120"/>
              </a:rPr>
              <a:t>聚焦水电浪费、餐损偏高、低碳行为难量化等问题，补齐传统粗放管理短板。</a:t>
            </a:r>
            <a:endParaRPr lang="en-US" sz="1150" dirty="0"/>
          </a:p>
        </p:txBody>
      </p:sp>
      <p:sp>
        <p:nvSpPr>
          <p:cNvPr id="22" name="Shape 19">
            <a:extLst>
              <a:ext uri="{FF2B5EF4-FFF2-40B4-BE49-F238E27FC236}">
                <a16:creationId xmlns:a16="http://schemas.microsoft.com/office/drawing/2014/main" id="{F0AE6291-1BE1-4CDA-3014-B2B2F2013937}"/>
              </a:ext>
            </a:extLst>
          </p:cNvPr>
          <p:cNvSpPr/>
          <p:nvPr/>
        </p:nvSpPr>
        <p:spPr>
          <a:xfrm>
            <a:off x="3749040" y="4526280"/>
            <a:ext cx="292608" cy="292608"/>
          </a:xfrm>
          <a:prstGeom prst="chevron">
            <a:avLst/>
          </a:prstGeom>
          <a:solidFill>
            <a:srgbClr val="3D8BD9"/>
          </a:solidFill>
          <a:ln w="12700">
            <a:solidFill>
              <a:srgbClr val="3D8BD9"/>
            </a:solidFill>
            <a:prstDash val="solid"/>
          </a:ln>
        </p:spPr>
      </p:sp>
      <p:sp>
        <p:nvSpPr>
          <p:cNvPr id="23" name="Shape 20">
            <a:extLst>
              <a:ext uri="{FF2B5EF4-FFF2-40B4-BE49-F238E27FC236}">
                <a16:creationId xmlns:a16="http://schemas.microsoft.com/office/drawing/2014/main" id="{3B03CED6-FF72-47AE-94CB-A9913DBDF722}"/>
              </a:ext>
            </a:extLst>
          </p:cNvPr>
          <p:cNvSpPr/>
          <p:nvPr/>
        </p:nvSpPr>
        <p:spPr>
          <a:xfrm>
            <a:off x="4224528" y="4297680"/>
            <a:ext cx="566928" cy="566928"/>
          </a:xfrm>
          <a:prstGeom prst="ellipse">
            <a:avLst/>
          </a:prstGeom>
          <a:solidFill>
            <a:srgbClr val="3D8BD9"/>
          </a:solidFill>
          <a:ln w="12700">
            <a:solidFill>
              <a:srgbClr val="FFFFFF"/>
            </a:solidFill>
            <a:prstDash val="solid"/>
          </a:ln>
        </p:spPr>
      </p:sp>
      <p:sp>
        <p:nvSpPr>
          <p:cNvPr id="24" name="Text 21">
            <a:extLst>
              <a:ext uri="{FF2B5EF4-FFF2-40B4-BE49-F238E27FC236}">
                <a16:creationId xmlns:a16="http://schemas.microsoft.com/office/drawing/2014/main" id="{2ABB4837-3E91-39F4-A399-025611630436}"/>
              </a:ext>
            </a:extLst>
          </p:cNvPr>
          <p:cNvSpPr/>
          <p:nvPr/>
        </p:nvSpPr>
        <p:spPr>
          <a:xfrm>
            <a:off x="4224528" y="4389120"/>
            <a:ext cx="566928" cy="274320"/>
          </a:xfrm>
          <a:prstGeom prst="rect">
            <a:avLst/>
          </a:prstGeom>
          <a:noFill/>
          <a:ln/>
        </p:spPr>
        <p:txBody>
          <a:bodyPr wrap="square" lIns="0" tIns="0" rIns="0" bIns="0" rtlCol="0" anchor="ctr"/>
          <a:lstStyle/>
          <a:p>
            <a:pPr marL="0" indent="0" algn="ctr">
              <a:buNone/>
            </a:pPr>
            <a:r>
              <a:rPr lang="en-US" sz="1600" b="1" dirty="0">
                <a:solidFill>
                  <a:srgbClr val="FFFFFF"/>
                </a:solidFill>
                <a:latin typeface="Microsoft YaHei" pitchFamily="34" charset="0"/>
                <a:ea typeface="Microsoft YaHei" pitchFamily="34" charset="-122"/>
                <a:cs typeface="Microsoft YaHei" pitchFamily="34" charset="-120"/>
              </a:rPr>
              <a:t>3</a:t>
            </a:r>
            <a:endParaRPr lang="en-US" sz="1600" dirty="0"/>
          </a:p>
        </p:txBody>
      </p:sp>
      <p:sp>
        <p:nvSpPr>
          <p:cNvPr id="25" name="Text 22">
            <a:extLst>
              <a:ext uri="{FF2B5EF4-FFF2-40B4-BE49-F238E27FC236}">
                <a16:creationId xmlns:a16="http://schemas.microsoft.com/office/drawing/2014/main" id="{D1A2B5A3-8055-0EE6-976E-B97748F753E4}"/>
              </a:ext>
            </a:extLst>
          </p:cNvPr>
          <p:cNvSpPr/>
          <p:nvPr/>
        </p:nvSpPr>
        <p:spPr>
          <a:xfrm>
            <a:off x="5010912" y="4270248"/>
            <a:ext cx="1645920" cy="274320"/>
          </a:xfrm>
          <a:prstGeom prst="rect">
            <a:avLst/>
          </a:prstGeom>
          <a:noFill/>
          <a:ln/>
        </p:spPr>
        <p:txBody>
          <a:bodyPr wrap="square" lIns="0" tIns="0" rIns="0" bIns="0" rtlCol="0" anchor="ctr"/>
          <a:lstStyle/>
          <a:p>
            <a:pPr marL="0" indent="0">
              <a:buNone/>
            </a:pPr>
            <a:r>
              <a:rPr lang="en-US" sz="1700" b="1" dirty="0">
                <a:solidFill>
                  <a:srgbClr val="1F3A30"/>
                </a:solidFill>
                <a:latin typeface="Microsoft YaHei" pitchFamily="34" charset="0"/>
                <a:ea typeface="Microsoft YaHei" pitchFamily="34" charset="-122"/>
                <a:cs typeface="Microsoft YaHei" pitchFamily="34" charset="-120"/>
              </a:rPr>
              <a:t>项目价值</a:t>
            </a:r>
            <a:endParaRPr lang="en-US" sz="1700" dirty="0"/>
          </a:p>
        </p:txBody>
      </p:sp>
      <p:sp>
        <p:nvSpPr>
          <p:cNvPr id="26" name="Text 23">
            <a:extLst>
              <a:ext uri="{FF2B5EF4-FFF2-40B4-BE49-F238E27FC236}">
                <a16:creationId xmlns:a16="http://schemas.microsoft.com/office/drawing/2014/main" id="{43CDDC58-2E53-D064-89A5-C64BD28C1314}"/>
              </a:ext>
            </a:extLst>
          </p:cNvPr>
          <p:cNvSpPr/>
          <p:nvPr/>
        </p:nvSpPr>
        <p:spPr>
          <a:xfrm>
            <a:off x="5010912" y="4617720"/>
            <a:ext cx="3840480" cy="457200"/>
          </a:xfrm>
          <a:prstGeom prst="rect">
            <a:avLst/>
          </a:prstGeom>
          <a:noFill/>
          <a:ln/>
        </p:spPr>
        <p:txBody>
          <a:bodyPr wrap="square" lIns="0" tIns="0" rIns="0" bIns="0" rtlCol="0" anchor="ctr">
            <a:normAutofit/>
          </a:bodyPr>
          <a:lstStyle/>
          <a:p>
            <a:pPr marL="0" indent="0">
              <a:buNone/>
            </a:pPr>
            <a:r>
              <a:rPr lang="en-US" sz="1150" dirty="0">
                <a:solidFill>
                  <a:srgbClr val="5D766A"/>
                </a:solidFill>
                <a:latin typeface="Microsoft YaHei" pitchFamily="34" charset="0"/>
                <a:ea typeface="Microsoft YaHei" pitchFamily="34" charset="-122"/>
                <a:cs typeface="Microsoft YaHei" pitchFamily="34" charset="-120"/>
              </a:rPr>
              <a:t>通过实时监测、智能预警与积分激励，提升后勤效率，培养师生低碳环保意识。</a:t>
            </a:r>
            <a:endParaRPr lang="en-US" sz="1150" dirty="0"/>
          </a:p>
        </p:txBody>
      </p:sp>
      <p:sp>
        <p:nvSpPr>
          <p:cNvPr id="28" name="Shape 24">
            <a:extLst>
              <a:ext uri="{FF2B5EF4-FFF2-40B4-BE49-F238E27FC236}">
                <a16:creationId xmlns:a16="http://schemas.microsoft.com/office/drawing/2014/main" id="{FA17431A-83E9-1F0D-1C5F-9AB1CCBDBA46}"/>
              </a:ext>
            </a:extLst>
          </p:cNvPr>
          <p:cNvSpPr/>
          <p:nvPr/>
        </p:nvSpPr>
        <p:spPr>
          <a:xfrm>
            <a:off x="9235440" y="1993392"/>
            <a:ext cx="2359152" cy="3337560"/>
          </a:xfrm>
          <a:prstGeom prst="roundRect">
            <a:avLst>
              <a:gd name="adj" fmla="val 4651"/>
            </a:avLst>
          </a:prstGeom>
          <a:solidFill>
            <a:srgbClr val="EEF8F2"/>
          </a:solidFill>
          <a:ln w="12700">
            <a:solidFill>
              <a:srgbClr val="CFE9DA"/>
            </a:solidFill>
            <a:prstDash val="solid"/>
          </a:ln>
        </p:spPr>
      </p:sp>
      <p:sp>
        <p:nvSpPr>
          <p:cNvPr id="29" name="Text 25">
            <a:extLst>
              <a:ext uri="{FF2B5EF4-FFF2-40B4-BE49-F238E27FC236}">
                <a16:creationId xmlns:a16="http://schemas.microsoft.com/office/drawing/2014/main" id="{2E668594-59F9-2E8A-DA41-EBB7B8DE83CE}"/>
              </a:ext>
            </a:extLst>
          </p:cNvPr>
          <p:cNvSpPr/>
          <p:nvPr/>
        </p:nvSpPr>
        <p:spPr>
          <a:xfrm>
            <a:off x="9454896" y="2212848"/>
            <a:ext cx="1920240" cy="237744"/>
          </a:xfrm>
          <a:prstGeom prst="rect">
            <a:avLst/>
          </a:prstGeom>
          <a:noFill/>
          <a:ln/>
        </p:spPr>
        <p:txBody>
          <a:bodyPr wrap="square" lIns="0" tIns="0" rIns="0" bIns="0" rtlCol="0" anchor="ctr"/>
          <a:lstStyle/>
          <a:p>
            <a:pPr marL="0" indent="0" algn="ctr">
              <a:buNone/>
            </a:pPr>
            <a:r>
              <a:rPr lang="en-US" sz="1550" b="1" dirty="0">
                <a:solidFill>
                  <a:srgbClr val="1F3A30"/>
                </a:solidFill>
                <a:latin typeface="Microsoft YaHei" pitchFamily="34" charset="0"/>
                <a:ea typeface="Microsoft YaHei" pitchFamily="34" charset="-122"/>
                <a:cs typeface="Microsoft YaHei" pitchFamily="34" charset="-120"/>
              </a:rPr>
              <a:t>政策依据</a:t>
            </a:r>
            <a:endParaRPr lang="en-US" sz="1550" dirty="0"/>
          </a:p>
        </p:txBody>
      </p:sp>
      <p:sp>
        <p:nvSpPr>
          <p:cNvPr id="30" name="Shape 26">
            <a:extLst>
              <a:ext uri="{FF2B5EF4-FFF2-40B4-BE49-F238E27FC236}">
                <a16:creationId xmlns:a16="http://schemas.microsoft.com/office/drawing/2014/main" id="{31CFFEC5-9FB3-EAD9-8EFA-925FA977001D}"/>
              </a:ext>
            </a:extLst>
          </p:cNvPr>
          <p:cNvSpPr/>
          <p:nvPr/>
        </p:nvSpPr>
        <p:spPr>
          <a:xfrm>
            <a:off x="10415016" y="2697480"/>
            <a:ext cx="0" cy="1874520"/>
          </a:xfrm>
          <a:prstGeom prst="line">
            <a:avLst/>
          </a:prstGeom>
          <a:noFill/>
          <a:ln w="25400">
            <a:solidFill>
              <a:srgbClr val="24A46B">
                <a:alpha val="82000"/>
              </a:srgbClr>
            </a:solidFill>
            <a:prstDash val="solid"/>
          </a:ln>
        </p:spPr>
      </p:sp>
      <p:sp>
        <p:nvSpPr>
          <p:cNvPr id="31" name="Shape 27">
            <a:extLst>
              <a:ext uri="{FF2B5EF4-FFF2-40B4-BE49-F238E27FC236}">
                <a16:creationId xmlns:a16="http://schemas.microsoft.com/office/drawing/2014/main" id="{C879E65C-B3AE-38BA-E43A-85E61150EA7E}"/>
              </a:ext>
            </a:extLst>
          </p:cNvPr>
          <p:cNvSpPr/>
          <p:nvPr/>
        </p:nvSpPr>
        <p:spPr>
          <a:xfrm>
            <a:off x="10259568" y="2596896"/>
            <a:ext cx="310896" cy="310896"/>
          </a:xfrm>
          <a:prstGeom prst="ellipse">
            <a:avLst/>
          </a:prstGeom>
          <a:solidFill>
            <a:srgbClr val="FFFFFF"/>
          </a:solidFill>
          <a:ln w="25400">
            <a:solidFill>
              <a:srgbClr val="24A46B"/>
            </a:solidFill>
            <a:prstDash val="solid"/>
          </a:ln>
        </p:spPr>
      </p:sp>
      <p:sp>
        <p:nvSpPr>
          <p:cNvPr id="32" name="Text 28">
            <a:extLst>
              <a:ext uri="{FF2B5EF4-FFF2-40B4-BE49-F238E27FC236}">
                <a16:creationId xmlns:a16="http://schemas.microsoft.com/office/drawing/2014/main" id="{068E83B1-07C9-4C12-C292-0A194FA2D918}"/>
              </a:ext>
            </a:extLst>
          </p:cNvPr>
          <p:cNvSpPr/>
          <p:nvPr/>
        </p:nvSpPr>
        <p:spPr>
          <a:xfrm>
            <a:off x="9464040" y="2569464"/>
            <a:ext cx="685800" cy="219456"/>
          </a:xfrm>
          <a:prstGeom prst="rect">
            <a:avLst/>
          </a:prstGeom>
          <a:noFill/>
          <a:ln/>
        </p:spPr>
        <p:txBody>
          <a:bodyPr wrap="square" lIns="0" tIns="0" rIns="0" bIns="0" rtlCol="0" anchor="ctr"/>
          <a:lstStyle/>
          <a:p>
            <a:pPr marL="0" indent="0" algn="r">
              <a:buNone/>
            </a:pPr>
            <a:r>
              <a:rPr lang="en-US" sz="1200" b="1" dirty="0">
                <a:solidFill>
                  <a:srgbClr val="24A46B"/>
                </a:solidFill>
                <a:latin typeface="Microsoft YaHei" pitchFamily="34" charset="0"/>
                <a:ea typeface="Microsoft YaHei" pitchFamily="34" charset="-122"/>
                <a:cs typeface="Microsoft YaHei" pitchFamily="34" charset="-120"/>
              </a:rPr>
              <a:t>2030</a:t>
            </a:r>
            <a:endParaRPr lang="en-US" sz="1200" dirty="0"/>
          </a:p>
        </p:txBody>
      </p:sp>
      <p:sp>
        <p:nvSpPr>
          <p:cNvPr id="33" name="Text 29">
            <a:extLst>
              <a:ext uri="{FF2B5EF4-FFF2-40B4-BE49-F238E27FC236}">
                <a16:creationId xmlns:a16="http://schemas.microsoft.com/office/drawing/2014/main" id="{DFF48A1F-6360-764F-C302-753F86FDD207}"/>
              </a:ext>
            </a:extLst>
          </p:cNvPr>
          <p:cNvSpPr/>
          <p:nvPr/>
        </p:nvSpPr>
        <p:spPr>
          <a:xfrm>
            <a:off x="10753344" y="2569464"/>
            <a:ext cx="658368" cy="219456"/>
          </a:xfrm>
          <a:prstGeom prst="rect">
            <a:avLst/>
          </a:prstGeom>
          <a:noFill/>
          <a:ln/>
        </p:spPr>
        <p:txBody>
          <a:bodyPr wrap="square" lIns="0" tIns="0" rIns="0" bIns="0" rtlCol="0" anchor="ctr"/>
          <a:lstStyle/>
          <a:p>
            <a:pPr marL="0" indent="0">
              <a:buNone/>
            </a:pPr>
            <a:r>
              <a:rPr lang="en-US" sz="1200" b="1" dirty="0">
                <a:solidFill>
                  <a:srgbClr val="1F3A30"/>
                </a:solidFill>
                <a:latin typeface="Microsoft YaHei" pitchFamily="34" charset="0"/>
                <a:ea typeface="Microsoft YaHei" pitchFamily="34" charset="-122"/>
                <a:cs typeface="Microsoft YaHei" pitchFamily="34" charset="-120"/>
              </a:rPr>
              <a:t>碳达峰</a:t>
            </a:r>
            <a:endParaRPr lang="en-US" sz="1200" dirty="0"/>
          </a:p>
        </p:txBody>
      </p:sp>
      <p:sp>
        <p:nvSpPr>
          <p:cNvPr id="34" name="Shape 30">
            <a:extLst>
              <a:ext uri="{FF2B5EF4-FFF2-40B4-BE49-F238E27FC236}">
                <a16:creationId xmlns:a16="http://schemas.microsoft.com/office/drawing/2014/main" id="{98A14BF7-4A9C-B5F1-DEC6-14DB5DC079E5}"/>
              </a:ext>
            </a:extLst>
          </p:cNvPr>
          <p:cNvSpPr/>
          <p:nvPr/>
        </p:nvSpPr>
        <p:spPr>
          <a:xfrm>
            <a:off x="10259568" y="3346704"/>
            <a:ext cx="310896" cy="310896"/>
          </a:xfrm>
          <a:prstGeom prst="ellipse">
            <a:avLst/>
          </a:prstGeom>
          <a:solidFill>
            <a:srgbClr val="FFFFFF"/>
          </a:solidFill>
          <a:ln w="25400">
            <a:solidFill>
              <a:srgbClr val="24A46B"/>
            </a:solidFill>
            <a:prstDash val="solid"/>
          </a:ln>
        </p:spPr>
      </p:sp>
      <p:sp>
        <p:nvSpPr>
          <p:cNvPr id="35" name="Text 31">
            <a:extLst>
              <a:ext uri="{FF2B5EF4-FFF2-40B4-BE49-F238E27FC236}">
                <a16:creationId xmlns:a16="http://schemas.microsoft.com/office/drawing/2014/main" id="{F15A2DD4-3CF8-6F66-D175-730B6B6E6CEA}"/>
              </a:ext>
            </a:extLst>
          </p:cNvPr>
          <p:cNvSpPr/>
          <p:nvPr/>
        </p:nvSpPr>
        <p:spPr>
          <a:xfrm>
            <a:off x="9464040" y="3319272"/>
            <a:ext cx="685800" cy="219456"/>
          </a:xfrm>
          <a:prstGeom prst="rect">
            <a:avLst/>
          </a:prstGeom>
          <a:noFill/>
          <a:ln/>
        </p:spPr>
        <p:txBody>
          <a:bodyPr wrap="square" lIns="0" tIns="0" rIns="0" bIns="0" rtlCol="0" anchor="ctr"/>
          <a:lstStyle/>
          <a:p>
            <a:pPr marL="0" indent="0" algn="r">
              <a:buNone/>
            </a:pPr>
            <a:r>
              <a:rPr lang="en-US" sz="1200" b="1" dirty="0">
                <a:solidFill>
                  <a:srgbClr val="24A46B"/>
                </a:solidFill>
                <a:latin typeface="Microsoft YaHei" pitchFamily="34" charset="0"/>
                <a:ea typeface="Microsoft YaHei" pitchFamily="34" charset="-122"/>
                <a:cs typeface="Microsoft YaHei" pitchFamily="34" charset="-120"/>
              </a:rPr>
              <a:t>2060</a:t>
            </a:r>
            <a:endParaRPr lang="en-US" sz="1200" dirty="0"/>
          </a:p>
        </p:txBody>
      </p:sp>
      <p:sp>
        <p:nvSpPr>
          <p:cNvPr id="36" name="Text 32">
            <a:extLst>
              <a:ext uri="{FF2B5EF4-FFF2-40B4-BE49-F238E27FC236}">
                <a16:creationId xmlns:a16="http://schemas.microsoft.com/office/drawing/2014/main" id="{B442E2E7-9C84-DA7F-DC26-D3B357D950B4}"/>
              </a:ext>
            </a:extLst>
          </p:cNvPr>
          <p:cNvSpPr/>
          <p:nvPr/>
        </p:nvSpPr>
        <p:spPr>
          <a:xfrm>
            <a:off x="10753344" y="3319272"/>
            <a:ext cx="658368" cy="219456"/>
          </a:xfrm>
          <a:prstGeom prst="rect">
            <a:avLst/>
          </a:prstGeom>
          <a:noFill/>
          <a:ln/>
        </p:spPr>
        <p:txBody>
          <a:bodyPr wrap="square" lIns="0" tIns="0" rIns="0" bIns="0" rtlCol="0" anchor="ctr"/>
          <a:lstStyle/>
          <a:p>
            <a:pPr marL="0" indent="0">
              <a:buNone/>
            </a:pPr>
            <a:r>
              <a:rPr lang="en-US" sz="1200" b="1" dirty="0">
                <a:solidFill>
                  <a:srgbClr val="1F3A30"/>
                </a:solidFill>
                <a:latin typeface="Microsoft YaHei" pitchFamily="34" charset="0"/>
                <a:ea typeface="Microsoft YaHei" pitchFamily="34" charset="-122"/>
                <a:cs typeface="Microsoft YaHei" pitchFamily="34" charset="-120"/>
              </a:rPr>
              <a:t>碳中和</a:t>
            </a:r>
            <a:endParaRPr lang="en-US" sz="1200" dirty="0"/>
          </a:p>
        </p:txBody>
      </p:sp>
      <p:sp>
        <p:nvSpPr>
          <p:cNvPr id="37" name="Shape 33">
            <a:extLst>
              <a:ext uri="{FF2B5EF4-FFF2-40B4-BE49-F238E27FC236}">
                <a16:creationId xmlns:a16="http://schemas.microsoft.com/office/drawing/2014/main" id="{F21A1A5F-F66F-DE57-16D2-8944037F2C7F}"/>
              </a:ext>
            </a:extLst>
          </p:cNvPr>
          <p:cNvSpPr/>
          <p:nvPr/>
        </p:nvSpPr>
        <p:spPr>
          <a:xfrm>
            <a:off x="10259568" y="4096512"/>
            <a:ext cx="310896" cy="310896"/>
          </a:xfrm>
          <a:prstGeom prst="ellipse">
            <a:avLst/>
          </a:prstGeom>
          <a:solidFill>
            <a:srgbClr val="FFFFFF"/>
          </a:solidFill>
          <a:ln w="25400">
            <a:solidFill>
              <a:srgbClr val="24A46B"/>
            </a:solidFill>
            <a:prstDash val="solid"/>
          </a:ln>
        </p:spPr>
      </p:sp>
      <p:sp>
        <p:nvSpPr>
          <p:cNvPr id="38" name="Text 34">
            <a:extLst>
              <a:ext uri="{FF2B5EF4-FFF2-40B4-BE49-F238E27FC236}">
                <a16:creationId xmlns:a16="http://schemas.microsoft.com/office/drawing/2014/main" id="{471C26F9-7852-D8D4-5F93-C6DA61C646A4}"/>
              </a:ext>
            </a:extLst>
          </p:cNvPr>
          <p:cNvSpPr/>
          <p:nvPr/>
        </p:nvSpPr>
        <p:spPr>
          <a:xfrm>
            <a:off x="9464040" y="4069080"/>
            <a:ext cx="685800" cy="219456"/>
          </a:xfrm>
          <a:prstGeom prst="rect">
            <a:avLst/>
          </a:prstGeom>
          <a:noFill/>
          <a:ln/>
        </p:spPr>
        <p:txBody>
          <a:bodyPr wrap="square" lIns="0" tIns="0" rIns="0" bIns="0" rtlCol="0" anchor="ctr"/>
          <a:lstStyle/>
          <a:p>
            <a:pPr marL="0" indent="0" algn="r">
              <a:buNone/>
            </a:pPr>
            <a:r>
              <a:rPr lang="en-US" sz="1200" b="1" dirty="0">
                <a:solidFill>
                  <a:srgbClr val="24A46B"/>
                </a:solidFill>
                <a:latin typeface="Microsoft YaHei" pitchFamily="34" charset="0"/>
                <a:ea typeface="Microsoft YaHei" pitchFamily="34" charset="-122"/>
                <a:cs typeface="Microsoft YaHei" pitchFamily="34" charset="-120"/>
              </a:rPr>
              <a:t>1+N</a:t>
            </a:r>
            <a:endParaRPr lang="en-US" sz="1200" dirty="0"/>
          </a:p>
        </p:txBody>
      </p:sp>
      <p:sp>
        <p:nvSpPr>
          <p:cNvPr id="39" name="Text 35">
            <a:extLst>
              <a:ext uri="{FF2B5EF4-FFF2-40B4-BE49-F238E27FC236}">
                <a16:creationId xmlns:a16="http://schemas.microsoft.com/office/drawing/2014/main" id="{45B0F4B5-36E2-8541-7380-D79DAC51B69E}"/>
              </a:ext>
            </a:extLst>
          </p:cNvPr>
          <p:cNvSpPr/>
          <p:nvPr/>
        </p:nvSpPr>
        <p:spPr>
          <a:xfrm>
            <a:off x="10753344" y="4069080"/>
            <a:ext cx="658368" cy="219456"/>
          </a:xfrm>
          <a:prstGeom prst="rect">
            <a:avLst/>
          </a:prstGeom>
          <a:noFill/>
          <a:ln/>
        </p:spPr>
        <p:txBody>
          <a:bodyPr wrap="square" lIns="0" tIns="0" rIns="0" bIns="0" rtlCol="0" anchor="ctr"/>
          <a:lstStyle/>
          <a:p>
            <a:pPr marL="0" indent="0">
              <a:buNone/>
            </a:pPr>
            <a:r>
              <a:rPr lang="en-US" sz="1200" b="1" dirty="0">
                <a:solidFill>
                  <a:srgbClr val="1F3A30"/>
                </a:solidFill>
                <a:latin typeface="Microsoft YaHei" pitchFamily="34" charset="0"/>
                <a:ea typeface="Microsoft YaHei" pitchFamily="34" charset="-122"/>
                <a:cs typeface="Microsoft YaHei" pitchFamily="34" charset="-120"/>
              </a:rPr>
              <a:t>政策体系</a:t>
            </a:r>
            <a:endParaRPr lang="en-US" sz="1200" dirty="0"/>
          </a:p>
        </p:txBody>
      </p:sp>
      <p:sp>
        <p:nvSpPr>
          <p:cNvPr id="40" name="Text 36">
            <a:extLst>
              <a:ext uri="{FF2B5EF4-FFF2-40B4-BE49-F238E27FC236}">
                <a16:creationId xmlns:a16="http://schemas.microsoft.com/office/drawing/2014/main" id="{A89BE99B-1F9F-BBE9-E096-50D6FBABA346}"/>
              </a:ext>
            </a:extLst>
          </p:cNvPr>
          <p:cNvSpPr/>
          <p:nvPr/>
        </p:nvSpPr>
        <p:spPr>
          <a:xfrm>
            <a:off x="9473184" y="4709160"/>
            <a:ext cx="1901952" cy="438912"/>
          </a:xfrm>
          <a:prstGeom prst="rect">
            <a:avLst/>
          </a:prstGeom>
          <a:noFill/>
          <a:ln/>
        </p:spPr>
        <p:txBody>
          <a:bodyPr wrap="square" lIns="381" tIns="381" rIns="381" bIns="381" rtlCol="0" anchor="ctr">
            <a:normAutofit/>
          </a:bodyPr>
          <a:lstStyle/>
          <a:p>
            <a:pPr marL="0" indent="0" algn="ctr">
              <a:buNone/>
            </a:pPr>
            <a:r>
              <a:rPr lang="en-US" sz="950" dirty="0">
                <a:solidFill>
                  <a:srgbClr val="5D766A"/>
                </a:solidFill>
                <a:latin typeface="Microsoft YaHei" pitchFamily="34" charset="0"/>
                <a:ea typeface="Microsoft YaHei" pitchFamily="34" charset="-122"/>
                <a:cs typeface="Microsoft YaHei" pitchFamily="34" charset="-120"/>
              </a:rPr>
              <a:t>校园水电、餐损、出行均属于节能降碳、低碳交通与全民行动的重要落地场景。</a:t>
            </a:r>
            <a:endParaRPr lang="en-US" sz="950" dirty="0"/>
          </a:p>
        </p:txBody>
      </p:sp>
      <p:sp>
        <p:nvSpPr>
          <p:cNvPr id="41" name="Shape 37">
            <a:extLst>
              <a:ext uri="{FF2B5EF4-FFF2-40B4-BE49-F238E27FC236}">
                <a16:creationId xmlns:a16="http://schemas.microsoft.com/office/drawing/2014/main" id="{B9E65A7B-4AAD-CA02-8CA8-554A8E1DF62C}"/>
              </a:ext>
            </a:extLst>
          </p:cNvPr>
          <p:cNvSpPr/>
          <p:nvPr/>
        </p:nvSpPr>
        <p:spPr>
          <a:xfrm>
            <a:off x="658368" y="5779008"/>
            <a:ext cx="10881360" cy="502920"/>
          </a:xfrm>
          <a:prstGeom prst="roundRect">
            <a:avLst>
              <a:gd name="adj" fmla="val 21818"/>
            </a:avLst>
          </a:prstGeom>
          <a:solidFill>
            <a:srgbClr val="DDF3E8"/>
          </a:solidFill>
          <a:ln w="7620">
            <a:solidFill>
              <a:srgbClr val="C8E7D7"/>
            </a:solidFill>
            <a:prstDash val="solid"/>
          </a:ln>
        </p:spPr>
      </p:sp>
      <p:sp>
        <p:nvSpPr>
          <p:cNvPr id="42" name="Text 38">
            <a:extLst>
              <a:ext uri="{FF2B5EF4-FFF2-40B4-BE49-F238E27FC236}">
                <a16:creationId xmlns:a16="http://schemas.microsoft.com/office/drawing/2014/main" id="{F3DB29F0-748D-AEED-48DF-000179F154CB}"/>
              </a:ext>
            </a:extLst>
          </p:cNvPr>
          <p:cNvSpPr/>
          <p:nvPr/>
        </p:nvSpPr>
        <p:spPr>
          <a:xfrm>
            <a:off x="960120" y="5925312"/>
            <a:ext cx="10241280" cy="201168"/>
          </a:xfrm>
          <a:prstGeom prst="rect">
            <a:avLst/>
          </a:prstGeom>
          <a:noFill/>
          <a:ln/>
        </p:spPr>
        <p:txBody>
          <a:bodyPr wrap="square" lIns="0" tIns="0" rIns="0" bIns="0" rtlCol="0" anchor="ctr"/>
          <a:lstStyle/>
          <a:p>
            <a:pPr marL="0" indent="0" algn="ctr">
              <a:buNone/>
            </a:pPr>
            <a:r>
              <a:rPr lang="en-US" sz="1350" b="1" dirty="0">
                <a:solidFill>
                  <a:srgbClr val="1F3A30"/>
                </a:solidFill>
                <a:latin typeface="Microsoft YaHei" pitchFamily="34" charset="0"/>
                <a:ea typeface="Microsoft YaHei" pitchFamily="34" charset="-122"/>
                <a:cs typeface="Microsoft YaHei" pitchFamily="34" charset="-120"/>
              </a:rPr>
              <a:t>核心场景：宿舍水电节能管控  ｜  餐厅餐损减量治理  ｜  校园低碳出行引导</a:t>
            </a:r>
            <a:endParaRPr lang="en-US" sz="1350" dirty="0"/>
          </a:p>
        </p:txBody>
      </p:sp>
    </p:spTree>
  </p:cSld>
  <p:clrMapOvr>
    <a:masterClrMapping/>
  </p:clrMapOvr>
  <mc:AlternateContent xmlns:mc="http://schemas.openxmlformats.org/markup-compatibility/2006" xmlns:p14="http://schemas.microsoft.com/office/powerpoint/2010/main">
    <mc:Choice Requires="p14">
      <p:transition spd="slow" p14:dur="1600" advTm="0">
        <p14:gallery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14:presetBounceEnd="81000">
                                      <p:stCondLst>
                                        <p:cond delay="0"/>
                                      </p:stCondLst>
                                      <p:childTnLst>
                                        <p:set>
                                          <p:cBhvr>
                                            <p:cTn id="6" dur="1" fill="hold">
                                              <p:stCondLst>
                                                <p:cond delay="0"/>
                                              </p:stCondLst>
                                            </p:cTn>
                                            <p:tgtEl>
                                              <p:spTgt spid="127"/>
                                            </p:tgtEl>
                                            <p:attrNameLst>
                                              <p:attrName>style.visibility</p:attrName>
                                            </p:attrNameLst>
                                          </p:cBhvr>
                                          <p:to>
                                            <p:strVal val="visible"/>
                                          </p:to>
                                        </p:set>
                                        <p:anim calcmode="lin" valueType="num" p14:bounceEnd="81000">
                                          <p:cBhvr additive="base">
                                            <p:cTn id="7" dur="1000" fill="hold"/>
                                            <p:tgtEl>
                                              <p:spTgt spid="127"/>
                                            </p:tgtEl>
                                            <p:attrNameLst>
                                              <p:attrName>ppt_x</p:attrName>
                                            </p:attrNameLst>
                                          </p:cBhvr>
                                          <p:tavLst>
                                            <p:tav tm="0">
                                              <p:val>
                                                <p:strVal val="#ppt_x"/>
                                              </p:val>
                                            </p:tav>
                                            <p:tav tm="100000">
                                              <p:val>
                                                <p:strVal val="#ppt_x"/>
                                              </p:val>
                                            </p:tav>
                                          </p:tavLst>
                                        </p:anim>
                                        <p:anim calcmode="lin" valueType="num" p14:bounceEnd="81000">
                                          <p:cBhvr additive="base">
                                            <p:cTn id="8" dur="1000" fill="hold"/>
                                            <p:tgtEl>
                                              <p:spTgt spid="127"/>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134"/>
                                            </p:tgtEl>
                                            <p:attrNameLst>
                                              <p:attrName>style.visibility</p:attrName>
                                            </p:attrNameLst>
                                          </p:cBhvr>
                                          <p:to>
                                            <p:strVal val="visible"/>
                                          </p:to>
                                        </p:set>
                                        <p:animEffect transition="in" filter="wipe(left)">
                                          <p:cBhvr>
                                            <p:cTn id="12"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27"/>
                                            </p:tgtEl>
                                            <p:attrNameLst>
                                              <p:attrName>style.visibility</p:attrName>
                                            </p:attrNameLst>
                                          </p:cBhvr>
                                          <p:to>
                                            <p:strVal val="visible"/>
                                          </p:to>
                                        </p:set>
                                        <p:anim calcmode="lin" valueType="num">
                                          <p:cBhvr additive="base">
                                            <p:cTn id="7" dur="1000" fill="hold"/>
                                            <p:tgtEl>
                                              <p:spTgt spid="127"/>
                                            </p:tgtEl>
                                            <p:attrNameLst>
                                              <p:attrName>ppt_x</p:attrName>
                                            </p:attrNameLst>
                                          </p:cBhvr>
                                          <p:tavLst>
                                            <p:tav tm="0">
                                              <p:val>
                                                <p:strVal val="#ppt_x"/>
                                              </p:val>
                                            </p:tav>
                                            <p:tav tm="100000">
                                              <p:val>
                                                <p:strVal val="#ppt_x"/>
                                              </p:val>
                                            </p:tav>
                                          </p:tavLst>
                                        </p:anim>
                                        <p:anim calcmode="lin" valueType="num">
                                          <p:cBhvr additive="base">
                                            <p:cTn id="8" dur="1000" fill="hold"/>
                                            <p:tgtEl>
                                              <p:spTgt spid="127"/>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134"/>
                                            </p:tgtEl>
                                            <p:attrNameLst>
                                              <p:attrName>style.visibility</p:attrName>
                                            </p:attrNameLst>
                                          </p:cBhvr>
                                          <p:to>
                                            <p:strVal val="visible"/>
                                          </p:to>
                                        </p:set>
                                        <p:animEffect transition="in" filter="wipe(left)">
                                          <p:cBhvr>
                                            <p:cTn id="12"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0"/>
        </p:bldLst>
      </p:timing>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1295467" y="2734250"/>
            <a:ext cx="1897933" cy="1897933"/>
          </a:xfrm>
          <a:prstGeom prst="ellipse">
            <a:avLst/>
          </a:prstGeom>
          <a:solidFill>
            <a:schemeClr val="accent1">
              <a:lumMod val="100000"/>
            </a:schemeClr>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nvGrpSpPr>
          <p:cNvPr id="5" name="组合 4"/>
          <p:cNvGrpSpPr/>
          <p:nvPr/>
        </p:nvGrpSpPr>
        <p:grpSpPr>
          <a:xfrm>
            <a:off x="4022736" y="1842101"/>
            <a:ext cx="3795144" cy="3795144"/>
            <a:chOff x="304800" y="673100"/>
            <a:chExt cx="4000500" cy="4000500"/>
          </a:xfrm>
          <a:effectLst>
            <a:outerShdw blurRad="444500" dist="254000" dir="8100000" algn="tr" rotWithShape="0">
              <a:prstClr val="black">
                <a:alpha val="50000"/>
              </a:prstClr>
            </a:outerShdw>
          </a:effectLst>
        </p:grpSpPr>
        <p:sp>
          <p:nvSpPr>
            <p:cNvPr id="6" name="同心圆 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 name="椭圆 6"/>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6576054" y="1880761"/>
            <a:ext cx="831871" cy="831871"/>
            <a:chOff x="304800" y="673100"/>
            <a:chExt cx="4000500" cy="4000500"/>
          </a:xfrm>
          <a:effectLst>
            <a:outerShdw blurRad="317500" dist="190500" dir="8100000" algn="tr" rotWithShape="0">
              <a:prstClr val="black">
                <a:alpha val="50000"/>
              </a:prstClr>
            </a:outerShdw>
          </a:effectLst>
        </p:grpSpPr>
        <p:sp>
          <p:nvSpPr>
            <p:cNvPr id="9" name="同心圆 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335" b="1" dirty="0">
                <a:solidFill>
                  <a:srgbClr val="C00002"/>
                </a:solidFill>
                <a:latin typeface="微软雅黑" panose="020B0503020204020204" pitchFamily="34" charset="-122"/>
                <a:ea typeface="微软雅黑" panose="020B0503020204020204" pitchFamily="34" charset="-122"/>
              </a:endParaRPr>
            </a:p>
          </p:txBody>
        </p:sp>
        <p:sp>
          <p:nvSpPr>
            <p:cNvPr id="10" name="椭圆 9"/>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335" b="1" dirty="0">
                  <a:solidFill>
                    <a:schemeClr val="accent1">
                      <a:lumMod val="100000"/>
                    </a:schemeClr>
                  </a:solidFill>
                  <a:latin typeface="微软雅黑" panose="020B0503020204020204" pitchFamily="34" charset="-122"/>
                  <a:ea typeface="微软雅黑" panose="020B0503020204020204" pitchFamily="34" charset="-122"/>
                </a:rPr>
                <a:t>1</a:t>
              </a:r>
              <a:endParaRPr lang="zh-CN" altLang="en-US" sz="3335" b="1" dirty="0">
                <a:solidFill>
                  <a:schemeClr val="accent1">
                    <a:lumMod val="100000"/>
                  </a:schemeClr>
                </a:solidFill>
                <a:latin typeface="微软雅黑" panose="020B0503020204020204" pitchFamily="34" charset="-122"/>
                <a:ea typeface="微软雅黑" panose="020B0503020204020204" pitchFamily="34" charset="-122"/>
              </a:endParaRPr>
            </a:p>
          </p:txBody>
        </p:sp>
      </p:grpSp>
      <p:grpSp>
        <p:nvGrpSpPr>
          <p:cNvPr id="11" name="组合 10"/>
          <p:cNvGrpSpPr/>
          <p:nvPr/>
        </p:nvGrpSpPr>
        <p:grpSpPr>
          <a:xfrm>
            <a:off x="7302785" y="3267281"/>
            <a:ext cx="831871" cy="831871"/>
            <a:chOff x="304800" y="673100"/>
            <a:chExt cx="4000500" cy="4000500"/>
          </a:xfrm>
          <a:effectLst>
            <a:outerShdw blurRad="317500" dist="190500" dir="8100000" algn="tr" rotWithShape="0">
              <a:prstClr val="black">
                <a:alpha val="50000"/>
              </a:prstClr>
            </a:outerShdw>
          </a:effectLst>
        </p:grpSpPr>
        <p:sp>
          <p:nvSpPr>
            <p:cNvPr id="12" name="同心圆 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335" b="1" dirty="0">
                <a:solidFill>
                  <a:srgbClr val="C00002"/>
                </a:solidFill>
                <a:latin typeface="微软雅黑" panose="020B0503020204020204" pitchFamily="34" charset="-122"/>
                <a:ea typeface="微软雅黑" panose="020B0503020204020204" pitchFamily="34" charset="-122"/>
              </a:endParaRPr>
            </a:p>
          </p:txBody>
        </p:sp>
        <p:sp>
          <p:nvSpPr>
            <p:cNvPr id="13" name="椭圆 12"/>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335" b="1" dirty="0">
                  <a:solidFill>
                    <a:schemeClr val="accent1">
                      <a:lumMod val="100000"/>
                    </a:schemeClr>
                  </a:solidFill>
                  <a:latin typeface="微软雅黑" panose="020B0503020204020204" pitchFamily="34" charset="-122"/>
                  <a:ea typeface="微软雅黑" panose="020B0503020204020204" pitchFamily="34" charset="-122"/>
                </a:rPr>
                <a:t>2</a:t>
              </a:r>
              <a:endParaRPr lang="zh-CN" altLang="en-US" sz="3335" b="1" dirty="0">
                <a:solidFill>
                  <a:schemeClr val="accent1">
                    <a:lumMod val="100000"/>
                  </a:schemeClr>
                </a:solidFill>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6576054" y="4722545"/>
            <a:ext cx="831871" cy="831871"/>
            <a:chOff x="304800" y="673100"/>
            <a:chExt cx="4000500" cy="4000500"/>
          </a:xfrm>
          <a:effectLst>
            <a:outerShdw blurRad="317500" dist="190500" dir="8100000" algn="tr" rotWithShape="0">
              <a:prstClr val="black">
                <a:alpha val="50000"/>
              </a:prstClr>
            </a:outerShdw>
          </a:effectLst>
        </p:grpSpPr>
        <p:sp>
          <p:nvSpPr>
            <p:cNvPr id="15" name="同心圆 1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335" b="1" dirty="0">
                <a:solidFill>
                  <a:srgbClr val="C00002"/>
                </a:solidFill>
                <a:latin typeface="微软雅黑" panose="020B0503020204020204" pitchFamily="34" charset="-122"/>
                <a:ea typeface="微软雅黑" panose="020B0503020204020204" pitchFamily="34" charset="-122"/>
              </a:endParaRPr>
            </a:p>
          </p:txBody>
        </p:sp>
        <p:sp>
          <p:nvSpPr>
            <p:cNvPr id="16" name="椭圆 15"/>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335" b="1" dirty="0">
                  <a:solidFill>
                    <a:schemeClr val="accent1">
                      <a:lumMod val="100000"/>
                    </a:schemeClr>
                  </a:solidFill>
                  <a:latin typeface="微软雅黑" panose="020B0503020204020204" pitchFamily="34" charset="-122"/>
                  <a:ea typeface="微软雅黑" panose="020B0503020204020204" pitchFamily="34" charset="-122"/>
                </a:rPr>
                <a:t>3</a:t>
              </a:r>
              <a:endParaRPr lang="zh-CN" altLang="en-US" sz="3335" b="1" dirty="0">
                <a:solidFill>
                  <a:schemeClr val="accent1">
                    <a:lumMod val="100000"/>
                  </a:schemeClr>
                </a:solidFill>
                <a:latin typeface="微软雅黑" panose="020B0503020204020204" pitchFamily="34" charset="-122"/>
                <a:ea typeface="微软雅黑" panose="020B0503020204020204" pitchFamily="34" charset="-122"/>
              </a:endParaRPr>
            </a:p>
          </p:txBody>
        </p:sp>
      </p:grpSp>
      <p:sp>
        <p:nvSpPr>
          <p:cNvPr id="17" name="TextBox 15"/>
          <p:cNvSpPr txBox="1"/>
          <p:nvPr/>
        </p:nvSpPr>
        <p:spPr>
          <a:xfrm>
            <a:off x="1902995" y="3478160"/>
            <a:ext cx="682879" cy="410112"/>
          </a:xfrm>
          <a:prstGeom prst="rect">
            <a:avLst/>
          </a:prstGeom>
          <a:noFill/>
        </p:spPr>
        <p:txBody>
          <a:bodyPr wrap="none" lIns="0" tIns="0" rIns="0" bIns="0" rtlCol="0">
            <a:spAutoFit/>
          </a:bodyPr>
          <a:lstStyle/>
          <a:p>
            <a:pPr algn="ctr"/>
            <a:r>
              <a:rPr lang="zh-CN" altLang="en-US" sz="2665" b="1" dirty="0">
                <a:solidFill>
                  <a:schemeClr val="bg1"/>
                </a:solidFill>
                <a:latin typeface="微软雅黑" panose="020B0503020204020204" pitchFamily="34" charset="-122"/>
                <a:ea typeface="微软雅黑" panose="020B0503020204020204" pitchFamily="34" charset="-122"/>
              </a:rPr>
              <a:t>项目</a:t>
            </a:r>
          </a:p>
        </p:txBody>
      </p:sp>
      <p:sp>
        <p:nvSpPr>
          <p:cNvPr id="19" name="TextBox 17"/>
          <p:cNvSpPr txBox="1"/>
          <p:nvPr/>
        </p:nvSpPr>
        <p:spPr>
          <a:xfrm>
            <a:off x="8275701" y="3751581"/>
            <a:ext cx="2934117" cy="495136"/>
          </a:xfrm>
          <a:prstGeom prst="rect">
            <a:avLst/>
          </a:prstGeom>
          <a:noFill/>
        </p:spPr>
        <p:txBody>
          <a:bodyPr wrap="square" lIns="0" tIns="0" rIns="0" bIns="0" rtlCol="0">
            <a:spAutoFit/>
          </a:bodyPr>
          <a:lstStyle/>
          <a:p>
            <a:pPr algn="ct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记录餐厅浪费数据，统计餐损情况，结合积分机制减少食物浪费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0" name="TextBox 18"/>
          <p:cNvSpPr txBox="1"/>
          <p:nvPr/>
        </p:nvSpPr>
        <p:spPr>
          <a:xfrm>
            <a:off x="7510990" y="5197096"/>
            <a:ext cx="2934117" cy="753668"/>
          </a:xfrm>
          <a:prstGeom prst="rect">
            <a:avLst/>
          </a:prstGeom>
          <a:noFill/>
        </p:spPr>
        <p:txBody>
          <a:bodyPr wrap="square" lIns="0" tIns="0" rIns="0" bIns="0" rtlCol="0">
            <a:spAutoFit/>
          </a:bodyPr>
          <a:lstStyle/>
          <a:p>
            <a:pPr algn="r">
              <a:lnSpc>
                <a:spcPct val="120000"/>
              </a:lnSpc>
            </a:pPr>
            <a:r>
              <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rPr>
              <a:t>	</a:t>
            </a: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记录步行、骑行、公交等绿色出行方式，计算低碳积分并形成激励</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1" name="TextBox 19"/>
          <p:cNvSpPr txBox="1"/>
          <p:nvPr/>
        </p:nvSpPr>
        <p:spPr>
          <a:xfrm>
            <a:off x="4480689" y="3474643"/>
            <a:ext cx="2846581" cy="342401"/>
          </a:xfrm>
          <a:prstGeom prst="rect">
            <a:avLst/>
          </a:prstGeom>
          <a:noFill/>
        </p:spPr>
        <p:txBody>
          <a:bodyPr wrap="square" lIns="0" tIns="0" rIns="0" bIns="0" rtlCol="0">
            <a:spAutoFit/>
          </a:bodyPr>
          <a:lstStyle/>
          <a:p>
            <a:pPr>
              <a:lnSpc>
                <a:spcPct val="120000"/>
              </a:lnSpc>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rPr>
              <a:t>绿色低碳校园管理系统</a:t>
            </a: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2" name="Half Frame 12"/>
          <p:cNvSpPr/>
          <p:nvPr/>
        </p:nvSpPr>
        <p:spPr>
          <a:xfrm rot="8097294">
            <a:off x="3238279" y="3426036"/>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sp>
        <p:nvSpPr>
          <p:cNvPr id="23" name="Text Box 4"/>
          <p:cNvSpPr txBox="1">
            <a:spLocks noChangeArrowheads="1"/>
          </p:cNvSpPr>
          <p:nvPr/>
        </p:nvSpPr>
        <p:spPr bwMode="auto">
          <a:xfrm>
            <a:off x="781532" y="270516"/>
            <a:ext cx="29546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dirty="0"/>
              <a:t>绿色低碳校园系统项目介绍</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5" name="Half Frame 12">
            <a:extLst>
              <a:ext uri="{FF2B5EF4-FFF2-40B4-BE49-F238E27FC236}">
                <a16:creationId xmlns:a16="http://schemas.microsoft.com/office/drawing/2014/main" id="{75F95102-6A56-B840-AEBA-571446A6BC04}"/>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4" name="直线连接符 3">
            <a:extLst>
              <a:ext uri="{FF2B5EF4-FFF2-40B4-BE49-F238E27FC236}">
                <a16:creationId xmlns:a16="http://schemas.microsoft.com/office/drawing/2014/main" id="{524C6864-7D8E-184F-B935-CAB0CCE30526}"/>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388BD9B3-B748-7AB2-E6E4-B570CD407294}"/>
              </a:ext>
            </a:extLst>
          </p:cNvPr>
          <p:cNvSpPr txBox="1"/>
          <p:nvPr/>
        </p:nvSpPr>
        <p:spPr>
          <a:xfrm>
            <a:off x="7615306" y="2282746"/>
            <a:ext cx="3361219" cy="800219"/>
          </a:xfrm>
          <a:prstGeom prst="rect">
            <a:avLst/>
          </a:prstGeom>
          <a:noFill/>
        </p:spPr>
        <p:txBody>
          <a:bodyPr wrap="square" rtlCol="0">
            <a:spAutoFit/>
          </a:bodyPr>
          <a:lstStyle/>
          <a:p>
            <a:pPr algn="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记录宿舍水电使用、余额缴费、用量统计，提升学生节水节电意识。 </a:t>
            </a:r>
            <a:br>
              <a:rPr lang="zh-CN" altLang="en-US" dirty="0"/>
            </a:br>
            <a:endParaRPr lang="zh-CN" altLang="en-US" dirty="0"/>
          </a:p>
        </p:txBody>
      </p:sp>
      <p:sp>
        <p:nvSpPr>
          <p:cNvPr id="26" name="文本框 25">
            <a:extLst>
              <a:ext uri="{FF2B5EF4-FFF2-40B4-BE49-F238E27FC236}">
                <a16:creationId xmlns:a16="http://schemas.microsoft.com/office/drawing/2014/main" id="{972941F7-63A3-A9C9-7317-05ED5C2E9760}"/>
              </a:ext>
            </a:extLst>
          </p:cNvPr>
          <p:cNvSpPr txBox="1"/>
          <p:nvPr/>
        </p:nvSpPr>
        <p:spPr>
          <a:xfrm>
            <a:off x="7510990" y="1841221"/>
            <a:ext cx="2777376" cy="400110"/>
          </a:xfrm>
          <a:prstGeom prst="rect">
            <a:avLst/>
          </a:prstGeom>
          <a:noFill/>
        </p:spPr>
        <p:txBody>
          <a:bodyPr wrap="square" rtlCol="0">
            <a:spAutoFit/>
          </a:bodyPr>
          <a:lstStyle/>
          <a:p>
            <a:pPr algn="ctr"/>
            <a:r>
              <a:rPr lang="zh-CN" altLang="en-US" sz="2000" b="1" dirty="0">
                <a:solidFill>
                  <a:schemeClr val="accent1">
                    <a:lumMod val="100000"/>
                  </a:schemeClr>
                </a:solidFill>
                <a:latin typeface="微软雅黑" panose="020B0503020204020204" pitchFamily="34" charset="-122"/>
                <a:ea typeface="微软雅黑" panose="020B0503020204020204" pitchFamily="34" charset="-122"/>
              </a:rPr>
              <a:t>校园水电低碳管理</a:t>
            </a:r>
          </a:p>
        </p:txBody>
      </p:sp>
      <p:sp>
        <p:nvSpPr>
          <p:cNvPr id="27" name="文本框 26">
            <a:extLst>
              <a:ext uri="{FF2B5EF4-FFF2-40B4-BE49-F238E27FC236}">
                <a16:creationId xmlns:a16="http://schemas.microsoft.com/office/drawing/2014/main" id="{7CE2F7B2-3403-ECFC-4423-C42F5DA7E4D1}"/>
              </a:ext>
            </a:extLst>
          </p:cNvPr>
          <p:cNvSpPr txBox="1"/>
          <p:nvPr/>
        </p:nvSpPr>
        <p:spPr>
          <a:xfrm>
            <a:off x="7785091" y="3289791"/>
            <a:ext cx="2739398" cy="400110"/>
          </a:xfrm>
          <a:prstGeom prst="rect">
            <a:avLst/>
          </a:prstGeom>
          <a:noFill/>
        </p:spPr>
        <p:txBody>
          <a:bodyPr wrap="square" rtlCol="0">
            <a:spAutoFit/>
          </a:bodyPr>
          <a:lstStyle/>
          <a:p>
            <a:pPr algn="ctr"/>
            <a:r>
              <a:rPr lang="zh-CN" altLang="en-US" sz="2000" b="1" dirty="0">
                <a:solidFill>
                  <a:schemeClr val="accent1">
                    <a:lumMod val="100000"/>
                  </a:schemeClr>
                </a:solidFill>
                <a:latin typeface="微软雅黑" panose="020B0503020204020204" pitchFamily="34" charset="-122"/>
                <a:ea typeface="微软雅黑" panose="020B0503020204020204" pitchFamily="34" charset="-122"/>
              </a:rPr>
              <a:t>餐厅残损管理</a:t>
            </a:r>
          </a:p>
        </p:txBody>
      </p:sp>
      <p:sp>
        <p:nvSpPr>
          <p:cNvPr id="28" name="文本框 27">
            <a:extLst>
              <a:ext uri="{FF2B5EF4-FFF2-40B4-BE49-F238E27FC236}">
                <a16:creationId xmlns:a16="http://schemas.microsoft.com/office/drawing/2014/main" id="{304D1AEC-7519-A2FF-78D1-31203C759B41}"/>
              </a:ext>
            </a:extLst>
          </p:cNvPr>
          <p:cNvSpPr txBox="1"/>
          <p:nvPr/>
        </p:nvSpPr>
        <p:spPr>
          <a:xfrm>
            <a:off x="7407925" y="4796986"/>
            <a:ext cx="2771580" cy="400110"/>
          </a:xfrm>
          <a:prstGeom prst="rect">
            <a:avLst/>
          </a:prstGeom>
          <a:noFill/>
        </p:spPr>
        <p:txBody>
          <a:bodyPr wrap="square" rtlCol="0">
            <a:spAutoFit/>
          </a:bodyPr>
          <a:lstStyle/>
          <a:p>
            <a:pPr algn="ctr"/>
            <a:r>
              <a:rPr lang="zh-CN" altLang="en-US" sz="2000" b="1" dirty="0">
                <a:solidFill>
                  <a:schemeClr val="accent1">
                    <a:lumMod val="100000"/>
                  </a:schemeClr>
                </a:solidFill>
                <a:latin typeface="微软雅黑" panose="020B0503020204020204" pitchFamily="34" charset="-122"/>
                <a:ea typeface="微软雅黑" panose="020B0503020204020204" pitchFamily="34" charset="-122"/>
              </a:rPr>
              <a:t>低碳出行管理</a:t>
            </a:r>
          </a:p>
        </p:txBody>
      </p:sp>
    </p:spTree>
  </p:cSld>
  <p:clrMapOvr>
    <a:masterClrMapping/>
  </p:clrMapOvr>
  <mc:AlternateContent xmlns:mc="http://schemas.openxmlformats.org/markup-compatibility/2006" xmlns:p14="http://schemas.microsoft.com/office/powerpoint/2010/main">
    <mc:Choice Requires="p14">
      <p:transition spd="slow" p14:dur="1250" advTm="0">
        <p14:flip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2000" fill="hold" grpId="0" nodeType="afterEffect" p14:presetBounceEnd="44000">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14:bounceEnd="44000">
                                          <p:cBhvr additive="base">
                                            <p:cTn id="7" dur="1000" fill="hold"/>
                                            <p:tgtEl>
                                              <p:spTgt spid="3"/>
                                            </p:tgtEl>
                                            <p:attrNameLst>
                                              <p:attrName>ppt_x</p:attrName>
                                            </p:attrNameLst>
                                          </p:cBhvr>
                                          <p:tavLst>
                                            <p:tav tm="0">
                                              <p:val>
                                                <p:strVal val="0-#ppt_w/2"/>
                                              </p:val>
                                            </p:tav>
                                            <p:tav tm="100000">
                                              <p:val>
                                                <p:strVal val="#ppt_x"/>
                                              </p:val>
                                            </p:tav>
                                          </p:tavLst>
                                        </p:anim>
                                        <p:anim calcmode="lin" valueType="num" p14:bounceEnd="44000">
                                          <p:cBhvr additive="base">
                                            <p:cTn id="8" dur="10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par>
                              <p:cTn id="13" fill="hold">
                                <p:stCondLst>
                                  <p:cond delay="1500"/>
                                </p:stCondLst>
                                <p:childTnLst>
                                  <p:par>
                                    <p:cTn id="14" presetID="53" presetClass="entr" presetSubtype="16" fill="hold" grpId="0" nodeType="afterEffect">
                                      <p:stCondLst>
                                        <p:cond delay="0"/>
                                      </p:stCondLst>
                                      <p:childTnLst>
                                        <p:set>
                                          <p:cBhvr>
                                            <p:cTn id="15" dur="1" fill="hold">
                                              <p:stCondLst>
                                                <p:cond delay="0"/>
                                              </p:stCondLst>
                                            </p:cTn>
                                            <p:tgtEl>
                                              <p:spTgt spid="17"/>
                                            </p:tgtEl>
                                            <p:attrNameLst>
                                              <p:attrName>style.visibility</p:attrName>
                                            </p:attrNameLst>
                                          </p:cBhvr>
                                          <p:to>
                                            <p:strVal val="visible"/>
                                          </p:to>
                                        </p:set>
                                        <p:anim calcmode="lin" valueType="num">
                                          <p:cBhvr>
                                            <p:cTn id="16" dur="500" fill="hold"/>
                                            <p:tgtEl>
                                              <p:spTgt spid="17"/>
                                            </p:tgtEl>
                                            <p:attrNameLst>
                                              <p:attrName>ppt_w</p:attrName>
                                            </p:attrNameLst>
                                          </p:cBhvr>
                                          <p:tavLst>
                                            <p:tav tm="0">
                                              <p:val>
                                                <p:fltVal val="0"/>
                                              </p:val>
                                            </p:tav>
                                            <p:tav tm="100000">
                                              <p:val>
                                                <p:strVal val="#ppt_w"/>
                                              </p:val>
                                            </p:tav>
                                          </p:tavLst>
                                        </p:anim>
                                        <p:anim calcmode="lin" valueType="num">
                                          <p:cBhvr>
                                            <p:cTn id="17" dur="500" fill="hold"/>
                                            <p:tgtEl>
                                              <p:spTgt spid="17"/>
                                            </p:tgtEl>
                                            <p:attrNameLst>
                                              <p:attrName>ppt_h</p:attrName>
                                            </p:attrNameLst>
                                          </p:cBhvr>
                                          <p:tavLst>
                                            <p:tav tm="0">
                                              <p:val>
                                                <p:fltVal val="0"/>
                                              </p:val>
                                            </p:tav>
                                            <p:tav tm="100000">
                                              <p:val>
                                                <p:strVal val="#ppt_h"/>
                                              </p:val>
                                            </p:tav>
                                          </p:tavLst>
                                        </p:anim>
                                        <p:animEffect transition="in" filter="fade">
                                          <p:cBhvr>
                                            <p:cTn id="18" dur="500"/>
                                            <p:tgtEl>
                                              <p:spTgt spid="17"/>
                                            </p:tgtEl>
                                          </p:cBhvr>
                                        </p:animEffect>
                                      </p:childTnLst>
                                    </p:cTn>
                                  </p:par>
                                </p:childTnLst>
                              </p:cTn>
                            </p:par>
                            <p:par>
                              <p:cTn id="19" fill="hold">
                                <p:stCondLst>
                                  <p:cond delay="2000"/>
                                </p:stCondLst>
                                <p:childTnLst>
                                  <p:par>
                                    <p:cTn id="20" presetID="2" presetClass="entr" presetSubtype="4" accel="42000" fill="hold" nodeType="afterEffect" p14:presetBounceEnd="44000">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14:bounceEnd="44000">
                                          <p:cBhvr additive="base">
                                            <p:cTn id="22" dur="1000" fill="hold"/>
                                            <p:tgtEl>
                                              <p:spTgt spid="5"/>
                                            </p:tgtEl>
                                            <p:attrNameLst>
                                              <p:attrName>ppt_x</p:attrName>
                                            </p:attrNameLst>
                                          </p:cBhvr>
                                          <p:tavLst>
                                            <p:tav tm="0">
                                              <p:val>
                                                <p:strVal val="#ppt_x"/>
                                              </p:val>
                                            </p:tav>
                                            <p:tav tm="100000">
                                              <p:val>
                                                <p:strVal val="#ppt_x"/>
                                              </p:val>
                                            </p:tav>
                                          </p:tavLst>
                                        </p:anim>
                                        <p:anim calcmode="lin" valueType="num" p14:bounceEnd="44000">
                                          <p:cBhvr additive="base">
                                            <p:cTn id="23" dur="1000" fill="hold"/>
                                            <p:tgtEl>
                                              <p:spTgt spid="5"/>
                                            </p:tgtEl>
                                            <p:attrNameLst>
                                              <p:attrName>ppt_y</p:attrName>
                                            </p:attrNameLst>
                                          </p:cBhvr>
                                          <p:tavLst>
                                            <p:tav tm="0">
                                              <p:val>
                                                <p:strVal val="1+#ppt_h/2"/>
                                              </p:val>
                                            </p:tav>
                                            <p:tav tm="100000">
                                              <p:val>
                                                <p:strVal val="#ppt_y"/>
                                              </p:val>
                                            </p:tav>
                                          </p:tavLst>
                                        </p:anim>
                                      </p:childTnLst>
                                    </p:cTn>
                                  </p:par>
                                </p:childTnLst>
                              </p:cTn>
                            </p:par>
                            <p:par>
                              <p:cTn id="24" fill="hold">
                                <p:stCondLst>
                                  <p:cond delay="3000"/>
                                </p:stCondLst>
                                <p:childTnLst>
                                  <p:par>
                                    <p:cTn id="25" presetID="22" presetClass="entr" presetSubtype="1" fill="hold" grpId="0" nodeType="after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up)">
                                          <p:cBhvr>
                                            <p:cTn id="27" dur="500"/>
                                            <p:tgtEl>
                                              <p:spTgt spid="21"/>
                                            </p:tgtEl>
                                          </p:cBhvr>
                                        </p:animEffect>
                                      </p:childTnLst>
                                    </p:cTn>
                                  </p:par>
                                </p:childTnLst>
                              </p:cTn>
                            </p:par>
                            <p:par>
                              <p:cTn id="28" fill="hold">
                                <p:stCondLst>
                                  <p:cond delay="3500"/>
                                </p:stCondLst>
                                <p:childTnLst>
                                  <p:par>
                                    <p:cTn id="29" presetID="2" presetClass="entr" presetSubtype="3" accel="52000" fill="hold" nodeType="afterEffect" p14:presetBounceEnd="55000">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14:bounceEnd="55000">
                                          <p:cBhvr additive="base">
                                            <p:cTn id="31" dur="1600" fill="hold"/>
                                            <p:tgtEl>
                                              <p:spTgt spid="8"/>
                                            </p:tgtEl>
                                            <p:attrNameLst>
                                              <p:attrName>ppt_x</p:attrName>
                                            </p:attrNameLst>
                                          </p:cBhvr>
                                          <p:tavLst>
                                            <p:tav tm="0">
                                              <p:val>
                                                <p:strVal val="1+#ppt_w/2"/>
                                              </p:val>
                                            </p:tav>
                                            <p:tav tm="100000">
                                              <p:val>
                                                <p:strVal val="#ppt_x"/>
                                              </p:val>
                                            </p:tav>
                                          </p:tavLst>
                                        </p:anim>
                                        <p:anim calcmode="lin" valueType="num" p14:bounceEnd="55000">
                                          <p:cBhvr additive="base">
                                            <p:cTn id="32" dur="1600" fill="hold"/>
                                            <p:tgtEl>
                                              <p:spTgt spid="8"/>
                                            </p:tgtEl>
                                            <p:attrNameLst>
                                              <p:attrName>ppt_y</p:attrName>
                                            </p:attrNameLst>
                                          </p:cBhvr>
                                          <p:tavLst>
                                            <p:tav tm="0">
                                              <p:val>
                                                <p:strVal val="0-#ppt_h/2"/>
                                              </p:val>
                                            </p:tav>
                                            <p:tav tm="100000">
                                              <p:val>
                                                <p:strVal val="#ppt_y"/>
                                              </p:val>
                                            </p:tav>
                                          </p:tavLst>
                                        </p:anim>
                                      </p:childTnLst>
                                    </p:cTn>
                                  </p:par>
                                  <p:par>
                                    <p:cTn id="33" presetID="2" presetClass="entr" presetSubtype="2" accel="52000" fill="hold" nodeType="withEffect" p14:presetBounceEnd="55000">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14:bounceEnd="55000">
                                          <p:cBhvr additive="base">
                                            <p:cTn id="35" dur="1600" fill="hold"/>
                                            <p:tgtEl>
                                              <p:spTgt spid="11"/>
                                            </p:tgtEl>
                                            <p:attrNameLst>
                                              <p:attrName>ppt_x</p:attrName>
                                            </p:attrNameLst>
                                          </p:cBhvr>
                                          <p:tavLst>
                                            <p:tav tm="0">
                                              <p:val>
                                                <p:strVal val="1+#ppt_w/2"/>
                                              </p:val>
                                            </p:tav>
                                            <p:tav tm="100000">
                                              <p:val>
                                                <p:strVal val="#ppt_x"/>
                                              </p:val>
                                            </p:tav>
                                          </p:tavLst>
                                        </p:anim>
                                        <p:anim calcmode="lin" valueType="num" p14:bounceEnd="55000">
                                          <p:cBhvr additive="base">
                                            <p:cTn id="36" dur="1600" fill="hold"/>
                                            <p:tgtEl>
                                              <p:spTgt spid="11"/>
                                            </p:tgtEl>
                                            <p:attrNameLst>
                                              <p:attrName>ppt_y</p:attrName>
                                            </p:attrNameLst>
                                          </p:cBhvr>
                                          <p:tavLst>
                                            <p:tav tm="0">
                                              <p:val>
                                                <p:strVal val="#ppt_y"/>
                                              </p:val>
                                            </p:tav>
                                            <p:tav tm="100000">
                                              <p:val>
                                                <p:strVal val="#ppt_y"/>
                                              </p:val>
                                            </p:tav>
                                          </p:tavLst>
                                        </p:anim>
                                      </p:childTnLst>
                                    </p:cTn>
                                  </p:par>
                                  <p:par>
                                    <p:cTn id="37" presetID="2" presetClass="entr" presetSubtype="6" accel="52000" fill="hold" nodeType="withEffect" p14:presetBounceEnd="55000">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14:bounceEnd="55000">
                                          <p:cBhvr additive="base">
                                            <p:cTn id="39" dur="1600" fill="hold"/>
                                            <p:tgtEl>
                                              <p:spTgt spid="14"/>
                                            </p:tgtEl>
                                            <p:attrNameLst>
                                              <p:attrName>ppt_x</p:attrName>
                                            </p:attrNameLst>
                                          </p:cBhvr>
                                          <p:tavLst>
                                            <p:tav tm="0">
                                              <p:val>
                                                <p:strVal val="1+#ppt_w/2"/>
                                              </p:val>
                                            </p:tav>
                                            <p:tav tm="100000">
                                              <p:val>
                                                <p:strVal val="#ppt_x"/>
                                              </p:val>
                                            </p:tav>
                                          </p:tavLst>
                                        </p:anim>
                                        <p:anim calcmode="lin" valueType="num" p14:bounceEnd="55000">
                                          <p:cBhvr additive="base">
                                            <p:cTn id="40" dur="1600" fill="hold"/>
                                            <p:tgtEl>
                                              <p:spTgt spid="14"/>
                                            </p:tgtEl>
                                            <p:attrNameLst>
                                              <p:attrName>ppt_y</p:attrName>
                                            </p:attrNameLst>
                                          </p:cBhvr>
                                          <p:tavLst>
                                            <p:tav tm="0">
                                              <p:val>
                                                <p:strVal val="1+#ppt_h/2"/>
                                              </p:val>
                                            </p:tav>
                                            <p:tav tm="100000">
                                              <p:val>
                                                <p:strVal val="#ppt_y"/>
                                              </p:val>
                                            </p:tav>
                                          </p:tavLst>
                                        </p:anim>
                                      </p:childTnLst>
                                    </p:cTn>
                                  </p:par>
                                  <p:par>
                                    <p:cTn id="41" presetID="22" presetClass="entr" presetSubtype="8" fill="hold" grpId="0" nodeType="withEffect">
                                      <p:stCondLst>
                                        <p:cond delay="200"/>
                                      </p:stCondLst>
                                      <p:childTnLst>
                                        <p:set>
                                          <p:cBhvr>
                                            <p:cTn id="42" dur="1" fill="hold">
                                              <p:stCondLst>
                                                <p:cond delay="0"/>
                                              </p:stCondLst>
                                            </p:cTn>
                                            <p:tgtEl>
                                              <p:spTgt spid="19"/>
                                            </p:tgtEl>
                                            <p:attrNameLst>
                                              <p:attrName>style.visibility</p:attrName>
                                            </p:attrNameLst>
                                          </p:cBhvr>
                                          <p:to>
                                            <p:strVal val="visible"/>
                                          </p:to>
                                        </p:set>
                                        <p:animEffect transition="in" filter="wipe(left)">
                                          <p:cBhvr>
                                            <p:cTn id="43" dur="500"/>
                                            <p:tgtEl>
                                              <p:spTgt spid="19"/>
                                            </p:tgtEl>
                                          </p:cBhvr>
                                        </p:animEffect>
                                      </p:childTnLst>
                                    </p:cTn>
                                  </p:par>
                                  <p:par>
                                    <p:cTn id="44" presetID="22" presetClass="entr" presetSubtype="8" fill="hold" grpId="0" nodeType="withEffect">
                                      <p:stCondLst>
                                        <p:cond delay="400"/>
                                      </p:stCondLst>
                                      <p:childTnLst>
                                        <p:set>
                                          <p:cBhvr>
                                            <p:cTn id="45" dur="1" fill="hold">
                                              <p:stCondLst>
                                                <p:cond delay="0"/>
                                              </p:stCondLst>
                                            </p:cTn>
                                            <p:tgtEl>
                                              <p:spTgt spid="20"/>
                                            </p:tgtEl>
                                            <p:attrNameLst>
                                              <p:attrName>style.visibility</p:attrName>
                                            </p:attrNameLst>
                                          </p:cBhvr>
                                          <p:to>
                                            <p:strVal val="visible"/>
                                          </p:to>
                                        </p:set>
                                        <p:animEffect transition="in" filter="wipe(left)">
                                          <p:cBhvr>
                                            <p:cTn id="46" dur="500"/>
                                            <p:tgtEl>
                                              <p:spTgt spid="20"/>
                                            </p:tgtEl>
                                          </p:cBhvr>
                                        </p:animEffect>
                                      </p:childTnLst>
                                    </p:cTn>
                                  </p:par>
                                  <p:par>
                                    <p:cTn id="47" presetID="2" presetClass="entr" presetSubtype="1" fill="hold" grpId="0" nodeType="withEffect" p14:presetBounceEnd="81000">
                                      <p:stCondLst>
                                        <p:cond delay="0"/>
                                      </p:stCondLst>
                                      <p:childTnLst>
                                        <p:set>
                                          <p:cBhvr>
                                            <p:cTn id="48" dur="1" fill="hold">
                                              <p:stCondLst>
                                                <p:cond delay="0"/>
                                              </p:stCondLst>
                                            </p:cTn>
                                            <p:tgtEl>
                                              <p:spTgt spid="23"/>
                                            </p:tgtEl>
                                            <p:attrNameLst>
                                              <p:attrName>style.visibility</p:attrName>
                                            </p:attrNameLst>
                                          </p:cBhvr>
                                          <p:to>
                                            <p:strVal val="visible"/>
                                          </p:to>
                                        </p:set>
                                        <p:anim calcmode="lin" valueType="num" p14:bounceEnd="81000">
                                          <p:cBhvr additive="base">
                                            <p:cTn id="49" dur="1000" fill="hold"/>
                                            <p:tgtEl>
                                              <p:spTgt spid="23"/>
                                            </p:tgtEl>
                                            <p:attrNameLst>
                                              <p:attrName>ppt_x</p:attrName>
                                            </p:attrNameLst>
                                          </p:cBhvr>
                                          <p:tavLst>
                                            <p:tav tm="0">
                                              <p:val>
                                                <p:strVal val="#ppt_x"/>
                                              </p:val>
                                            </p:tav>
                                            <p:tav tm="100000">
                                              <p:val>
                                                <p:strVal val="#ppt_x"/>
                                              </p:val>
                                            </p:tav>
                                          </p:tavLst>
                                        </p:anim>
                                        <p:anim calcmode="lin" valueType="num" p14:bounceEnd="81000">
                                          <p:cBhvr additive="base">
                                            <p:cTn id="50" dur="1000" fill="hold"/>
                                            <p:tgtEl>
                                              <p:spTgt spid="23"/>
                                            </p:tgtEl>
                                            <p:attrNameLst>
                                              <p:attrName>ppt_y</p:attrName>
                                            </p:attrNameLst>
                                          </p:cBhvr>
                                          <p:tavLst>
                                            <p:tav tm="0">
                                              <p:val>
                                                <p:strVal val="0-#ppt_h/2"/>
                                              </p:val>
                                            </p:tav>
                                            <p:tav tm="100000">
                                              <p:val>
                                                <p:strVal val="#ppt_y"/>
                                              </p:val>
                                            </p:tav>
                                          </p:tavLst>
                                        </p:anim>
                                      </p:childTnLst>
                                    </p:cTn>
                                  </p:par>
                                </p:childTnLst>
                              </p:cTn>
                            </p:par>
                            <p:par>
                              <p:cTn id="51" fill="hold">
                                <p:stCondLst>
                                  <p:cond delay="5100"/>
                                </p:stCondLst>
                                <p:childTnLst>
                                  <p:par>
                                    <p:cTn id="52" presetID="22" presetClass="entr" presetSubtype="8" fill="hold" nodeType="after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wipe(left)">
                                          <p:cBhvr>
                                            <p:cTn id="5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7" grpId="0"/>
          <p:bldP spid="19" grpId="0"/>
          <p:bldP spid="20" grpId="0"/>
          <p:bldP spid="21" grpId="0"/>
          <p:bldP spid="2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200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par>
                              <p:cTn id="13" fill="hold">
                                <p:stCondLst>
                                  <p:cond delay="1500"/>
                                </p:stCondLst>
                                <p:childTnLst>
                                  <p:par>
                                    <p:cTn id="14" presetID="53" presetClass="entr" presetSubtype="16" fill="hold" grpId="0" nodeType="afterEffect">
                                      <p:stCondLst>
                                        <p:cond delay="0"/>
                                      </p:stCondLst>
                                      <p:childTnLst>
                                        <p:set>
                                          <p:cBhvr>
                                            <p:cTn id="15" dur="1" fill="hold">
                                              <p:stCondLst>
                                                <p:cond delay="0"/>
                                              </p:stCondLst>
                                            </p:cTn>
                                            <p:tgtEl>
                                              <p:spTgt spid="17"/>
                                            </p:tgtEl>
                                            <p:attrNameLst>
                                              <p:attrName>style.visibility</p:attrName>
                                            </p:attrNameLst>
                                          </p:cBhvr>
                                          <p:to>
                                            <p:strVal val="visible"/>
                                          </p:to>
                                        </p:set>
                                        <p:anim calcmode="lin" valueType="num">
                                          <p:cBhvr>
                                            <p:cTn id="16" dur="500" fill="hold"/>
                                            <p:tgtEl>
                                              <p:spTgt spid="17"/>
                                            </p:tgtEl>
                                            <p:attrNameLst>
                                              <p:attrName>ppt_w</p:attrName>
                                            </p:attrNameLst>
                                          </p:cBhvr>
                                          <p:tavLst>
                                            <p:tav tm="0">
                                              <p:val>
                                                <p:fltVal val="0"/>
                                              </p:val>
                                            </p:tav>
                                            <p:tav tm="100000">
                                              <p:val>
                                                <p:strVal val="#ppt_w"/>
                                              </p:val>
                                            </p:tav>
                                          </p:tavLst>
                                        </p:anim>
                                        <p:anim calcmode="lin" valueType="num">
                                          <p:cBhvr>
                                            <p:cTn id="17" dur="500" fill="hold"/>
                                            <p:tgtEl>
                                              <p:spTgt spid="17"/>
                                            </p:tgtEl>
                                            <p:attrNameLst>
                                              <p:attrName>ppt_h</p:attrName>
                                            </p:attrNameLst>
                                          </p:cBhvr>
                                          <p:tavLst>
                                            <p:tav tm="0">
                                              <p:val>
                                                <p:fltVal val="0"/>
                                              </p:val>
                                            </p:tav>
                                            <p:tav tm="100000">
                                              <p:val>
                                                <p:strVal val="#ppt_h"/>
                                              </p:val>
                                            </p:tav>
                                          </p:tavLst>
                                        </p:anim>
                                        <p:animEffect transition="in" filter="fade">
                                          <p:cBhvr>
                                            <p:cTn id="18" dur="500"/>
                                            <p:tgtEl>
                                              <p:spTgt spid="17"/>
                                            </p:tgtEl>
                                          </p:cBhvr>
                                        </p:animEffect>
                                      </p:childTnLst>
                                    </p:cTn>
                                  </p:par>
                                </p:childTnLst>
                              </p:cTn>
                            </p:par>
                            <p:par>
                              <p:cTn id="19" fill="hold">
                                <p:stCondLst>
                                  <p:cond delay="2000"/>
                                </p:stCondLst>
                                <p:childTnLst>
                                  <p:par>
                                    <p:cTn id="20" presetID="2" presetClass="entr" presetSubtype="4" accel="42000"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000" fill="hold"/>
                                            <p:tgtEl>
                                              <p:spTgt spid="5"/>
                                            </p:tgtEl>
                                            <p:attrNameLst>
                                              <p:attrName>ppt_x</p:attrName>
                                            </p:attrNameLst>
                                          </p:cBhvr>
                                          <p:tavLst>
                                            <p:tav tm="0">
                                              <p:val>
                                                <p:strVal val="#ppt_x"/>
                                              </p:val>
                                            </p:tav>
                                            <p:tav tm="100000">
                                              <p:val>
                                                <p:strVal val="#ppt_x"/>
                                              </p:val>
                                            </p:tav>
                                          </p:tavLst>
                                        </p:anim>
                                        <p:anim calcmode="lin" valueType="num">
                                          <p:cBhvr additive="base">
                                            <p:cTn id="23" dur="1000" fill="hold"/>
                                            <p:tgtEl>
                                              <p:spTgt spid="5"/>
                                            </p:tgtEl>
                                            <p:attrNameLst>
                                              <p:attrName>ppt_y</p:attrName>
                                            </p:attrNameLst>
                                          </p:cBhvr>
                                          <p:tavLst>
                                            <p:tav tm="0">
                                              <p:val>
                                                <p:strVal val="1+#ppt_h/2"/>
                                              </p:val>
                                            </p:tav>
                                            <p:tav tm="100000">
                                              <p:val>
                                                <p:strVal val="#ppt_y"/>
                                              </p:val>
                                            </p:tav>
                                          </p:tavLst>
                                        </p:anim>
                                      </p:childTnLst>
                                    </p:cTn>
                                  </p:par>
                                </p:childTnLst>
                              </p:cTn>
                            </p:par>
                            <p:par>
                              <p:cTn id="24" fill="hold">
                                <p:stCondLst>
                                  <p:cond delay="3000"/>
                                </p:stCondLst>
                                <p:childTnLst>
                                  <p:par>
                                    <p:cTn id="25" presetID="22" presetClass="entr" presetSubtype="1" fill="hold" grpId="0" nodeType="after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up)">
                                          <p:cBhvr>
                                            <p:cTn id="27" dur="500"/>
                                            <p:tgtEl>
                                              <p:spTgt spid="21"/>
                                            </p:tgtEl>
                                          </p:cBhvr>
                                        </p:animEffect>
                                      </p:childTnLst>
                                    </p:cTn>
                                  </p:par>
                                </p:childTnLst>
                              </p:cTn>
                            </p:par>
                            <p:par>
                              <p:cTn id="28" fill="hold">
                                <p:stCondLst>
                                  <p:cond delay="3500"/>
                                </p:stCondLst>
                                <p:childTnLst>
                                  <p:par>
                                    <p:cTn id="29" presetID="2" presetClass="entr" presetSubtype="3" accel="52000"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1600" fill="hold"/>
                                            <p:tgtEl>
                                              <p:spTgt spid="8"/>
                                            </p:tgtEl>
                                            <p:attrNameLst>
                                              <p:attrName>ppt_x</p:attrName>
                                            </p:attrNameLst>
                                          </p:cBhvr>
                                          <p:tavLst>
                                            <p:tav tm="0">
                                              <p:val>
                                                <p:strVal val="1+#ppt_w/2"/>
                                              </p:val>
                                            </p:tav>
                                            <p:tav tm="100000">
                                              <p:val>
                                                <p:strVal val="#ppt_x"/>
                                              </p:val>
                                            </p:tav>
                                          </p:tavLst>
                                        </p:anim>
                                        <p:anim calcmode="lin" valueType="num">
                                          <p:cBhvr additive="base">
                                            <p:cTn id="32" dur="1600" fill="hold"/>
                                            <p:tgtEl>
                                              <p:spTgt spid="8"/>
                                            </p:tgtEl>
                                            <p:attrNameLst>
                                              <p:attrName>ppt_y</p:attrName>
                                            </p:attrNameLst>
                                          </p:cBhvr>
                                          <p:tavLst>
                                            <p:tav tm="0">
                                              <p:val>
                                                <p:strVal val="0-#ppt_h/2"/>
                                              </p:val>
                                            </p:tav>
                                            <p:tav tm="100000">
                                              <p:val>
                                                <p:strVal val="#ppt_y"/>
                                              </p:val>
                                            </p:tav>
                                          </p:tavLst>
                                        </p:anim>
                                      </p:childTnLst>
                                    </p:cTn>
                                  </p:par>
                                  <p:par>
                                    <p:cTn id="33" presetID="2" presetClass="entr" presetSubtype="2" accel="5200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1600" fill="hold"/>
                                            <p:tgtEl>
                                              <p:spTgt spid="11"/>
                                            </p:tgtEl>
                                            <p:attrNameLst>
                                              <p:attrName>ppt_x</p:attrName>
                                            </p:attrNameLst>
                                          </p:cBhvr>
                                          <p:tavLst>
                                            <p:tav tm="0">
                                              <p:val>
                                                <p:strVal val="1+#ppt_w/2"/>
                                              </p:val>
                                            </p:tav>
                                            <p:tav tm="100000">
                                              <p:val>
                                                <p:strVal val="#ppt_x"/>
                                              </p:val>
                                            </p:tav>
                                          </p:tavLst>
                                        </p:anim>
                                        <p:anim calcmode="lin" valueType="num">
                                          <p:cBhvr additive="base">
                                            <p:cTn id="36" dur="1600" fill="hold"/>
                                            <p:tgtEl>
                                              <p:spTgt spid="11"/>
                                            </p:tgtEl>
                                            <p:attrNameLst>
                                              <p:attrName>ppt_y</p:attrName>
                                            </p:attrNameLst>
                                          </p:cBhvr>
                                          <p:tavLst>
                                            <p:tav tm="0">
                                              <p:val>
                                                <p:strVal val="#ppt_y"/>
                                              </p:val>
                                            </p:tav>
                                            <p:tav tm="100000">
                                              <p:val>
                                                <p:strVal val="#ppt_y"/>
                                              </p:val>
                                            </p:tav>
                                          </p:tavLst>
                                        </p:anim>
                                      </p:childTnLst>
                                    </p:cTn>
                                  </p:par>
                                  <p:par>
                                    <p:cTn id="37" presetID="2" presetClass="entr" presetSubtype="6" accel="5200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1600" fill="hold"/>
                                            <p:tgtEl>
                                              <p:spTgt spid="14"/>
                                            </p:tgtEl>
                                            <p:attrNameLst>
                                              <p:attrName>ppt_x</p:attrName>
                                            </p:attrNameLst>
                                          </p:cBhvr>
                                          <p:tavLst>
                                            <p:tav tm="0">
                                              <p:val>
                                                <p:strVal val="1+#ppt_w/2"/>
                                              </p:val>
                                            </p:tav>
                                            <p:tav tm="100000">
                                              <p:val>
                                                <p:strVal val="#ppt_x"/>
                                              </p:val>
                                            </p:tav>
                                          </p:tavLst>
                                        </p:anim>
                                        <p:anim calcmode="lin" valueType="num">
                                          <p:cBhvr additive="base">
                                            <p:cTn id="40" dur="1600" fill="hold"/>
                                            <p:tgtEl>
                                              <p:spTgt spid="14"/>
                                            </p:tgtEl>
                                            <p:attrNameLst>
                                              <p:attrName>ppt_y</p:attrName>
                                            </p:attrNameLst>
                                          </p:cBhvr>
                                          <p:tavLst>
                                            <p:tav tm="0">
                                              <p:val>
                                                <p:strVal val="1+#ppt_h/2"/>
                                              </p:val>
                                            </p:tav>
                                            <p:tav tm="100000">
                                              <p:val>
                                                <p:strVal val="#ppt_y"/>
                                              </p:val>
                                            </p:tav>
                                          </p:tavLst>
                                        </p:anim>
                                      </p:childTnLst>
                                    </p:cTn>
                                  </p:par>
                                  <p:par>
                                    <p:cTn id="41" presetID="22" presetClass="entr" presetSubtype="8" fill="hold" grpId="0" nodeType="withEffect">
                                      <p:stCondLst>
                                        <p:cond delay="200"/>
                                      </p:stCondLst>
                                      <p:childTnLst>
                                        <p:set>
                                          <p:cBhvr>
                                            <p:cTn id="42" dur="1" fill="hold">
                                              <p:stCondLst>
                                                <p:cond delay="0"/>
                                              </p:stCondLst>
                                            </p:cTn>
                                            <p:tgtEl>
                                              <p:spTgt spid="19"/>
                                            </p:tgtEl>
                                            <p:attrNameLst>
                                              <p:attrName>style.visibility</p:attrName>
                                            </p:attrNameLst>
                                          </p:cBhvr>
                                          <p:to>
                                            <p:strVal val="visible"/>
                                          </p:to>
                                        </p:set>
                                        <p:animEffect transition="in" filter="wipe(left)">
                                          <p:cBhvr>
                                            <p:cTn id="43" dur="500"/>
                                            <p:tgtEl>
                                              <p:spTgt spid="19"/>
                                            </p:tgtEl>
                                          </p:cBhvr>
                                        </p:animEffect>
                                      </p:childTnLst>
                                    </p:cTn>
                                  </p:par>
                                  <p:par>
                                    <p:cTn id="44" presetID="22" presetClass="entr" presetSubtype="8" fill="hold" grpId="0" nodeType="withEffect">
                                      <p:stCondLst>
                                        <p:cond delay="400"/>
                                      </p:stCondLst>
                                      <p:childTnLst>
                                        <p:set>
                                          <p:cBhvr>
                                            <p:cTn id="45" dur="1" fill="hold">
                                              <p:stCondLst>
                                                <p:cond delay="0"/>
                                              </p:stCondLst>
                                            </p:cTn>
                                            <p:tgtEl>
                                              <p:spTgt spid="20"/>
                                            </p:tgtEl>
                                            <p:attrNameLst>
                                              <p:attrName>style.visibility</p:attrName>
                                            </p:attrNameLst>
                                          </p:cBhvr>
                                          <p:to>
                                            <p:strVal val="visible"/>
                                          </p:to>
                                        </p:set>
                                        <p:animEffect transition="in" filter="wipe(left)">
                                          <p:cBhvr>
                                            <p:cTn id="46" dur="500"/>
                                            <p:tgtEl>
                                              <p:spTgt spid="20"/>
                                            </p:tgtEl>
                                          </p:cBhvr>
                                        </p:animEffect>
                                      </p:childTnLst>
                                    </p:cTn>
                                  </p:par>
                                  <p:par>
                                    <p:cTn id="47" presetID="2" presetClass="entr" presetSubtype="1"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anim calcmode="lin" valueType="num">
                                          <p:cBhvr additive="base">
                                            <p:cTn id="49" dur="1000" fill="hold"/>
                                            <p:tgtEl>
                                              <p:spTgt spid="23"/>
                                            </p:tgtEl>
                                            <p:attrNameLst>
                                              <p:attrName>ppt_x</p:attrName>
                                            </p:attrNameLst>
                                          </p:cBhvr>
                                          <p:tavLst>
                                            <p:tav tm="0">
                                              <p:val>
                                                <p:strVal val="#ppt_x"/>
                                              </p:val>
                                            </p:tav>
                                            <p:tav tm="100000">
                                              <p:val>
                                                <p:strVal val="#ppt_x"/>
                                              </p:val>
                                            </p:tav>
                                          </p:tavLst>
                                        </p:anim>
                                        <p:anim calcmode="lin" valueType="num">
                                          <p:cBhvr additive="base">
                                            <p:cTn id="50" dur="1000" fill="hold"/>
                                            <p:tgtEl>
                                              <p:spTgt spid="23"/>
                                            </p:tgtEl>
                                            <p:attrNameLst>
                                              <p:attrName>ppt_y</p:attrName>
                                            </p:attrNameLst>
                                          </p:cBhvr>
                                          <p:tavLst>
                                            <p:tav tm="0">
                                              <p:val>
                                                <p:strVal val="0-#ppt_h/2"/>
                                              </p:val>
                                            </p:tav>
                                            <p:tav tm="100000">
                                              <p:val>
                                                <p:strVal val="#ppt_y"/>
                                              </p:val>
                                            </p:tav>
                                          </p:tavLst>
                                        </p:anim>
                                      </p:childTnLst>
                                    </p:cTn>
                                  </p:par>
                                </p:childTnLst>
                              </p:cTn>
                            </p:par>
                            <p:par>
                              <p:cTn id="51" fill="hold">
                                <p:stCondLst>
                                  <p:cond delay="5100"/>
                                </p:stCondLst>
                                <p:childTnLst>
                                  <p:par>
                                    <p:cTn id="52" presetID="22" presetClass="entr" presetSubtype="8" fill="hold" nodeType="after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wipe(left)">
                                          <p:cBhvr>
                                            <p:cTn id="5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7" grpId="0"/>
          <p:bldP spid="19" grpId="0"/>
          <p:bldP spid="20" grpId="0"/>
          <p:bldP spid="21" grpId="0"/>
          <p:bldP spid="23" grpId="0"/>
        </p:bldLst>
      </p:timing>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392577" y="1264057"/>
            <a:ext cx="2014804" cy="2014804"/>
            <a:chOff x="5182632" y="1700808"/>
            <a:chExt cx="2015329" cy="2015329"/>
          </a:xfrm>
        </p:grpSpPr>
        <p:sp>
          <p:nvSpPr>
            <p:cNvPr id="5" name="Oval 6"/>
            <p:cNvSpPr>
              <a:spLocks noChangeArrowheads="1"/>
            </p:cNvSpPr>
            <p:nvPr/>
          </p:nvSpPr>
          <p:spPr bwMode="auto">
            <a:xfrm>
              <a:off x="5182632" y="1700808"/>
              <a:ext cx="2015329" cy="2015329"/>
            </a:xfrm>
            <a:prstGeom prst="ellipse">
              <a:avLst/>
            </a:pr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zh-CN" altLang="en-US" sz="1345" dirty="0">
                <a:latin typeface="微软雅黑" panose="020B0503020204020204" pitchFamily="34" charset="-122"/>
                <a:ea typeface="微软雅黑" panose="020B0503020204020204" pitchFamily="34" charset="-122"/>
              </a:endParaRPr>
            </a:p>
          </p:txBody>
        </p:sp>
        <p:sp>
          <p:nvSpPr>
            <p:cNvPr id="6" name="Freeform 7"/>
            <p:cNvSpPr>
              <a:spLocks noEditPoints="1"/>
            </p:cNvSpPr>
            <p:nvPr/>
          </p:nvSpPr>
          <p:spPr bwMode="auto">
            <a:xfrm>
              <a:off x="5769194" y="1999060"/>
              <a:ext cx="886234" cy="1418826"/>
            </a:xfrm>
            <a:custGeom>
              <a:avLst/>
              <a:gdLst>
                <a:gd name="T0" fmla="*/ 74 w 991"/>
                <a:gd name="T1" fmla="*/ 0 h 1589"/>
                <a:gd name="T2" fmla="*/ 0 w 991"/>
                <a:gd name="T3" fmla="*/ 1517 h 1589"/>
                <a:gd name="T4" fmla="*/ 917 w 991"/>
                <a:gd name="T5" fmla="*/ 1589 h 1589"/>
                <a:gd name="T6" fmla="*/ 991 w 991"/>
                <a:gd name="T7" fmla="*/ 72 h 1589"/>
                <a:gd name="T8" fmla="*/ 401 w 991"/>
                <a:gd name="T9" fmla="*/ 38 h 1589"/>
                <a:gd name="T10" fmla="*/ 577 w 991"/>
                <a:gd name="T11" fmla="*/ 38 h 1589"/>
                <a:gd name="T12" fmla="*/ 577 w 991"/>
                <a:gd name="T13" fmla="*/ 88 h 1589"/>
                <a:gd name="T14" fmla="*/ 376 w 991"/>
                <a:gd name="T15" fmla="*/ 63 h 1589"/>
                <a:gd name="T16" fmla="*/ 753 w 991"/>
                <a:gd name="T17" fmla="*/ 1472 h 1589"/>
                <a:gd name="T18" fmla="*/ 722 w 991"/>
                <a:gd name="T19" fmla="*/ 1503 h 1589"/>
                <a:gd name="T20" fmla="*/ 180 w 991"/>
                <a:gd name="T21" fmla="*/ 1472 h 1589"/>
                <a:gd name="T22" fmla="*/ 211 w 991"/>
                <a:gd name="T23" fmla="*/ 1439 h 1589"/>
                <a:gd name="T24" fmla="*/ 753 w 991"/>
                <a:gd name="T25" fmla="*/ 1470 h 1589"/>
                <a:gd name="T26" fmla="*/ 866 w 991"/>
                <a:gd name="T27" fmla="*/ 1503 h 1589"/>
                <a:gd name="T28" fmla="*/ 835 w 991"/>
                <a:gd name="T29" fmla="*/ 1471 h 1589"/>
                <a:gd name="T30" fmla="*/ 898 w 991"/>
                <a:gd name="T31" fmla="*/ 1471 h 1589"/>
                <a:gd name="T32" fmla="*/ 903 w 991"/>
                <a:gd name="T33" fmla="*/ 1349 h 1589"/>
                <a:gd name="T34" fmla="*/ 88 w 991"/>
                <a:gd name="T35" fmla="*/ 1349 h 1589"/>
                <a:gd name="T36" fmla="*/ 903 w 991"/>
                <a:gd name="T37" fmla="*/ 141 h 1589"/>
                <a:gd name="T38" fmla="*/ 211 w 991"/>
                <a:gd name="T39" fmla="*/ 877 h 1589"/>
                <a:gd name="T40" fmla="*/ 347 w 991"/>
                <a:gd name="T41" fmla="*/ 1004 h 1589"/>
                <a:gd name="T42" fmla="*/ 289 w 991"/>
                <a:gd name="T43" fmla="*/ 556 h 1589"/>
                <a:gd name="T44" fmla="*/ 145 w 991"/>
                <a:gd name="T45" fmla="*/ 1004 h 1589"/>
                <a:gd name="T46" fmla="*/ 211 w 991"/>
                <a:gd name="T47" fmla="*/ 877 h 1589"/>
                <a:gd name="T48" fmla="*/ 222 w 991"/>
                <a:gd name="T49" fmla="*/ 823 h 1589"/>
                <a:gd name="T50" fmla="*/ 306 w 991"/>
                <a:gd name="T51" fmla="*/ 823 h 1589"/>
                <a:gd name="T52" fmla="*/ 456 w 991"/>
                <a:gd name="T53" fmla="*/ 818 h 1589"/>
                <a:gd name="T54" fmla="*/ 621 w 991"/>
                <a:gd name="T55" fmla="*/ 684 h 1589"/>
                <a:gd name="T56" fmla="*/ 420 w 991"/>
                <a:gd name="T57" fmla="*/ 556 h 1589"/>
                <a:gd name="T58" fmla="*/ 456 w 991"/>
                <a:gd name="T59" fmla="*/ 1004 h 1589"/>
                <a:gd name="T60" fmla="*/ 456 w 991"/>
                <a:gd name="T61" fmla="*/ 608 h 1589"/>
                <a:gd name="T62" fmla="*/ 584 w 991"/>
                <a:gd name="T63" fmla="*/ 684 h 1589"/>
                <a:gd name="T64" fmla="*/ 456 w 991"/>
                <a:gd name="T65" fmla="*/ 765 h 1589"/>
                <a:gd name="T66" fmla="*/ 690 w 991"/>
                <a:gd name="T67" fmla="*/ 818 h 1589"/>
                <a:gd name="T68" fmla="*/ 856 w 991"/>
                <a:gd name="T69" fmla="*/ 684 h 1589"/>
                <a:gd name="T70" fmla="*/ 654 w 991"/>
                <a:gd name="T71" fmla="*/ 556 h 1589"/>
                <a:gd name="T72" fmla="*/ 690 w 991"/>
                <a:gd name="T73" fmla="*/ 1004 h 1589"/>
                <a:gd name="T74" fmla="*/ 690 w 991"/>
                <a:gd name="T75" fmla="*/ 608 h 1589"/>
                <a:gd name="T76" fmla="*/ 818 w 991"/>
                <a:gd name="T77" fmla="*/ 684 h 1589"/>
                <a:gd name="T78" fmla="*/ 690 w 991"/>
                <a:gd name="T79" fmla="*/ 765 h 15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91" h="1589">
                  <a:moveTo>
                    <a:pt x="917" y="0"/>
                  </a:moveTo>
                  <a:lnTo>
                    <a:pt x="74" y="0"/>
                  </a:lnTo>
                  <a:cubicBezTo>
                    <a:pt x="33" y="0"/>
                    <a:pt x="0" y="32"/>
                    <a:pt x="0" y="72"/>
                  </a:cubicBezTo>
                  <a:lnTo>
                    <a:pt x="0" y="1517"/>
                  </a:lnTo>
                  <a:cubicBezTo>
                    <a:pt x="0" y="1556"/>
                    <a:pt x="33" y="1589"/>
                    <a:pt x="74" y="1589"/>
                  </a:cubicBezTo>
                  <a:lnTo>
                    <a:pt x="917" y="1589"/>
                  </a:lnTo>
                  <a:cubicBezTo>
                    <a:pt x="957" y="1589"/>
                    <a:pt x="991" y="1556"/>
                    <a:pt x="991" y="1517"/>
                  </a:cubicBezTo>
                  <a:lnTo>
                    <a:pt x="991" y="72"/>
                  </a:lnTo>
                  <a:cubicBezTo>
                    <a:pt x="991" y="32"/>
                    <a:pt x="957" y="0"/>
                    <a:pt x="917" y="0"/>
                  </a:cubicBezTo>
                  <a:close/>
                  <a:moveTo>
                    <a:pt x="401" y="38"/>
                  </a:moveTo>
                  <a:lnTo>
                    <a:pt x="401" y="38"/>
                  </a:lnTo>
                  <a:lnTo>
                    <a:pt x="577" y="38"/>
                  </a:lnTo>
                  <a:cubicBezTo>
                    <a:pt x="591" y="38"/>
                    <a:pt x="602" y="49"/>
                    <a:pt x="602" y="63"/>
                  </a:cubicBezTo>
                  <a:cubicBezTo>
                    <a:pt x="602" y="77"/>
                    <a:pt x="591" y="88"/>
                    <a:pt x="577" y="88"/>
                  </a:cubicBezTo>
                  <a:lnTo>
                    <a:pt x="401" y="88"/>
                  </a:lnTo>
                  <a:cubicBezTo>
                    <a:pt x="387" y="88"/>
                    <a:pt x="376" y="77"/>
                    <a:pt x="376" y="63"/>
                  </a:cubicBezTo>
                  <a:cubicBezTo>
                    <a:pt x="376" y="49"/>
                    <a:pt x="387" y="38"/>
                    <a:pt x="401" y="38"/>
                  </a:cubicBezTo>
                  <a:close/>
                  <a:moveTo>
                    <a:pt x="753" y="1472"/>
                  </a:moveTo>
                  <a:lnTo>
                    <a:pt x="753" y="1472"/>
                  </a:lnTo>
                  <a:cubicBezTo>
                    <a:pt x="753" y="1489"/>
                    <a:pt x="739" y="1503"/>
                    <a:pt x="722" y="1503"/>
                  </a:cubicBezTo>
                  <a:lnTo>
                    <a:pt x="211" y="1503"/>
                  </a:lnTo>
                  <a:cubicBezTo>
                    <a:pt x="194" y="1503"/>
                    <a:pt x="180" y="1489"/>
                    <a:pt x="180" y="1472"/>
                  </a:cubicBezTo>
                  <a:lnTo>
                    <a:pt x="180" y="1470"/>
                  </a:lnTo>
                  <a:cubicBezTo>
                    <a:pt x="180" y="1453"/>
                    <a:pt x="194" y="1439"/>
                    <a:pt x="211" y="1439"/>
                  </a:cubicBezTo>
                  <a:lnTo>
                    <a:pt x="722" y="1439"/>
                  </a:lnTo>
                  <a:cubicBezTo>
                    <a:pt x="739" y="1439"/>
                    <a:pt x="753" y="1453"/>
                    <a:pt x="753" y="1470"/>
                  </a:cubicBezTo>
                  <a:lnTo>
                    <a:pt x="753" y="1472"/>
                  </a:lnTo>
                  <a:close/>
                  <a:moveTo>
                    <a:pt x="866" y="1503"/>
                  </a:moveTo>
                  <a:lnTo>
                    <a:pt x="866" y="1503"/>
                  </a:lnTo>
                  <a:cubicBezTo>
                    <a:pt x="849" y="1503"/>
                    <a:pt x="835" y="1488"/>
                    <a:pt x="835" y="1471"/>
                  </a:cubicBezTo>
                  <a:cubicBezTo>
                    <a:pt x="835" y="1453"/>
                    <a:pt x="849" y="1439"/>
                    <a:pt x="866" y="1439"/>
                  </a:cubicBezTo>
                  <a:cubicBezTo>
                    <a:pt x="884" y="1439"/>
                    <a:pt x="898" y="1453"/>
                    <a:pt x="898" y="1471"/>
                  </a:cubicBezTo>
                  <a:cubicBezTo>
                    <a:pt x="898" y="1488"/>
                    <a:pt x="884" y="1503"/>
                    <a:pt x="866" y="1503"/>
                  </a:cubicBezTo>
                  <a:close/>
                  <a:moveTo>
                    <a:pt x="903" y="1349"/>
                  </a:moveTo>
                  <a:lnTo>
                    <a:pt x="903" y="1349"/>
                  </a:lnTo>
                  <a:lnTo>
                    <a:pt x="88" y="1349"/>
                  </a:lnTo>
                  <a:lnTo>
                    <a:pt x="88" y="141"/>
                  </a:lnTo>
                  <a:lnTo>
                    <a:pt x="903" y="141"/>
                  </a:lnTo>
                  <a:lnTo>
                    <a:pt x="903" y="1349"/>
                  </a:lnTo>
                  <a:close/>
                  <a:moveTo>
                    <a:pt x="211" y="877"/>
                  </a:moveTo>
                  <a:lnTo>
                    <a:pt x="320" y="877"/>
                  </a:lnTo>
                  <a:lnTo>
                    <a:pt x="347" y="1004"/>
                  </a:lnTo>
                  <a:lnTo>
                    <a:pt x="387" y="1004"/>
                  </a:lnTo>
                  <a:lnTo>
                    <a:pt x="289" y="556"/>
                  </a:lnTo>
                  <a:lnTo>
                    <a:pt x="247" y="556"/>
                  </a:lnTo>
                  <a:lnTo>
                    <a:pt x="145" y="1004"/>
                  </a:lnTo>
                  <a:lnTo>
                    <a:pt x="183" y="1004"/>
                  </a:lnTo>
                  <a:lnTo>
                    <a:pt x="211" y="877"/>
                  </a:lnTo>
                  <a:close/>
                  <a:moveTo>
                    <a:pt x="306" y="823"/>
                  </a:moveTo>
                  <a:lnTo>
                    <a:pt x="222" y="823"/>
                  </a:lnTo>
                  <a:lnTo>
                    <a:pt x="266" y="623"/>
                  </a:lnTo>
                  <a:lnTo>
                    <a:pt x="306" y="823"/>
                  </a:lnTo>
                  <a:close/>
                  <a:moveTo>
                    <a:pt x="456" y="1004"/>
                  </a:moveTo>
                  <a:lnTo>
                    <a:pt x="456" y="818"/>
                  </a:lnTo>
                  <a:lnTo>
                    <a:pt x="541" y="818"/>
                  </a:lnTo>
                  <a:cubicBezTo>
                    <a:pt x="592" y="815"/>
                    <a:pt x="619" y="770"/>
                    <a:pt x="621" y="684"/>
                  </a:cubicBezTo>
                  <a:cubicBezTo>
                    <a:pt x="619" y="602"/>
                    <a:pt x="592" y="559"/>
                    <a:pt x="541" y="556"/>
                  </a:cubicBezTo>
                  <a:lnTo>
                    <a:pt x="420" y="556"/>
                  </a:lnTo>
                  <a:lnTo>
                    <a:pt x="420" y="1004"/>
                  </a:lnTo>
                  <a:lnTo>
                    <a:pt x="456" y="1004"/>
                  </a:lnTo>
                  <a:close/>
                  <a:moveTo>
                    <a:pt x="456" y="765"/>
                  </a:moveTo>
                  <a:lnTo>
                    <a:pt x="456" y="608"/>
                  </a:lnTo>
                  <a:lnTo>
                    <a:pt x="530" y="608"/>
                  </a:lnTo>
                  <a:cubicBezTo>
                    <a:pt x="566" y="608"/>
                    <a:pt x="584" y="633"/>
                    <a:pt x="584" y="684"/>
                  </a:cubicBezTo>
                  <a:cubicBezTo>
                    <a:pt x="585" y="739"/>
                    <a:pt x="566" y="766"/>
                    <a:pt x="529" y="765"/>
                  </a:cubicBezTo>
                  <a:lnTo>
                    <a:pt x="456" y="765"/>
                  </a:lnTo>
                  <a:close/>
                  <a:moveTo>
                    <a:pt x="690" y="1004"/>
                  </a:moveTo>
                  <a:lnTo>
                    <a:pt x="690" y="818"/>
                  </a:lnTo>
                  <a:lnTo>
                    <a:pt x="775" y="818"/>
                  </a:lnTo>
                  <a:cubicBezTo>
                    <a:pt x="826" y="815"/>
                    <a:pt x="853" y="770"/>
                    <a:pt x="856" y="684"/>
                  </a:cubicBezTo>
                  <a:cubicBezTo>
                    <a:pt x="853" y="602"/>
                    <a:pt x="826" y="559"/>
                    <a:pt x="775" y="556"/>
                  </a:cubicBezTo>
                  <a:lnTo>
                    <a:pt x="654" y="556"/>
                  </a:lnTo>
                  <a:lnTo>
                    <a:pt x="654" y="1004"/>
                  </a:lnTo>
                  <a:lnTo>
                    <a:pt x="690" y="1004"/>
                  </a:lnTo>
                  <a:close/>
                  <a:moveTo>
                    <a:pt x="690" y="765"/>
                  </a:moveTo>
                  <a:lnTo>
                    <a:pt x="690" y="608"/>
                  </a:lnTo>
                  <a:lnTo>
                    <a:pt x="764" y="608"/>
                  </a:lnTo>
                  <a:cubicBezTo>
                    <a:pt x="800" y="608"/>
                    <a:pt x="818" y="633"/>
                    <a:pt x="818" y="684"/>
                  </a:cubicBezTo>
                  <a:cubicBezTo>
                    <a:pt x="819" y="739"/>
                    <a:pt x="801" y="766"/>
                    <a:pt x="763" y="765"/>
                  </a:cubicBezTo>
                  <a:lnTo>
                    <a:pt x="690" y="76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zh-CN" altLang="en-US" sz="1345" dirty="0">
                <a:latin typeface="微软雅黑" panose="020B0503020204020204" pitchFamily="34" charset="-122"/>
                <a:ea typeface="微软雅黑" panose="020B0503020204020204" pitchFamily="34" charset="-122"/>
              </a:endParaRPr>
            </a:p>
          </p:txBody>
        </p:sp>
      </p:grpSp>
      <p:grpSp>
        <p:nvGrpSpPr>
          <p:cNvPr id="7" name="组合 6"/>
          <p:cNvGrpSpPr/>
          <p:nvPr/>
        </p:nvGrpSpPr>
        <p:grpSpPr>
          <a:xfrm>
            <a:off x="6337737" y="1235130"/>
            <a:ext cx="2016224" cy="2014804"/>
            <a:chOff x="8712070" y="1700809"/>
            <a:chExt cx="2016749" cy="2015329"/>
          </a:xfrm>
        </p:grpSpPr>
        <p:sp>
          <p:nvSpPr>
            <p:cNvPr id="8" name="Oval 8"/>
            <p:cNvSpPr>
              <a:spLocks noChangeArrowheads="1"/>
            </p:cNvSpPr>
            <p:nvPr/>
          </p:nvSpPr>
          <p:spPr bwMode="auto">
            <a:xfrm>
              <a:off x="8712070" y="1700809"/>
              <a:ext cx="2016749" cy="2015329"/>
            </a:xfrm>
            <a:prstGeom prst="ellipse">
              <a:avLst/>
            </a:pr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zh-CN" altLang="en-US" sz="1345" dirty="0">
                <a:latin typeface="微软雅黑" panose="020B0503020204020204" pitchFamily="34" charset="-122"/>
                <a:ea typeface="微软雅黑" panose="020B0503020204020204" pitchFamily="34" charset="-122"/>
              </a:endParaRPr>
            </a:p>
          </p:txBody>
        </p:sp>
        <p:sp>
          <p:nvSpPr>
            <p:cNvPr id="9" name="Freeform 9"/>
            <p:cNvSpPr>
              <a:spLocks noEditPoints="1"/>
            </p:cNvSpPr>
            <p:nvPr/>
          </p:nvSpPr>
          <p:spPr bwMode="auto">
            <a:xfrm>
              <a:off x="9081207" y="2189373"/>
              <a:ext cx="1380479" cy="1038200"/>
            </a:xfrm>
            <a:custGeom>
              <a:avLst/>
              <a:gdLst>
                <a:gd name="T0" fmla="*/ 42 w 1545"/>
                <a:gd name="T1" fmla="*/ 0 h 1162"/>
                <a:gd name="T2" fmla="*/ 0 w 1545"/>
                <a:gd name="T3" fmla="*/ 932 h 1162"/>
                <a:gd name="T4" fmla="*/ 1503 w 1545"/>
                <a:gd name="T5" fmla="*/ 973 h 1162"/>
                <a:gd name="T6" fmla="*/ 1545 w 1545"/>
                <a:gd name="T7" fmla="*/ 41 h 1162"/>
                <a:gd name="T8" fmla="*/ 866 w 1545"/>
                <a:gd name="T9" fmla="*/ 907 h 1162"/>
                <a:gd name="T10" fmla="*/ 850 w 1545"/>
                <a:gd name="T11" fmla="*/ 922 h 1162"/>
                <a:gd name="T12" fmla="*/ 681 w 1545"/>
                <a:gd name="T13" fmla="*/ 907 h 1162"/>
                <a:gd name="T14" fmla="*/ 696 w 1545"/>
                <a:gd name="T15" fmla="*/ 885 h 1162"/>
                <a:gd name="T16" fmla="*/ 866 w 1545"/>
                <a:gd name="T17" fmla="*/ 900 h 1162"/>
                <a:gd name="T18" fmla="*/ 1481 w 1545"/>
                <a:gd name="T19" fmla="*/ 818 h 1162"/>
                <a:gd name="T20" fmla="*/ 64 w 1545"/>
                <a:gd name="T21" fmla="*/ 818 h 1162"/>
                <a:gd name="T22" fmla="*/ 1481 w 1545"/>
                <a:gd name="T23" fmla="*/ 65 h 1162"/>
                <a:gd name="T24" fmla="*/ 1008 w 1545"/>
                <a:gd name="T25" fmla="*/ 1083 h 1162"/>
                <a:gd name="T26" fmla="*/ 648 w 1545"/>
                <a:gd name="T27" fmla="*/ 1000 h 1162"/>
                <a:gd name="T28" fmla="*/ 1008 w 1545"/>
                <a:gd name="T29" fmla="*/ 1083 h 1162"/>
                <a:gd name="T30" fmla="*/ 477 w 1545"/>
                <a:gd name="T31" fmla="*/ 1162 h 1162"/>
                <a:gd name="T32" fmla="*/ 1051 w 1545"/>
                <a:gd name="T33" fmla="*/ 1107 h 1162"/>
                <a:gd name="T34" fmla="*/ 307 w 1545"/>
                <a:gd name="T35" fmla="*/ 550 h 1162"/>
                <a:gd name="T36" fmla="*/ 533 w 1545"/>
                <a:gd name="T37" fmla="*/ 678 h 1162"/>
                <a:gd name="T38" fmla="*/ 437 w 1545"/>
                <a:gd name="T39" fmla="*/ 230 h 1162"/>
                <a:gd name="T40" fmla="*/ 197 w 1545"/>
                <a:gd name="T41" fmla="*/ 678 h 1162"/>
                <a:gd name="T42" fmla="*/ 307 w 1545"/>
                <a:gd name="T43" fmla="*/ 550 h 1162"/>
                <a:gd name="T44" fmla="*/ 325 w 1545"/>
                <a:gd name="T45" fmla="*/ 497 h 1162"/>
                <a:gd name="T46" fmla="*/ 466 w 1545"/>
                <a:gd name="T47" fmla="*/ 497 h 1162"/>
                <a:gd name="T48" fmla="*/ 715 w 1545"/>
                <a:gd name="T49" fmla="*/ 492 h 1162"/>
                <a:gd name="T50" fmla="*/ 991 w 1545"/>
                <a:gd name="T51" fmla="*/ 358 h 1162"/>
                <a:gd name="T52" fmla="*/ 655 w 1545"/>
                <a:gd name="T53" fmla="*/ 230 h 1162"/>
                <a:gd name="T54" fmla="*/ 715 w 1545"/>
                <a:gd name="T55" fmla="*/ 678 h 1162"/>
                <a:gd name="T56" fmla="*/ 715 w 1545"/>
                <a:gd name="T57" fmla="*/ 282 h 1162"/>
                <a:gd name="T58" fmla="*/ 928 w 1545"/>
                <a:gd name="T59" fmla="*/ 358 h 1162"/>
                <a:gd name="T60" fmla="*/ 715 w 1545"/>
                <a:gd name="T61" fmla="*/ 438 h 1162"/>
                <a:gd name="T62" fmla="*/ 1106 w 1545"/>
                <a:gd name="T63" fmla="*/ 492 h 1162"/>
                <a:gd name="T64" fmla="*/ 1381 w 1545"/>
                <a:gd name="T65" fmla="*/ 358 h 1162"/>
                <a:gd name="T66" fmla="*/ 1045 w 1545"/>
                <a:gd name="T67" fmla="*/ 230 h 1162"/>
                <a:gd name="T68" fmla="*/ 1106 w 1545"/>
                <a:gd name="T69" fmla="*/ 678 h 1162"/>
                <a:gd name="T70" fmla="*/ 1106 w 1545"/>
                <a:gd name="T71" fmla="*/ 282 h 1162"/>
                <a:gd name="T72" fmla="*/ 1318 w 1545"/>
                <a:gd name="T73" fmla="*/ 358 h 1162"/>
                <a:gd name="T74" fmla="*/ 1106 w 1545"/>
                <a:gd name="T75" fmla="*/ 438 h 1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45" h="1162">
                  <a:moveTo>
                    <a:pt x="1503" y="0"/>
                  </a:moveTo>
                  <a:lnTo>
                    <a:pt x="42" y="0"/>
                  </a:lnTo>
                  <a:cubicBezTo>
                    <a:pt x="19" y="0"/>
                    <a:pt x="0" y="18"/>
                    <a:pt x="0" y="41"/>
                  </a:cubicBezTo>
                  <a:lnTo>
                    <a:pt x="0" y="932"/>
                  </a:lnTo>
                  <a:cubicBezTo>
                    <a:pt x="0" y="955"/>
                    <a:pt x="19" y="973"/>
                    <a:pt x="42" y="973"/>
                  </a:cubicBezTo>
                  <a:lnTo>
                    <a:pt x="1503" y="973"/>
                  </a:lnTo>
                  <a:cubicBezTo>
                    <a:pt x="1526" y="973"/>
                    <a:pt x="1545" y="955"/>
                    <a:pt x="1545" y="932"/>
                  </a:cubicBezTo>
                  <a:lnTo>
                    <a:pt x="1545" y="41"/>
                  </a:lnTo>
                  <a:cubicBezTo>
                    <a:pt x="1545" y="18"/>
                    <a:pt x="1526" y="0"/>
                    <a:pt x="1503" y="0"/>
                  </a:cubicBezTo>
                  <a:close/>
                  <a:moveTo>
                    <a:pt x="866" y="907"/>
                  </a:moveTo>
                  <a:lnTo>
                    <a:pt x="866" y="907"/>
                  </a:lnTo>
                  <a:cubicBezTo>
                    <a:pt x="866" y="915"/>
                    <a:pt x="859" y="922"/>
                    <a:pt x="850" y="922"/>
                  </a:cubicBezTo>
                  <a:lnTo>
                    <a:pt x="696" y="922"/>
                  </a:lnTo>
                  <a:cubicBezTo>
                    <a:pt x="687" y="922"/>
                    <a:pt x="681" y="915"/>
                    <a:pt x="681" y="907"/>
                  </a:cubicBezTo>
                  <a:lnTo>
                    <a:pt x="681" y="900"/>
                  </a:lnTo>
                  <a:cubicBezTo>
                    <a:pt x="681" y="892"/>
                    <a:pt x="687" y="885"/>
                    <a:pt x="696" y="885"/>
                  </a:cubicBezTo>
                  <a:lnTo>
                    <a:pt x="850" y="885"/>
                  </a:lnTo>
                  <a:cubicBezTo>
                    <a:pt x="859" y="885"/>
                    <a:pt x="866" y="892"/>
                    <a:pt x="866" y="900"/>
                  </a:cubicBezTo>
                  <a:lnTo>
                    <a:pt x="866" y="907"/>
                  </a:lnTo>
                  <a:close/>
                  <a:moveTo>
                    <a:pt x="1481" y="818"/>
                  </a:moveTo>
                  <a:lnTo>
                    <a:pt x="1481" y="818"/>
                  </a:lnTo>
                  <a:lnTo>
                    <a:pt x="64" y="818"/>
                  </a:lnTo>
                  <a:lnTo>
                    <a:pt x="64" y="65"/>
                  </a:lnTo>
                  <a:lnTo>
                    <a:pt x="1481" y="65"/>
                  </a:lnTo>
                  <a:lnTo>
                    <a:pt x="1481" y="818"/>
                  </a:lnTo>
                  <a:close/>
                  <a:moveTo>
                    <a:pt x="1008" y="1083"/>
                  </a:moveTo>
                  <a:lnTo>
                    <a:pt x="537" y="1083"/>
                  </a:lnTo>
                  <a:lnTo>
                    <a:pt x="648" y="1000"/>
                  </a:lnTo>
                  <a:lnTo>
                    <a:pt x="897" y="1000"/>
                  </a:lnTo>
                  <a:lnTo>
                    <a:pt x="1008" y="1083"/>
                  </a:lnTo>
                  <a:close/>
                  <a:moveTo>
                    <a:pt x="1051" y="1162"/>
                  </a:moveTo>
                  <a:lnTo>
                    <a:pt x="477" y="1162"/>
                  </a:lnTo>
                  <a:lnTo>
                    <a:pt x="477" y="1107"/>
                  </a:lnTo>
                  <a:lnTo>
                    <a:pt x="1051" y="1107"/>
                  </a:lnTo>
                  <a:lnTo>
                    <a:pt x="1051" y="1162"/>
                  </a:lnTo>
                  <a:close/>
                  <a:moveTo>
                    <a:pt x="307" y="550"/>
                  </a:moveTo>
                  <a:lnTo>
                    <a:pt x="489" y="550"/>
                  </a:lnTo>
                  <a:lnTo>
                    <a:pt x="533" y="678"/>
                  </a:lnTo>
                  <a:lnTo>
                    <a:pt x="600" y="678"/>
                  </a:lnTo>
                  <a:lnTo>
                    <a:pt x="437" y="230"/>
                  </a:lnTo>
                  <a:lnTo>
                    <a:pt x="367" y="230"/>
                  </a:lnTo>
                  <a:lnTo>
                    <a:pt x="197" y="678"/>
                  </a:lnTo>
                  <a:lnTo>
                    <a:pt x="260" y="678"/>
                  </a:lnTo>
                  <a:lnTo>
                    <a:pt x="307" y="550"/>
                  </a:lnTo>
                  <a:close/>
                  <a:moveTo>
                    <a:pt x="466" y="497"/>
                  </a:moveTo>
                  <a:lnTo>
                    <a:pt x="325" y="497"/>
                  </a:lnTo>
                  <a:lnTo>
                    <a:pt x="399" y="297"/>
                  </a:lnTo>
                  <a:lnTo>
                    <a:pt x="466" y="497"/>
                  </a:lnTo>
                  <a:close/>
                  <a:moveTo>
                    <a:pt x="715" y="678"/>
                  </a:moveTo>
                  <a:lnTo>
                    <a:pt x="715" y="492"/>
                  </a:lnTo>
                  <a:lnTo>
                    <a:pt x="856" y="492"/>
                  </a:lnTo>
                  <a:cubicBezTo>
                    <a:pt x="942" y="489"/>
                    <a:pt x="986" y="444"/>
                    <a:pt x="991" y="358"/>
                  </a:cubicBezTo>
                  <a:cubicBezTo>
                    <a:pt x="986" y="276"/>
                    <a:pt x="942" y="233"/>
                    <a:pt x="856" y="230"/>
                  </a:cubicBezTo>
                  <a:lnTo>
                    <a:pt x="655" y="230"/>
                  </a:lnTo>
                  <a:lnTo>
                    <a:pt x="655" y="678"/>
                  </a:lnTo>
                  <a:lnTo>
                    <a:pt x="715" y="678"/>
                  </a:lnTo>
                  <a:close/>
                  <a:moveTo>
                    <a:pt x="715" y="438"/>
                  </a:moveTo>
                  <a:lnTo>
                    <a:pt x="715" y="282"/>
                  </a:lnTo>
                  <a:lnTo>
                    <a:pt x="838" y="282"/>
                  </a:lnTo>
                  <a:cubicBezTo>
                    <a:pt x="898" y="282"/>
                    <a:pt x="928" y="307"/>
                    <a:pt x="928" y="358"/>
                  </a:cubicBezTo>
                  <a:cubicBezTo>
                    <a:pt x="930" y="413"/>
                    <a:pt x="899" y="440"/>
                    <a:pt x="836" y="438"/>
                  </a:cubicBezTo>
                  <a:lnTo>
                    <a:pt x="715" y="438"/>
                  </a:lnTo>
                  <a:close/>
                  <a:moveTo>
                    <a:pt x="1106" y="678"/>
                  </a:moveTo>
                  <a:lnTo>
                    <a:pt x="1106" y="492"/>
                  </a:lnTo>
                  <a:lnTo>
                    <a:pt x="1247" y="492"/>
                  </a:lnTo>
                  <a:cubicBezTo>
                    <a:pt x="1332" y="489"/>
                    <a:pt x="1377" y="444"/>
                    <a:pt x="1381" y="358"/>
                  </a:cubicBezTo>
                  <a:cubicBezTo>
                    <a:pt x="1377" y="276"/>
                    <a:pt x="1332" y="233"/>
                    <a:pt x="1247" y="230"/>
                  </a:cubicBezTo>
                  <a:lnTo>
                    <a:pt x="1045" y="230"/>
                  </a:lnTo>
                  <a:lnTo>
                    <a:pt x="1045" y="678"/>
                  </a:lnTo>
                  <a:lnTo>
                    <a:pt x="1106" y="678"/>
                  </a:lnTo>
                  <a:close/>
                  <a:moveTo>
                    <a:pt x="1106" y="438"/>
                  </a:moveTo>
                  <a:lnTo>
                    <a:pt x="1106" y="282"/>
                  </a:lnTo>
                  <a:lnTo>
                    <a:pt x="1229" y="282"/>
                  </a:lnTo>
                  <a:cubicBezTo>
                    <a:pt x="1289" y="282"/>
                    <a:pt x="1318" y="307"/>
                    <a:pt x="1318" y="358"/>
                  </a:cubicBezTo>
                  <a:cubicBezTo>
                    <a:pt x="1320" y="413"/>
                    <a:pt x="1289" y="440"/>
                    <a:pt x="1227" y="438"/>
                  </a:cubicBezTo>
                  <a:lnTo>
                    <a:pt x="1106" y="43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zh-CN" altLang="en-US" sz="1345" dirty="0">
                <a:latin typeface="微软雅黑" panose="020B0503020204020204" pitchFamily="34" charset="-122"/>
                <a:ea typeface="微软雅黑" panose="020B0503020204020204" pitchFamily="34" charset="-122"/>
              </a:endParaRPr>
            </a:p>
          </p:txBody>
        </p:sp>
      </p:grpSp>
      <p:sp>
        <p:nvSpPr>
          <p:cNvPr id="14" name="Freeform 13"/>
          <p:cNvSpPr/>
          <p:nvPr/>
        </p:nvSpPr>
        <p:spPr bwMode="auto">
          <a:xfrm>
            <a:off x="4935394" y="1987802"/>
            <a:ext cx="583569" cy="567315"/>
          </a:xfrm>
          <a:custGeom>
            <a:avLst/>
            <a:gdLst>
              <a:gd name="T0" fmla="*/ 269 w 653"/>
              <a:gd name="T1" fmla="*/ 653 h 653"/>
              <a:gd name="T2" fmla="*/ 269 w 653"/>
              <a:gd name="T3" fmla="*/ 382 h 653"/>
              <a:gd name="T4" fmla="*/ 0 w 653"/>
              <a:gd name="T5" fmla="*/ 382 h 653"/>
              <a:gd name="T6" fmla="*/ 0 w 653"/>
              <a:gd name="T7" fmla="*/ 269 h 653"/>
              <a:gd name="T8" fmla="*/ 269 w 653"/>
              <a:gd name="T9" fmla="*/ 269 h 653"/>
              <a:gd name="T10" fmla="*/ 269 w 653"/>
              <a:gd name="T11" fmla="*/ 0 h 653"/>
              <a:gd name="T12" fmla="*/ 384 w 653"/>
              <a:gd name="T13" fmla="*/ 0 h 653"/>
              <a:gd name="T14" fmla="*/ 384 w 653"/>
              <a:gd name="T15" fmla="*/ 269 h 653"/>
              <a:gd name="T16" fmla="*/ 653 w 653"/>
              <a:gd name="T17" fmla="*/ 269 h 653"/>
              <a:gd name="T18" fmla="*/ 653 w 653"/>
              <a:gd name="T19" fmla="*/ 382 h 653"/>
              <a:gd name="T20" fmla="*/ 384 w 653"/>
              <a:gd name="T21" fmla="*/ 382 h 653"/>
              <a:gd name="T22" fmla="*/ 384 w 653"/>
              <a:gd name="T23" fmla="*/ 653 h 653"/>
              <a:gd name="T24" fmla="*/ 269 w 653"/>
              <a:gd name="T25" fmla="*/ 653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3" h="653">
                <a:moveTo>
                  <a:pt x="269" y="653"/>
                </a:moveTo>
                <a:lnTo>
                  <a:pt x="269" y="382"/>
                </a:lnTo>
                <a:lnTo>
                  <a:pt x="0" y="382"/>
                </a:lnTo>
                <a:lnTo>
                  <a:pt x="0" y="269"/>
                </a:lnTo>
                <a:lnTo>
                  <a:pt x="269" y="269"/>
                </a:lnTo>
                <a:lnTo>
                  <a:pt x="269" y="0"/>
                </a:lnTo>
                <a:lnTo>
                  <a:pt x="384" y="0"/>
                </a:lnTo>
                <a:lnTo>
                  <a:pt x="384" y="269"/>
                </a:lnTo>
                <a:lnTo>
                  <a:pt x="653" y="269"/>
                </a:lnTo>
                <a:lnTo>
                  <a:pt x="653" y="382"/>
                </a:lnTo>
                <a:lnTo>
                  <a:pt x="384" y="382"/>
                </a:lnTo>
                <a:lnTo>
                  <a:pt x="384" y="653"/>
                </a:lnTo>
                <a:lnTo>
                  <a:pt x="269" y="653"/>
                </a:lnTo>
                <a:close/>
              </a:path>
            </a:pathLst>
          </a:custGeom>
          <a:solidFill>
            <a:schemeClr val="accent1">
              <a:lumMod val="100000"/>
            </a:schemeClr>
          </a:solidFill>
          <a:ln>
            <a:noFill/>
          </a:ln>
        </p:spPr>
        <p:txBody>
          <a:bodyPr vert="horz" wrap="square" lIns="91416" tIns="45708" rIns="91416" bIns="45708" numCol="1" anchor="t" anchorCtr="0" compatLnSpc="1"/>
          <a:lstStyle/>
          <a:p>
            <a:endParaRPr lang="zh-CN" altLang="en-US" sz="1345" dirty="0">
              <a:latin typeface="微软雅黑" panose="020B0503020204020204" pitchFamily="34" charset="-122"/>
              <a:ea typeface="微软雅黑" panose="020B0503020204020204" pitchFamily="34" charset="-122"/>
            </a:endParaRPr>
          </a:p>
        </p:txBody>
      </p:sp>
      <p:sp>
        <p:nvSpPr>
          <p:cNvPr id="15" name="矩形 83"/>
          <p:cNvSpPr>
            <a:spLocks noChangeArrowheads="1"/>
          </p:cNvSpPr>
          <p:nvPr/>
        </p:nvSpPr>
        <p:spPr bwMode="auto">
          <a:xfrm>
            <a:off x="1551966" y="4350266"/>
            <a:ext cx="9055308" cy="1920796"/>
          </a:xfrm>
          <a:prstGeom prst="rect">
            <a:avLst/>
          </a:prstGeom>
          <a:solidFill>
            <a:srgbClr val="F2F2F2"/>
          </a:solidFill>
          <a:ln w="9525" cmpd="sng">
            <a:solidFill>
              <a:srgbClr val="55735B"/>
            </a:solidFill>
            <a:miter lim="800000"/>
          </a:ln>
        </p:spPr>
        <p:txBody>
          <a:bodyPr/>
          <a:lstStyle/>
          <a:p>
            <a:endParaRPr lang="zh-CN" altLang="en-US" sz="1345" dirty="0">
              <a:latin typeface="微软雅黑" panose="020B0503020204020204" pitchFamily="34" charset="-122"/>
              <a:ea typeface="微软雅黑" panose="020B0503020204020204" pitchFamily="34" charset="-122"/>
            </a:endParaRPr>
          </a:p>
        </p:txBody>
      </p:sp>
      <p:sp>
        <p:nvSpPr>
          <p:cNvPr id="16" name="TextBox 84"/>
          <p:cNvSpPr txBox="1">
            <a:spLocks noChangeArrowheads="1"/>
          </p:cNvSpPr>
          <p:nvPr/>
        </p:nvSpPr>
        <p:spPr bwMode="auto">
          <a:xfrm>
            <a:off x="1672868" y="4463619"/>
            <a:ext cx="8501945" cy="1840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285750" indent="-285750">
              <a:lnSpc>
                <a:spcPct val="120000"/>
              </a:lnSpc>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系统采用“学生移动端 </a:t>
            </a: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rPr>
              <a:t>+ </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管理后台端”的建设模式，</a:t>
            </a:r>
            <a:endPar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将宿舍水电、餐厅餐损、低碳出行等功能统一整合。</a:t>
            </a:r>
            <a:endPar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学生端负责日常使用与低碳行为参与，</a:t>
            </a:r>
            <a:endPar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后台端负责数据统计、信息管理和能耗监管。 </a:t>
            </a:r>
            <a:endPar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l"/>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通过统一平台实现低碳数据集中管理、低碳行为量化评价、 校园资源精细化管控，助力绿色低碳校园建设</a:t>
            </a:r>
            <a:endPar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7" name="Freeform 12"/>
          <p:cNvSpPr/>
          <p:nvPr/>
        </p:nvSpPr>
        <p:spPr bwMode="auto">
          <a:xfrm>
            <a:off x="1477371" y="4204254"/>
            <a:ext cx="528500" cy="530087"/>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2C3637"/>
          </a:solidFill>
          <a:ln>
            <a:noFill/>
          </a:ln>
        </p:spPr>
        <p:txBody>
          <a:bodyPr/>
          <a:lstStyle/>
          <a:p>
            <a:endParaRPr lang="zh-CN" altLang="en-US" sz="1345" dirty="0">
              <a:solidFill>
                <a:srgbClr val="2C3637"/>
              </a:solidFill>
              <a:latin typeface="微软雅黑" panose="020B0503020204020204" pitchFamily="34" charset="-122"/>
              <a:ea typeface="微软雅黑" panose="020B0503020204020204" pitchFamily="34" charset="-122"/>
            </a:endParaRPr>
          </a:p>
        </p:txBody>
      </p:sp>
      <p:sp>
        <p:nvSpPr>
          <p:cNvPr id="18" name="Freeform 12"/>
          <p:cNvSpPr/>
          <p:nvPr/>
        </p:nvSpPr>
        <p:spPr bwMode="auto">
          <a:xfrm flipH="1" flipV="1">
            <a:off x="10174813" y="5876635"/>
            <a:ext cx="528500" cy="530087"/>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2C3637"/>
          </a:solidFill>
          <a:ln>
            <a:noFill/>
          </a:ln>
        </p:spPr>
        <p:txBody>
          <a:bodyPr/>
          <a:lstStyle/>
          <a:p>
            <a:endParaRPr lang="zh-CN" altLang="en-US" sz="1345" dirty="0">
              <a:solidFill>
                <a:srgbClr val="2C3637"/>
              </a:solidFill>
              <a:latin typeface="微软雅黑" panose="020B0503020204020204" pitchFamily="34" charset="-122"/>
              <a:ea typeface="微软雅黑" panose="020B0503020204020204" pitchFamily="34" charset="-122"/>
            </a:endParaRPr>
          </a:p>
        </p:txBody>
      </p:sp>
      <p:sp>
        <p:nvSpPr>
          <p:cNvPr id="20" name="TextBox 47"/>
          <p:cNvSpPr txBox="1"/>
          <p:nvPr/>
        </p:nvSpPr>
        <p:spPr>
          <a:xfrm>
            <a:off x="2474876" y="3452738"/>
            <a:ext cx="1756746" cy="400110"/>
          </a:xfrm>
          <a:prstGeom prst="rect">
            <a:avLst/>
          </a:prstGeom>
          <a:noFill/>
        </p:spPr>
        <p:txBody>
          <a:bodyPr wrap="square" rtlCol="0">
            <a:spAutoFit/>
          </a:bodyPr>
          <a:lstStyle/>
          <a:p>
            <a:pPr algn="ctr"/>
            <a:r>
              <a:rPr lang="zh-CN" altLang="en-US" sz="2000" b="1" dirty="0">
                <a:solidFill>
                  <a:schemeClr val="accent1">
                    <a:lumMod val="100000"/>
                  </a:schemeClr>
                </a:solidFill>
                <a:latin typeface="微软雅黑" panose="020B0503020204020204" pitchFamily="34" charset="-122"/>
                <a:ea typeface="微软雅黑" panose="020B0503020204020204" pitchFamily="34" charset="-122"/>
              </a:rPr>
              <a:t>统一聚合聚合</a:t>
            </a:r>
          </a:p>
        </p:txBody>
      </p:sp>
      <p:sp>
        <p:nvSpPr>
          <p:cNvPr id="21" name="TextBox 48"/>
          <p:cNvSpPr txBox="1"/>
          <p:nvPr/>
        </p:nvSpPr>
        <p:spPr>
          <a:xfrm>
            <a:off x="6467476" y="3416920"/>
            <a:ext cx="1756746" cy="400110"/>
          </a:xfrm>
          <a:prstGeom prst="rect">
            <a:avLst/>
          </a:prstGeom>
          <a:noFill/>
        </p:spPr>
        <p:txBody>
          <a:bodyPr wrap="square" rtlCol="0">
            <a:spAutoFit/>
          </a:bodyPr>
          <a:lstStyle/>
          <a:p>
            <a:pPr algn="ctr"/>
            <a:r>
              <a:rPr lang="zh-CN" altLang="en-US" sz="2000" b="1" dirty="0">
                <a:solidFill>
                  <a:schemeClr val="accent1">
                    <a:lumMod val="100000"/>
                  </a:schemeClr>
                </a:solidFill>
                <a:latin typeface="微软雅黑" panose="020B0503020204020204" pitchFamily="34" charset="-122"/>
                <a:ea typeface="微软雅黑" panose="020B0503020204020204" pitchFamily="34" charset="-122"/>
              </a:rPr>
              <a:t>提供后台管理</a:t>
            </a:r>
          </a:p>
        </p:txBody>
      </p:sp>
      <p:sp>
        <p:nvSpPr>
          <p:cNvPr id="28" name="Text Box 4">
            <a:extLst>
              <a:ext uri="{FF2B5EF4-FFF2-40B4-BE49-F238E27FC236}">
                <a16:creationId xmlns:a16="http://schemas.microsoft.com/office/drawing/2014/main" id="{79E4DCD4-18A3-8143-81CF-F80557365EEC}"/>
              </a:ext>
            </a:extLst>
          </p:cNvPr>
          <p:cNvSpPr txBox="1">
            <a:spLocks noChangeArrowheads="1"/>
          </p:cNvSpPr>
          <p:nvPr/>
        </p:nvSpPr>
        <p:spPr bwMode="auto">
          <a:xfrm>
            <a:off x="740878" y="282472"/>
            <a:ext cx="3129383"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学生端</a:t>
            </a:r>
            <a:r>
              <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rPr>
              <a:t>+</a:t>
            </a: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管理一体化建设</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9" name="Half Frame 12">
            <a:extLst>
              <a:ext uri="{FF2B5EF4-FFF2-40B4-BE49-F238E27FC236}">
                <a16:creationId xmlns:a16="http://schemas.microsoft.com/office/drawing/2014/main" id="{AAA3165C-673C-7548-8C40-A5C43001A69D}"/>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30" name="直线连接符 29">
            <a:extLst>
              <a:ext uri="{FF2B5EF4-FFF2-40B4-BE49-F238E27FC236}">
                <a16:creationId xmlns:a16="http://schemas.microsoft.com/office/drawing/2014/main" id="{685CD0D8-A262-6A42-AFB3-317D7469BCAF}"/>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1000"/>
                                            <p:tgtEl>
                                              <p:spTgt spid="20"/>
                                            </p:tgtEl>
                                          </p:cBhvr>
                                        </p:animEffect>
                                        <p:anim calcmode="lin" valueType="num">
                                          <p:cBhvr>
                                            <p:cTn id="13" dur="1000" fill="hold"/>
                                            <p:tgtEl>
                                              <p:spTgt spid="20"/>
                                            </p:tgtEl>
                                            <p:attrNameLst>
                                              <p:attrName>ppt_x</p:attrName>
                                            </p:attrNameLst>
                                          </p:cBhvr>
                                          <p:tavLst>
                                            <p:tav tm="0">
                                              <p:val>
                                                <p:strVal val="#ppt_x"/>
                                              </p:val>
                                            </p:tav>
                                            <p:tav tm="100000">
                                              <p:val>
                                                <p:strVal val="#ppt_x"/>
                                              </p:val>
                                            </p:tav>
                                          </p:tavLst>
                                        </p:anim>
                                        <p:anim calcmode="lin" valueType="num">
                                          <p:cBhvr>
                                            <p:cTn id="14" dur="1000" fill="hold"/>
                                            <p:tgtEl>
                                              <p:spTgt spid="20"/>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31" presetClass="entr" presetSubtype="0" fill="hold" grpId="0" nodeType="after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p:cTn id="18" dur="300" fill="hold"/>
                                            <p:tgtEl>
                                              <p:spTgt spid="14"/>
                                            </p:tgtEl>
                                            <p:attrNameLst>
                                              <p:attrName>ppt_w</p:attrName>
                                            </p:attrNameLst>
                                          </p:cBhvr>
                                          <p:tavLst>
                                            <p:tav tm="0">
                                              <p:val>
                                                <p:fltVal val="0"/>
                                              </p:val>
                                            </p:tav>
                                            <p:tav tm="100000">
                                              <p:val>
                                                <p:strVal val="#ppt_w"/>
                                              </p:val>
                                            </p:tav>
                                          </p:tavLst>
                                        </p:anim>
                                        <p:anim calcmode="lin" valueType="num">
                                          <p:cBhvr>
                                            <p:cTn id="19" dur="300" fill="hold"/>
                                            <p:tgtEl>
                                              <p:spTgt spid="14"/>
                                            </p:tgtEl>
                                            <p:attrNameLst>
                                              <p:attrName>ppt_h</p:attrName>
                                            </p:attrNameLst>
                                          </p:cBhvr>
                                          <p:tavLst>
                                            <p:tav tm="0">
                                              <p:val>
                                                <p:fltVal val="0"/>
                                              </p:val>
                                            </p:tav>
                                            <p:tav tm="100000">
                                              <p:val>
                                                <p:strVal val="#ppt_h"/>
                                              </p:val>
                                            </p:tav>
                                          </p:tavLst>
                                        </p:anim>
                                        <p:anim calcmode="lin" valueType="num">
                                          <p:cBhvr>
                                            <p:cTn id="20" dur="300" fill="hold"/>
                                            <p:tgtEl>
                                              <p:spTgt spid="14"/>
                                            </p:tgtEl>
                                            <p:attrNameLst>
                                              <p:attrName>style.rotation</p:attrName>
                                            </p:attrNameLst>
                                          </p:cBhvr>
                                          <p:tavLst>
                                            <p:tav tm="0">
                                              <p:val>
                                                <p:fltVal val="90"/>
                                              </p:val>
                                            </p:tav>
                                            <p:tav tm="100000">
                                              <p:val>
                                                <p:fltVal val="0"/>
                                              </p:val>
                                            </p:tav>
                                          </p:tavLst>
                                        </p:anim>
                                        <p:animEffect transition="in" filter="fade">
                                          <p:cBhvr>
                                            <p:cTn id="21" dur="300"/>
                                            <p:tgtEl>
                                              <p:spTgt spid="14"/>
                                            </p:tgtEl>
                                          </p:cBhvr>
                                        </p:animEffect>
                                      </p:childTnLst>
                                    </p:cTn>
                                  </p:par>
                                </p:childTnLst>
                              </p:cTn>
                            </p:par>
                            <p:par>
                              <p:cTn id="22" fill="hold">
                                <p:stCondLst>
                                  <p:cond delay="1300"/>
                                </p:stCondLst>
                                <p:childTnLst>
                                  <p:par>
                                    <p:cTn id="23" presetID="53" presetClass="entr" presetSubtype="16" fill="hold" nodeType="after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500" fill="hold"/>
                                            <p:tgtEl>
                                              <p:spTgt spid="7"/>
                                            </p:tgtEl>
                                            <p:attrNameLst>
                                              <p:attrName>ppt_w</p:attrName>
                                            </p:attrNameLst>
                                          </p:cBhvr>
                                          <p:tavLst>
                                            <p:tav tm="0">
                                              <p:val>
                                                <p:fltVal val="0"/>
                                              </p:val>
                                            </p:tav>
                                            <p:tav tm="100000">
                                              <p:val>
                                                <p:strVal val="#ppt_w"/>
                                              </p:val>
                                            </p:tav>
                                          </p:tavLst>
                                        </p:anim>
                                        <p:anim calcmode="lin" valueType="num">
                                          <p:cBhvr>
                                            <p:cTn id="26" dur="500" fill="hold"/>
                                            <p:tgtEl>
                                              <p:spTgt spid="7"/>
                                            </p:tgtEl>
                                            <p:attrNameLst>
                                              <p:attrName>ppt_h</p:attrName>
                                            </p:attrNameLst>
                                          </p:cBhvr>
                                          <p:tavLst>
                                            <p:tav tm="0">
                                              <p:val>
                                                <p:fltVal val="0"/>
                                              </p:val>
                                            </p:tav>
                                            <p:tav tm="100000">
                                              <p:val>
                                                <p:strVal val="#ppt_h"/>
                                              </p:val>
                                            </p:tav>
                                          </p:tavLst>
                                        </p:anim>
                                        <p:animEffect transition="in" filter="fade">
                                          <p:cBhvr>
                                            <p:cTn id="27" dur="500"/>
                                            <p:tgtEl>
                                              <p:spTgt spid="7"/>
                                            </p:tgtEl>
                                          </p:cBhvr>
                                        </p:animEffect>
                                      </p:childTnLst>
                                    </p:cTn>
                                  </p:par>
                                  <p:par>
                                    <p:cTn id="28" presetID="42" presetClass="entr" presetSubtype="0" fill="hold" grpId="0" nodeType="withEffect">
                                      <p:stCondLst>
                                        <p:cond delay="40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1000"/>
                                            <p:tgtEl>
                                              <p:spTgt spid="21"/>
                                            </p:tgtEl>
                                          </p:cBhvr>
                                        </p:animEffect>
                                        <p:anim calcmode="lin" valueType="num">
                                          <p:cBhvr>
                                            <p:cTn id="31" dur="1000" fill="hold"/>
                                            <p:tgtEl>
                                              <p:spTgt spid="21"/>
                                            </p:tgtEl>
                                            <p:attrNameLst>
                                              <p:attrName>ppt_x</p:attrName>
                                            </p:attrNameLst>
                                          </p:cBhvr>
                                          <p:tavLst>
                                            <p:tav tm="0">
                                              <p:val>
                                                <p:strVal val="#ppt_x"/>
                                              </p:val>
                                            </p:tav>
                                            <p:tav tm="100000">
                                              <p:val>
                                                <p:strVal val="#ppt_x"/>
                                              </p:val>
                                            </p:tav>
                                          </p:tavLst>
                                        </p:anim>
                                        <p:anim calcmode="lin" valueType="num">
                                          <p:cBhvr>
                                            <p:cTn id="32" dur="1000" fill="hold"/>
                                            <p:tgtEl>
                                              <p:spTgt spid="21"/>
                                            </p:tgtEl>
                                            <p:attrNameLst>
                                              <p:attrName>ppt_y</p:attrName>
                                            </p:attrNameLst>
                                          </p:cBhvr>
                                          <p:tavLst>
                                            <p:tav tm="0">
                                              <p:val>
                                                <p:strVal val="#ppt_y+.1"/>
                                              </p:val>
                                            </p:tav>
                                            <p:tav tm="100000">
                                              <p:val>
                                                <p:strVal val="#ppt_y"/>
                                              </p:val>
                                            </p:tav>
                                          </p:tavLst>
                                        </p:anim>
                                      </p:childTnLst>
                                    </p:cTn>
                                  </p:par>
                                </p:childTnLst>
                              </p:cTn>
                            </p:par>
                            <p:par>
                              <p:cTn id="33" fill="hold">
                                <p:stCondLst>
                                  <p:cond delay="2700"/>
                                </p:stCondLst>
                                <p:childTnLst>
                                  <p:par>
                                    <p:cTn id="34" presetID="1" presetClass="entr" presetSubtype="0" fill="hold" grpId="0" nodeType="afterEffect">
                                      <p:stCondLst>
                                        <p:cond delay="0"/>
                                      </p:stCondLst>
                                      <p:childTnLst>
                                        <p:set>
                                          <p:cBhvr>
                                            <p:cTn id="35" dur="1" fill="hold">
                                              <p:stCondLst>
                                                <p:cond delay="0"/>
                                              </p:stCondLst>
                                            </p:cTn>
                                            <p:tgtEl>
                                              <p:spTgt spid="17"/>
                                            </p:tgtEl>
                                            <p:attrNameLst>
                                              <p:attrName>style.visibility</p:attrName>
                                            </p:attrNameLst>
                                          </p:cBhvr>
                                          <p:to>
                                            <p:strVal val="visible"/>
                                          </p:to>
                                        </p:set>
                                      </p:childTnLst>
                                    </p:cTn>
                                  </p:par>
                                  <p:par>
                                    <p:cTn id="36" presetID="35" presetClass="path" presetSubtype="0" accel="50000" decel="50000" fill="hold" grpId="1" nodeType="withEffect">
                                      <p:stCondLst>
                                        <p:cond delay="0"/>
                                      </p:stCondLst>
                                      <p:childTnLst>
                                        <p:animMotion origin="layout" path="M -3.56836E-6 -3.7037E-7 L 0.36686 0.15278 " pathEditMode="relative" rAng="0" ptsTypes="AA">
                                          <p:cBhvr>
                                            <p:cTn id="37" dur="500" spd="-99900" fill="hold"/>
                                            <p:tgtEl>
                                              <p:spTgt spid="17"/>
                                            </p:tgtEl>
                                            <p:attrNameLst>
                                              <p:attrName>ppt_x</p:attrName>
                                              <p:attrName>ppt_y</p:attrName>
                                            </p:attrNameLst>
                                          </p:cBhvr>
                                          <p:rCtr x="18343" y="7639"/>
                                        </p:animMotion>
                                      </p:childTnLst>
                                    </p:cTn>
                                  </p:par>
                                  <p:par>
                                    <p:cTn id="38" presetID="1"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childTnLst>
                                    </p:cTn>
                                  </p:par>
                                  <p:par>
                                    <p:cTn id="40" presetID="35" presetClass="path" presetSubtype="0" accel="50000" decel="50000" fill="hold" grpId="1" nodeType="withEffect">
                                      <p:stCondLst>
                                        <p:cond delay="0"/>
                                      </p:stCondLst>
                                      <p:childTnLst>
                                        <p:animMotion origin="layout" path="M 7.85742E-7 -3.33333E-6 L -0.39495 -0.11018 " pathEditMode="relative" rAng="0" ptsTypes="AA">
                                          <p:cBhvr>
                                            <p:cTn id="41" dur="500" spd="-99900" fill="hold"/>
                                            <p:tgtEl>
                                              <p:spTgt spid="18"/>
                                            </p:tgtEl>
                                            <p:attrNameLst>
                                              <p:attrName>ppt_x</p:attrName>
                                              <p:attrName>ppt_y</p:attrName>
                                            </p:attrNameLst>
                                          </p:cBhvr>
                                          <p:rCtr x="-19748" y="-5509"/>
                                        </p:animMotion>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p:cTn id="44" dur="500" fill="hold"/>
                                            <p:tgtEl>
                                              <p:spTgt spid="15"/>
                                            </p:tgtEl>
                                            <p:attrNameLst>
                                              <p:attrName>ppt_w</p:attrName>
                                            </p:attrNameLst>
                                          </p:cBhvr>
                                          <p:tavLst>
                                            <p:tav tm="0">
                                              <p:val>
                                                <p:fltVal val="0"/>
                                              </p:val>
                                            </p:tav>
                                            <p:tav tm="100000">
                                              <p:val>
                                                <p:strVal val="#ppt_w"/>
                                              </p:val>
                                            </p:tav>
                                          </p:tavLst>
                                        </p:anim>
                                        <p:anim calcmode="lin" valueType="num">
                                          <p:cBhvr>
                                            <p:cTn id="45" dur="500" fill="hold"/>
                                            <p:tgtEl>
                                              <p:spTgt spid="15"/>
                                            </p:tgtEl>
                                            <p:attrNameLst>
                                              <p:attrName>ppt_h</p:attrName>
                                            </p:attrNameLst>
                                          </p:cBhvr>
                                          <p:tavLst>
                                            <p:tav tm="0">
                                              <p:val>
                                                <p:fltVal val="0"/>
                                              </p:val>
                                            </p:tav>
                                            <p:tav tm="100000">
                                              <p:val>
                                                <p:strVal val="#ppt_h"/>
                                              </p:val>
                                            </p:tav>
                                          </p:tavLst>
                                        </p:anim>
                                        <p:animEffect transition="in" filter="fade">
                                          <p:cBhvr>
                                            <p:cTn id="46" dur="500"/>
                                            <p:tgtEl>
                                              <p:spTgt spid="15"/>
                                            </p:tgtEl>
                                          </p:cBhvr>
                                        </p:animEffect>
                                      </p:childTnLst>
                                    </p:cTn>
                                  </p:par>
                                </p:childTnLst>
                              </p:cTn>
                            </p:par>
                            <p:par>
                              <p:cTn id="47" fill="hold">
                                <p:stCondLst>
                                  <p:cond delay="3200"/>
                                </p:stCondLst>
                                <p:childTnLst>
                                  <p:par>
                                    <p:cTn id="48" presetID="22" presetClass="entr" presetSubtype="1" fill="hold" nodeType="afterEffect">
                                      <p:stCondLst>
                                        <p:cond delay="0"/>
                                      </p:stCondLst>
                                      <p:childTnLst>
                                        <p:set>
                                          <p:cBhvr>
                                            <p:cTn id="49" dur="1" fill="hold">
                                              <p:stCondLst>
                                                <p:cond delay="0"/>
                                              </p:stCondLst>
                                            </p:cTn>
                                            <p:tgtEl>
                                              <p:spTgt spid="16">
                                                <p:txEl>
                                                  <p:pRg st="0" end="0"/>
                                                </p:txEl>
                                              </p:spTgt>
                                            </p:tgtEl>
                                            <p:attrNameLst>
                                              <p:attrName>style.visibility</p:attrName>
                                            </p:attrNameLst>
                                          </p:cBhvr>
                                          <p:to>
                                            <p:strVal val="visible"/>
                                          </p:to>
                                        </p:set>
                                        <p:animEffect transition="in" filter="wipe(up)">
                                          <p:cBhvr>
                                            <p:cTn id="50" dur="500"/>
                                            <p:tgtEl>
                                              <p:spTgt spid="16">
                                                <p:txEl>
                                                  <p:pRg st="0" end="0"/>
                                                </p:txEl>
                                              </p:spTgt>
                                            </p:tgtEl>
                                          </p:cBhvr>
                                        </p:animEffect>
                                      </p:childTnLst>
                                    </p:cTn>
                                  </p:par>
                                </p:childTnLst>
                              </p:cTn>
                            </p:par>
                            <p:par>
                              <p:cTn id="51" fill="hold">
                                <p:stCondLst>
                                  <p:cond delay="3700"/>
                                </p:stCondLst>
                                <p:childTnLst>
                                  <p:par>
                                    <p:cTn id="52" presetID="22" presetClass="entr" presetSubtype="1" fill="hold" nodeType="afterEffect">
                                      <p:stCondLst>
                                        <p:cond delay="0"/>
                                      </p:stCondLst>
                                      <p:childTnLst>
                                        <p:set>
                                          <p:cBhvr>
                                            <p:cTn id="53" dur="1" fill="hold">
                                              <p:stCondLst>
                                                <p:cond delay="0"/>
                                              </p:stCondLst>
                                            </p:cTn>
                                            <p:tgtEl>
                                              <p:spTgt spid="16">
                                                <p:txEl>
                                                  <p:pRg st="1" end="1"/>
                                                </p:txEl>
                                              </p:spTgt>
                                            </p:tgtEl>
                                            <p:attrNameLst>
                                              <p:attrName>style.visibility</p:attrName>
                                            </p:attrNameLst>
                                          </p:cBhvr>
                                          <p:to>
                                            <p:strVal val="visible"/>
                                          </p:to>
                                        </p:set>
                                        <p:animEffect transition="in" filter="wipe(up)">
                                          <p:cBhvr>
                                            <p:cTn id="54" dur="500"/>
                                            <p:tgtEl>
                                              <p:spTgt spid="16">
                                                <p:txEl>
                                                  <p:pRg st="1" end="1"/>
                                                </p:txEl>
                                              </p:spTgt>
                                            </p:tgtEl>
                                          </p:cBhvr>
                                        </p:animEffect>
                                      </p:childTnLst>
                                    </p:cTn>
                                  </p:par>
                                </p:childTnLst>
                              </p:cTn>
                            </p:par>
                            <p:par>
                              <p:cTn id="55" fill="hold">
                                <p:stCondLst>
                                  <p:cond delay="4200"/>
                                </p:stCondLst>
                                <p:childTnLst>
                                  <p:par>
                                    <p:cTn id="56" presetID="22" presetClass="entr" presetSubtype="1" fill="hold" nodeType="afterEffect">
                                      <p:stCondLst>
                                        <p:cond delay="0"/>
                                      </p:stCondLst>
                                      <p:childTnLst>
                                        <p:set>
                                          <p:cBhvr>
                                            <p:cTn id="57" dur="1" fill="hold">
                                              <p:stCondLst>
                                                <p:cond delay="0"/>
                                              </p:stCondLst>
                                            </p:cTn>
                                            <p:tgtEl>
                                              <p:spTgt spid="16">
                                                <p:txEl>
                                                  <p:pRg st="2" end="2"/>
                                                </p:txEl>
                                              </p:spTgt>
                                            </p:tgtEl>
                                            <p:attrNameLst>
                                              <p:attrName>style.visibility</p:attrName>
                                            </p:attrNameLst>
                                          </p:cBhvr>
                                          <p:to>
                                            <p:strVal val="visible"/>
                                          </p:to>
                                        </p:set>
                                        <p:animEffect transition="in" filter="wipe(up)">
                                          <p:cBhvr>
                                            <p:cTn id="58" dur="500"/>
                                            <p:tgtEl>
                                              <p:spTgt spid="16">
                                                <p:txEl>
                                                  <p:pRg st="2" end="2"/>
                                                </p:txEl>
                                              </p:spTgt>
                                            </p:tgtEl>
                                          </p:cBhvr>
                                        </p:animEffect>
                                      </p:childTnLst>
                                    </p:cTn>
                                  </p:par>
                                </p:childTnLst>
                              </p:cTn>
                            </p:par>
                            <p:par>
                              <p:cTn id="59" fill="hold">
                                <p:stCondLst>
                                  <p:cond delay="4700"/>
                                </p:stCondLst>
                                <p:childTnLst>
                                  <p:par>
                                    <p:cTn id="60" presetID="22" presetClass="entr" presetSubtype="1" fill="hold" nodeType="afterEffect">
                                      <p:stCondLst>
                                        <p:cond delay="0"/>
                                      </p:stCondLst>
                                      <p:childTnLst>
                                        <p:set>
                                          <p:cBhvr>
                                            <p:cTn id="61" dur="1" fill="hold">
                                              <p:stCondLst>
                                                <p:cond delay="0"/>
                                              </p:stCondLst>
                                            </p:cTn>
                                            <p:tgtEl>
                                              <p:spTgt spid="16">
                                                <p:txEl>
                                                  <p:pRg st="3" end="3"/>
                                                </p:txEl>
                                              </p:spTgt>
                                            </p:tgtEl>
                                            <p:attrNameLst>
                                              <p:attrName>style.visibility</p:attrName>
                                            </p:attrNameLst>
                                          </p:cBhvr>
                                          <p:to>
                                            <p:strVal val="visible"/>
                                          </p:to>
                                        </p:set>
                                        <p:animEffect transition="in" filter="wipe(up)">
                                          <p:cBhvr>
                                            <p:cTn id="62" dur="500"/>
                                            <p:tgtEl>
                                              <p:spTgt spid="16">
                                                <p:txEl>
                                                  <p:pRg st="3" end="3"/>
                                                </p:txEl>
                                              </p:spTgt>
                                            </p:tgtEl>
                                          </p:cBhvr>
                                        </p:animEffect>
                                      </p:childTnLst>
                                    </p:cTn>
                                  </p:par>
                                </p:childTnLst>
                              </p:cTn>
                            </p:par>
                            <p:par>
                              <p:cTn id="63" fill="hold">
                                <p:stCondLst>
                                  <p:cond delay="5200"/>
                                </p:stCondLst>
                                <p:childTnLst>
                                  <p:par>
                                    <p:cTn id="64" presetID="22" presetClass="entr" presetSubtype="1" fill="hold" nodeType="afterEffect">
                                      <p:stCondLst>
                                        <p:cond delay="0"/>
                                      </p:stCondLst>
                                      <p:childTnLst>
                                        <p:set>
                                          <p:cBhvr>
                                            <p:cTn id="65" dur="1" fill="hold">
                                              <p:stCondLst>
                                                <p:cond delay="0"/>
                                              </p:stCondLst>
                                            </p:cTn>
                                            <p:tgtEl>
                                              <p:spTgt spid="16">
                                                <p:txEl>
                                                  <p:pRg st="4" end="4"/>
                                                </p:txEl>
                                              </p:spTgt>
                                            </p:tgtEl>
                                            <p:attrNameLst>
                                              <p:attrName>style.visibility</p:attrName>
                                            </p:attrNameLst>
                                          </p:cBhvr>
                                          <p:to>
                                            <p:strVal val="visible"/>
                                          </p:to>
                                        </p:set>
                                        <p:animEffect transition="in" filter="wipe(up)">
                                          <p:cBhvr>
                                            <p:cTn id="66" dur="500"/>
                                            <p:tgtEl>
                                              <p:spTgt spid="16">
                                                <p:txEl>
                                                  <p:pRg st="4" end="4"/>
                                                </p:txEl>
                                              </p:spTgt>
                                            </p:tgtEl>
                                          </p:cBhvr>
                                        </p:animEffect>
                                      </p:childTnLst>
                                    </p:cTn>
                                  </p:par>
                                  <p:par>
                                    <p:cTn id="67" presetID="2" presetClass="entr" presetSubtype="1" fill="hold" grpId="0" nodeType="withEffect" p14:presetBounceEnd="81000">
                                      <p:stCondLst>
                                        <p:cond delay="0"/>
                                      </p:stCondLst>
                                      <p:childTnLst>
                                        <p:set>
                                          <p:cBhvr>
                                            <p:cTn id="68" dur="1" fill="hold">
                                              <p:stCondLst>
                                                <p:cond delay="0"/>
                                              </p:stCondLst>
                                            </p:cTn>
                                            <p:tgtEl>
                                              <p:spTgt spid="28"/>
                                            </p:tgtEl>
                                            <p:attrNameLst>
                                              <p:attrName>style.visibility</p:attrName>
                                            </p:attrNameLst>
                                          </p:cBhvr>
                                          <p:to>
                                            <p:strVal val="visible"/>
                                          </p:to>
                                        </p:set>
                                        <p:anim calcmode="lin" valueType="num" p14:bounceEnd="81000">
                                          <p:cBhvr additive="base">
                                            <p:cTn id="69" dur="1000" fill="hold"/>
                                            <p:tgtEl>
                                              <p:spTgt spid="28"/>
                                            </p:tgtEl>
                                            <p:attrNameLst>
                                              <p:attrName>ppt_x</p:attrName>
                                            </p:attrNameLst>
                                          </p:cBhvr>
                                          <p:tavLst>
                                            <p:tav tm="0">
                                              <p:val>
                                                <p:strVal val="#ppt_x"/>
                                              </p:val>
                                            </p:tav>
                                            <p:tav tm="100000">
                                              <p:val>
                                                <p:strVal val="#ppt_x"/>
                                              </p:val>
                                            </p:tav>
                                          </p:tavLst>
                                        </p:anim>
                                        <p:anim calcmode="lin" valueType="num" p14:bounceEnd="81000">
                                          <p:cBhvr additive="base">
                                            <p:cTn id="70" dur="1000" fill="hold"/>
                                            <p:tgtEl>
                                              <p:spTgt spid="28"/>
                                            </p:tgtEl>
                                            <p:attrNameLst>
                                              <p:attrName>ppt_y</p:attrName>
                                            </p:attrNameLst>
                                          </p:cBhvr>
                                          <p:tavLst>
                                            <p:tav tm="0">
                                              <p:val>
                                                <p:strVal val="0-#ppt_h/2"/>
                                              </p:val>
                                            </p:tav>
                                            <p:tav tm="100000">
                                              <p:val>
                                                <p:strVal val="#ppt_y"/>
                                              </p:val>
                                            </p:tav>
                                          </p:tavLst>
                                        </p:anim>
                                      </p:childTnLst>
                                    </p:cTn>
                                  </p:par>
                                </p:childTnLst>
                              </p:cTn>
                            </p:par>
                            <p:par>
                              <p:cTn id="71" fill="hold">
                                <p:stCondLst>
                                  <p:cond delay="6200"/>
                                </p:stCondLst>
                                <p:childTnLst>
                                  <p:par>
                                    <p:cTn id="72" presetID="22" presetClass="entr" presetSubtype="8" fill="hold" nodeType="after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autoUpdateAnimBg="0"/>
          <p:bldP spid="17" grpId="0" animBg="1"/>
          <p:bldP spid="17" grpId="1" animBg="1"/>
          <p:bldP spid="18" grpId="0" animBg="1"/>
          <p:bldP spid="18" grpId="1" animBg="1"/>
          <p:bldP spid="20" grpId="0"/>
          <p:bldP spid="21" grpId="0"/>
          <p:bldP spid="2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1000"/>
                                            <p:tgtEl>
                                              <p:spTgt spid="20"/>
                                            </p:tgtEl>
                                          </p:cBhvr>
                                        </p:animEffect>
                                        <p:anim calcmode="lin" valueType="num">
                                          <p:cBhvr>
                                            <p:cTn id="13" dur="1000" fill="hold"/>
                                            <p:tgtEl>
                                              <p:spTgt spid="20"/>
                                            </p:tgtEl>
                                            <p:attrNameLst>
                                              <p:attrName>ppt_x</p:attrName>
                                            </p:attrNameLst>
                                          </p:cBhvr>
                                          <p:tavLst>
                                            <p:tav tm="0">
                                              <p:val>
                                                <p:strVal val="#ppt_x"/>
                                              </p:val>
                                            </p:tav>
                                            <p:tav tm="100000">
                                              <p:val>
                                                <p:strVal val="#ppt_x"/>
                                              </p:val>
                                            </p:tav>
                                          </p:tavLst>
                                        </p:anim>
                                        <p:anim calcmode="lin" valueType="num">
                                          <p:cBhvr>
                                            <p:cTn id="14" dur="1000" fill="hold"/>
                                            <p:tgtEl>
                                              <p:spTgt spid="20"/>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31" presetClass="entr" presetSubtype="0" fill="hold" grpId="0" nodeType="after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p:cTn id="18" dur="300" fill="hold"/>
                                            <p:tgtEl>
                                              <p:spTgt spid="14"/>
                                            </p:tgtEl>
                                            <p:attrNameLst>
                                              <p:attrName>ppt_w</p:attrName>
                                            </p:attrNameLst>
                                          </p:cBhvr>
                                          <p:tavLst>
                                            <p:tav tm="0">
                                              <p:val>
                                                <p:fltVal val="0"/>
                                              </p:val>
                                            </p:tav>
                                            <p:tav tm="100000">
                                              <p:val>
                                                <p:strVal val="#ppt_w"/>
                                              </p:val>
                                            </p:tav>
                                          </p:tavLst>
                                        </p:anim>
                                        <p:anim calcmode="lin" valueType="num">
                                          <p:cBhvr>
                                            <p:cTn id="19" dur="300" fill="hold"/>
                                            <p:tgtEl>
                                              <p:spTgt spid="14"/>
                                            </p:tgtEl>
                                            <p:attrNameLst>
                                              <p:attrName>ppt_h</p:attrName>
                                            </p:attrNameLst>
                                          </p:cBhvr>
                                          <p:tavLst>
                                            <p:tav tm="0">
                                              <p:val>
                                                <p:fltVal val="0"/>
                                              </p:val>
                                            </p:tav>
                                            <p:tav tm="100000">
                                              <p:val>
                                                <p:strVal val="#ppt_h"/>
                                              </p:val>
                                            </p:tav>
                                          </p:tavLst>
                                        </p:anim>
                                        <p:anim calcmode="lin" valueType="num">
                                          <p:cBhvr>
                                            <p:cTn id="20" dur="300" fill="hold"/>
                                            <p:tgtEl>
                                              <p:spTgt spid="14"/>
                                            </p:tgtEl>
                                            <p:attrNameLst>
                                              <p:attrName>style.rotation</p:attrName>
                                            </p:attrNameLst>
                                          </p:cBhvr>
                                          <p:tavLst>
                                            <p:tav tm="0">
                                              <p:val>
                                                <p:fltVal val="90"/>
                                              </p:val>
                                            </p:tav>
                                            <p:tav tm="100000">
                                              <p:val>
                                                <p:fltVal val="0"/>
                                              </p:val>
                                            </p:tav>
                                          </p:tavLst>
                                        </p:anim>
                                        <p:animEffect transition="in" filter="fade">
                                          <p:cBhvr>
                                            <p:cTn id="21" dur="300"/>
                                            <p:tgtEl>
                                              <p:spTgt spid="14"/>
                                            </p:tgtEl>
                                          </p:cBhvr>
                                        </p:animEffect>
                                      </p:childTnLst>
                                    </p:cTn>
                                  </p:par>
                                </p:childTnLst>
                              </p:cTn>
                            </p:par>
                            <p:par>
                              <p:cTn id="22" fill="hold">
                                <p:stCondLst>
                                  <p:cond delay="1300"/>
                                </p:stCondLst>
                                <p:childTnLst>
                                  <p:par>
                                    <p:cTn id="23" presetID="53" presetClass="entr" presetSubtype="16" fill="hold" nodeType="after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500" fill="hold"/>
                                            <p:tgtEl>
                                              <p:spTgt spid="7"/>
                                            </p:tgtEl>
                                            <p:attrNameLst>
                                              <p:attrName>ppt_w</p:attrName>
                                            </p:attrNameLst>
                                          </p:cBhvr>
                                          <p:tavLst>
                                            <p:tav tm="0">
                                              <p:val>
                                                <p:fltVal val="0"/>
                                              </p:val>
                                            </p:tav>
                                            <p:tav tm="100000">
                                              <p:val>
                                                <p:strVal val="#ppt_w"/>
                                              </p:val>
                                            </p:tav>
                                          </p:tavLst>
                                        </p:anim>
                                        <p:anim calcmode="lin" valueType="num">
                                          <p:cBhvr>
                                            <p:cTn id="26" dur="500" fill="hold"/>
                                            <p:tgtEl>
                                              <p:spTgt spid="7"/>
                                            </p:tgtEl>
                                            <p:attrNameLst>
                                              <p:attrName>ppt_h</p:attrName>
                                            </p:attrNameLst>
                                          </p:cBhvr>
                                          <p:tavLst>
                                            <p:tav tm="0">
                                              <p:val>
                                                <p:fltVal val="0"/>
                                              </p:val>
                                            </p:tav>
                                            <p:tav tm="100000">
                                              <p:val>
                                                <p:strVal val="#ppt_h"/>
                                              </p:val>
                                            </p:tav>
                                          </p:tavLst>
                                        </p:anim>
                                        <p:animEffect transition="in" filter="fade">
                                          <p:cBhvr>
                                            <p:cTn id="27" dur="500"/>
                                            <p:tgtEl>
                                              <p:spTgt spid="7"/>
                                            </p:tgtEl>
                                          </p:cBhvr>
                                        </p:animEffect>
                                      </p:childTnLst>
                                    </p:cTn>
                                  </p:par>
                                  <p:par>
                                    <p:cTn id="28" presetID="42" presetClass="entr" presetSubtype="0" fill="hold" grpId="0" nodeType="withEffect">
                                      <p:stCondLst>
                                        <p:cond delay="40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1000"/>
                                            <p:tgtEl>
                                              <p:spTgt spid="21"/>
                                            </p:tgtEl>
                                          </p:cBhvr>
                                        </p:animEffect>
                                        <p:anim calcmode="lin" valueType="num">
                                          <p:cBhvr>
                                            <p:cTn id="31" dur="1000" fill="hold"/>
                                            <p:tgtEl>
                                              <p:spTgt spid="21"/>
                                            </p:tgtEl>
                                            <p:attrNameLst>
                                              <p:attrName>ppt_x</p:attrName>
                                            </p:attrNameLst>
                                          </p:cBhvr>
                                          <p:tavLst>
                                            <p:tav tm="0">
                                              <p:val>
                                                <p:strVal val="#ppt_x"/>
                                              </p:val>
                                            </p:tav>
                                            <p:tav tm="100000">
                                              <p:val>
                                                <p:strVal val="#ppt_x"/>
                                              </p:val>
                                            </p:tav>
                                          </p:tavLst>
                                        </p:anim>
                                        <p:anim calcmode="lin" valueType="num">
                                          <p:cBhvr>
                                            <p:cTn id="32" dur="1000" fill="hold"/>
                                            <p:tgtEl>
                                              <p:spTgt spid="21"/>
                                            </p:tgtEl>
                                            <p:attrNameLst>
                                              <p:attrName>ppt_y</p:attrName>
                                            </p:attrNameLst>
                                          </p:cBhvr>
                                          <p:tavLst>
                                            <p:tav tm="0">
                                              <p:val>
                                                <p:strVal val="#ppt_y+.1"/>
                                              </p:val>
                                            </p:tav>
                                            <p:tav tm="100000">
                                              <p:val>
                                                <p:strVal val="#ppt_y"/>
                                              </p:val>
                                            </p:tav>
                                          </p:tavLst>
                                        </p:anim>
                                      </p:childTnLst>
                                    </p:cTn>
                                  </p:par>
                                </p:childTnLst>
                              </p:cTn>
                            </p:par>
                            <p:par>
                              <p:cTn id="33" fill="hold">
                                <p:stCondLst>
                                  <p:cond delay="2700"/>
                                </p:stCondLst>
                                <p:childTnLst>
                                  <p:par>
                                    <p:cTn id="34" presetID="1" presetClass="entr" presetSubtype="0" fill="hold" grpId="0" nodeType="afterEffect">
                                      <p:stCondLst>
                                        <p:cond delay="0"/>
                                      </p:stCondLst>
                                      <p:childTnLst>
                                        <p:set>
                                          <p:cBhvr>
                                            <p:cTn id="35" dur="1" fill="hold">
                                              <p:stCondLst>
                                                <p:cond delay="0"/>
                                              </p:stCondLst>
                                            </p:cTn>
                                            <p:tgtEl>
                                              <p:spTgt spid="17"/>
                                            </p:tgtEl>
                                            <p:attrNameLst>
                                              <p:attrName>style.visibility</p:attrName>
                                            </p:attrNameLst>
                                          </p:cBhvr>
                                          <p:to>
                                            <p:strVal val="visible"/>
                                          </p:to>
                                        </p:set>
                                      </p:childTnLst>
                                    </p:cTn>
                                  </p:par>
                                  <p:par>
                                    <p:cTn id="36" presetID="35" presetClass="path" presetSubtype="0" accel="50000" decel="50000" fill="hold" grpId="1" nodeType="withEffect">
                                      <p:stCondLst>
                                        <p:cond delay="0"/>
                                      </p:stCondLst>
                                      <p:childTnLst>
                                        <p:animMotion origin="layout" path="M -3.56836E-6 -3.7037E-7 L 0.36686 0.15278 " pathEditMode="relative" rAng="0" ptsTypes="AA">
                                          <p:cBhvr>
                                            <p:cTn id="37" dur="500" spd="-99900" fill="hold"/>
                                            <p:tgtEl>
                                              <p:spTgt spid="17"/>
                                            </p:tgtEl>
                                            <p:attrNameLst>
                                              <p:attrName>ppt_x</p:attrName>
                                              <p:attrName>ppt_y</p:attrName>
                                            </p:attrNameLst>
                                          </p:cBhvr>
                                          <p:rCtr x="18343" y="7639"/>
                                        </p:animMotion>
                                      </p:childTnLst>
                                    </p:cTn>
                                  </p:par>
                                  <p:par>
                                    <p:cTn id="38" presetID="1"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childTnLst>
                                    </p:cTn>
                                  </p:par>
                                  <p:par>
                                    <p:cTn id="40" presetID="35" presetClass="path" presetSubtype="0" accel="50000" decel="50000" fill="hold" grpId="1" nodeType="withEffect">
                                      <p:stCondLst>
                                        <p:cond delay="0"/>
                                      </p:stCondLst>
                                      <p:childTnLst>
                                        <p:animMotion origin="layout" path="M 7.85742E-7 -3.33333E-6 L -0.39495 -0.11018 " pathEditMode="relative" rAng="0" ptsTypes="AA">
                                          <p:cBhvr>
                                            <p:cTn id="41" dur="500" spd="-99900" fill="hold"/>
                                            <p:tgtEl>
                                              <p:spTgt spid="18"/>
                                            </p:tgtEl>
                                            <p:attrNameLst>
                                              <p:attrName>ppt_x</p:attrName>
                                              <p:attrName>ppt_y</p:attrName>
                                            </p:attrNameLst>
                                          </p:cBhvr>
                                          <p:rCtr x="-19748" y="-5509"/>
                                        </p:animMotion>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p:cTn id="44" dur="500" fill="hold"/>
                                            <p:tgtEl>
                                              <p:spTgt spid="15"/>
                                            </p:tgtEl>
                                            <p:attrNameLst>
                                              <p:attrName>ppt_w</p:attrName>
                                            </p:attrNameLst>
                                          </p:cBhvr>
                                          <p:tavLst>
                                            <p:tav tm="0">
                                              <p:val>
                                                <p:fltVal val="0"/>
                                              </p:val>
                                            </p:tav>
                                            <p:tav tm="100000">
                                              <p:val>
                                                <p:strVal val="#ppt_w"/>
                                              </p:val>
                                            </p:tav>
                                          </p:tavLst>
                                        </p:anim>
                                        <p:anim calcmode="lin" valueType="num">
                                          <p:cBhvr>
                                            <p:cTn id="45" dur="500" fill="hold"/>
                                            <p:tgtEl>
                                              <p:spTgt spid="15"/>
                                            </p:tgtEl>
                                            <p:attrNameLst>
                                              <p:attrName>ppt_h</p:attrName>
                                            </p:attrNameLst>
                                          </p:cBhvr>
                                          <p:tavLst>
                                            <p:tav tm="0">
                                              <p:val>
                                                <p:fltVal val="0"/>
                                              </p:val>
                                            </p:tav>
                                            <p:tav tm="100000">
                                              <p:val>
                                                <p:strVal val="#ppt_h"/>
                                              </p:val>
                                            </p:tav>
                                          </p:tavLst>
                                        </p:anim>
                                        <p:animEffect transition="in" filter="fade">
                                          <p:cBhvr>
                                            <p:cTn id="46" dur="500"/>
                                            <p:tgtEl>
                                              <p:spTgt spid="15"/>
                                            </p:tgtEl>
                                          </p:cBhvr>
                                        </p:animEffect>
                                      </p:childTnLst>
                                    </p:cTn>
                                  </p:par>
                                </p:childTnLst>
                              </p:cTn>
                            </p:par>
                            <p:par>
                              <p:cTn id="47" fill="hold">
                                <p:stCondLst>
                                  <p:cond delay="3200"/>
                                </p:stCondLst>
                                <p:childTnLst>
                                  <p:par>
                                    <p:cTn id="48" presetID="22" presetClass="entr" presetSubtype="1" fill="hold" nodeType="afterEffect">
                                      <p:stCondLst>
                                        <p:cond delay="0"/>
                                      </p:stCondLst>
                                      <p:childTnLst>
                                        <p:set>
                                          <p:cBhvr>
                                            <p:cTn id="49" dur="1" fill="hold">
                                              <p:stCondLst>
                                                <p:cond delay="0"/>
                                              </p:stCondLst>
                                            </p:cTn>
                                            <p:tgtEl>
                                              <p:spTgt spid="16">
                                                <p:txEl>
                                                  <p:pRg st="0" end="0"/>
                                                </p:txEl>
                                              </p:spTgt>
                                            </p:tgtEl>
                                            <p:attrNameLst>
                                              <p:attrName>style.visibility</p:attrName>
                                            </p:attrNameLst>
                                          </p:cBhvr>
                                          <p:to>
                                            <p:strVal val="visible"/>
                                          </p:to>
                                        </p:set>
                                        <p:animEffect transition="in" filter="wipe(up)">
                                          <p:cBhvr>
                                            <p:cTn id="50" dur="500"/>
                                            <p:tgtEl>
                                              <p:spTgt spid="16">
                                                <p:txEl>
                                                  <p:pRg st="0" end="0"/>
                                                </p:txEl>
                                              </p:spTgt>
                                            </p:tgtEl>
                                          </p:cBhvr>
                                        </p:animEffect>
                                      </p:childTnLst>
                                    </p:cTn>
                                  </p:par>
                                </p:childTnLst>
                              </p:cTn>
                            </p:par>
                            <p:par>
                              <p:cTn id="51" fill="hold">
                                <p:stCondLst>
                                  <p:cond delay="3700"/>
                                </p:stCondLst>
                                <p:childTnLst>
                                  <p:par>
                                    <p:cTn id="52" presetID="22" presetClass="entr" presetSubtype="1" fill="hold" nodeType="afterEffect">
                                      <p:stCondLst>
                                        <p:cond delay="0"/>
                                      </p:stCondLst>
                                      <p:childTnLst>
                                        <p:set>
                                          <p:cBhvr>
                                            <p:cTn id="53" dur="1" fill="hold">
                                              <p:stCondLst>
                                                <p:cond delay="0"/>
                                              </p:stCondLst>
                                            </p:cTn>
                                            <p:tgtEl>
                                              <p:spTgt spid="16">
                                                <p:txEl>
                                                  <p:pRg st="1" end="1"/>
                                                </p:txEl>
                                              </p:spTgt>
                                            </p:tgtEl>
                                            <p:attrNameLst>
                                              <p:attrName>style.visibility</p:attrName>
                                            </p:attrNameLst>
                                          </p:cBhvr>
                                          <p:to>
                                            <p:strVal val="visible"/>
                                          </p:to>
                                        </p:set>
                                        <p:animEffect transition="in" filter="wipe(up)">
                                          <p:cBhvr>
                                            <p:cTn id="54" dur="500"/>
                                            <p:tgtEl>
                                              <p:spTgt spid="16">
                                                <p:txEl>
                                                  <p:pRg st="1" end="1"/>
                                                </p:txEl>
                                              </p:spTgt>
                                            </p:tgtEl>
                                          </p:cBhvr>
                                        </p:animEffect>
                                      </p:childTnLst>
                                    </p:cTn>
                                  </p:par>
                                </p:childTnLst>
                              </p:cTn>
                            </p:par>
                            <p:par>
                              <p:cTn id="55" fill="hold">
                                <p:stCondLst>
                                  <p:cond delay="4200"/>
                                </p:stCondLst>
                                <p:childTnLst>
                                  <p:par>
                                    <p:cTn id="56" presetID="22" presetClass="entr" presetSubtype="1" fill="hold" nodeType="afterEffect">
                                      <p:stCondLst>
                                        <p:cond delay="0"/>
                                      </p:stCondLst>
                                      <p:childTnLst>
                                        <p:set>
                                          <p:cBhvr>
                                            <p:cTn id="57" dur="1" fill="hold">
                                              <p:stCondLst>
                                                <p:cond delay="0"/>
                                              </p:stCondLst>
                                            </p:cTn>
                                            <p:tgtEl>
                                              <p:spTgt spid="16">
                                                <p:txEl>
                                                  <p:pRg st="2" end="2"/>
                                                </p:txEl>
                                              </p:spTgt>
                                            </p:tgtEl>
                                            <p:attrNameLst>
                                              <p:attrName>style.visibility</p:attrName>
                                            </p:attrNameLst>
                                          </p:cBhvr>
                                          <p:to>
                                            <p:strVal val="visible"/>
                                          </p:to>
                                        </p:set>
                                        <p:animEffect transition="in" filter="wipe(up)">
                                          <p:cBhvr>
                                            <p:cTn id="58" dur="500"/>
                                            <p:tgtEl>
                                              <p:spTgt spid="16">
                                                <p:txEl>
                                                  <p:pRg st="2" end="2"/>
                                                </p:txEl>
                                              </p:spTgt>
                                            </p:tgtEl>
                                          </p:cBhvr>
                                        </p:animEffect>
                                      </p:childTnLst>
                                    </p:cTn>
                                  </p:par>
                                </p:childTnLst>
                              </p:cTn>
                            </p:par>
                            <p:par>
                              <p:cTn id="59" fill="hold">
                                <p:stCondLst>
                                  <p:cond delay="4700"/>
                                </p:stCondLst>
                                <p:childTnLst>
                                  <p:par>
                                    <p:cTn id="60" presetID="22" presetClass="entr" presetSubtype="1" fill="hold" nodeType="afterEffect">
                                      <p:stCondLst>
                                        <p:cond delay="0"/>
                                      </p:stCondLst>
                                      <p:childTnLst>
                                        <p:set>
                                          <p:cBhvr>
                                            <p:cTn id="61" dur="1" fill="hold">
                                              <p:stCondLst>
                                                <p:cond delay="0"/>
                                              </p:stCondLst>
                                            </p:cTn>
                                            <p:tgtEl>
                                              <p:spTgt spid="16">
                                                <p:txEl>
                                                  <p:pRg st="3" end="3"/>
                                                </p:txEl>
                                              </p:spTgt>
                                            </p:tgtEl>
                                            <p:attrNameLst>
                                              <p:attrName>style.visibility</p:attrName>
                                            </p:attrNameLst>
                                          </p:cBhvr>
                                          <p:to>
                                            <p:strVal val="visible"/>
                                          </p:to>
                                        </p:set>
                                        <p:animEffect transition="in" filter="wipe(up)">
                                          <p:cBhvr>
                                            <p:cTn id="62" dur="500"/>
                                            <p:tgtEl>
                                              <p:spTgt spid="16">
                                                <p:txEl>
                                                  <p:pRg st="3" end="3"/>
                                                </p:txEl>
                                              </p:spTgt>
                                            </p:tgtEl>
                                          </p:cBhvr>
                                        </p:animEffect>
                                      </p:childTnLst>
                                    </p:cTn>
                                  </p:par>
                                </p:childTnLst>
                              </p:cTn>
                            </p:par>
                            <p:par>
                              <p:cTn id="63" fill="hold">
                                <p:stCondLst>
                                  <p:cond delay="5200"/>
                                </p:stCondLst>
                                <p:childTnLst>
                                  <p:par>
                                    <p:cTn id="64" presetID="22" presetClass="entr" presetSubtype="1" fill="hold" nodeType="afterEffect">
                                      <p:stCondLst>
                                        <p:cond delay="0"/>
                                      </p:stCondLst>
                                      <p:childTnLst>
                                        <p:set>
                                          <p:cBhvr>
                                            <p:cTn id="65" dur="1" fill="hold">
                                              <p:stCondLst>
                                                <p:cond delay="0"/>
                                              </p:stCondLst>
                                            </p:cTn>
                                            <p:tgtEl>
                                              <p:spTgt spid="16">
                                                <p:txEl>
                                                  <p:pRg st="4" end="4"/>
                                                </p:txEl>
                                              </p:spTgt>
                                            </p:tgtEl>
                                            <p:attrNameLst>
                                              <p:attrName>style.visibility</p:attrName>
                                            </p:attrNameLst>
                                          </p:cBhvr>
                                          <p:to>
                                            <p:strVal val="visible"/>
                                          </p:to>
                                        </p:set>
                                        <p:animEffect transition="in" filter="wipe(up)">
                                          <p:cBhvr>
                                            <p:cTn id="66" dur="500"/>
                                            <p:tgtEl>
                                              <p:spTgt spid="16">
                                                <p:txEl>
                                                  <p:pRg st="4" end="4"/>
                                                </p:txEl>
                                              </p:spTgt>
                                            </p:tgtEl>
                                          </p:cBhvr>
                                        </p:animEffect>
                                      </p:childTnLst>
                                    </p:cTn>
                                  </p:par>
                                  <p:par>
                                    <p:cTn id="67" presetID="2" presetClass="entr" presetSubtype="1" fill="hold" grpId="0" nodeType="withEffect">
                                      <p:stCondLst>
                                        <p:cond delay="0"/>
                                      </p:stCondLst>
                                      <p:childTnLst>
                                        <p:set>
                                          <p:cBhvr>
                                            <p:cTn id="68" dur="1" fill="hold">
                                              <p:stCondLst>
                                                <p:cond delay="0"/>
                                              </p:stCondLst>
                                            </p:cTn>
                                            <p:tgtEl>
                                              <p:spTgt spid="28"/>
                                            </p:tgtEl>
                                            <p:attrNameLst>
                                              <p:attrName>style.visibility</p:attrName>
                                            </p:attrNameLst>
                                          </p:cBhvr>
                                          <p:to>
                                            <p:strVal val="visible"/>
                                          </p:to>
                                        </p:set>
                                        <p:anim calcmode="lin" valueType="num">
                                          <p:cBhvr additive="base">
                                            <p:cTn id="69" dur="1000" fill="hold"/>
                                            <p:tgtEl>
                                              <p:spTgt spid="28"/>
                                            </p:tgtEl>
                                            <p:attrNameLst>
                                              <p:attrName>ppt_x</p:attrName>
                                            </p:attrNameLst>
                                          </p:cBhvr>
                                          <p:tavLst>
                                            <p:tav tm="0">
                                              <p:val>
                                                <p:strVal val="#ppt_x"/>
                                              </p:val>
                                            </p:tav>
                                            <p:tav tm="100000">
                                              <p:val>
                                                <p:strVal val="#ppt_x"/>
                                              </p:val>
                                            </p:tav>
                                          </p:tavLst>
                                        </p:anim>
                                        <p:anim calcmode="lin" valueType="num">
                                          <p:cBhvr additive="base">
                                            <p:cTn id="70" dur="1000" fill="hold"/>
                                            <p:tgtEl>
                                              <p:spTgt spid="28"/>
                                            </p:tgtEl>
                                            <p:attrNameLst>
                                              <p:attrName>ppt_y</p:attrName>
                                            </p:attrNameLst>
                                          </p:cBhvr>
                                          <p:tavLst>
                                            <p:tav tm="0">
                                              <p:val>
                                                <p:strVal val="0-#ppt_h/2"/>
                                              </p:val>
                                            </p:tav>
                                            <p:tav tm="100000">
                                              <p:val>
                                                <p:strVal val="#ppt_y"/>
                                              </p:val>
                                            </p:tav>
                                          </p:tavLst>
                                        </p:anim>
                                      </p:childTnLst>
                                    </p:cTn>
                                  </p:par>
                                </p:childTnLst>
                              </p:cTn>
                            </p:par>
                            <p:par>
                              <p:cTn id="71" fill="hold">
                                <p:stCondLst>
                                  <p:cond delay="6200"/>
                                </p:stCondLst>
                                <p:childTnLst>
                                  <p:par>
                                    <p:cTn id="72" presetID="22" presetClass="entr" presetSubtype="8" fill="hold" nodeType="after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autoUpdateAnimBg="0"/>
          <p:bldP spid="17" grpId="0" animBg="1"/>
          <p:bldP spid="17" grpId="1" animBg="1"/>
          <p:bldP spid="18" grpId="0" animBg="1"/>
          <p:bldP spid="18" grpId="1" animBg="1"/>
          <p:bldP spid="20" grpId="0"/>
          <p:bldP spid="21" grpId="0"/>
          <p:bldP spid="28" grpId="0"/>
        </p:bldLst>
      </p:timing>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605F2-BB19-1706-64F7-67E68FAAE78D}"/>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805C21EB-1EB8-200E-C995-9889DC02FC74}"/>
              </a:ext>
            </a:extLst>
          </p:cNvPr>
          <p:cNvGrpSpPr/>
          <p:nvPr/>
        </p:nvGrpSpPr>
        <p:grpSpPr>
          <a:xfrm>
            <a:off x="2015875" y="1558812"/>
            <a:ext cx="1460314" cy="1460842"/>
            <a:chOff x="2127615" y="1872580"/>
            <a:chExt cx="1686798" cy="1687408"/>
          </a:xfrm>
        </p:grpSpPr>
        <p:grpSp>
          <p:nvGrpSpPr>
            <p:cNvPr id="6" name="组合 5">
              <a:extLst>
                <a:ext uri="{FF2B5EF4-FFF2-40B4-BE49-F238E27FC236}">
                  <a16:creationId xmlns:a16="http://schemas.microsoft.com/office/drawing/2014/main" id="{A4F46025-D73F-A941-CEB9-3B1CCF9295B5}"/>
                </a:ext>
              </a:extLst>
            </p:cNvPr>
            <p:cNvGrpSpPr/>
            <p:nvPr/>
          </p:nvGrpSpPr>
          <p:grpSpPr>
            <a:xfrm>
              <a:off x="2127615" y="1872580"/>
              <a:ext cx="1686798" cy="1687408"/>
              <a:chOff x="4345444" y="2542859"/>
              <a:chExt cx="1810550" cy="1811205"/>
            </a:xfrm>
          </p:grpSpPr>
          <p:grpSp>
            <p:nvGrpSpPr>
              <p:cNvPr id="7" name="组合 6">
                <a:extLst>
                  <a:ext uri="{FF2B5EF4-FFF2-40B4-BE49-F238E27FC236}">
                    <a16:creationId xmlns:a16="http://schemas.microsoft.com/office/drawing/2014/main" id="{26B2723C-898C-5EC2-13E4-F8A87AFD7FAA}"/>
                  </a:ext>
                </a:extLst>
              </p:cNvPr>
              <p:cNvGrpSpPr/>
              <p:nvPr/>
            </p:nvGrpSpPr>
            <p:grpSpPr>
              <a:xfrm>
                <a:off x="4345444" y="2542859"/>
                <a:ext cx="1810550" cy="1811205"/>
                <a:chOff x="1463339" y="1072758"/>
                <a:chExt cx="1546058" cy="1546058"/>
              </a:xfrm>
              <a:effectLst>
                <a:outerShdw blurRad="330200" dist="215900" dir="6900000" sx="91000" sy="91000" algn="t" rotWithShape="0">
                  <a:prstClr val="black">
                    <a:alpha val="49000"/>
                  </a:prstClr>
                </a:outerShdw>
              </a:effectLst>
            </p:grpSpPr>
            <p:sp>
              <p:nvSpPr>
                <p:cNvPr id="9" name="同心圆 8">
                  <a:extLst>
                    <a:ext uri="{FF2B5EF4-FFF2-40B4-BE49-F238E27FC236}">
                      <a16:creationId xmlns:a16="http://schemas.microsoft.com/office/drawing/2014/main" id="{282664DE-121C-26D4-FB77-6411721FB4C7}"/>
                    </a:ext>
                  </a:extLst>
                </p:cNvPr>
                <p:cNvSpPr/>
                <p:nvPr/>
              </p:nvSpPr>
              <p:spPr>
                <a:xfrm>
                  <a:off x="1463339" y="1072758"/>
                  <a:ext cx="1546058" cy="1546058"/>
                </a:xfrm>
                <a:prstGeom prst="donut">
                  <a:avLst>
                    <a:gd name="adj" fmla="val 4879"/>
                  </a:avLst>
                </a:prstGeom>
                <a:gradFill>
                  <a:gsLst>
                    <a:gs pos="0">
                      <a:schemeClr val="bg1">
                        <a:lumMod val="95000"/>
                      </a:schemeClr>
                    </a:gs>
                    <a:gs pos="55000">
                      <a:schemeClr val="bg1">
                        <a:lumMod val="95000"/>
                      </a:schemeClr>
                    </a:gs>
                    <a:gs pos="100000">
                      <a:schemeClr val="bg1">
                        <a:lumMod val="8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0" name="椭圆 9">
                  <a:extLst>
                    <a:ext uri="{FF2B5EF4-FFF2-40B4-BE49-F238E27FC236}">
                      <a16:creationId xmlns:a16="http://schemas.microsoft.com/office/drawing/2014/main" id="{708DC640-0630-B2B3-C0D7-439E8259B8DA}"/>
                    </a:ext>
                  </a:extLst>
                </p:cNvPr>
                <p:cNvSpPr/>
                <p:nvPr/>
              </p:nvSpPr>
              <p:spPr>
                <a:xfrm>
                  <a:off x="1484232" y="1093651"/>
                  <a:ext cx="1504274" cy="1504273"/>
                </a:xfrm>
                <a:prstGeom prst="ellipse">
                  <a:avLst/>
                </a:prstGeom>
                <a:gradFill>
                  <a:gsLst>
                    <a:gs pos="0">
                      <a:schemeClr val="bg1"/>
                    </a:gs>
                    <a:gs pos="51000">
                      <a:schemeClr val="bg1">
                        <a:lumMod val="95000"/>
                      </a:schemeClr>
                    </a:gs>
                    <a:gs pos="100000">
                      <a:schemeClr val="bg1">
                        <a:lumMod val="8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sp>
            <p:nvSpPr>
              <p:cNvPr id="8" name="椭圆 7">
                <a:extLst>
                  <a:ext uri="{FF2B5EF4-FFF2-40B4-BE49-F238E27FC236}">
                    <a16:creationId xmlns:a16="http://schemas.microsoft.com/office/drawing/2014/main" id="{D2A31B0F-AA3A-844F-A79F-FA7CF754EA22}"/>
                  </a:ext>
                </a:extLst>
              </p:cNvPr>
              <p:cNvSpPr/>
              <p:nvPr/>
            </p:nvSpPr>
            <p:spPr>
              <a:xfrm>
                <a:off x="4565570" y="2763062"/>
                <a:ext cx="1370298" cy="1370793"/>
              </a:xfrm>
              <a:prstGeom prst="ellipse">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grpSp>
          <p:nvGrpSpPr>
            <p:cNvPr id="113" name="组合 112">
              <a:extLst>
                <a:ext uri="{FF2B5EF4-FFF2-40B4-BE49-F238E27FC236}">
                  <a16:creationId xmlns:a16="http://schemas.microsoft.com/office/drawing/2014/main" id="{AD66D722-3BD8-8189-CA08-7C111A156616}"/>
                </a:ext>
              </a:extLst>
            </p:cNvPr>
            <p:cNvGrpSpPr/>
            <p:nvPr/>
          </p:nvGrpSpPr>
          <p:grpSpPr>
            <a:xfrm>
              <a:off x="2656089" y="2395063"/>
              <a:ext cx="584048" cy="589248"/>
              <a:chOff x="2885248" y="1508265"/>
              <a:chExt cx="391152" cy="394635"/>
            </a:xfrm>
          </p:grpSpPr>
          <p:sp>
            <p:nvSpPr>
              <p:cNvPr id="74" name="Freeform 42">
                <a:extLst>
                  <a:ext uri="{FF2B5EF4-FFF2-40B4-BE49-F238E27FC236}">
                    <a16:creationId xmlns:a16="http://schemas.microsoft.com/office/drawing/2014/main" id="{0B5040F8-E154-069C-26B5-E77FD798EA43}"/>
                  </a:ext>
                </a:extLst>
              </p:cNvPr>
              <p:cNvSpPr>
                <a:spLocks noEditPoints="1" noChangeArrowheads="1"/>
              </p:cNvSpPr>
              <p:nvPr/>
            </p:nvSpPr>
            <p:spPr bwMode="auto">
              <a:xfrm>
                <a:off x="2885248" y="1508265"/>
                <a:ext cx="391152" cy="394635"/>
              </a:xfrm>
              <a:custGeom>
                <a:avLst/>
                <a:gdLst>
                  <a:gd name="T0" fmla="*/ 199251 w 121"/>
                  <a:gd name="T1" fmla="*/ 0 h 121"/>
                  <a:gd name="T2" fmla="*/ 0 w 121"/>
                  <a:gd name="T3" fmla="*/ 203829 h 121"/>
                  <a:gd name="T4" fmla="*/ 199251 w 121"/>
                  <a:gd name="T5" fmla="*/ 404317 h 121"/>
                  <a:gd name="T6" fmla="*/ 401822 w 121"/>
                  <a:gd name="T7" fmla="*/ 203829 h 121"/>
                  <a:gd name="T8" fmla="*/ 199251 w 121"/>
                  <a:gd name="T9" fmla="*/ 0 h 121"/>
                  <a:gd name="T10" fmla="*/ 199251 w 121"/>
                  <a:gd name="T11" fmla="*/ 370902 h 121"/>
                  <a:gd name="T12" fmla="*/ 33208 w 121"/>
                  <a:gd name="T13" fmla="*/ 203829 h 121"/>
                  <a:gd name="T14" fmla="*/ 199251 w 121"/>
                  <a:gd name="T15" fmla="*/ 33415 h 121"/>
                  <a:gd name="T16" fmla="*/ 368614 w 121"/>
                  <a:gd name="T17" fmla="*/ 203829 h 121"/>
                  <a:gd name="T18" fmla="*/ 199251 w 121"/>
                  <a:gd name="T19" fmla="*/ 370902 h 1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1"/>
                  <a:gd name="T31" fmla="*/ 0 h 121"/>
                  <a:gd name="T32" fmla="*/ 121 w 121"/>
                  <a:gd name="T33" fmla="*/ 121 h 12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1" h="121">
                    <a:moveTo>
                      <a:pt x="60" y="0"/>
                    </a:moveTo>
                    <a:cubicBezTo>
                      <a:pt x="27" y="0"/>
                      <a:pt x="0" y="27"/>
                      <a:pt x="0" y="61"/>
                    </a:cubicBezTo>
                    <a:cubicBezTo>
                      <a:pt x="0" y="94"/>
                      <a:pt x="27" y="121"/>
                      <a:pt x="60" y="121"/>
                    </a:cubicBezTo>
                    <a:cubicBezTo>
                      <a:pt x="94" y="121"/>
                      <a:pt x="121" y="94"/>
                      <a:pt x="121" y="61"/>
                    </a:cubicBezTo>
                    <a:cubicBezTo>
                      <a:pt x="121" y="27"/>
                      <a:pt x="94" y="0"/>
                      <a:pt x="60" y="0"/>
                    </a:cubicBezTo>
                    <a:close/>
                    <a:moveTo>
                      <a:pt x="60" y="111"/>
                    </a:moveTo>
                    <a:cubicBezTo>
                      <a:pt x="32" y="111"/>
                      <a:pt x="10" y="89"/>
                      <a:pt x="10" y="61"/>
                    </a:cubicBezTo>
                    <a:cubicBezTo>
                      <a:pt x="10" y="33"/>
                      <a:pt x="32" y="10"/>
                      <a:pt x="60" y="10"/>
                    </a:cubicBezTo>
                    <a:cubicBezTo>
                      <a:pt x="88" y="10"/>
                      <a:pt x="111" y="33"/>
                      <a:pt x="111" y="61"/>
                    </a:cubicBezTo>
                    <a:cubicBezTo>
                      <a:pt x="111" y="89"/>
                      <a:pt x="88" y="111"/>
                      <a:pt x="60" y="111"/>
                    </a:cubicBez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75" name="Freeform 43">
                <a:extLst>
                  <a:ext uri="{FF2B5EF4-FFF2-40B4-BE49-F238E27FC236}">
                    <a16:creationId xmlns:a16="http://schemas.microsoft.com/office/drawing/2014/main" id="{2ADB26D2-44A8-8896-3E88-9838042C41B0}"/>
                  </a:ext>
                </a:extLst>
              </p:cNvPr>
              <p:cNvSpPr>
                <a:spLocks noChangeArrowheads="1"/>
              </p:cNvSpPr>
              <p:nvPr/>
            </p:nvSpPr>
            <p:spPr bwMode="auto">
              <a:xfrm>
                <a:off x="2989718" y="1603270"/>
                <a:ext cx="136053" cy="194881"/>
              </a:xfrm>
              <a:custGeom>
                <a:avLst/>
                <a:gdLst>
                  <a:gd name="T0" fmla="*/ 139764 w 42"/>
                  <a:gd name="T1" fmla="*/ 199662 h 60"/>
                  <a:gd name="T2" fmla="*/ 139764 w 42"/>
                  <a:gd name="T3" fmla="*/ 0 h 60"/>
                  <a:gd name="T4" fmla="*/ 0 w 42"/>
                  <a:gd name="T5" fmla="*/ 139763 h 60"/>
                  <a:gd name="T6" fmla="*/ 139764 w 42"/>
                  <a:gd name="T7" fmla="*/ 199662 h 60"/>
                  <a:gd name="T8" fmla="*/ 0 60000 65536"/>
                  <a:gd name="T9" fmla="*/ 0 60000 65536"/>
                  <a:gd name="T10" fmla="*/ 0 60000 65536"/>
                  <a:gd name="T11" fmla="*/ 0 60000 65536"/>
                  <a:gd name="T12" fmla="*/ 0 w 42"/>
                  <a:gd name="T13" fmla="*/ 0 h 60"/>
                  <a:gd name="T14" fmla="*/ 42 w 42"/>
                  <a:gd name="T15" fmla="*/ 60 h 60"/>
                </a:gdLst>
                <a:ahLst/>
                <a:cxnLst>
                  <a:cxn ang="T8">
                    <a:pos x="T0" y="T1"/>
                  </a:cxn>
                  <a:cxn ang="T9">
                    <a:pos x="T2" y="T3"/>
                  </a:cxn>
                  <a:cxn ang="T10">
                    <a:pos x="T4" y="T5"/>
                  </a:cxn>
                  <a:cxn ang="T11">
                    <a:pos x="T6" y="T7"/>
                  </a:cxn>
                </a:cxnLst>
                <a:rect l="T12" t="T13" r="T14" b="T15"/>
                <a:pathLst>
                  <a:path w="42" h="60">
                    <a:moveTo>
                      <a:pt x="42" y="60"/>
                    </a:moveTo>
                    <a:cubicBezTo>
                      <a:pt x="42" y="0"/>
                      <a:pt x="42" y="0"/>
                      <a:pt x="42" y="0"/>
                    </a:cubicBezTo>
                    <a:cubicBezTo>
                      <a:pt x="0" y="42"/>
                      <a:pt x="0" y="42"/>
                      <a:pt x="0" y="42"/>
                    </a:cubicBezTo>
                    <a:cubicBezTo>
                      <a:pt x="29" y="42"/>
                      <a:pt x="42" y="60"/>
                      <a:pt x="42" y="60"/>
                    </a:cubicBez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grpSp>
      </p:grpSp>
      <p:grpSp>
        <p:nvGrpSpPr>
          <p:cNvPr id="3" name="组合 2">
            <a:extLst>
              <a:ext uri="{FF2B5EF4-FFF2-40B4-BE49-F238E27FC236}">
                <a16:creationId xmlns:a16="http://schemas.microsoft.com/office/drawing/2014/main" id="{40D1FEDA-440A-2761-57C2-33CFFC373688}"/>
              </a:ext>
            </a:extLst>
          </p:cNvPr>
          <p:cNvGrpSpPr/>
          <p:nvPr/>
        </p:nvGrpSpPr>
        <p:grpSpPr>
          <a:xfrm>
            <a:off x="4313785" y="1558812"/>
            <a:ext cx="1460314" cy="1460842"/>
            <a:chOff x="4781914" y="1872580"/>
            <a:chExt cx="1686798" cy="1687408"/>
          </a:xfrm>
        </p:grpSpPr>
        <p:grpSp>
          <p:nvGrpSpPr>
            <p:cNvPr id="14" name="组合 13">
              <a:extLst>
                <a:ext uri="{FF2B5EF4-FFF2-40B4-BE49-F238E27FC236}">
                  <a16:creationId xmlns:a16="http://schemas.microsoft.com/office/drawing/2014/main" id="{484A9342-4D12-CA47-4E3E-E8521939E45E}"/>
                </a:ext>
              </a:extLst>
            </p:cNvPr>
            <p:cNvGrpSpPr/>
            <p:nvPr/>
          </p:nvGrpSpPr>
          <p:grpSpPr>
            <a:xfrm>
              <a:off x="4781914" y="1872580"/>
              <a:ext cx="1686798" cy="1687408"/>
              <a:chOff x="4345444" y="2542859"/>
              <a:chExt cx="1810550" cy="1811205"/>
            </a:xfrm>
          </p:grpSpPr>
          <p:grpSp>
            <p:nvGrpSpPr>
              <p:cNvPr id="15" name="组合 14">
                <a:extLst>
                  <a:ext uri="{FF2B5EF4-FFF2-40B4-BE49-F238E27FC236}">
                    <a16:creationId xmlns:a16="http://schemas.microsoft.com/office/drawing/2014/main" id="{F3F9650E-03CE-DB4B-C620-D061F2A046DD}"/>
                  </a:ext>
                </a:extLst>
              </p:cNvPr>
              <p:cNvGrpSpPr/>
              <p:nvPr/>
            </p:nvGrpSpPr>
            <p:grpSpPr>
              <a:xfrm>
                <a:off x="4345444" y="2542859"/>
                <a:ext cx="1810550" cy="1811205"/>
                <a:chOff x="1463339" y="1072758"/>
                <a:chExt cx="1546058" cy="1546058"/>
              </a:xfrm>
              <a:effectLst>
                <a:outerShdw blurRad="330200" dist="215900" dir="6900000" sx="91000" sy="91000" algn="t" rotWithShape="0">
                  <a:prstClr val="black">
                    <a:alpha val="49000"/>
                  </a:prstClr>
                </a:outerShdw>
              </a:effectLst>
            </p:grpSpPr>
            <p:sp>
              <p:nvSpPr>
                <p:cNvPr id="17" name="同心圆 16">
                  <a:extLst>
                    <a:ext uri="{FF2B5EF4-FFF2-40B4-BE49-F238E27FC236}">
                      <a16:creationId xmlns:a16="http://schemas.microsoft.com/office/drawing/2014/main" id="{13F5477D-9AD2-5DF5-F95D-E20322DC5CF7}"/>
                    </a:ext>
                  </a:extLst>
                </p:cNvPr>
                <p:cNvSpPr/>
                <p:nvPr/>
              </p:nvSpPr>
              <p:spPr>
                <a:xfrm>
                  <a:off x="1463339" y="1072758"/>
                  <a:ext cx="1546058" cy="1546058"/>
                </a:xfrm>
                <a:prstGeom prst="donut">
                  <a:avLst>
                    <a:gd name="adj" fmla="val 4879"/>
                  </a:avLst>
                </a:prstGeom>
                <a:gradFill>
                  <a:gsLst>
                    <a:gs pos="0">
                      <a:schemeClr val="bg1">
                        <a:lumMod val="95000"/>
                      </a:schemeClr>
                    </a:gs>
                    <a:gs pos="55000">
                      <a:schemeClr val="bg1">
                        <a:lumMod val="95000"/>
                      </a:schemeClr>
                    </a:gs>
                    <a:gs pos="100000">
                      <a:schemeClr val="bg1">
                        <a:lumMod val="8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8" name="椭圆 17">
                  <a:extLst>
                    <a:ext uri="{FF2B5EF4-FFF2-40B4-BE49-F238E27FC236}">
                      <a16:creationId xmlns:a16="http://schemas.microsoft.com/office/drawing/2014/main" id="{B7A659F7-216C-F9E2-190E-9E1C178070DC}"/>
                    </a:ext>
                  </a:extLst>
                </p:cNvPr>
                <p:cNvSpPr/>
                <p:nvPr/>
              </p:nvSpPr>
              <p:spPr>
                <a:xfrm>
                  <a:off x="1484232" y="1093651"/>
                  <a:ext cx="1504274" cy="1504273"/>
                </a:xfrm>
                <a:prstGeom prst="ellipse">
                  <a:avLst/>
                </a:prstGeom>
                <a:gradFill>
                  <a:gsLst>
                    <a:gs pos="0">
                      <a:schemeClr val="bg1"/>
                    </a:gs>
                    <a:gs pos="51000">
                      <a:schemeClr val="bg1">
                        <a:lumMod val="95000"/>
                      </a:schemeClr>
                    </a:gs>
                    <a:gs pos="100000">
                      <a:schemeClr val="bg1">
                        <a:lumMod val="8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sp>
            <p:nvSpPr>
              <p:cNvPr id="16" name="椭圆 15">
                <a:extLst>
                  <a:ext uri="{FF2B5EF4-FFF2-40B4-BE49-F238E27FC236}">
                    <a16:creationId xmlns:a16="http://schemas.microsoft.com/office/drawing/2014/main" id="{FE8A8782-08E6-239F-B577-C1F919644F2B}"/>
                  </a:ext>
                </a:extLst>
              </p:cNvPr>
              <p:cNvSpPr/>
              <p:nvPr/>
            </p:nvSpPr>
            <p:spPr>
              <a:xfrm>
                <a:off x="4565570" y="2763062"/>
                <a:ext cx="1370298" cy="1370793"/>
              </a:xfrm>
              <a:prstGeom prst="ellipse">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grpSp>
          <p:nvGrpSpPr>
            <p:cNvPr id="112" name="组合 111">
              <a:extLst>
                <a:ext uri="{FF2B5EF4-FFF2-40B4-BE49-F238E27FC236}">
                  <a16:creationId xmlns:a16="http://schemas.microsoft.com/office/drawing/2014/main" id="{60108356-C4FF-4A30-8B68-1EB6CF97F373}"/>
                </a:ext>
              </a:extLst>
            </p:cNvPr>
            <p:cNvGrpSpPr/>
            <p:nvPr/>
          </p:nvGrpSpPr>
          <p:grpSpPr>
            <a:xfrm>
              <a:off x="5335816" y="2401324"/>
              <a:ext cx="711677" cy="620265"/>
              <a:chOff x="5263769" y="1554660"/>
              <a:chExt cx="379547" cy="330796"/>
            </a:xfrm>
          </p:grpSpPr>
          <p:sp>
            <p:nvSpPr>
              <p:cNvPr id="77" name="Freeform 110">
                <a:extLst>
                  <a:ext uri="{FF2B5EF4-FFF2-40B4-BE49-F238E27FC236}">
                    <a16:creationId xmlns:a16="http://schemas.microsoft.com/office/drawing/2014/main" id="{26B5D13C-5A11-11AD-6BE2-D4048847CBE5}"/>
                  </a:ext>
                </a:extLst>
              </p:cNvPr>
              <p:cNvSpPr>
                <a:spLocks noChangeArrowheads="1"/>
              </p:cNvSpPr>
              <p:nvPr/>
            </p:nvSpPr>
            <p:spPr bwMode="auto">
              <a:xfrm>
                <a:off x="5516800" y="1654385"/>
                <a:ext cx="99754" cy="99726"/>
              </a:xfrm>
              <a:custGeom>
                <a:avLst/>
                <a:gdLst>
                  <a:gd name="T0" fmla="*/ 0 w 41"/>
                  <a:gd name="T1" fmla="*/ 97336 h 41"/>
                  <a:gd name="T2" fmla="*/ 7487 w 41"/>
                  <a:gd name="T3" fmla="*/ 102328 h 41"/>
                  <a:gd name="T4" fmla="*/ 102328 w 41"/>
                  <a:gd name="T5" fmla="*/ 7487 h 41"/>
                  <a:gd name="T6" fmla="*/ 97336 w 41"/>
                  <a:gd name="T7" fmla="*/ 0 h 41"/>
                  <a:gd name="T8" fmla="*/ 0 w 41"/>
                  <a:gd name="T9" fmla="*/ 97336 h 41"/>
                  <a:gd name="T10" fmla="*/ 0 60000 65536"/>
                  <a:gd name="T11" fmla="*/ 0 60000 65536"/>
                  <a:gd name="T12" fmla="*/ 0 60000 65536"/>
                  <a:gd name="T13" fmla="*/ 0 60000 65536"/>
                  <a:gd name="T14" fmla="*/ 0 60000 65536"/>
                  <a:gd name="T15" fmla="*/ 0 w 41"/>
                  <a:gd name="T16" fmla="*/ 0 h 41"/>
                  <a:gd name="T17" fmla="*/ 41 w 41"/>
                  <a:gd name="T18" fmla="*/ 41 h 41"/>
                </a:gdLst>
                <a:ahLst/>
                <a:cxnLst>
                  <a:cxn ang="T10">
                    <a:pos x="T0" y="T1"/>
                  </a:cxn>
                  <a:cxn ang="T11">
                    <a:pos x="T2" y="T3"/>
                  </a:cxn>
                  <a:cxn ang="T12">
                    <a:pos x="T4" y="T5"/>
                  </a:cxn>
                  <a:cxn ang="T13">
                    <a:pos x="T6" y="T7"/>
                  </a:cxn>
                  <a:cxn ang="T14">
                    <a:pos x="T8" y="T9"/>
                  </a:cxn>
                </a:cxnLst>
                <a:rect l="T15" t="T16" r="T17" b="T18"/>
                <a:pathLst>
                  <a:path w="41" h="41">
                    <a:moveTo>
                      <a:pt x="0" y="39"/>
                    </a:moveTo>
                    <a:lnTo>
                      <a:pt x="3" y="41"/>
                    </a:lnTo>
                    <a:lnTo>
                      <a:pt x="41" y="3"/>
                    </a:lnTo>
                    <a:lnTo>
                      <a:pt x="39" y="0"/>
                    </a:lnTo>
                    <a:lnTo>
                      <a:pt x="0" y="39"/>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78" name="Freeform 111">
                <a:extLst>
                  <a:ext uri="{FF2B5EF4-FFF2-40B4-BE49-F238E27FC236}">
                    <a16:creationId xmlns:a16="http://schemas.microsoft.com/office/drawing/2014/main" id="{699B3557-E1FF-30F9-81BF-9BB180CD686A}"/>
                  </a:ext>
                </a:extLst>
              </p:cNvPr>
              <p:cNvSpPr>
                <a:spLocks noChangeArrowheads="1"/>
              </p:cNvSpPr>
              <p:nvPr/>
            </p:nvSpPr>
            <p:spPr bwMode="auto">
              <a:xfrm>
                <a:off x="5494902" y="1627629"/>
                <a:ext cx="107051" cy="111887"/>
              </a:xfrm>
              <a:custGeom>
                <a:avLst/>
                <a:gdLst>
                  <a:gd name="T0" fmla="*/ 92344 w 44"/>
                  <a:gd name="T1" fmla="*/ 0 h 46"/>
                  <a:gd name="T2" fmla="*/ 0 w 44"/>
                  <a:gd name="T3" fmla="*/ 97336 h 46"/>
                  <a:gd name="T4" fmla="*/ 14975 w 44"/>
                  <a:gd name="T5" fmla="*/ 114806 h 46"/>
                  <a:gd name="T6" fmla="*/ 109814 w 44"/>
                  <a:gd name="T7" fmla="*/ 19966 h 46"/>
                  <a:gd name="T8" fmla="*/ 92344 w 44"/>
                  <a:gd name="T9" fmla="*/ 0 h 46"/>
                  <a:gd name="T10" fmla="*/ 0 60000 65536"/>
                  <a:gd name="T11" fmla="*/ 0 60000 65536"/>
                  <a:gd name="T12" fmla="*/ 0 60000 65536"/>
                  <a:gd name="T13" fmla="*/ 0 60000 65536"/>
                  <a:gd name="T14" fmla="*/ 0 60000 65536"/>
                  <a:gd name="T15" fmla="*/ 0 w 44"/>
                  <a:gd name="T16" fmla="*/ 0 h 46"/>
                  <a:gd name="T17" fmla="*/ 44 w 44"/>
                  <a:gd name="T18" fmla="*/ 46 h 46"/>
                </a:gdLst>
                <a:ahLst/>
                <a:cxnLst>
                  <a:cxn ang="T10">
                    <a:pos x="T0" y="T1"/>
                  </a:cxn>
                  <a:cxn ang="T11">
                    <a:pos x="T2" y="T3"/>
                  </a:cxn>
                  <a:cxn ang="T12">
                    <a:pos x="T4" y="T5"/>
                  </a:cxn>
                  <a:cxn ang="T13">
                    <a:pos x="T6" y="T7"/>
                  </a:cxn>
                  <a:cxn ang="T14">
                    <a:pos x="T8" y="T9"/>
                  </a:cxn>
                </a:cxnLst>
                <a:rect l="T15" t="T16" r="T17" b="T18"/>
                <a:pathLst>
                  <a:path w="44" h="46">
                    <a:moveTo>
                      <a:pt x="37" y="0"/>
                    </a:moveTo>
                    <a:lnTo>
                      <a:pt x="0" y="39"/>
                    </a:lnTo>
                    <a:lnTo>
                      <a:pt x="6" y="46"/>
                    </a:lnTo>
                    <a:lnTo>
                      <a:pt x="44" y="8"/>
                    </a:lnTo>
                    <a:lnTo>
                      <a:pt x="37" y="0"/>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79" name="Freeform 112">
                <a:extLst>
                  <a:ext uri="{FF2B5EF4-FFF2-40B4-BE49-F238E27FC236}">
                    <a16:creationId xmlns:a16="http://schemas.microsoft.com/office/drawing/2014/main" id="{A9CB4B82-5196-94C0-B137-9E434D27B0B7}"/>
                  </a:ext>
                </a:extLst>
              </p:cNvPr>
              <p:cNvSpPr>
                <a:spLocks noChangeArrowheads="1"/>
              </p:cNvSpPr>
              <p:nvPr/>
            </p:nvSpPr>
            <p:spPr bwMode="auto">
              <a:xfrm>
                <a:off x="5475438" y="1613035"/>
                <a:ext cx="102186" cy="102158"/>
              </a:xfrm>
              <a:custGeom>
                <a:avLst/>
                <a:gdLst>
                  <a:gd name="T0" fmla="*/ 0 w 42"/>
                  <a:gd name="T1" fmla="*/ 94840 h 42"/>
                  <a:gd name="T2" fmla="*/ 9983 w 42"/>
                  <a:gd name="T3" fmla="*/ 104823 h 42"/>
                  <a:gd name="T4" fmla="*/ 104823 w 42"/>
                  <a:gd name="T5" fmla="*/ 9983 h 42"/>
                  <a:gd name="T6" fmla="*/ 94840 w 42"/>
                  <a:gd name="T7" fmla="*/ 0 h 42"/>
                  <a:gd name="T8" fmla="*/ 0 w 42"/>
                  <a:gd name="T9" fmla="*/ 94840 h 42"/>
                  <a:gd name="T10" fmla="*/ 0 60000 65536"/>
                  <a:gd name="T11" fmla="*/ 0 60000 65536"/>
                  <a:gd name="T12" fmla="*/ 0 60000 65536"/>
                  <a:gd name="T13" fmla="*/ 0 60000 65536"/>
                  <a:gd name="T14" fmla="*/ 0 60000 65536"/>
                  <a:gd name="T15" fmla="*/ 0 w 42"/>
                  <a:gd name="T16" fmla="*/ 0 h 42"/>
                  <a:gd name="T17" fmla="*/ 42 w 42"/>
                  <a:gd name="T18" fmla="*/ 42 h 42"/>
                </a:gdLst>
                <a:ahLst/>
                <a:cxnLst>
                  <a:cxn ang="T10">
                    <a:pos x="T0" y="T1"/>
                  </a:cxn>
                  <a:cxn ang="T11">
                    <a:pos x="T2" y="T3"/>
                  </a:cxn>
                  <a:cxn ang="T12">
                    <a:pos x="T4" y="T5"/>
                  </a:cxn>
                  <a:cxn ang="T13">
                    <a:pos x="T6" y="T7"/>
                  </a:cxn>
                  <a:cxn ang="T14">
                    <a:pos x="T8" y="T9"/>
                  </a:cxn>
                </a:cxnLst>
                <a:rect l="T15" t="T16" r="T17" b="T18"/>
                <a:pathLst>
                  <a:path w="42" h="42">
                    <a:moveTo>
                      <a:pt x="0" y="38"/>
                    </a:moveTo>
                    <a:lnTo>
                      <a:pt x="4" y="42"/>
                    </a:lnTo>
                    <a:lnTo>
                      <a:pt x="42" y="4"/>
                    </a:lnTo>
                    <a:lnTo>
                      <a:pt x="38" y="0"/>
                    </a:lnTo>
                    <a:lnTo>
                      <a:pt x="0" y="38"/>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0" name="Freeform 113">
                <a:extLst>
                  <a:ext uri="{FF2B5EF4-FFF2-40B4-BE49-F238E27FC236}">
                    <a16:creationId xmlns:a16="http://schemas.microsoft.com/office/drawing/2014/main" id="{D549CB5C-914C-4B7D-29C1-03AAC6F8F1C0}"/>
                  </a:ext>
                </a:extLst>
              </p:cNvPr>
              <p:cNvSpPr>
                <a:spLocks noChangeArrowheads="1"/>
              </p:cNvSpPr>
              <p:nvPr/>
            </p:nvSpPr>
            <p:spPr bwMode="auto">
              <a:xfrm>
                <a:off x="5448676" y="1712761"/>
                <a:ext cx="68124" cy="68105"/>
              </a:xfrm>
              <a:custGeom>
                <a:avLst/>
                <a:gdLst>
                  <a:gd name="T0" fmla="*/ 69882 w 28"/>
                  <a:gd name="T1" fmla="*/ 49916 h 28"/>
                  <a:gd name="T2" fmla="*/ 19966 w 28"/>
                  <a:gd name="T3" fmla="*/ 0 h 28"/>
                  <a:gd name="T4" fmla="*/ 0 w 28"/>
                  <a:gd name="T5" fmla="*/ 49916 h 28"/>
                  <a:gd name="T6" fmla="*/ 22462 w 28"/>
                  <a:gd name="T7" fmla="*/ 69882 h 28"/>
                  <a:gd name="T8" fmla="*/ 69882 w 28"/>
                  <a:gd name="T9" fmla="*/ 49916 h 28"/>
                  <a:gd name="T10" fmla="*/ 0 60000 65536"/>
                  <a:gd name="T11" fmla="*/ 0 60000 65536"/>
                  <a:gd name="T12" fmla="*/ 0 60000 65536"/>
                  <a:gd name="T13" fmla="*/ 0 60000 65536"/>
                  <a:gd name="T14" fmla="*/ 0 60000 65536"/>
                  <a:gd name="T15" fmla="*/ 0 w 28"/>
                  <a:gd name="T16" fmla="*/ 0 h 28"/>
                  <a:gd name="T17" fmla="*/ 28 w 28"/>
                  <a:gd name="T18" fmla="*/ 28 h 28"/>
                </a:gdLst>
                <a:ahLst/>
                <a:cxnLst>
                  <a:cxn ang="T10">
                    <a:pos x="T0" y="T1"/>
                  </a:cxn>
                  <a:cxn ang="T11">
                    <a:pos x="T2" y="T3"/>
                  </a:cxn>
                  <a:cxn ang="T12">
                    <a:pos x="T4" y="T5"/>
                  </a:cxn>
                  <a:cxn ang="T13">
                    <a:pos x="T6" y="T7"/>
                  </a:cxn>
                  <a:cxn ang="T14">
                    <a:pos x="T8" y="T9"/>
                  </a:cxn>
                </a:cxnLst>
                <a:rect l="T15" t="T16" r="T17" b="T18"/>
                <a:pathLst>
                  <a:path w="28" h="28">
                    <a:moveTo>
                      <a:pt x="28" y="20"/>
                    </a:moveTo>
                    <a:lnTo>
                      <a:pt x="8" y="0"/>
                    </a:lnTo>
                    <a:lnTo>
                      <a:pt x="0" y="20"/>
                    </a:lnTo>
                    <a:lnTo>
                      <a:pt x="9" y="28"/>
                    </a:lnTo>
                    <a:lnTo>
                      <a:pt x="28" y="20"/>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1" name="Freeform 114">
                <a:extLst>
                  <a:ext uri="{FF2B5EF4-FFF2-40B4-BE49-F238E27FC236}">
                    <a16:creationId xmlns:a16="http://schemas.microsoft.com/office/drawing/2014/main" id="{4915C80C-A740-1C63-80F7-25551B2D871C}"/>
                  </a:ext>
                </a:extLst>
              </p:cNvPr>
              <p:cNvSpPr>
                <a:spLocks noChangeArrowheads="1"/>
              </p:cNvSpPr>
              <p:nvPr/>
            </p:nvSpPr>
            <p:spPr bwMode="auto">
              <a:xfrm>
                <a:off x="5431645" y="1768704"/>
                <a:ext cx="34062" cy="31621"/>
              </a:xfrm>
              <a:custGeom>
                <a:avLst/>
                <a:gdLst>
                  <a:gd name="T0" fmla="*/ 0 w 14"/>
                  <a:gd name="T1" fmla="*/ 32446 h 13"/>
                  <a:gd name="T2" fmla="*/ 34941 w 14"/>
                  <a:gd name="T3" fmla="*/ 14975 h 13"/>
                  <a:gd name="T4" fmla="*/ 14975 w 14"/>
                  <a:gd name="T5" fmla="*/ 0 h 13"/>
                  <a:gd name="T6" fmla="*/ 0 w 14"/>
                  <a:gd name="T7" fmla="*/ 32446 h 13"/>
                  <a:gd name="T8" fmla="*/ 0 60000 65536"/>
                  <a:gd name="T9" fmla="*/ 0 60000 65536"/>
                  <a:gd name="T10" fmla="*/ 0 60000 65536"/>
                  <a:gd name="T11" fmla="*/ 0 60000 65536"/>
                  <a:gd name="T12" fmla="*/ 0 w 14"/>
                  <a:gd name="T13" fmla="*/ 0 h 13"/>
                  <a:gd name="T14" fmla="*/ 14 w 14"/>
                  <a:gd name="T15" fmla="*/ 13 h 13"/>
                </a:gdLst>
                <a:ahLst/>
                <a:cxnLst>
                  <a:cxn ang="T8">
                    <a:pos x="T0" y="T1"/>
                  </a:cxn>
                  <a:cxn ang="T9">
                    <a:pos x="T2" y="T3"/>
                  </a:cxn>
                  <a:cxn ang="T10">
                    <a:pos x="T4" y="T5"/>
                  </a:cxn>
                  <a:cxn ang="T11">
                    <a:pos x="T6" y="T7"/>
                  </a:cxn>
                </a:cxnLst>
                <a:rect l="T12" t="T13" r="T14" b="T15"/>
                <a:pathLst>
                  <a:path w="14" h="13">
                    <a:moveTo>
                      <a:pt x="0" y="13"/>
                    </a:moveTo>
                    <a:lnTo>
                      <a:pt x="14" y="6"/>
                    </a:lnTo>
                    <a:lnTo>
                      <a:pt x="6" y="0"/>
                    </a:lnTo>
                    <a:lnTo>
                      <a:pt x="0" y="13"/>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2" name="Freeform 115">
                <a:extLst>
                  <a:ext uri="{FF2B5EF4-FFF2-40B4-BE49-F238E27FC236}">
                    <a16:creationId xmlns:a16="http://schemas.microsoft.com/office/drawing/2014/main" id="{A12B3DB3-8A31-6A37-49EA-D081A1F7CEA1}"/>
                  </a:ext>
                </a:extLst>
              </p:cNvPr>
              <p:cNvSpPr>
                <a:spLocks noChangeArrowheads="1"/>
              </p:cNvSpPr>
              <p:nvPr/>
            </p:nvSpPr>
            <p:spPr bwMode="auto">
              <a:xfrm>
                <a:off x="5575192" y="1588713"/>
                <a:ext cx="68124" cy="68105"/>
              </a:xfrm>
              <a:custGeom>
                <a:avLst/>
                <a:gdLst>
                  <a:gd name="T0" fmla="*/ 17471 w 28"/>
                  <a:gd name="T1" fmla="*/ 0 h 28"/>
                  <a:gd name="T2" fmla="*/ 0 w 28"/>
                  <a:gd name="T3" fmla="*/ 19966 h 28"/>
                  <a:gd name="T4" fmla="*/ 49916 w 28"/>
                  <a:gd name="T5" fmla="*/ 69882 h 28"/>
                  <a:gd name="T6" fmla="*/ 69882 w 28"/>
                  <a:gd name="T7" fmla="*/ 49916 h 28"/>
                  <a:gd name="T8" fmla="*/ 17471 w 28"/>
                  <a:gd name="T9" fmla="*/ 0 h 28"/>
                  <a:gd name="T10" fmla="*/ 0 60000 65536"/>
                  <a:gd name="T11" fmla="*/ 0 60000 65536"/>
                  <a:gd name="T12" fmla="*/ 0 60000 65536"/>
                  <a:gd name="T13" fmla="*/ 0 60000 65536"/>
                  <a:gd name="T14" fmla="*/ 0 60000 65536"/>
                  <a:gd name="T15" fmla="*/ 0 w 28"/>
                  <a:gd name="T16" fmla="*/ 0 h 28"/>
                  <a:gd name="T17" fmla="*/ 28 w 28"/>
                  <a:gd name="T18" fmla="*/ 28 h 28"/>
                </a:gdLst>
                <a:ahLst/>
                <a:cxnLst>
                  <a:cxn ang="T10">
                    <a:pos x="T0" y="T1"/>
                  </a:cxn>
                  <a:cxn ang="T11">
                    <a:pos x="T2" y="T3"/>
                  </a:cxn>
                  <a:cxn ang="T12">
                    <a:pos x="T4" y="T5"/>
                  </a:cxn>
                  <a:cxn ang="T13">
                    <a:pos x="T6" y="T7"/>
                  </a:cxn>
                  <a:cxn ang="T14">
                    <a:pos x="T8" y="T9"/>
                  </a:cxn>
                </a:cxnLst>
                <a:rect l="T15" t="T16" r="T17" b="T18"/>
                <a:pathLst>
                  <a:path w="28" h="28">
                    <a:moveTo>
                      <a:pt x="7" y="0"/>
                    </a:moveTo>
                    <a:lnTo>
                      <a:pt x="0" y="8"/>
                    </a:lnTo>
                    <a:lnTo>
                      <a:pt x="20" y="28"/>
                    </a:lnTo>
                    <a:lnTo>
                      <a:pt x="28" y="20"/>
                    </a:lnTo>
                    <a:lnTo>
                      <a:pt x="7" y="0"/>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3" name="Freeform 116">
                <a:extLst>
                  <a:ext uri="{FF2B5EF4-FFF2-40B4-BE49-F238E27FC236}">
                    <a16:creationId xmlns:a16="http://schemas.microsoft.com/office/drawing/2014/main" id="{3EE9E8EA-27C6-9D1E-D112-B13787A3167D}"/>
                  </a:ext>
                </a:extLst>
              </p:cNvPr>
              <p:cNvSpPr>
                <a:spLocks noChangeArrowheads="1"/>
              </p:cNvSpPr>
              <p:nvPr/>
            </p:nvSpPr>
            <p:spPr bwMode="auto">
              <a:xfrm>
                <a:off x="5263769" y="1554660"/>
                <a:ext cx="272495" cy="330796"/>
              </a:xfrm>
              <a:custGeom>
                <a:avLst/>
                <a:gdLst>
                  <a:gd name="T0" fmla="*/ 259561 w 112"/>
                  <a:gd name="T1" fmla="*/ 252074 h 136"/>
                  <a:gd name="T2" fmla="*/ 207149 w 112"/>
                  <a:gd name="T3" fmla="*/ 252074 h 136"/>
                  <a:gd name="T4" fmla="*/ 207149 w 112"/>
                  <a:gd name="T5" fmla="*/ 321956 h 136"/>
                  <a:gd name="T6" fmla="*/ 17470 w 112"/>
                  <a:gd name="T7" fmla="*/ 321956 h 136"/>
                  <a:gd name="T8" fmla="*/ 17470 w 112"/>
                  <a:gd name="T9" fmla="*/ 79865 h 136"/>
                  <a:gd name="T10" fmla="*/ 259561 w 112"/>
                  <a:gd name="T11" fmla="*/ 79865 h 136"/>
                  <a:gd name="T12" fmla="*/ 259561 w 112"/>
                  <a:gd name="T13" fmla="*/ 99831 h 136"/>
                  <a:gd name="T14" fmla="*/ 279527 w 112"/>
                  <a:gd name="T15" fmla="*/ 79865 h 136"/>
                  <a:gd name="T16" fmla="*/ 279527 w 112"/>
                  <a:gd name="T17" fmla="*/ 14975 h 136"/>
                  <a:gd name="T18" fmla="*/ 242090 w 112"/>
                  <a:gd name="T19" fmla="*/ 14975 h 136"/>
                  <a:gd name="T20" fmla="*/ 242090 w 112"/>
                  <a:gd name="T21" fmla="*/ 49916 h 136"/>
                  <a:gd name="T22" fmla="*/ 237099 w 112"/>
                  <a:gd name="T23" fmla="*/ 49916 h 136"/>
                  <a:gd name="T24" fmla="*/ 237099 w 112"/>
                  <a:gd name="T25" fmla="*/ 0 h 136"/>
                  <a:gd name="T26" fmla="*/ 222124 w 112"/>
                  <a:gd name="T27" fmla="*/ 0 h 136"/>
                  <a:gd name="T28" fmla="*/ 222124 w 112"/>
                  <a:gd name="T29" fmla="*/ 49916 h 136"/>
                  <a:gd name="T30" fmla="*/ 217133 w 112"/>
                  <a:gd name="T31" fmla="*/ 49916 h 136"/>
                  <a:gd name="T32" fmla="*/ 217133 w 112"/>
                  <a:gd name="T33" fmla="*/ 14975 h 136"/>
                  <a:gd name="T34" fmla="*/ 197166 w 112"/>
                  <a:gd name="T35" fmla="*/ 14975 h 136"/>
                  <a:gd name="T36" fmla="*/ 197166 w 112"/>
                  <a:gd name="T37" fmla="*/ 49916 h 136"/>
                  <a:gd name="T38" fmla="*/ 189679 w 112"/>
                  <a:gd name="T39" fmla="*/ 49916 h 136"/>
                  <a:gd name="T40" fmla="*/ 189679 w 112"/>
                  <a:gd name="T41" fmla="*/ 0 h 136"/>
                  <a:gd name="T42" fmla="*/ 179696 w 112"/>
                  <a:gd name="T43" fmla="*/ 0 h 136"/>
                  <a:gd name="T44" fmla="*/ 179696 w 112"/>
                  <a:gd name="T45" fmla="*/ 49916 h 136"/>
                  <a:gd name="T46" fmla="*/ 169713 w 112"/>
                  <a:gd name="T47" fmla="*/ 49916 h 136"/>
                  <a:gd name="T48" fmla="*/ 169713 w 112"/>
                  <a:gd name="T49" fmla="*/ 14975 h 136"/>
                  <a:gd name="T50" fmla="*/ 149747 w 112"/>
                  <a:gd name="T51" fmla="*/ 14975 h 136"/>
                  <a:gd name="T52" fmla="*/ 149747 w 112"/>
                  <a:gd name="T53" fmla="*/ 49916 h 136"/>
                  <a:gd name="T54" fmla="*/ 142259 w 112"/>
                  <a:gd name="T55" fmla="*/ 49916 h 136"/>
                  <a:gd name="T56" fmla="*/ 142259 w 112"/>
                  <a:gd name="T57" fmla="*/ 0 h 136"/>
                  <a:gd name="T58" fmla="*/ 132276 w 112"/>
                  <a:gd name="T59" fmla="*/ 0 h 136"/>
                  <a:gd name="T60" fmla="*/ 132276 w 112"/>
                  <a:gd name="T61" fmla="*/ 49916 h 136"/>
                  <a:gd name="T62" fmla="*/ 127285 w 112"/>
                  <a:gd name="T63" fmla="*/ 49916 h 136"/>
                  <a:gd name="T64" fmla="*/ 127285 w 112"/>
                  <a:gd name="T65" fmla="*/ 14975 h 136"/>
                  <a:gd name="T66" fmla="*/ 107318 w 112"/>
                  <a:gd name="T67" fmla="*/ 14975 h 136"/>
                  <a:gd name="T68" fmla="*/ 107318 w 112"/>
                  <a:gd name="T69" fmla="*/ 49916 h 136"/>
                  <a:gd name="T70" fmla="*/ 99831 w 112"/>
                  <a:gd name="T71" fmla="*/ 49916 h 136"/>
                  <a:gd name="T72" fmla="*/ 99831 w 112"/>
                  <a:gd name="T73" fmla="*/ 0 h 136"/>
                  <a:gd name="T74" fmla="*/ 87352 w 112"/>
                  <a:gd name="T75" fmla="*/ 0 h 136"/>
                  <a:gd name="T76" fmla="*/ 87352 w 112"/>
                  <a:gd name="T77" fmla="*/ 49916 h 136"/>
                  <a:gd name="T78" fmla="*/ 79865 w 112"/>
                  <a:gd name="T79" fmla="*/ 49916 h 136"/>
                  <a:gd name="T80" fmla="*/ 79865 w 112"/>
                  <a:gd name="T81" fmla="*/ 14975 h 136"/>
                  <a:gd name="T82" fmla="*/ 62394 w 112"/>
                  <a:gd name="T83" fmla="*/ 14975 h 136"/>
                  <a:gd name="T84" fmla="*/ 62394 w 112"/>
                  <a:gd name="T85" fmla="*/ 49916 h 136"/>
                  <a:gd name="T86" fmla="*/ 57403 w 112"/>
                  <a:gd name="T87" fmla="*/ 49916 h 136"/>
                  <a:gd name="T88" fmla="*/ 57403 w 112"/>
                  <a:gd name="T89" fmla="*/ 0 h 136"/>
                  <a:gd name="T90" fmla="*/ 42428 w 112"/>
                  <a:gd name="T91" fmla="*/ 0 h 136"/>
                  <a:gd name="T92" fmla="*/ 42428 w 112"/>
                  <a:gd name="T93" fmla="*/ 49916 h 136"/>
                  <a:gd name="T94" fmla="*/ 37437 w 112"/>
                  <a:gd name="T95" fmla="*/ 49916 h 136"/>
                  <a:gd name="T96" fmla="*/ 37437 w 112"/>
                  <a:gd name="T97" fmla="*/ 14975 h 136"/>
                  <a:gd name="T98" fmla="*/ 0 w 112"/>
                  <a:gd name="T99" fmla="*/ 14975 h 136"/>
                  <a:gd name="T100" fmla="*/ 0 w 112"/>
                  <a:gd name="T101" fmla="*/ 59899 h 136"/>
                  <a:gd name="T102" fmla="*/ 0 w 112"/>
                  <a:gd name="T103" fmla="*/ 69882 h 136"/>
                  <a:gd name="T104" fmla="*/ 0 w 112"/>
                  <a:gd name="T105" fmla="*/ 339426 h 136"/>
                  <a:gd name="T106" fmla="*/ 222124 w 112"/>
                  <a:gd name="T107" fmla="*/ 339426 h 136"/>
                  <a:gd name="T108" fmla="*/ 279527 w 112"/>
                  <a:gd name="T109" fmla="*/ 274536 h 136"/>
                  <a:gd name="T110" fmla="*/ 279527 w 112"/>
                  <a:gd name="T111" fmla="*/ 209645 h 136"/>
                  <a:gd name="T112" fmla="*/ 259561 w 112"/>
                  <a:gd name="T113" fmla="*/ 229612 h 136"/>
                  <a:gd name="T114" fmla="*/ 259561 w 112"/>
                  <a:gd name="T115" fmla="*/ 252074 h 1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2"/>
                  <a:gd name="T175" fmla="*/ 0 h 136"/>
                  <a:gd name="T176" fmla="*/ 112 w 112"/>
                  <a:gd name="T177" fmla="*/ 136 h 1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2" h="136">
                    <a:moveTo>
                      <a:pt x="104" y="101"/>
                    </a:moveTo>
                    <a:lnTo>
                      <a:pt x="83" y="101"/>
                    </a:lnTo>
                    <a:lnTo>
                      <a:pt x="83" y="129"/>
                    </a:lnTo>
                    <a:lnTo>
                      <a:pt x="7" y="129"/>
                    </a:lnTo>
                    <a:lnTo>
                      <a:pt x="7" y="32"/>
                    </a:lnTo>
                    <a:lnTo>
                      <a:pt x="104" y="32"/>
                    </a:lnTo>
                    <a:lnTo>
                      <a:pt x="104" y="40"/>
                    </a:lnTo>
                    <a:lnTo>
                      <a:pt x="112" y="32"/>
                    </a:lnTo>
                    <a:lnTo>
                      <a:pt x="112" y="6"/>
                    </a:lnTo>
                    <a:lnTo>
                      <a:pt x="97" y="6"/>
                    </a:lnTo>
                    <a:lnTo>
                      <a:pt x="97" y="20"/>
                    </a:lnTo>
                    <a:lnTo>
                      <a:pt x="95" y="20"/>
                    </a:lnTo>
                    <a:lnTo>
                      <a:pt x="95" y="0"/>
                    </a:lnTo>
                    <a:lnTo>
                      <a:pt x="89" y="0"/>
                    </a:lnTo>
                    <a:lnTo>
                      <a:pt x="89" y="20"/>
                    </a:lnTo>
                    <a:lnTo>
                      <a:pt x="87" y="20"/>
                    </a:lnTo>
                    <a:lnTo>
                      <a:pt x="87" y="6"/>
                    </a:lnTo>
                    <a:lnTo>
                      <a:pt x="79" y="6"/>
                    </a:lnTo>
                    <a:lnTo>
                      <a:pt x="79" y="20"/>
                    </a:lnTo>
                    <a:lnTo>
                      <a:pt x="76" y="20"/>
                    </a:lnTo>
                    <a:lnTo>
                      <a:pt x="76" y="0"/>
                    </a:lnTo>
                    <a:lnTo>
                      <a:pt x="72" y="0"/>
                    </a:lnTo>
                    <a:lnTo>
                      <a:pt x="72" y="20"/>
                    </a:lnTo>
                    <a:lnTo>
                      <a:pt x="68" y="20"/>
                    </a:lnTo>
                    <a:lnTo>
                      <a:pt x="68" y="6"/>
                    </a:lnTo>
                    <a:lnTo>
                      <a:pt x="60" y="6"/>
                    </a:lnTo>
                    <a:lnTo>
                      <a:pt x="60" y="20"/>
                    </a:lnTo>
                    <a:lnTo>
                      <a:pt x="57" y="20"/>
                    </a:lnTo>
                    <a:lnTo>
                      <a:pt x="57" y="0"/>
                    </a:lnTo>
                    <a:lnTo>
                      <a:pt x="53" y="0"/>
                    </a:lnTo>
                    <a:lnTo>
                      <a:pt x="53" y="20"/>
                    </a:lnTo>
                    <a:lnTo>
                      <a:pt x="51" y="20"/>
                    </a:lnTo>
                    <a:lnTo>
                      <a:pt x="51" y="6"/>
                    </a:lnTo>
                    <a:lnTo>
                      <a:pt x="43" y="6"/>
                    </a:lnTo>
                    <a:lnTo>
                      <a:pt x="43" y="20"/>
                    </a:lnTo>
                    <a:lnTo>
                      <a:pt x="40" y="20"/>
                    </a:lnTo>
                    <a:lnTo>
                      <a:pt x="40" y="0"/>
                    </a:lnTo>
                    <a:lnTo>
                      <a:pt x="35" y="0"/>
                    </a:lnTo>
                    <a:lnTo>
                      <a:pt x="35" y="20"/>
                    </a:lnTo>
                    <a:lnTo>
                      <a:pt x="32" y="20"/>
                    </a:lnTo>
                    <a:lnTo>
                      <a:pt x="32" y="6"/>
                    </a:lnTo>
                    <a:lnTo>
                      <a:pt x="25" y="6"/>
                    </a:lnTo>
                    <a:lnTo>
                      <a:pt x="25" y="20"/>
                    </a:lnTo>
                    <a:lnTo>
                      <a:pt x="23" y="20"/>
                    </a:lnTo>
                    <a:lnTo>
                      <a:pt x="23" y="0"/>
                    </a:lnTo>
                    <a:lnTo>
                      <a:pt x="17" y="0"/>
                    </a:lnTo>
                    <a:lnTo>
                      <a:pt x="17" y="20"/>
                    </a:lnTo>
                    <a:lnTo>
                      <a:pt x="15" y="20"/>
                    </a:lnTo>
                    <a:lnTo>
                      <a:pt x="15" y="6"/>
                    </a:lnTo>
                    <a:lnTo>
                      <a:pt x="0" y="6"/>
                    </a:lnTo>
                    <a:lnTo>
                      <a:pt x="0" y="24"/>
                    </a:lnTo>
                    <a:lnTo>
                      <a:pt x="0" y="28"/>
                    </a:lnTo>
                    <a:lnTo>
                      <a:pt x="0" y="136"/>
                    </a:lnTo>
                    <a:lnTo>
                      <a:pt x="89" y="136"/>
                    </a:lnTo>
                    <a:lnTo>
                      <a:pt x="112" y="110"/>
                    </a:lnTo>
                    <a:lnTo>
                      <a:pt x="112" y="84"/>
                    </a:lnTo>
                    <a:lnTo>
                      <a:pt x="104" y="92"/>
                    </a:lnTo>
                    <a:lnTo>
                      <a:pt x="104" y="101"/>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4" name="Rectangle 117">
                <a:extLst>
                  <a:ext uri="{FF2B5EF4-FFF2-40B4-BE49-F238E27FC236}">
                    <a16:creationId xmlns:a16="http://schemas.microsoft.com/office/drawing/2014/main" id="{3CEBFD03-35C7-742A-D20D-F4CBAD937B8B}"/>
                  </a:ext>
                </a:extLst>
              </p:cNvPr>
              <p:cNvSpPr>
                <a:spLocks noChangeArrowheads="1"/>
              </p:cNvSpPr>
              <p:nvPr/>
            </p:nvSpPr>
            <p:spPr bwMode="auto">
              <a:xfrm>
                <a:off x="5312429" y="1666547"/>
                <a:ext cx="107051" cy="17027"/>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5" name="Rectangle 118">
                <a:extLst>
                  <a:ext uri="{FF2B5EF4-FFF2-40B4-BE49-F238E27FC236}">
                    <a16:creationId xmlns:a16="http://schemas.microsoft.com/office/drawing/2014/main" id="{1695CA00-8576-0ADE-8764-44ACBBDCB7DD}"/>
                  </a:ext>
                </a:extLst>
              </p:cNvPr>
              <p:cNvSpPr>
                <a:spLocks noChangeArrowheads="1"/>
              </p:cNvSpPr>
              <p:nvPr/>
            </p:nvSpPr>
            <p:spPr bwMode="auto">
              <a:xfrm>
                <a:off x="5312429" y="1705464"/>
                <a:ext cx="107051" cy="17027"/>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6" name="Rectangle 119">
                <a:extLst>
                  <a:ext uri="{FF2B5EF4-FFF2-40B4-BE49-F238E27FC236}">
                    <a16:creationId xmlns:a16="http://schemas.microsoft.com/office/drawing/2014/main" id="{7983203A-528C-48B4-D8B1-6C75F07B49E1}"/>
                  </a:ext>
                </a:extLst>
              </p:cNvPr>
              <p:cNvSpPr>
                <a:spLocks noChangeArrowheads="1"/>
              </p:cNvSpPr>
              <p:nvPr/>
            </p:nvSpPr>
            <p:spPr bwMode="auto">
              <a:xfrm>
                <a:off x="5312429" y="1749246"/>
                <a:ext cx="107051" cy="14594"/>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7" name="Rectangle 120">
                <a:extLst>
                  <a:ext uri="{FF2B5EF4-FFF2-40B4-BE49-F238E27FC236}">
                    <a16:creationId xmlns:a16="http://schemas.microsoft.com/office/drawing/2014/main" id="{75D0BD38-AFA1-5B37-6309-7DD2164A7099}"/>
                  </a:ext>
                </a:extLst>
              </p:cNvPr>
              <p:cNvSpPr>
                <a:spLocks noChangeArrowheads="1"/>
              </p:cNvSpPr>
              <p:nvPr/>
            </p:nvSpPr>
            <p:spPr bwMode="auto">
              <a:xfrm>
                <a:off x="5312429" y="1790596"/>
                <a:ext cx="107051" cy="17027"/>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grpSp>
      </p:grpSp>
      <p:grpSp>
        <p:nvGrpSpPr>
          <p:cNvPr id="12" name="组合 11">
            <a:extLst>
              <a:ext uri="{FF2B5EF4-FFF2-40B4-BE49-F238E27FC236}">
                <a16:creationId xmlns:a16="http://schemas.microsoft.com/office/drawing/2014/main" id="{60AD3212-7F33-E4A2-D977-C68A9C5A3B5F}"/>
              </a:ext>
            </a:extLst>
          </p:cNvPr>
          <p:cNvGrpSpPr/>
          <p:nvPr/>
        </p:nvGrpSpPr>
        <p:grpSpPr>
          <a:xfrm>
            <a:off x="8810891" y="1558812"/>
            <a:ext cx="1460314" cy="1460842"/>
            <a:chOff x="9976487" y="1872580"/>
            <a:chExt cx="1686798" cy="1687408"/>
          </a:xfrm>
        </p:grpSpPr>
        <p:grpSp>
          <p:nvGrpSpPr>
            <p:cNvPr id="30" name="组合 29">
              <a:extLst>
                <a:ext uri="{FF2B5EF4-FFF2-40B4-BE49-F238E27FC236}">
                  <a16:creationId xmlns:a16="http://schemas.microsoft.com/office/drawing/2014/main" id="{EF77050E-AD98-6D7A-DA94-BFCA2049BA7A}"/>
                </a:ext>
              </a:extLst>
            </p:cNvPr>
            <p:cNvGrpSpPr/>
            <p:nvPr/>
          </p:nvGrpSpPr>
          <p:grpSpPr>
            <a:xfrm>
              <a:off x="9976487" y="1872580"/>
              <a:ext cx="1686798" cy="1687408"/>
              <a:chOff x="4345444" y="2542859"/>
              <a:chExt cx="1810550" cy="1811205"/>
            </a:xfrm>
          </p:grpSpPr>
          <p:grpSp>
            <p:nvGrpSpPr>
              <p:cNvPr id="31" name="组合 30">
                <a:extLst>
                  <a:ext uri="{FF2B5EF4-FFF2-40B4-BE49-F238E27FC236}">
                    <a16:creationId xmlns:a16="http://schemas.microsoft.com/office/drawing/2014/main" id="{E09CBD37-B6D5-51F5-5E42-77132D92E52A}"/>
                  </a:ext>
                </a:extLst>
              </p:cNvPr>
              <p:cNvGrpSpPr/>
              <p:nvPr/>
            </p:nvGrpSpPr>
            <p:grpSpPr>
              <a:xfrm>
                <a:off x="4345444" y="2542859"/>
                <a:ext cx="1810550" cy="1811205"/>
                <a:chOff x="1463339" y="1072758"/>
                <a:chExt cx="1546058" cy="1546058"/>
              </a:xfrm>
              <a:effectLst>
                <a:outerShdw blurRad="330200" dist="215900" dir="6900000" sx="91000" sy="91000" algn="t" rotWithShape="0">
                  <a:prstClr val="black">
                    <a:alpha val="49000"/>
                  </a:prstClr>
                </a:outerShdw>
              </a:effectLst>
            </p:grpSpPr>
            <p:sp>
              <p:nvSpPr>
                <p:cNvPr id="33" name="同心圆 32">
                  <a:extLst>
                    <a:ext uri="{FF2B5EF4-FFF2-40B4-BE49-F238E27FC236}">
                      <a16:creationId xmlns:a16="http://schemas.microsoft.com/office/drawing/2014/main" id="{859F0411-DC7A-6561-09AF-B4F69B7A81C9}"/>
                    </a:ext>
                  </a:extLst>
                </p:cNvPr>
                <p:cNvSpPr/>
                <p:nvPr/>
              </p:nvSpPr>
              <p:spPr>
                <a:xfrm>
                  <a:off x="1463339" y="1072758"/>
                  <a:ext cx="1546058" cy="1546058"/>
                </a:xfrm>
                <a:prstGeom prst="donut">
                  <a:avLst>
                    <a:gd name="adj" fmla="val 4879"/>
                  </a:avLst>
                </a:prstGeom>
                <a:gradFill>
                  <a:gsLst>
                    <a:gs pos="0">
                      <a:schemeClr val="bg1">
                        <a:lumMod val="95000"/>
                      </a:schemeClr>
                    </a:gs>
                    <a:gs pos="55000">
                      <a:schemeClr val="bg1">
                        <a:lumMod val="95000"/>
                      </a:schemeClr>
                    </a:gs>
                    <a:gs pos="100000">
                      <a:schemeClr val="bg1">
                        <a:lumMod val="8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34" name="椭圆 33">
                  <a:extLst>
                    <a:ext uri="{FF2B5EF4-FFF2-40B4-BE49-F238E27FC236}">
                      <a16:creationId xmlns:a16="http://schemas.microsoft.com/office/drawing/2014/main" id="{A6AED8D0-F51C-C6EE-9300-9321880AED3F}"/>
                    </a:ext>
                  </a:extLst>
                </p:cNvPr>
                <p:cNvSpPr/>
                <p:nvPr/>
              </p:nvSpPr>
              <p:spPr>
                <a:xfrm>
                  <a:off x="1484232" y="1093651"/>
                  <a:ext cx="1504274" cy="1504273"/>
                </a:xfrm>
                <a:prstGeom prst="ellipse">
                  <a:avLst/>
                </a:prstGeom>
                <a:gradFill>
                  <a:gsLst>
                    <a:gs pos="0">
                      <a:schemeClr val="bg1"/>
                    </a:gs>
                    <a:gs pos="51000">
                      <a:schemeClr val="bg1">
                        <a:lumMod val="95000"/>
                      </a:schemeClr>
                    </a:gs>
                    <a:gs pos="100000">
                      <a:schemeClr val="bg1">
                        <a:lumMod val="8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sp>
            <p:nvSpPr>
              <p:cNvPr id="32" name="椭圆 31">
                <a:extLst>
                  <a:ext uri="{FF2B5EF4-FFF2-40B4-BE49-F238E27FC236}">
                    <a16:creationId xmlns:a16="http://schemas.microsoft.com/office/drawing/2014/main" id="{3A4CB1A0-6103-85C1-2A6E-089D1530C930}"/>
                  </a:ext>
                </a:extLst>
              </p:cNvPr>
              <p:cNvSpPr/>
              <p:nvPr/>
            </p:nvSpPr>
            <p:spPr>
              <a:xfrm>
                <a:off x="4565570" y="2763062"/>
                <a:ext cx="1370298" cy="1370793"/>
              </a:xfrm>
              <a:prstGeom prst="ellipse">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grpSp>
          <p:nvGrpSpPr>
            <p:cNvPr id="110" name="组合 109">
              <a:extLst>
                <a:ext uri="{FF2B5EF4-FFF2-40B4-BE49-F238E27FC236}">
                  <a16:creationId xmlns:a16="http://schemas.microsoft.com/office/drawing/2014/main" id="{6BBC4EB9-EACD-8AA1-D7E2-5A60982B7C1A}"/>
                </a:ext>
              </a:extLst>
            </p:cNvPr>
            <p:cNvGrpSpPr/>
            <p:nvPr/>
          </p:nvGrpSpPr>
          <p:grpSpPr>
            <a:xfrm>
              <a:off x="10405129" y="2280188"/>
              <a:ext cx="820680" cy="812962"/>
              <a:chOff x="9364954" y="1516098"/>
              <a:chExt cx="370262" cy="366780"/>
            </a:xfrm>
          </p:grpSpPr>
          <p:sp>
            <p:nvSpPr>
              <p:cNvPr id="89" name="Freeform 150">
                <a:extLst>
                  <a:ext uri="{FF2B5EF4-FFF2-40B4-BE49-F238E27FC236}">
                    <a16:creationId xmlns:a16="http://schemas.microsoft.com/office/drawing/2014/main" id="{0FAFD8B2-8AD6-E869-F515-438B9EE97D2D}"/>
                  </a:ext>
                </a:extLst>
              </p:cNvPr>
              <p:cNvSpPr>
                <a:spLocks noEditPoints="1" noChangeArrowheads="1"/>
              </p:cNvSpPr>
              <p:nvPr/>
            </p:nvSpPr>
            <p:spPr bwMode="auto">
              <a:xfrm>
                <a:off x="9364954" y="1516098"/>
                <a:ext cx="370262" cy="366780"/>
              </a:xfrm>
              <a:custGeom>
                <a:avLst/>
                <a:gdLst>
                  <a:gd name="T0" fmla="*/ 189680 w 114"/>
                  <a:gd name="T1" fmla="*/ 0 h 114"/>
                  <a:gd name="T2" fmla="*/ 0 w 114"/>
                  <a:gd name="T3" fmla="*/ 188432 h 114"/>
                  <a:gd name="T4" fmla="*/ 189680 w 114"/>
                  <a:gd name="T5" fmla="*/ 376864 h 114"/>
                  <a:gd name="T6" fmla="*/ 379359 w 114"/>
                  <a:gd name="T7" fmla="*/ 188432 h 114"/>
                  <a:gd name="T8" fmla="*/ 189680 w 114"/>
                  <a:gd name="T9" fmla="*/ 0 h 114"/>
                  <a:gd name="T10" fmla="*/ 189680 w 114"/>
                  <a:gd name="T11" fmla="*/ 357029 h 114"/>
                  <a:gd name="T12" fmla="*/ 19966 w 114"/>
                  <a:gd name="T13" fmla="*/ 188432 h 114"/>
                  <a:gd name="T14" fmla="*/ 189680 w 114"/>
                  <a:gd name="T15" fmla="*/ 19835 h 114"/>
                  <a:gd name="T16" fmla="*/ 359393 w 114"/>
                  <a:gd name="T17" fmla="*/ 188432 h 114"/>
                  <a:gd name="T18" fmla="*/ 189680 w 114"/>
                  <a:gd name="T19" fmla="*/ 357029 h 1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114"/>
                  <a:gd name="T32" fmla="*/ 114 w 114"/>
                  <a:gd name="T33" fmla="*/ 114 h 1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114">
                    <a:moveTo>
                      <a:pt x="57" y="0"/>
                    </a:moveTo>
                    <a:cubicBezTo>
                      <a:pt x="25" y="0"/>
                      <a:pt x="0" y="25"/>
                      <a:pt x="0" y="57"/>
                    </a:cubicBezTo>
                    <a:cubicBezTo>
                      <a:pt x="0" y="89"/>
                      <a:pt x="25" y="114"/>
                      <a:pt x="57" y="114"/>
                    </a:cubicBezTo>
                    <a:cubicBezTo>
                      <a:pt x="89" y="114"/>
                      <a:pt x="114" y="89"/>
                      <a:pt x="114" y="57"/>
                    </a:cubicBezTo>
                    <a:cubicBezTo>
                      <a:pt x="114" y="25"/>
                      <a:pt x="89" y="0"/>
                      <a:pt x="57" y="0"/>
                    </a:cubicBezTo>
                    <a:close/>
                    <a:moveTo>
                      <a:pt x="57" y="108"/>
                    </a:moveTo>
                    <a:cubicBezTo>
                      <a:pt x="29" y="108"/>
                      <a:pt x="6" y="85"/>
                      <a:pt x="6" y="57"/>
                    </a:cubicBezTo>
                    <a:cubicBezTo>
                      <a:pt x="6" y="29"/>
                      <a:pt x="29" y="6"/>
                      <a:pt x="57" y="6"/>
                    </a:cubicBezTo>
                    <a:cubicBezTo>
                      <a:pt x="85" y="6"/>
                      <a:pt x="108" y="29"/>
                      <a:pt x="108" y="57"/>
                    </a:cubicBezTo>
                    <a:cubicBezTo>
                      <a:pt x="108" y="85"/>
                      <a:pt x="85" y="108"/>
                      <a:pt x="57" y="108"/>
                    </a:cubicBez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0" name="Rectangle 151">
                <a:extLst>
                  <a:ext uri="{FF2B5EF4-FFF2-40B4-BE49-F238E27FC236}">
                    <a16:creationId xmlns:a16="http://schemas.microsoft.com/office/drawing/2014/main" id="{27B8A6CC-CD8D-79F6-63EC-11CF330D6179}"/>
                  </a:ext>
                </a:extLst>
              </p:cNvPr>
              <p:cNvSpPr>
                <a:spLocks noChangeArrowheads="1"/>
              </p:cNvSpPr>
              <p:nvPr/>
            </p:nvSpPr>
            <p:spPr bwMode="auto">
              <a:xfrm>
                <a:off x="9506239" y="1780859"/>
                <a:ext cx="21924" cy="41294"/>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1" name="Rectangle 152">
                <a:extLst>
                  <a:ext uri="{FF2B5EF4-FFF2-40B4-BE49-F238E27FC236}">
                    <a16:creationId xmlns:a16="http://schemas.microsoft.com/office/drawing/2014/main" id="{67C3482B-7D89-6511-4F9A-4D86EDF91A22}"/>
                  </a:ext>
                </a:extLst>
              </p:cNvPr>
              <p:cNvSpPr>
                <a:spLocks noChangeArrowheads="1"/>
              </p:cNvSpPr>
              <p:nvPr/>
            </p:nvSpPr>
            <p:spPr bwMode="auto">
              <a:xfrm>
                <a:off x="9540342" y="1780859"/>
                <a:ext cx="19487" cy="41294"/>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2" name="Rectangle 153">
                <a:extLst>
                  <a:ext uri="{FF2B5EF4-FFF2-40B4-BE49-F238E27FC236}">
                    <a16:creationId xmlns:a16="http://schemas.microsoft.com/office/drawing/2014/main" id="{9B76E1BD-66B7-BB00-15B1-113C6251D1E3}"/>
                  </a:ext>
                </a:extLst>
              </p:cNvPr>
              <p:cNvSpPr>
                <a:spLocks noChangeArrowheads="1"/>
              </p:cNvSpPr>
              <p:nvPr/>
            </p:nvSpPr>
            <p:spPr bwMode="auto">
              <a:xfrm>
                <a:off x="9574445" y="1780859"/>
                <a:ext cx="19487" cy="41294"/>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3" name="Freeform 154">
                <a:extLst>
                  <a:ext uri="{FF2B5EF4-FFF2-40B4-BE49-F238E27FC236}">
                    <a16:creationId xmlns:a16="http://schemas.microsoft.com/office/drawing/2014/main" id="{5CFA6C6D-EDF1-2734-9A3B-A31F27D49028}"/>
                  </a:ext>
                </a:extLst>
              </p:cNvPr>
              <p:cNvSpPr>
                <a:spLocks noChangeArrowheads="1"/>
              </p:cNvSpPr>
              <p:nvPr/>
            </p:nvSpPr>
            <p:spPr bwMode="auto">
              <a:xfrm>
                <a:off x="9479444" y="1620544"/>
                <a:ext cx="80387" cy="82586"/>
              </a:xfrm>
              <a:custGeom>
                <a:avLst/>
                <a:gdLst>
                  <a:gd name="T0" fmla="*/ 62595 w 25"/>
                  <a:gd name="T1" fmla="*/ 74674 h 25"/>
                  <a:gd name="T2" fmla="*/ 72479 w 25"/>
                  <a:gd name="T3" fmla="*/ 84857 h 25"/>
                  <a:gd name="T4" fmla="*/ 82362 w 25"/>
                  <a:gd name="T5" fmla="*/ 74674 h 25"/>
                  <a:gd name="T6" fmla="*/ 72479 w 25"/>
                  <a:gd name="T7" fmla="*/ 64491 h 25"/>
                  <a:gd name="T8" fmla="*/ 69184 w 25"/>
                  <a:gd name="T9" fmla="*/ 64491 h 25"/>
                  <a:gd name="T10" fmla="*/ 0 w 25"/>
                  <a:gd name="T11" fmla="*/ 0 h 25"/>
                  <a:gd name="T12" fmla="*/ 62595 w 25"/>
                  <a:gd name="T13" fmla="*/ 74674 h 25"/>
                  <a:gd name="T14" fmla="*/ 62595 w 25"/>
                  <a:gd name="T15" fmla="*/ 74674 h 25"/>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5"/>
                  <a:gd name="T26" fmla="*/ 25 w 25"/>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5">
                    <a:moveTo>
                      <a:pt x="19" y="22"/>
                    </a:moveTo>
                    <a:cubicBezTo>
                      <a:pt x="19" y="24"/>
                      <a:pt x="20" y="25"/>
                      <a:pt x="22" y="25"/>
                    </a:cubicBezTo>
                    <a:cubicBezTo>
                      <a:pt x="24" y="25"/>
                      <a:pt x="25" y="24"/>
                      <a:pt x="25" y="22"/>
                    </a:cubicBezTo>
                    <a:cubicBezTo>
                      <a:pt x="25" y="21"/>
                      <a:pt x="24" y="19"/>
                      <a:pt x="22" y="19"/>
                    </a:cubicBezTo>
                    <a:cubicBezTo>
                      <a:pt x="22" y="19"/>
                      <a:pt x="22" y="19"/>
                      <a:pt x="21" y="19"/>
                    </a:cubicBezTo>
                    <a:cubicBezTo>
                      <a:pt x="0" y="0"/>
                      <a:pt x="0" y="0"/>
                      <a:pt x="0" y="0"/>
                    </a:cubicBezTo>
                    <a:cubicBezTo>
                      <a:pt x="19" y="22"/>
                      <a:pt x="19" y="22"/>
                      <a:pt x="19" y="22"/>
                    </a:cubicBezTo>
                    <a:cubicBezTo>
                      <a:pt x="19" y="22"/>
                      <a:pt x="19" y="22"/>
                      <a:pt x="19" y="22"/>
                    </a:cubicBez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4" name="Freeform 155">
                <a:extLst>
                  <a:ext uri="{FF2B5EF4-FFF2-40B4-BE49-F238E27FC236}">
                    <a16:creationId xmlns:a16="http://schemas.microsoft.com/office/drawing/2014/main" id="{A19965E2-A2E8-0F0C-F41D-E6D48B2565B4}"/>
                  </a:ext>
                </a:extLst>
              </p:cNvPr>
              <p:cNvSpPr>
                <a:spLocks noChangeArrowheads="1"/>
              </p:cNvSpPr>
              <p:nvPr/>
            </p:nvSpPr>
            <p:spPr bwMode="auto">
              <a:xfrm>
                <a:off x="9430725" y="1780859"/>
                <a:ext cx="21924" cy="19432"/>
              </a:xfrm>
              <a:custGeom>
                <a:avLst/>
                <a:gdLst>
                  <a:gd name="T0" fmla="*/ 0 w 9"/>
                  <a:gd name="T1" fmla="*/ 14974 h 8"/>
                  <a:gd name="T2" fmla="*/ 7488 w 9"/>
                  <a:gd name="T3" fmla="*/ 19966 h 8"/>
                  <a:gd name="T4" fmla="*/ 22463 w 9"/>
                  <a:gd name="T5" fmla="*/ 2496 h 8"/>
                  <a:gd name="T6" fmla="*/ 17471 w 9"/>
                  <a:gd name="T7" fmla="*/ 0 h 8"/>
                  <a:gd name="T8" fmla="*/ 0 w 9"/>
                  <a:gd name="T9" fmla="*/ 14974 h 8"/>
                  <a:gd name="T10" fmla="*/ 0 60000 65536"/>
                  <a:gd name="T11" fmla="*/ 0 60000 65536"/>
                  <a:gd name="T12" fmla="*/ 0 60000 65536"/>
                  <a:gd name="T13" fmla="*/ 0 60000 65536"/>
                  <a:gd name="T14" fmla="*/ 0 60000 65536"/>
                  <a:gd name="T15" fmla="*/ 0 w 9"/>
                  <a:gd name="T16" fmla="*/ 0 h 8"/>
                  <a:gd name="T17" fmla="*/ 9 w 9"/>
                  <a:gd name="T18" fmla="*/ 8 h 8"/>
                </a:gdLst>
                <a:ahLst/>
                <a:cxnLst>
                  <a:cxn ang="T10">
                    <a:pos x="T0" y="T1"/>
                  </a:cxn>
                  <a:cxn ang="T11">
                    <a:pos x="T2" y="T3"/>
                  </a:cxn>
                  <a:cxn ang="T12">
                    <a:pos x="T4" y="T5"/>
                  </a:cxn>
                  <a:cxn ang="T13">
                    <a:pos x="T6" y="T7"/>
                  </a:cxn>
                  <a:cxn ang="T14">
                    <a:pos x="T8" y="T9"/>
                  </a:cxn>
                </a:cxnLst>
                <a:rect l="T15" t="T16" r="T17" b="T18"/>
                <a:pathLst>
                  <a:path w="9" h="8">
                    <a:moveTo>
                      <a:pt x="0" y="6"/>
                    </a:moveTo>
                    <a:lnTo>
                      <a:pt x="3" y="8"/>
                    </a:lnTo>
                    <a:lnTo>
                      <a:pt x="9" y="1"/>
                    </a:lnTo>
                    <a:lnTo>
                      <a:pt x="7" y="0"/>
                    </a:lnTo>
                    <a:lnTo>
                      <a:pt x="0" y="6"/>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5" name="Freeform 156">
                <a:extLst>
                  <a:ext uri="{FF2B5EF4-FFF2-40B4-BE49-F238E27FC236}">
                    <a16:creationId xmlns:a16="http://schemas.microsoft.com/office/drawing/2014/main" id="{C858C725-6D72-7301-A5C5-622D5F2BA576}"/>
                  </a:ext>
                </a:extLst>
              </p:cNvPr>
              <p:cNvSpPr>
                <a:spLocks noChangeArrowheads="1"/>
              </p:cNvSpPr>
              <p:nvPr/>
            </p:nvSpPr>
            <p:spPr bwMode="auto">
              <a:xfrm>
                <a:off x="9411238" y="1737137"/>
                <a:ext cx="26796" cy="14574"/>
              </a:xfrm>
              <a:custGeom>
                <a:avLst/>
                <a:gdLst>
                  <a:gd name="T0" fmla="*/ 22462 w 11"/>
                  <a:gd name="T1" fmla="*/ 0 h 6"/>
                  <a:gd name="T2" fmla="*/ 0 w 11"/>
                  <a:gd name="T3" fmla="*/ 7488 h 6"/>
                  <a:gd name="T4" fmla="*/ 2496 w 11"/>
                  <a:gd name="T5" fmla="*/ 14975 h 6"/>
                  <a:gd name="T6" fmla="*/ 27454 w 11"/>
                  <a:gd name="T7" fmla="*/ 7488 h 6"/>
                  <a:gd name="T8" fmla="*/ 22462 w 11"/>
                  <a:gd name="T9" fmla="*/ 0 h 6"/>
                  <a:gd name="T10" fmla="*/ 0 60000 65536"/>
                  <a:gd name="T11" fmla="*/ 0 60000 65536"/>
                  <a:gd name="T12" fmla="*/ 0 60000 65536"/>
                  <a:gd name="T13" fmla="*/ 0 60000 65536"/>
                  <a:gd name="T14" fmla="*/ 0 60000 65536"/>
                  <a:gd name="T15" fmla="*/ 0 w 11"/>
                  <a:gd name="T16" fmla="*/ 0 h 6"/>
                  <a:gd name="T17" fmla="*/ 11 w 11"/>
                  <a:gd name="T18" fmla="*/ 6 h 6"/>
                </a:gdLst>
                <a:ahLst/>
                <a:cxnLst>
                  <a:cxn ang="T10">
                    <a:pos x="T0" y="T1"/>
                  </a:cxn>
                  <a:cxn ang="T11">
                    <a:pos x="T2" y="T3"/>
                  </a:cxn>
                  <a:cxn ang="T12">
                    <a:pos x="T4" y="T5"/>
                  </a:cxn>
                  <a:cxn ang="T13">
                    <a:pos x="T6" y="T7"/>
                  </a:cxn>
                  <a:cxn ang="T14">
                    <a:pos x="T8" y="T9"/>
                  </a:cxn>
                </a:cxnLst>
                <a:rect l="T15" t="T16" r="T17" b="T18"/>
                <a:pathLst>
                  <a:path w="11" h="6">
                    <a:moveTo>
                      <a:pt x="9" y="0"/>
                    </a:moveTo>
                    <a:lnTo>
                      <a:pt x="0" y="3"/>
                    </a:lnTo>
                    <a:lnTo>
                      <a:pt x="1" y="6"/>
                    </a:lnTo>
                    <a:lnTo>
                      <a:pt x="11" y="3"/>
                    </a:lnTo>
                    <a:lnTo>
                      <a:pt x="9" y="0"/>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6" name="Freeform 157">
                <a:extLst>
                  <a:ext uri="{FF2B5EF4-FFF2-40B4-BE49-F238E27FC236}">
                    <a16:creationId xmlns:a16="http://schemas.microsoft.com/office/drawing/2014/main" id="{AF0F02E5-C745-9181-7524-6D900751B496}"/>
                  </a:ext>
                </a:extLst>
              </p:cNvPr>
              <p:cNvSpPr>
                <a:spLocks noChangeArrowheads="1"/>
              </p:cNvSpPr>
              <p:nvPr/>
            </p:nvSpPr>
            <p:spPr bwMode="auto">
              <a:xfrm>
                <a:off x="9442904" y="1588969"/>
                <a:ext cx="19487" cy="21862"/>
              </a:xfrm>
              <a:custGeom>
                <a:avLst/>
                <a:gdLst>
                  <a:gd name="T0" fmla="*/ 0 w 8"/>
                  <a:gd name="T1" fmla="*/ 7488 h 9"/>
                  <a:gd name="T2" fmla="*/ 17470 w 8"/>
                  <a:gd name="T3" fmla="*/ 22463 h 9"/>
                  <a:gd name="T4" fmla="*/ 19966 w 8"/>
                  <a:gd name="T5" fmla="*/ 17471 h 9"/>
                  <a:gd name="T6" fmla="*/ 4992 w 8"/>
                  <a:gd name="T7" fmla="*/ 0 h 9"/>
                  <a:gd name="T8" fmla="*/ 0 w 8"/>
                  <a:gd name="T9" fmla="*/ 748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0" y="3"/>
                    </a:moveTo>
                    <a:lnTo>
                      <a:pt x="7" y="9"/>
                    </a:lnTo>
                    <a:lnTo>
                      <a:pt x="8" y="7"/>
                    </a:lnTo>
                    <a:lnTo>
                      <a:pt x="2" y="0"/>
                    </a:lnTo>
                    <a:lnTo>
                      <a:pt x="0" y="3"/>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7" name="Freeform 158">
                <a:extLst>
                  <a:ext uri="{FF2B5EF4-FFF2-40B4-BE49-F238E27FC236}">
                    <a16:creationId xmlns:a16="http://schemas.microsoft.com/office/drawing/2014/main" id="{DFC198B4-DC35-11DA-1E0B-642955339071}"/>
                  </a:ext>
                </a:extLst>
              </p:cNvPr>
              <p:cNvSpPr>
                <a:spLocks noChangeArrowheads="1"/>
              </p:cNvSpPr>
              <p:nvPr/>
            </p:nvSpPr>
            <p:spPr bwMode="auto">
              <a:xfrm>
                <a:off x="9413673" y="1637548"/>
                <a:ext cx="26796" cy="12146"/>
              </a:xfrm>
              <a:custGeom>
                <a:avLst/>
                <a:gdLst>
                  <a:gd name="T0" fmla="*/ 27454 w 11"/>
                  <a:gd name="T1" fmla="*/ 7488 h 5"/>
                  <a:gd name="T2" fmla="*/ 4992 w 11"/>
                  <a:gd name="T3" fmla="*/ 0 h 5"/>
                  <a:gd name="T4" fmla="*/ 0 w 11"/>
                  <a:gd name="T5" fmla="*/ 7488 h 5"/>
                  <a:gd name="T6" fmla="*/ 24958 w 11"/>
                  <a:gd name="T7" fmla="*/ 12480 h 5"/>
                  <a:gd name="T8" fmla="*/ 27454 w 11"/>
                  <a:gd name="T9" fmla="*/ 7488 h 5"/>
                  <a:gd name="T10" fmla="*/ 0 60000 65536"/>
                  <a:gd name="T11" fmla="*/ 0 60000 65536"/>
                  <a:gd name="T12" fmla="*/ 0 60000 65536"/>
                  <a:gd name="T13" fmla="*/ 0 60000 65536"/>
                  <a:gd name="T14" fmla="*/ 0 60000 65536"/>
                  <a:gd name="T15" fmla="*/ 0 w 11"/>
                  <a:gd name="T16" fmla="*/ 0 h 5"/>
                  <a:gd name="T17" fmla="*/ 11 w 11"/>
                  <a:gd name="T18" fmla="*/ 5 h 5"/>
                </a:gdLst>
                <a:ahLst/>
                <a:cxnLst>
                  <a:cxn ang="T10">
                    <a:pos x="T0" y="T1"/>
                  </a:cxn>
                  <a:cxn ang="T11">
                    <a:pos x="T2" y="T3"/>
                  </a:cxn>
                  <a:cxn ang="T12">
                    <a:pos x="T4" y="T5"/>
                  </a:cxn>
                  <a:cxn ang="T13">
                    <a:pos x="T6" y="T7"/>
                  </a:cxn>
                  <a:cxn ang="T14">
                    <a:pos x="T8" y="T9"/>
                  </a:cxn>
                </a:cxnLst>
                <a:rect l="T15" t="T16" r="T17" b="T18"/>
                <a:pathLst>
                  <a:path w="11" h="5">
                    <a:moveTo>
                      <a:pt x="11" y="3"/>
                    </a:moveTo>
                    <a:lnTo>
                      <a:pt x="2" y="0"/>
                    </a:lnTo>
                    <a:lnTo>
                      <a:pt x="0" y="3"/>
                    </a:lnTo>
                    <a:lnTo>
                      <a:pt x="10" y="5"/>
                    </a:lnTo>
                    <a:lnTo>
                      <a:pt x="11" y="3"/>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8" name="Rectangle 159">
                <a:extLst>
                  <a:ext uri="{FF2B5EF4-FFF2-40B4-BE49-F238E27FC236}">
                    <a16:creationId xmlns:a16="http://schemas.microsoft.com/office/drawing/2014/main" id="{132CC572-ABFA-D882-5C4F-AC148C84E43D}"/>
                  </a:ext>
                </a:extLst>
              </p:cNvPr>
              <p:cNvSpPr>
                <a:spLocks noChangeArrowheads="1"/>
              </p:cNvSpPr>
              <p:nvPr/>
            </p:nvSpPr>
            <p:spPr bwMode="auto">
              <a:xfrm>
                <a:off x="9547650" y="1550104"/>
                <a:ext cx="7308" cy="21862"/>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9" name="Freeform 160">
                <a:extLst>
                  <a:ext uri="{FF2B5EF4-FFF2-40B4-BE49-F238E27FC236}">
                    <a16:creationId xmlns:a16="http://schemas.microsoft.com/office/drawing/2014/main" id="{95A8185B-89E8-4ACB-9628-0F04E0728935}"/>
                  </a:ext>
                </a:extLst>
              </p:cNvPr>
              <p:cNvSpPr>
                <a:spLocks noChangeArrowheads="1"/>
              </p:cNvSpPr>
              <p:nvPr/>
            </p:nvSpPr>
            <p:spPr bwMode="auto">
              <a:xfrm>
                <a:off x="9481879" y="1559820"/>
                <a:ext cx="17052" cy="21862"/>
              </a:xfrm>
              <a:custGeom>
                <a:avLst/>
                <a:gdLst>
                  <a:gd name="T0" fmla="*/ 17471 w 7"/>
                  <a:gd name="T1" fmla="*/ 19967 h 9"/>
                  <a:gd name="T2" fmla="*/ 7488 w 7"/>
                  <a:gd name="T3" fmla="*/ 0 h 9"/>
                  <a:gd name="T4" fmla="*/ 0 w 7"/>
                  <a:gd name="T5" fmla="*/ 4992 h 9"/>
                  <a:gd name="T6" fmla="*/ 9983 w 7"/>
                  <a:gd name="T7" fmla="*/ 22463 h 9"/>
                  <a:gd name="T8" fmla="*/ 17471 w 7"/>
                  <a:gd name="T9" fmla="*/ 19967 h 9"/>
                  <a:gd name="T10" fmla="*/ 0 60000 65536"/>
                  <a:gd name="T11" fmla="*/ 0 60000 65536"/>
                  <a:gd name="T12" fmla="*/ 0 60000 65536"/>
                  <a:gd name="T13" fmla="*/ 0 60000 65536"/>
                  <a:gd name="T14" fmla="*/ 0 60000 65536"/>
                  <a:gd name="T15" fmla="*/ 0 w 7"/>
                  <a:gd name="T16" fmla="*/ 0 h 9"/>
                  <a:gd name="T17" fmla="*/ 7 w 7"/>
                  <a:gd name="T18" fmla="*/ 9 h 9"/>
                </a:gdLst>
                <a:ahLst/>
                <a:cxnLst>
                  <a:cxn ang="T10">
                    <a:pos x="T0" y="T1"/>
                  </a:cxn>
                  <a:cxn ang="T11">
                    <a:pos x="T2" y="T3"/>
                  </a:cxn>
                  <a:cxn ang="T12">
                    <a:pos x="T4" y="T5"/>
                  </a:cxn>
                  <a:cxn ang="T13">
                    <a:pos x="T6" y="T7"/>
                  </a:cxn>
                  <a:cxn ang="T14">
                    <a:pos x="T8" y="T9"/>
                  </a:cxn>
                </a:cxnLst>
                <a:rect l="T15" t="T16" r="T17" b="T18"/>
                <a:pathLst>
                  <a:path w="7" h="9">
                    <a:moveTo>
                      <a:pt x="7" y="8"/>
                    </a:moveTo>
                    <a:lnTo>
                      <a:pt x="3" y="0"/>
                    </a:lnTo>
                    <a:lnTo>
                      <a:pt x="0" y="2"/>
                    </a:lnTo>
                    <a:lnTo>
                      <a:pt x="4" y="9"/>
                    </a:lnTo>
                    <a:lnTo>
                      <a:pt x="7" y="8"/>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0" name="Freeform 161">
                <a:extLst>
                  <a:ext uri="{FF2B5EF4-FFF2-40B4-BE49-F238E27FC236}">
                    <a16:creationId xmlns:a16="http://schemas.microsoft.com/office/drawing/2014/main" id="{570A08CC-DF36-B3A2-C853-0D6A565E0364}"/>
                  </a:ext>
                </a:extLst>
              </p:cNvPr>
              <p:cNvSpPr>
                <a:spLocks noChangeArrowheads="1"/>
              </p:cNvSpPr>
              <p:nvPr/>
            </p:nvSpPr>
            <p:spPr bwMode="auto">
              <a:xfrm>
                <a:off x="9593932" y="1559820"/>
                <a:ext cx="12181" cy="26719"/>
              </a:xfrm>
              <a:custGeom>
                <a:avLst/>
                <a:gdLst>
                  <a:gd name="T0" fmla="*/ 0 w 5"/>
                  <a:gd name="T1" fmla="*/ 22462 h 11"/>
                  <a:gd name="T2" fmla="*/ 4992 w 5"/>
                  <a:gd name="T3" fmla="*/ 27454 h 11"/>
                  <a:gd name="T4" fmla="*/ 12480 w 5"/>
                  <a:gd name="T5" fmla="*/ 4992 h 11"/>
                  <a:gd name="T6" fmla="*/ 4992 w 5"/>
                  <a:gd name="T7" fmla="*/ 0 h 11"/>
                  <a:gd name="T8" fmla="*/ 0 w 5"/>
                  <a:gd name="T9" fmla="*/ 22462 h 11"/>
                  <a:gd name="T10" fmla="*/ 0 60000 65536"/>
                  <a:gd name="T11" fmla="*/ 0 60000 65536"/>
                  <a:gd name="T12" fmla="*/ 0 60000 65536"/>
                  <a:gd name="T13" fmla="*/ 0 60000 65536"/>
                  <a:gd name="T14" fmla="*/ 0 60000 65536"/>
                  <a:gd name="T15" fmla="*/ 0 w 5"/>
                  <a:gd name="T16" fmla="*/ 0 h 11"/>
                  <a:gd name="T17" fmla="*/ 5 w 5"/>
                  <a:gd name="T18" fmla="*/ 11 h 11"/>
                </a:gdLst>
                <a:ahLst/>
                <a:cxnLst>
                  <a:cxn ang="T10">
                    <a:pos x="T0" y="T1"/>
                  </a:cxn>
                  <a:cxn ang="T11">
                    <a:pos x="T2" y="T3"/>
                  </a:cxn>
                  <a:cxn ang="T12">
                    <a:pos x="T4" y="T5"/>
                  </a:cxn>
                  <a:cxn ang="T13">
                    <a:pos x="T6" y="T7"/>
                  </a:cxn>
                  <a:cxn ang="T14">
                    <a:pos x="T8" y="T9"/>
                  </a:cxn>
                </a:cxnLst>
                <a:rect l="T15" t="T16" r="T17" b="T18"/>
                <a:pathLst>
                  <a:path w="5" h="11">
                    <a:moveTo>
                      <a:pt x="0" y="9"/>
                    </a:moveTo>
                    <a:lnTo>
                      <a:pt x="2" y="11"/>
                    </a:lnTo>
                    <a:lnTo>
                      <a:pt x="5" y="2"/>
                    </a:lnTo>
                    <a:lnTo>
                      <a:pt x="2" y="0"/>
                    </a:lnTo>
                    <a:lnTo>
                      <a:pt x="0" y="9"/>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1" name="Freeform 162">
                <a:extLst>
                  <a:ext uri="{FF2B5EF4-FFF2-40B4-BE49-F238E27FC236}">
                    <a16:creationId xmlns:a16="http://schemas.microsoft.com/office/drawing/2014/main" id="{0710E76C-7B3B-B9E0-F2E4-5125E07EF70B}"/>
                  </a:ext>
                </a:extLst>
              </p:cNvPr>
              <p:cNvSpPr>
                <a:spLocks noChangeArrowheads="1"/>
              </p:cNvSpPr>
              <p:nvPr/>
            </p:nvSpPr>
            <p:spPr bwMode="auto">
              <a:xfrm>
                <a:off x="9635344" y="1780859"/>
                <a:ext cx="21924" cy="19432"/>
              </a:xfrm>
              <a:custGeom>
                <a:avLst/>
                <a:gdLst>
                  <a:gd name="T0" fmla="*/ 0 w 9"/>
                  <a:gd name="T1" fmla="*/ 2496 h 8"/>
                  <a:gd name="T2" fmla="*/ 19967 w 9"/>
                  <a:gd name="T3" fmla="*/ 19966 h 8"/>
                  <a:gd name="T4" fmla="*/ 22463 w 9"/>
                  <a:gd name="T5" fmla="*/ 14974 h 8"/>
                  <a:gd name="T6" fmla="*/ 7488 w 9"/>
                  <a:gd name="T7" fmla="*/ 0 h 8"/>
                  <a:gd name="T8" fmla="*/ 0 w 9"/>
                  <a:gd name="T9" fmla="*/ 2496 h 8"/>
                  <a:gd name="T10" fmla="*/ 0 60000 65536"/>
                  <a:gd name="T11" fmla="*/ 0 60000 65536"/>
                  <a:gd name="T12" fmla="*/ 0 60000 65536"/>
                  <a:gd name="T13" fmla="*/ 0 60000 65536"/>
                  <a:gd name="T14" fmla="*/ 0 60000 65536"/>
                  <a:gd name="T15" fmla="*/ 0 w 9"/>
                  <a:gd name="T16" fmla="*/ 0 h 8"/>
                  <a:gd name="T17" fmla="*/ 9 w 9"/>
                  <a:gd name="T18" fmla="*/ 8 h 8"/>
                </a:gdLst>
                <a:ahLst/>
                <a:cxnLst>
                  <a:cxn ang="T10">
                    <a:pos x="T0" y="T1"/>
                  </a:cxn>
                  <a:cxn ang="T11">
                    <a:pos x="T2" y="T3"/>
                  </a:cxn>
                  <a:cxn ang="T12">
                    <a:pos x="T4" y="T5"/>
                  </a:cxn>
                  <a:cxn ang="T13">
                    <a:pos x="T6" y="T7"/>
                  </a:cxn>
                  <a:cxn ang="T14">
                    <a:pos x="T8" y="T9"/>
                  </a:cxn>
                </a:cxnLst>
                <a:rect l="T15" t="T16" r="T17" b="T18"/>
                <a:pathLst>
                  <a:path w="9" h="8">
                    <a:moveTo>
                      <a:pt x="0" y="1"/>
                    </a:moveTo>
                    <a:lnTo>
                      <a:pt x="8" y="8"/>
                    </a:lnTo>
                    <a:lnTo>
                      <a:pt x="9" y="6"/>
                    </a:lnTo>
                    <a:lnTo>
                      <a:pt x="3" y="0"/>
                    </a:lnTo>
                    <a:lnTo>
                      <a:pt x="0" y="1"/>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2" name="Freeform 163">
                <a:extLst>
                  <a:ext uri="{FF2B5EF4-FFF2-40B4-BE49-F238E27FC236}">
                    <a16:creationId xmlns:a16="http://schemas.microsoft.com/office/drawing/2014/main" id="{E14A0B52-4D43-F021-548E-2E395AA3C9D5}"/>
                  </a:ext>
                </a:extLst>
              </p:cNvPr>
              <p:cNvSpPr>
                <a:spLocks noChangeArrowheads="1"/>
              </p:cNvSpPr>
              <p:nvPr/>
            </p:nvSpPr>
            <p:spPr bwMode="auto">
              <a:xfrm>
                <a:off x="9662138" y="1737137"/>
                <a:ext cx="24360" cy="14574"/>
              </a:xfrm>
              <a:custGeom>
                <a:avLst/>
                <a:gdLst>
                  <a:gd name="T0" fmla="*/ 0 w 10"/>
                  <a:gd name="T1" fmla="*/ 7488 h 6"/>
                  <a:gd name="T2" fmla="*/ 22462 w 10"/>
                  <a:gd name="T3" fmla="*/ 14975 h 6"/>
                  <a:gd name="T4" fmla="*/ 24958 w 10"/>
                  <a:gd name="T5" fmla="*/ 7488 h 6"/>
                  <a:gd name="T6" fmla="*/ 2496 w 10"/>
                  <a:gd name="T7" fmla="*/ 0 h 6"/>
                  <a:gd name="T8" fmla="*/ 0 w 10"/>
                  <a:gd name="T9" fmla="*/ 7488 h 6"/>
                  <a:gd name="T10" fmla="*/ 0 60000 65536"/>
                  <a:gd name="T11" fmla="*/ 0 60000 65536"/>
                  <a:gd name="T12" fmla="*/ 0 60000 65536"/>
                  <a:gd name="T13" fmla="*/ 0 60000 65536"/>
                  <a:gd name="T14" fmla="*/ 0 60000 65536"/>
                  <a:gd name="T15" fmla="*/ 0 w 10"/>
                  <a:gd name="T16" fmla="*/ 0 h 6"/>
                  <a:gd name="T17" fmla="*/ 10 w 10"/>
                  <a:gd name="T18" fmla="*/ 6 h 6"/>
                </a:gdLst>
                <a:ahLst/>
                <a:cxnLst>
                  <a:cxn ang="T10">
                    <a:pos x="T0" y="T1"/>
                  </a:cxn>
                  <a:cxn ang="T11">
                    <a:pos x="T2" y="T3"/>
                  </a:cxn>
                  <a:cxn ang="T12">
                    <a:pos x="T4" y="T5"/>
                  </a:cxn>
                  <a:cxn ang="T13">
                    <a:pos x="T6" y="T7"/>
                  </a:cxn>
                  <a:cxn ang="T14">
                    <a:pos x="T8" y="T9"/>
                  </a:cxn>
                </a:cxnLst>
                <a:rect l="T15" t="T16" r="T17" b="T18"/>
                <a:pathLst>
                  <a:path w="10" h="6">
                    <a:moveTo>
                      <a:pt x="0" y="3"/>
                    </a:moveTo>
                    <a:lnTo>
                      <a:pt x="9" y="6"/>
                    </a:lnTo>
                    <a:lnTo>
                      <a:pt x="10" y="3"/>
                    </a:lnTo>
                    <a:lnTo>
                      <a:pt x="1" y="0"/>
                    </a:lnTo>
                    <a:lnTo>
                      <a:pt x="0" y="3"/>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3" name="Freeform 164">
                <a:extLst>
                  <a:ext uri="{FF2B5EF4-FFF2-40B4-BE49-F238E27FC236}">
                    <a16:creationId xmlns:a16="http://schemas.microsoft.com/office/drawing/2014/main" id="{E048B283-034F-F692-572E-A273B4253787}"/>
                  </a:ext>
                </a:extLst>
              </p:cNvPr>
              <p:cNvSpPr>
                <a:spLocks noChangeArrowheads="1"/>
              </p:cNvSpPr>
              <p:nvPr/>
            </p:nvSpPr>
            <p:spPr bwMode="auto">
              <a:xfrm>
                <a:off x="9632907" y="1588969"/>
                <a:ext cx="21924" cy="21862"/>
              </a:xfrm>
              <a:custGeom>
                <a:avLst/>
                <a:gdLst>
                  <a:gd name="T0" fmla="*/ 22463 w 9"/>
                  <a:gd name="T1" fmla="*/ 7488 h 9"/>
                  <a:gd name="T2" fmla="*/ 19967 w 9"/>
                  <a:gd name="T3" fmla="*/ 0 h 9"/>
                  <a:gd name="T4" fmla="*/ 0 w 9"/>
                  <a:gd name="T5" fmla="*/ 17471 h 9"/>
                  <a:gd name="T6" fmla="*/ 4992 w 9"/>
                  <a:gd name="T7" fmla="*/ 22463 h 9"/>
                  <a:gd name="T8" fmla="*/ 22463 w 9"/>
                  <a:gd name="T9" fmla="*/ 7488 h 9"/>
                  <a:gd name="T10" fmla="*/ 0 60000 65536"/>
                  <a:gd name="T11" fmla="*/ 0 60000 65536"/>
                  <a:gd name="T12" fmla="*/ 0 60000 65536"/>
                  <a:gd name="T13" fmla="*/ 0 60000 65536"/>
                  <a:gd name="T14" fmla="*/ 0 60000 65536"/>
                  <a:gd name="T15" fmla="*/ 0 w 9"/>
                  <a:gd name="T16" fmla="*/ 0 h 9"/>
                  <a:gd name="T17" fmla="*/ 9 w 9"/>
                  <a:gd name="T18" fmla="*/ 9 h 9"/>
                </a:gdLst>
                <a:ahLst/>
                <a:cxnLst>
                  <a:cxn ang="T10">
                    <a:pos x="T0" y="T1"/>
                  </a:cxn>
                  <a:cxn ang="T11">
                    <a:pos x="T2" y="T3"/>
                  </a:cxn>
                  <a:cxn ang="T12">
                    <a:pos x="T4" y="T5"/>
                  </a:cxn>
                  <a:cxn ang="T13">
                    <a:pos x="T6" y="T7"/>
                  </a:cxn>
                  <a:cxn ang="T14">
                    <a:pos x="T8" y="T9"/>
                  </a:cxn>
                </a:cxnLst>
                <a:rect l="T15" t="T16" r="T17" b="T18"/>
                <a:pathLst>
                  <a:path w="9" h="9">
                    <a:moveTo>
                      <a:pt x="9" y="3"/>
                    </a:moveTo>
                    <a:lnTo>
                      <a:pt x="8" y="0"/>
                    </a:lnTo>
                    <a:lnTo>
                      <a:pt x="0" y="7"/>
                    </a:lnTo>
                    <a:lnTo>
                      <a:pt x="2" y="9"/>
                    </a:lnTo>
                    <a:lnTo>
                      <a:pt x="9" y="3"/>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4" name="Freeform 165">
                <a:extLst>
                  <a:ext uri="{FF2B5EF4-FFF2-40B4-BE49-F238E27FC236}">
                    <a16:creationId xmlns:a16="http://schemas.microsoft.com/office/drawing/2014/main" id="{B808C293-7074-E7B3-F29B-2B109AFFAA93}"/>
                  </a:ext>
                </a:extLst>
              </p:cNvPr>
              <p:cNvSpPr>
                <a:spLocks noChangeArrowheads="1"/>
              </p:cNvSpPr>
              <p:nvPr/>
            </p:nvSpPr>
            <p:spPr bwMode="auto">
              <a:xfrm>
                <a:off x="9657266" y="1637548"/>
                <a:ext cx="26796" cy="12146"/>
              </a:xfrm>
              <a:custGeom>
                <a:avLst/>
                <a:gdLst>
                  <a:gd name="T0" fmla="*/ 24958 w 11"/>
                  <a:gd name="T1" fmla="*/ 0 h 5"/>
                  <a:gd name="T2" fmla="*/ 0 w 11"/>
                  <a:gd name="T3" fmla="*/ 7488 h 5"/>
                  <a:gd name="T4" fmla="*/ 4992 w 11"/>
                  <a:gd name="T5" fmla="*/ 12480 h 5"/>
                  <a:gd name="T6" fmla="*/ 27454 w 11"/>
                  <a:gd name="T7" fmla="*/ 7488 h 5"/>
                  <a:gd name="T8" fmla="*/ 24958 w 11"/>
                  <a:gd name="T9" fmla="*/ 0 h 5"/>
                  <a:gd name="T10" fmla="*/ 0 60000 65536"/>
                  <a:gd name="T11" fmla="*/ 0 60000 65536"/>
                  <a:gd name="T12" fmla="*/ 0 60000 65536"/>
                  <a:gd name="T13" fmla="*/ 0 60000 65536"/>
                  <a:gd name="T14" fmla="*/ 0 60000 65536"/>
                  <a:gd name="T15" fmla="*/ 0 w 11"/>
                  <a:gd name="T16" fmla="*/ 0 h 5"/>
                  <a:gd name="T17" fmla="*/ 11 w 11"/>
                  <a:gd name="T18" fmla="*/ 5 h 5"/>
                </a:gdLst>
                <a:ahLst/>
                <a:cxnLst>
                  <a:cxn ang="T10">
                    <a:pos x="T0" y="T1"/>
                  </a:cxn>
                  <a:cxn ang="T11">
                    <a:pos x="T2" y="T3"/>
                  </a:cxn>
                  <a:cxn ang="T12">
                    <a:pos x="T4" y="T5"/>
                  </a:cxn>
                  <a:cxn ang="T13">
                    <a:pos x="T6" y="T7"/>
                  </a:cxn>
                  <a:cxn ang="T14">
                    <a:pos x="T8" y="T9"/>
                  </a:cxn>
                </a:cxnLst>
                <a:rect l="T15" t="T16" r="T17" b="T18"/>
                <a:pathLst>
                  <a:path w="11" h="5">
                    <a:moveTo>
                      <a:pt x="10" y="0"/>
                    </a:moveTo>
                    <a:lnTo>
                      <a:pt x="0" y="3"/>
                    </a:lnTo>
                    <a:lnTo>
                      <a:pt x="2" y="5"/>
                    </a:lnTo>
                    <a:lnTo>
                      <a:pt x="11" y="3"/>
                    </a:lnTo>
                    <a:lnTo>
                      <a:pt x="10" y="0"/>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5" name="Rectangle 166">
                <a:extLst>
                  <a:ext uri="{FF2B5EF4-FFF2-40B4-BE49-F238E27FC236}">
                    <a16:creationId xmlns:a16="http://schemas.microsoft.com/office/drawing/2014/main" id="{3C4393FE-C86F-7216-EC49-39B4E4AAC3E7}"/>
                  </a:ext>
                </a:extLst>
              </p:cNvPr>
              <p:cNvSpPr>
                <a:spLocks noChangeArrowheads="1"/>
              </p:cNvSpPr>
              <p:nvPr/>
            </p:nvSpPr>
            <p:spPr bwMode="auto">
              <a:xfrm>
                <a:off x="9403929" y="1686128"/>
                <a:ext cx="24360" cy="7288"/>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6" name="Rectangle 167">
                <a:extLst>
                  <a:ext uri="{FF2B5EF4-FFF2-40B4-BE49-F238E27FC236}">
                    <a16:creationId xmlns:a16="http://schemas.microsoft.com/office/drawing/2014/main" id="{D640F8DC-6A02-354D-CF23-075746FC9087}"/>
                  </a:ext>
                </a:extLst>
              </p:cNvPr>
              <p:cNvSpPr>
                <a:spLocks noChangeArrowheads="1"/>
              </p:cNvSpPr>
              <p:nvPr/>
            </p:nvSpPr>
            <p:spPr bwMode="auto">
              <a:xfrm>
                <a:off x="9674318" y="1688557"/>
                <a:ext cx="26796" cy="7288"/>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grpSp>
      </p:grpSp>
      <p:grpSp>
        <p:nvGrpSpPr>
          <p:cNvPr id="11" name="组合 10">
            <a:extLst>
              <a:ext uri="{FF2B5EF4-FFF2-40B4-BE49-F238E27FC236}">
                <a16:creationId xmlns:a16="http://schemas.microsoft.com/office/drawing/2014/main" id="{A90F9276-1D42-7C5C-D375-9C783FF6A31B}"/>
              </a:ext>
            </a:extLst>
          </p:cNvPr>
          <p:cNvGrpSpPr/>
          <p:nvPr/>
        </p:nvGrpSpPr>
        <p:grpSpPr>
          <a:xfrm>
            <a:off x="6629005" y="1558812"/>
            <a:ext cx="1460314" cy="1460842"/>
            <a:chOff x="7456207" y="1872580"/>
            <a:chExt cx="1686798" cy="1687408"/>
          </a:xfrm>
        </p:grpSpPr>
        <p:grpSp>
          <p:nvGrpSpPr>
            <p:cNvPr id="22" name="组合 21">
              <a:extLst>
                <a:ext uri="{FF2B5EF4-FFF2-40B4-BE49-F238E27FC236}">
                  <a16:creationId xmlns:a16="http://schemas.microsoft.com/office/drawing/2014/main" id="{D77115E3-F2F2-CAD5-0BA7-D52CA5C8A0A7}"/>
                </a:ext>
              </a:extLst>
            </p:cNvPr>
            <p:cNvGrpSpPr/>
            <p:nvPr/>
          </p:nvGrpSpPr>
          <p:grpSpPr>
            <a:xfrm>
              <a:off x="7456207" y="1872580"/>
              <a:ext cx="1686798" cy="1687408"/>
              <a:chOff x="4345444" y="2542859"/>
              <a:chExt cx="1810550" cy="1811205"/>
            </a:xfrm>
          </p:grpSpPr>
          <p:grpSp>
            <p:nvGrpSpPr>
              <p:cNvPr id="23" name="组合 22">
                <a:extLst>
                  <a:ext uri="{FF2B5EF4-FFF2-40B4-BE49-F238E27FC236}">
                    <a16:creationId xmlns:a16="http://schemas.microsoft.com/office/drawing/2014/main" id="{E51B9A7A-24F3-BA65-7209-A31DE86BCD3C}"/>
                  </a:ext>
                </a:extLst>
              </p:cNvPr>
              <p:cNvGrpSpPr/>
              <p:nvPr/>
            </p:nvGrpSpPr>
            <p:grpSpPr>
              <a:xfrm>
                <a:off x="4345444" y="2542859"/>
                <a:ext cx="1810550" cy="1811205"/>
                <a:chOff x="1463339" y="1072758"/>
                <a:chExt cx="1546058" cy="1546058"/>
              </a:xfrm>
              <a:effectLst>
                <a:outerShdw blurRad="330200" dist="215900" dir="6900000" sx="91000" sy="91000" algn="t" rotWithShape="0">
                  <a:prstClr val="black">
                    <a:alpha val="49000"/>
                  </a:prstClr>
                </a:outerShdw>
              </a:effectLst>
            </p:grpSpPr>
            <p:sp>
              <p:nvSpPr>
                <p:cNvPr id="25" name="同心圆 24">
                  <a:extLst>
                    <a:ext uri="{FF2B5EF4-FFF2-40B4-BE49-F238E27FC236}">
                      <a16:creationId xmlns:a16="http://schemas.microsoft.com/office/drawing/2014/main" id="{33BB7665-25DD-DE15-10BB-28CD9515A597}"/>
                    </a:ext>
                  </a:extLst>
                </p:cNvPr>
                <p:cNvSpPr/>
                <p:nvPr/>
              </p:nvSpPr>
              <p:spPr>
                <a:xfrm>
                  <a:off x="1463339" y="1072758"/>
                  <a:ext cx="1546058" cy="1546058"/>
                </a:xfrm>
                <a:prstGeom prst="donut">
                  <a:avLst>
                    <a:gd name="adj" fmla="val 4879"/>
                  </a:avLst>
                </a:prstGeom>
                <a:gradFill>
                  <a:gsLst>
                    <a:gs pos="0">
                      <a:schemeClr val="bg1">
                        <a:lumMod val="95000"/>
                      </a:schemeClr>
                    </a:gs>
                    <a:gs pos="55000">
                      <a:schemeClr val="bg1">
                        <a:lumMod val="95000"/>
                      </a:schemeClr>
                    </a:gs>
                    <a:gs pos="100000">
                      <a:schemeClr val="bg1">
                        <a:lumMod val="8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6" name="椭圆 25">
                  <a:extLst>
                    <a:ext uri="{FF2B5EF4-FFF2-40B4-BE49-F238E27FC236}">
                      <a16:creationId xmlns:a16="http://schemas.microsoft.com/office/drawing/2014/main" id="{6F9A2AED-9E65-8879-756B-17AD13AEDC02}"/>
                    </a:ext>
                  </a:extLst>
                </p:cNvPr>
                <p:cNvSpPr/>
                <p:nvPr/>
              </p:nvSpPr>
              <p:spPr>
                <a:xfrm>
                  <a:off x="1484232" y="1093651"/>
                  <a:ext cx="1504274" cy="1504273"/>
                </a:xfrm>
                <a:prstGeom prst="ellipse">
                  <a:avLst/>
                </a:prstGeom>
                <a:gradFill>
                  <a:gsLst>
                    <a:gs pos="0">
                      <a:schemeClr val="bg1"/>
                    </a:gs>
                    <a:gs pos="51000">
                      <a:schemeClr val="bg1">
                        <a:lumMod val="95000"/>
                      </a:schemeClr>
                    </a:gs>
                    <a:gs pos="100000">
                      <a:schemeClr val="bg1">
                        <a:lumMod val="8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sp>
            <p:nvSpPr>
              <p:cNvPr id="24" name="椭圆 23">
                <a:extLst>
                  <a:ext uri="{FF2B5EF4-FFF2-40B4-BE49-F238E27FC236}">
                    <a16:creationId xmlns:a16="http://schemas.microsoft.com/office/drawing/2014/main" id="{72FAA980-9EAF-582E-9CF4-78BAF509D10B}"/>
                  </a:ext>
                </a:extLst>
              </p:cNvPr>
              <p:cNvSpPr/>
              <p:nvPr/>
            </p:nvSpPr>
            <p:spPr>
              <a:xfrm>
                <a:off x="4565570" y="2763062"/>
                <a:ext cx="1370298" cy="1370793"/>
              </a:xfrm>
              <a:prstGeom prst="ellipse">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grpSp>
          <p:nvGrpSpPr>
            <p:cNvPr id="111" name="组合 110">
              <a:extLst>
                <a:ext uri="{FF2B5EF4-FFF2-40B4-BE49-F238E27FC236}">
                  <a16:creationId xmlns:a16="http://schemas.microsoft.com/office/drawing/2014/main" id="{49E25F0B-4F57-E579-643C-AE5B7CF21D63}"/>
                </a:ext>
              </a:extLst>
            </p:cNvPr>
            <p:cNvGrpSpPr/>
            <p:nvPr/>
          </p:nvGrpSpPr>
          <p:grpSpPr>
            <a:xfrm>
              <a:off x="8004999" y="2442675"/>
              <a:ext cx="487381" cy="632430"/>
              <a:chOff x="7363063" y="1563805"/>
              <a:chExt cx="292497" cy="379547"/>
            </a:xfrm>
          </p:grpSpPr>
          <p:sp>
            <p:nvSpPr>
              <p:cNvPr id="108" name="Freeform 170">
                <a:extLst>
                  <a:ext uri="{FF2B5EF4-FFF2-40B4-BE49-F238E27FC236}">
                    <a16:creationId xmlns:a16="http://schemas.microsoft.com/office/drawing/2014/main" id="{F97D355C-8335-CFD1-5DEF-D55F11BCBE7E}"/>
                  </a:ext>
                </a:extLst>
              </p:cNvPr>
              <p:cNvSpPr>
                <a:spLocks noChangeArrowheads="1"/>
              </p:cNvSpPr>
              <p:nvPr/>
            </p:nvSpPr>
            <p:spPr bwMode="auto">
              <a:xfrm>
                <a:off x="7363063" y="1673290"/>
                <a:ext cx="292497" cy="270062"/>
              </a:xfrm>
              <a:custGeom>
                <a:avLst/>
                <a:gdLst>
                  <a:gd name="T0" fmla="*/ 149747 w 90"/>
                  <a:gd name="T1" fmla="*/ 277032 h 83"/>
                  <a:gd name="T2" fmla="*/ 299494 w 90"/>
                  <a:gd name="T3" fmla="*/ 0 h 83"/>
                  <a:gd name="T4" fmla="*/ 0 w 90"/>
                  <a:gd name="T5" fmla="*/ 0 h 83"/>
                  <a:gd name="T6" fmla="*/ 149747 w 90"/>
                  <a:gd name="T7" fmla="*/ 277032 h 83"/>
                  <a:gd name="T8" fmla="*/ 0 60000 65536"/>
                  <a:gd name="T9" fmla="*/ 0 60000 65536"/>
                  <a:gd name="T10" fmla="*/ 0 60000 65536"/>
                  <a:gd name="T11" fmla="*/ 0 60000 65536"/>
                  <a:gd name="T12" fmla="*/ 0 w 90"/>
                  <a:gd name="T13" fmla="*/ 0 h 83"/>
                  <a:gd name="T14" fmla="*/ 90 w 90"/>
                  <a:gd name="T15" fmla="*/ 83 h 83"/>
                </a:gdLst>
                <a:ahLst/>
                <a:cxnLst>
                  <a:cxn ang="T8">
                    <a:pos x="T0" y="T1"/>
                  </a:cxn>
                  <a:cxn ang="T9">
                    <a:pos x="T2" y="T3"/>
                  </a:cxn>
                  <a:cxn ang="T10">
                    <a:pos x="T4" y="T5"/>
                  </a:cxn>
                  <a:cxn ang="T11">
                    <a:pos x="T6" y="T7"/>
                  </a:cxn>
                </a:cxnLst>
                <a:rect l="T12" t="T13" r="T14" b="T15"/>
                <a:pathLst>
                  <a:path w="90" h="83">
                    <a:moveTo>
                      <a:pt x="45" y="83"/>
                    </a:moveTo>
                    <a:cubicBezTo>
                      <a:pt x="90" y="59"/>
                      <a:pt x="90" y="0"/>
                      <a:pt x="90" y="0"/>
                    </a:cubicBezTo>
                    <a:cubicBezTo>
                      <a:pt x="0" y="0"/>
                      <a:pt x="0" y="0"/>
                      <a:pt x="0" y="0"/>
                    </a:cubicBezTo>
                    <a:cubicBezTo>
                      <a:pt x="0" y="0"/>
                      <a:pt x="0" y="59"/>
                      <a:pt x="45" y="83"/>
                    </a:cubicBez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9" name="Freeform 171">
                <a:extLst>
                  <a:ext uri="{FF2B5EF4-FFF2-40B4-BE49-F238E27FC236}">
                    <a16:creationId xmlns:a16="http://schemas.microsoft.com/office/drawing/2014/main" id="{690D8945-0C9B-0BC8-DDBB-96C70504FC3F}"/>
                  </a:ext>
                </a:extLst>
              </p:cNvPr>
              <p:cNvSpPr>
                <a:spLocks noChangeArrowheads="1"/>
              </p:cNvSpPr>
              <p:nvPr/>
            </p:nvSpPr>
            <p:spPr bwMode="auto">
              <a:xfrm>
                <a:off x="7363063" y="1563805"/>
                <a:ext cx="292497" cy="92454"/>
              </a:xfrm>
              <a:custGeom>
                <a:avLst/>
                <a:gdLst>
                  <a:gd name="T0" fmla="*/ 279528 w 90"/>
                  <a:gd name="T1" fmla="*/ 0 h 29"/>
                  <a:gd name="T2" fmla="*/ 226284 w 90"/>
                  <a:gd name="T3" fmla="*/ 52326 h 29"/>
                  <a:gd name="T4" fmla="*/ 173041 w 90"/>
                  <a:gd name="T5" fmla="*/ 0 h 29"/>
                  <a:gd name="T6" fmla="*/ 129781 w 90"/>
                  <a:gd name="T7" fmla="*/ 0 h 29"/>
                  <a:gd name="T8" fmla="*/ 76537 w 90"/>
                  <a:gd name="T9" fmla="*/ 52326 h 29"/>
                  <a:gd name="T10" fmla="*/ 23294 w 90"/>
                  <a:gd name="T11" fmla="*/ 0 h 29"/>
                  <a:gd name="T12" fmla="*/ 0 w 90"/>
                  <a:gd name="T13" fmla="*/ 0 h 29"/>
                  <a:gd name="T14" fmla="*/ 0 w 90"/>
                  <a:gd name="T15" fmla="*/ 94840 h 29"/>
                  <a:gd name="T16" fmla="*/ 299494 w 90"/>
                  <a:gd name="T17" fmla="*/ 94840 h 29"/>
                  <a:gd name="T18" fmla="*/ 299494 w 90"/>
                  <a:gd name="T19" fmla="*/ 0 h 29"/>
                  <a:gd name="T20" fmla="*/ 279528 w 90"/>
                  <a:gd name="T21" fmla="*/ 0 h 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0"/>
                  <a:gd name="T34" fmla="*/ 0 h 29"/>
                  <a:gd name="T35" fmla="*/ 90 w 90"/>
                  <a:gd name="T36" fmla="*/ 29 h 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0" h="29">
                    <a:moveTo>
                      <a:pt x="84" y="0"/>
                    </a:moveTo>
                    <a:cubicBezTo>
                      <a:pt x="84" y="9"/>
                      <a:pt x="77" y="16"/>
                      <a:pt x="68" y="16"/>
                    </a:cubicBezTo>
                    <a:cubicBezTo>
                      <a:pt x="59" y="16"/>
                      <a:pt x="52" y="9"/>
                      <a:pt x="52" y="0"/>
                    </a:cubicBezTo>
                    <a:cubicBezTo>
                      <a:pt x="39" y="0"/>
                      <a:pt x="39" y="0"/>
                      <a:pt x="39" y="0"/>
                    </a:cubicBezTo>
                    <a:cubicBezTo>
                      <a:pt x="39" y="9"/>
                      <a:pt x="32" y="16"/>
                      <a:pt x="23" y="16"/>
                    </a:cubicBezTo>
                    <a:cubicBezTo>
                      <a:pt x="14" y="16"/>
                      <a:pt x="7" y="9"/>
                      <a:pt x="7" y="0"/>
                    </a:cubicBezTo>
                    <a:cubicBezTo>
                      <a:pt x="0" y="0"/>
                      <a:pt x="0" y="0"/>
                      <a:pt x="0" y="0"/>
                    </a:cubicBezTo>
                    <a:cubicBezTo>
                      <a:pt x="0" y="29"/>
                      <a:pt x="0" y="29"/>
                      <a:pt x="0" y="29"/>
                    </a:cubicBezTo>
                    <a:cubicBezTo>
                      <a:pt x="90" y="29"/>
                      <a:pt x="90" y="29"/>
                      <a:pt x="90" y="29"/>
                    </a:cubicBezTo>
                    <a:cubicBezTo>
                      <a:pt x="90" y="0"/>
                      <a:pt x="90" y="0"/>
                      <a:pt x="90" y="0"/>
                    </a:cubicBezTo>
                    <a:lnTo>
                      <a:pt x="84" y="0"/>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grpSp>
      </p:grpSp>
      <p:sp>
        <p:nvSpPr>
          <p:cNvPr id="114" name="矩形 30">
            <a:extLst>
              <a:ext uri="{FF2B5EF4-FFF2-40B4-BE49-F238E27FC236}">
                <a16:creationId xmlns:a16="http://schemas.microsoft.com/office/drawing/2014/main" id="{BDC7421B-A2E9-8BD4-5266-A5AD9DA14834}"/>
              </a:ext>
            </a:extLst>
          </p:cNvPr>
          <p:cNvSpPr>
            <a:spLocks noChangeArrowheads="1"/>
          </p:cNvSpPr>
          <p:nvPr/>
        </p:nvSpPr>
        <p:spPr bwMode="auto">
          <a:xfrm>
            <a:off x="3923213" y="5239033"/>
            <a:ext cx="5095115" cy="804496"/>
          </a:xfrm>
          <a:prstGeom prst="rect">
            <a:avLst/>
          </a:prstGeom>
          <a:noFill/>
          <a:ln w="9525">
            <a:noFill/>
            <a:miter lim="800000"/>
          </a:ln>
        </p:spPr>
        <p:txBody>
          <a:bodyPr wrap="square" lIns="44877" tIns="22438" rIns="44877" bIns="22438">
            <a:spAutoFit/>
          </a:bodyPr>
          <a:lstStyle/>
          <a:p>
            <a:pPr algn="ctr">
              <a:lnSpc>
                <a:spcPct val="120000"/>
              </a:lnSpc>
            </a:pPr>
            <a:r>
              <a:rPr lang="zh-CN" altLang="en-US" sz="1050" dirty="0">
                <a:solidFill>
                  <a:schemeClr val="tx1">
                    <a:lumMod val="95000"/>
                    <a:lumOff val="5000"/>
                  </a:schemeClr>
                </a:solidFill>
                <a:latin typeface="微软雅黑" panose="020B0503020204020204" pitchFamily="34" charset="-122"/>
                <a:ea typeface="微软雅黑" panose="020B0503020204020204" pitchFamily="34" charset="-122"/>
              </a:rPr>
              <a:t>在此处输入内容在此处输入内容在此处输入内容在此处输入内容在此处输入内容在此处输入内容在此处输入内容在此处输入内容</a:t>
            </a:r>
            <a:endParaRPr lang="en-US" altLang="zh-CN" sz="1050"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lnSpc>
                <a:spcPct val="120000"/>
              </a:lnSpc>
            </a:pPr>
            <a:endParaRPr lang="en-US" altLang="zh-CN" sz="1050"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lnSpc>
                <a:spcPct val="120000"/>
              </a:lnSpc>
            </a:pPr>
            <a:endParaRPr lang="en-US" altLang="zh-CN" sz="105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15" name="丁字箭头 114">
            <a:extLst>
              <a:ext uri="{FF2B5EF4-FFF2-40B4-BE49-F238E27FC236}">
                <a16:creationId xmlns:a16="http://schemas.microsoft.com/office/drawing/2014/main" id="{42A786DF-FC5D-606C-CB51-CF09860D4DF7}"/>
              </a:ext>
            </a:extLst>
          </p:cNvPr>
          <p:cNvSpPr/>
          <p:nvPr/>
        </p:nvSpPr>
        <p:spPr>
          <a:xfrm flipV="1">
            <a:off x="2608437" y="4879873"/>
            <a:ext cx="7301538" cy="265743"/>
          </a:xfrm>
          <a:prstGeom prst="leftRightUpArrow">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39872" tIns="19937" rIns="39872" bIns="19937" rtlCol="0" anchor="ctr"/>
          <a:lstStyle/>
          <a:p>
            <a:pPr algn="ctr"/>
            <a:endParaRPr lang="zh-CN" altLang="en-US" sz="1830" dirty="0">
              <a:solidFill>
                <a:schemeClr val="tx1">
                  <a:lumMod val="95000"/>
                  <a:lumOff val="5000"/>
                </a:schemeClr>
              </a:solidFill>
              <a:latin typeface="微软雅黑" panose="020B0503020204020204" pitchFamily="34" charset="-122"/>
              <a:ea typeface="微软雅黑" panose="020B0503020204020204" pitchFamily="34" charset="-122"/>
              <a:cs typeface="+mn-ea"/>
              <a:sym typeface="+mn-lt"/>
            </a:endParaRPr>
          </a:p>
        </p:txBody>
      </p:sp>
      <p:grpSp>
        <p:nvGrpSpPr>
          <p:cNvPr id="117" name="组合 116">
            <a:extLst>
              <a:ext uri="{FF2B5EF4-FFF2-40B4-BE49-F238E27FC236}">
                <a16:creationId xmlns:a16="http://schemas.microsoft.com/office/drawing/2014/main" id="{19F0C2BF-2017-A223-B343-6F3D5AAB609F}"/>
              </a:ext>
            </a:extLst>
          </p:cNvPr>
          <p:cNvGrpSpPr/>
          <p:nvPr/>
        </p:nvGrpSpPr>
        <p:grpSpPr>
          <a:xfrm>
            <a:off x="2015875" y="3719178"/>
            <a:ext cx="2130114" cy="917983"/>
            <a:chOff x="874712" y="3408258"/>
            <a:chExt cx="2371844" cy="917983"/>
          </a:xfrm>
        </p:grpSpPr>
        <p:sp>
          <p:nvSpPr>
            <p:cNvPr id="118" name="矩形 117">
              <a:extLst>
                <a:ext uri="{FF2B5EF4-FFF2-40B4-BE49-F238E27FC236}">
                  <a16:creationId xmlns:a16="http://schemas.microsoft.com/office/drawing/2014/main" id="{E0B86907-CCFE-AFA8-ED20-FBE9E0FCB2AC}"/>
                </a:ext>
              </a:extLst>
            </p:cNvPr>
            <p:cNvSpPr/>
            <p:nvPr/>
          </p:nvSpPr>
          <p:spPr>
            <a:xfrm>
              <a:off x="874712" y="3738772"/>
              <a:ext cx="2371844" cy="587469"/>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19" name="矩形 118">
              <a:extLst>
                <a:ext uri="{FF2B5EF4-FFF2-40B4-BE49-F238E27FC236}">
                  <a16:creationId xmlns:a16="http://schemas.microsoft.com/office/drawing/2014/main" id="{F66B3C5A-0BD7-1F6D-50F4-145A63695BE9}"/>
                </a:ext>
              </a:extLst>
            </p:cNvPr>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grpSp>
        <p:nvGrpSpPr>
          <p:cNvPr id="120" name="组合 119">
            <a:extLst>
              <a:ext uri="{FF2B5EF4-FFF2-40B4-BE49-F238E27FC236}">
                <a16:creationId xmlns:a16="http://schemas.microsoft.com/office/drawing/2014/main" id="{35696E83-42B6-5E3C-A63B-015F37B7CA23}"/>
              </a:ext>
            </a:extLst>
          </p:cNvPr>
          <p:cNvGrpSpPr/>
          <p:nvPr/>
        </p:nvGrpSpPr>
        <p:grpSpPr>
          <a:xfrm>
            <a:off x="4333519" y="3678383"/>
            <a:ext cx="2130114" cy="917983"/>
            <a:chOff x="874712" y="3408258"/>
            <a:chExt cx="2371844" cy="917983"/>
          </a:xfrm>
        </p:grpSpPr>
        <p:sp>
          <p:nvSpPr>
            <p:cNvPr id="121" name="矩形 120">
              <a:extLst>
                <a:ext uri="{FF2B5EF4-FFF2-40B4-BE49-F238E27FC236}">
                  <a16:creationId xmlns:a16="http://schemas.microsoft.com/office/drawing/2014/main" id="{FC4AD04D-2C75-102A-A25C-2BAD2888B280}"/>
                </a:ext>
              </a:extLst>
            </p:cNvPr>
            <p:cNvSpPr/>
            <p:nvPr/>
          </p:nvSpPr>
          <p:spPr>
            <a:xfrm>
              <a:off x="874712" y="3738772"/>
              <a:ext cx="2371844" cy="587469"/>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22" name="矩形 121">
              <a:extLst>
                <a:ext uri="{FF2B5EF4-FFF2-40B4-BE49-F238E27FC236}">
                  <a16:creationId xmlns:a16="http://schemas.microsoft.com/office/drawing/2014/main" id="{FC013916-78E8-46F3-A865-9058C759CFD2}"/>
                </a:ext>
              </a:extLst>
            </p:cNvPr>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grpSp>
        <p:nvGrpSpPr>
          <p:cNvPr id="128" name="组合 127">
            <a:extLst>
              <a:ext uri="{FF2B5EF4-FFF2-40B4-BE49-F238E27FC236}">
                <a16:creationId xmlns:a16="http://schemas.microsoft.com/office/drawing/2014/main" id="{87B2F973-6E29-32D5-D568-EEDE7C531310}"/>
              </a:ext>
            </a:extLst>
          </p:cNvPr>
          <p:cNvGrpSpPr/>
          <p:nvPr/>
        </p:nvGrpSpPr>
        <p:grpSpPr>
          <a:xfrm>
            <a:off x="6648739" y="3678683"/>
            <a:ext cx="2130114" cy="917983"/>
            <a:chOff x="874712" y="3408258"/>
            <a:chExt cx="2371844" cy="917983"/>
          </a:xfrm>
        </p:grpSpPr>
        <p:sp>
          <p:nvSpPr>
            <p:cNvPr id="129" name="矩形 128">
              <a:extLst>
                <a:ext uri="{FF2B5EF4-FFF2-40B4-BE49-F238E27FC236}">
                  <a16:creationId xmlns:a16="http://schemas.microsoft.com/office/drawing/2014/main" id="{ED40E4D0-6F9D-9902-EBF2-D0A07EABC071}"/>
                </a:ext>
              </a:extLst>
            </p:cNvPr>
            <p:cNvSpPr/>
            <p:nvPr/>
          </p:nvSpPr>
          <p:spPr>
            <a:xfrm>
              <a:off x="874712" y="3738772"/>
              <a:ext cx="2371844" cy="587469"/>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0" name="矩形 129">
              <a:extLst>
                <a:ext uri="{FF2B5EF4-FFF2-40B4-BE49-F238E27FC236}">
                  <a16:creationId xmlns:a16="http://schemas.microsoft.com/office/drawing/2014/main" id="{78FFD459-6F1D-AE20-AD72-9F157D7F36CB}"/>
                </a:ext>
              </a:extLst>
            </p:cNvPr>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grpSp>
        <p:nvGrpSpPr>
          <p:cNvPr id="131" name="组合 130">
            <a:extLst>
              <a:ext uri="{FF2B5EF4-FFF2-40B4-BE49-F238E27FC236}">
                <a16:creationId xmlns:a16="http://schemas.microsoft.com/office/drawing/2014/main" id="{89E6CB90-8F90-2031-C0F9-CFF19D1AD91F}"/>
              </a:ext>
            </a:extLst>
          </p:cNvPr>
          <p:cNvGrpSpPr/>
          <p:nvPr/>
        </p:nvGrpSpPr>
        <p:grpSpPr>
          <a:xfrm>
            <a:off x="8810706" y="3653170"/>
            <a:ext cx="2130114" cy="917983"/>
            <a:chOff x="874712" y="3408258"/>
            <a:chExt cx="2371844" cy="917983"/>
          </a:xfrm>
        </p:grpSpPr>
        <p:sp>
          <p:nvSpPr>
            <p:cNvPr id="132" name="矩形 131">
              <a:extLst>
                <a:ext uri="{FF2B5EF4-FFF2-40B4-BE49-F238E27FC236}">
                  <a16:creationId xmlns:a16="http://schemas.microsoft.com/office/drawing/2014/main" id="{0A8CB645-B8F4-2370-8C1D-7CE72EF8E241}"/>
                </a:ext>
              </a:extLst>
            </p:cNvPr>
            <p:cNvSpPr/>
            <p:nvPr/>
          </p:nvSpPr>
          <p:spPr>
            <a:xfrm>
              <a:off x="874712" y="3738772"/>
              <a:ext cx="2371844" cy="587469"/>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3" name="矩形 132">
              <a:extLst>
                <a:ext uri="{FF2B5EF4-FFF2-40B4-BE49-F238E27FC236}">
                  <a16:creationId xmlns:a16="http://schemas.microsoft.com/office/drawing/2014/main" id="{807FFEFD-4CBE-7A91-CAE9-B4A52F1ED9F0}"/>
                </a:ext>
              </a:extLst>
            </p:cNvPr>
            <p:cNvSpPr/>
            <p:nvPr/>
          </p:nvSpPr>
          <p:spPr>
            <a:xfrm>
              <a:off x="874712" y="3408258"/>
              <a:ext cx="2241974" cy="436851"/>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sp>
        <p:nvSpPr>
          <p:cNvPr id="127" name="Text Box 4">
            <a:extLst>
              <a:ext uri="{FF2B5EF4-FFF2-40B4-BE49-F238E27FC236}">
                <a16:creationId xmlns:a16="http://schemas.microsoft.com/office/drawing/2014/main" id="{9E94F7C2-028E-32B2-98CC-3F3D78CFCB8F}"/>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4" name="Half Frame 12">
            <a:extLst>
              <a:ext uri="{FF2B5EF4-FFF2-40B4-BE49-F238E27FC236}">
                <a16:creationId xmlns:a16="http://schemas.microsoft.com/office/drawing/2014/main" id="{D464DE34-EDA4-7753-47F8-96AF8108546A}"/>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135" name="直线连接符 134">
            <a:extLst>
              <a:ext uri="{FF2B5EF4-FFF2-40B4-BE49-F238E27FC236}">
                <a16:creationId xmlns:a16="http://schemas.microsoft.com/office/drawing/2014/main" id="{8C4F611C-0688-6323-A47B-4BCFBFDAAB77}"/>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FEEF2913-F04E-1EF7-B61C-B470E25CDF7D}"/>
              </a:ext>
            </a:extLst>
          </p:cNvPr>
          <p:cNvSpPr txBox="1"/>
          <p:nvPr/>
        </p:nvSpPr>
        <p:spPr>
          <a:xfrm>
            <a:off x="3048000" y="3105835"/>
            <a:ext cx="6096000" cy="923330"/>
          </a:xfrm>
          <a:prstGeom prst="rect">
            <a:avLst/>
          </a:prstGeom>
          <a:noFill/>
        </p:spPr>
        <p:txBody>
          <a:bodyPr wrap="square">
            <a:spAutoFit/>
          </a:bodyPr>
          <a:lstStyle/>
          <a:p>
            <a:r>
              <a:rPr lang="zh-CN" altLang="en-US" dirty="0"/>
              <a:t>记录步行、骑行、公交等绿色出行方式，计算低碳积分并形成激励</a:t>
            </a:r>
            <a:r>
              <a:rPr lang="zh-CN" altLang="en-US" b="0" i="0" dirty="0">
                <a:solidFill>
                  <a:srgbClr val="F2F2F2"/>
                </a:solidFill>
                <a:effectLst/>
                <a:latin typeface="Color Emoji"/>
              </a:rPr>
              <a:t>记录步行、骑行、公交等绿色出行方式，计算低碳积分并形成激励</a:t>
            </a:r>
            <a:endParaRPr lang="zh-CN" altLang="en-US" dirty="0"/>
          </a:p>
        </p:txBody>
      </p:sp>
      <p:sp>
        <p:nvSpPr>
          <p:cNvPr id="19" name="文本框 18">
            <a:extLst>
              <a:ext uri="{FF2B5EF4-FFF2-40B4-BE49-F238E27FC236}">
                <a16:creationId xmlns:a16="http://schemas.microsoft.com/office/drawing/2014/main" id="{C6BF06AE-FFA5-3794-C2BA-8C15F03631A9}"/>
              </a:ext>
            </a:extLst>
          </p:cNvPr>
          <p:cNvSpPr txBox="1"/>
          <p:nvPr/>
        </p:nvSpPr>
        <p:spPr>
          <a:xfrm>
            <a:off x="3048000" y="3105835"/>
            <a:ext cx="6096000" cy="646331"/>
          </a:xfrm>
          <a:prstGeom prst="rect">
            <a:avLst/>
          </a:prstGeom>
          <a:noFill/>
        </p:spPr>
        <p:txBody>
          <a:bodyPr wrap="square">
            <a:spAutoFit/>
          </a:bodyPr>
          <a:lstStyle/>
          <a:p>
            <a:r>
              <a:rPr lang="zh-CN" altLang="en-US" b="0" i="0" dirty="0">
                <a:solidFill>
                  <a:srgbClr val="F2F2F2"/>
                </a:solidFill>
                <a:effectLst/>
                <a:latin typeface="Color Emoji"/>
              </a:rPr>
              <a:t>记录步行、骑行、公交等绿色出行方式，计算低碳积分并形成激励</a:t>
            </a:r>
            <a:endParaRPr lang="zh-CN" altLang="en-US" dirty="0"/>
          </a:p>
        </p:txBody>
      </p:sp>
    </p:spTree>
    <p:extLst>
      <p:ext uri="{BB962C8B-B14F-4D97-AF65-F5344CB8AC3E}">
        <p14:creationId xmlns:p14="http://schemas.microsoft.com/office/powerpoint/2010/main" val="385643439"/>
      </p:ext>
    </p:extLst>
  </p:cSld>
  <p:clrMapOvr>
    <a:masterClrMapping/>
  </p:clrMapOvr>
  <mc:AlternateContent xmlns:mc="http://schemas.openxmlformats.org/markup-compatibility/2006" xmlns:p14="http://schemas.microsoft.com/office/powerpoint/2010/main">
    <mc:Choice Requires="p14">
      <p:transition spd="slow" p14:dur="1600" advTm="0">
        <p14:gallery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anim calcmode="lin" valueType="num">
                                          <p:cBhvr>
                                            <p:cTn id="18" dur="500" fill="hold"/>
                                            <p:tgtEl>
                                              <p:spTgt spid="11"/>
                                            </p:tgtEl>
                                            <p:attrNameLst>
                                              <p:attrName>ppt_x</p:attrName>
                                            </p:attrNameLst>
                                          </p:cBhvr>
                                          <p:tavLst>
                                            <p:tav tm="0">
                                              <p:val>
                                                <p:strVal val="#ppt_x"/>
                                              </p:val>
                                            </p:tav>
                                            <p:tav tm="100000">
                                              <p:val>
                                                <p:strVal val="#ppt_x"/>
                                              </p:val>
                                            </p:tav>
                                          </p:tavLst>
                                        </p:anim>
                                        <p:anim calcmode="lin" valueType="num">
                                          <p:cBhvr>
                                            <p:cTn id="19" dur="5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anim calcmode="lin" valueType="num">
                                          <p:cBhvr>
                                            <p:cTn id="23" dur="500" fill="hold"/>
                                            <p:tgtEl>
                                              <p:spTgt spid="12"/>
                                            </p:tgtEl>
                                            <p:attrNameLst>
                                              <p:attrName>ppt_x</p:attrName>
                                            </p:attrNameLst>
                                          </p:cBhvr>
                                          <p:tavLst>
                                            <p:tav tm="0">
                                              <p:val>
                                                <p:strVal val="#ppt_x"/>
                                              </p:val>
                                            </p:tav>
                                            <p:tav tm="100000">
                                              <p:val>
                                                <p:strVal val="#ppt_x"/>
                                              </p:val>
                                            </p:tav>
                                          </p:tavLst>
                                        </p:anim>
                                        <p:anim calcmode="lin" valueType="num">
                                          <p:cBhvr>
                                            <p:cTn id="24" dur="500" fill="hold"/>
                                            <p:tgtEl>
                                              <p:spTgt spid="12"/>
                                            </p:tgtEl>
                                            <p:attrNameLst>
                                              <p:attrName>ppt_y</p:attrName>
                                            </p:attrNameLst>
                                          </p:cBhvr>
                                          <p:tavLst>
                                            <p:tav tm="0">
                                              <p:val>
                                                <p:strVal val="#ppt_y+.1"/>
                                              </p:val>
                                            </p:tav>
                                            <p:tav tm="100000">
                                              <p:val>
                                                <p:strVal val="#ppt_y"/>
                                              </p:val>
                                            </p:tav>
                                          </p:tavLst>
                                        </p:anim>
                                      </p:childTnLst>
                                    </p:cTn>
                                  </p:par>
                                </p:childTnLst>
                              </p:cTn>
                            </p:par>
                            <p:par>
                              <p:cTn id="25" fill="hold">
                                <p:stCondLst>
                                  <p:cond delay="500"/>
                                </p:stCondLst>
                                <p:childTnLst>
                                  <p:par>
                                    <p:cTn id="26" presetID="22" presetClass="entr" presetSubtype="1" fill="hold" grpId="0" nodeType="afterEffect">
                                      <p:stCondLst>
                                        <p:cond delay="0"/>
                                      </p:stCondLst>
                                      <p:childTnLst>
                                        <p:set>
                                          <p:cBhvr>
                                            <p:cTn id="27" dur="1" fill="hold">
                                              <p:stCondLst>
                                                <p:cond delay="0"/>
                                              </p:stCondLst>
                                            </p:cTn>
                                            <p:tgtEl>
                                              <p:spTgt spid="115"/>
                                            </p:tgtEl>
                                            <p:attrNameLst>
                                              <p:attrName>style.visibility</p:attrName>
                                            </p:attrNameLst>
                                          </p:cBhvr>
                                          <p:to>
                                            <p:strVal val="visible"/>
                                          </p:to>
                                        </p:set>
                                        <p:animEffect transition="in" filter="wipe(up)">
                                          <p:cBhvr>
                                            <p:cTn id="28" dur="500"/>
                                            <p:tgtEl>
                                              <p:spTgt spid="115"/>
                                            </p:tgtEl>
                                          </p:cBhvr>
                                        </p:animEffect>
                                      </p:childTnLst>
                                    </p:cTn>
                                  </p:par>
                                </p:childTnLst>
                              </p:cTn>
                            </p:par>
                            <p:par>
                              <p:cTn id="29" fill="hold">
                                <p:stCondLst>
                                  <p:cond delay="1000"/>
                                </p:stCondLst>
                                <p:childTnLst>
                                  <p:par>
                                    <p:cTn id="30" presetID="10" presetClass="entr" presetSubtype="0" fill="hold" grpId="0" nodeType="afterEffect">
                                      <p:stCondLst>
                                        <p:cond delay="0"/>
                                      </p:stCondLst>
                                      <p:childTnLst>
                                        <p:set>
                                          <p:cBhvr>
                                            <p:cTn id="31" dur="1" fill="hold">
                                              <p:stCondLst>
                                                <p:cond delay="0"/>
                                              </p:stCondLst>
                                            </p:cTn>
                                            <p:tgtEl>
                                              <p:spTgt spid="114"/>
                                            </p:tgtEl>
                                            <p:attrNameLst>
                                              <p:attrName>style.visibility</p:attrName>
                                            </p:attrNameLst>
                                          </p:cBhvr>
                                          <p:to>
                                            <p:strVal val="visible"/>
                                          </p:to>
                                        </p:set>
                                        <p:animEffect transition="in" filter="fade">
                                          <p:cBhvr>
                                            <p:cTn id="32" dur="500"/>
                                            <p:tgtEl>
                                              <p:spTgt spid="114"/>
                                            </p:tgtEl>
                                          </p:cBhvr>
                                        </p:animEffect>
                                      </p:childTnLst>
                                    </p:cTn>
                                  </p:par>
                                  <p:par>
                                    <p:cTn id="33" presetID="2" presetClass="entr" presetSubtype="2" decel="100000" fill="hold" nodeType="withEffect">
                                      <p:stCondLst>
                                        <p:cond delay="0"/>
                                      </p:stCondLst>
                                      <p:childTnLst>
                                        <p:set>
                                          <p:cBhvr>
                                            <p:cTn id="34" dur="1" fill="hold">
                                              <p:stCondLst>
                                                <p:cond delay="0"/>
                                              </p:stCondLst>
                                            </p:cTn>
                                            <p:tgtEl>
                                              <p:spTgt spid="117"/>
                                            </p:tgtEl>
                                            <p:attrNameLst>
                                              <p:attrName>style.visibility</p:attrName>
                                            </p:attrNameLst>
                                          </p:cBhvr>
                                          <p:to>
                                            <p:strVal val="visible"/>
                                          </p:to>
                                        </p:set>
                                        <p:anim calcmode="lin" valueType="num">
                                          <p:cBhvr additive="base">
                                            <p:cTn id="35" dur="1000" fill="hold"/>
                                            <p:tgtEl>
                                              <p:spTgt spid="117"/>
                                            </p:tgtEl>
                                            <p:attrNameLst>
                                              <p:attrName>ppt_x</p:attrName>
                                            </p:attrNameLst>
                                          </p:cBhvr>
                                          <p:tavLst>
                                            <p:tav tm="0">
                                              <p:val>
                                                <p:strVal val="1+#ppt_w/2"/>
                                              </p:val>
                                            </p:tav>
                                            <p:tav tm="100000">
                                              <p:val>
                                                <p:strVal val="#ppt_x"/>
                                              </p:val>
                                            </p:tav>
                                          </p:tavLst>
                                        </p:anim>
                                        <p:anim calcmode="lin" valueType="num">
                                          <p:cBhvr additive="base">
                                            <p:cTn id="36" dur="1000" fill="hold"/>
                                            <p:tgtEl>
                                              <p:spTgt spid="117"/>
                                            </p:tgtEl>
                                            <p:attrNameLst>
                                              <p:attrName>ppt_y</p:attrName>
                                            </p:attrNameLst>
                                          </p:cBhvr>
                                          <p:tavLst>
                                            <p:tav tm="0">
                                              <p:val>
                                                <p:strVal val="#ppt_y"/>
                                              </p:val>
                                            </p:tav>
                                            <p:tav tm="100000">
                                              <p:val>
                                                <p:strVal val="#ppt_y"/>
                                              </p:val>
                                            </p:tav>
                                          </p:tavLst>
                                        </p:anim>
                                      </p:childTnLst>
                                    </p:cTn>
                                  </p:par>
                                  <p:par>
                                    <p:cTn id="37" presetID="2" presetClass="entr" presetSubtype="2" decel="100000" fill="hold" nodeType="withEffect">
                                      <p:stCondLst>
                                        <p:cond delay="0"/>
                                      </p:stCondLst>
                                      <p:childTnLst>
                                        <p:set>
                                          <p:cBhvr>
                                            <p:cTn id="38" dur="1" fill="hold">
                                              <p:stCondLst>
                                                <p:cond delay="0"/>
                                              </p:stCondLst>
                                            </p:cTn>
                                            <p:tgtEl>
                                              <p:spTgt spid="120"/>
                                            </p:tgtEl>
                                            <p:attrNameLst>
                                              <p:attrName>style.visibility</p:attrName>
                                            </p:attrNameLst>
                                          </p:cBhvr>
                                          <p:to>
                                            <p:strVal val="visible"/>
                                          </p:to>
                                        </p:set>
                                        <p:anim calcmode="lin" valueType="num">
                                          <p:cBhvr additive="base">
                                            <p:cTn id="39" dur="1000" fill="hold"/>
                                            <p:tgtEl>
                                              <p:spTgt spid="120"/>
                                            </p:tgtEl>
                                            <p:attrNameLst>
                                              <p:attrName>ppt_x</p:attrName>
                                            </p:attrNameLst>
                                          </p:cBhvr>
                                          <p:tavLst>
                                            <p:tav tm="0">
                                              <p:val>
                                                <p:strVal val="1+#ppt_w/2"/>
                                              </p:val>
                                            </p:tav>
                                            <p:tav tm="100000">
                                              <p:val>
                                                <p:strVal val="#ppt_x"/>
                                              </p:val>
                                            </p:tav>
                                          </p:tavLst>
                                        </p:anim>
                                        <p:anim calcmode="lin" valueType="num">
                                          <p:cBhvr additive="base">
                                            <p:cTn id="40" dur="1000" fill="hold"/>
                                            <p:tgtEl>
                                              <p:spTgt spid="120"/>
                                            </p:tgtEl>
                                            <p:attrNameLst>
                                              <p:attrName>ppt_y</p:attrName>
                                            </p:attrNameLst>
                                          </p:cBhvr>
                                          <p:tavLst>
                                            <p:tav tm="0">
                                              <p:val>
                                                <p:strVal val="#ppt_y"/>
                                              </p:val>
                                            </p:tav>
                                            <p:tav tm="100000">
                                              <p:val>
                                                <p:strVal val="#ppt_y"/>
                                              </p:val>
                                            </p:tav>
                                          </p:tavLst>
                                        </p:anim>
                                      </p:childTnLst>
                                    </p:cTn>
                                  </p:par>
                                  <p:par>
                                    <p:cTn id="41" presetID="2" presetClass="entr" presetSubtype="2" decel="100000" fill="hold" nodeType="withEffect">
                                      <p:stCondLst>
                                        <p:cond delay="0"/>
                                      </p:stCondLst>
                                      <p:childTnLst>
                                        <p:set>
                                          <p:cBhvr>
                                            <p:cTn id="42" dur="1" fill="hold">
                                              <p:stCondLst>
                                                <p:cond delay="0"/>
                                              </p:stCondLst>
                                            </p:cTn>
                                            <p:tgtEl>
                                              <p:spTgt spid="128"/>
                                            </p:tgtEl>
                                            <p:attrNameLst>
                                              <p:attrName>style.visibility</p:attrName>
                                            </p:attrNameLst>
                                          </p:cBhvr>
                                          <p:to>
                                            <p:strVal val="visible"/>
                                          </p:to>
                                        </p:set>
                                        <p:anim calcmode="lin" valueType="num">
                                          <p:cBhvr additive="base">
                                            <p:cTn id="43" dur="1000" fill="hold"/>
                                            <p:tgtEl>
                                              <p:spTgt spid="128"/>
                                            </p:tgtEl>
                                            <p:attrNameLst>
                                              <p:attrName>ppt_x</p:attrName>
                                            </p:attrNameLst>
                                          </p:cBhvr>
                                          <p:tavLst>
                                            <p:tav tm="0">
                                              <p:val>
                                                <p:strVal val="1+#ppt_w/2"/>
                                              </p:val>
                                            </p:tav>
                                            <p:tav tm="100000">
                                              <p:val>
                                                <p:strVal val="#ppt_x"/>
                                              </p:val>
                                            </p:tav>
                                          </p:tavLst>
                                        </p:anim>
                                        <p:anim calcmode="lin" valueType="num">
                                          <p:cBhvr additive="base">
                                            <p:cTn id="44" dur="1000" fill="hold"/>
                                            <p:tgtEl>
                                              <p:spTgt spid="128"/>
                                            </p:tgtEl>
                                            <p:attrNameLst>
                                              <p:attrName>ppt_y</p:attrName>
                                            </p:attrNameLst>
                                          </p:cBhvr>
                                          <p:tavLst>
                                            <p:tav tm="0">
                                              <p:val>
                                                <p:strVal val="#ppt_y"/>
                                              </p:val>
                                            </p:tav>
                                            <p:tav tm="100000">
                                              <p:val>
                                                <p:strVal val="#ppt_y"/>
                                              </p:val>
                                            </p:tav>
                                          </p:tavLst>
                                        </p:anim>
                                      </p:childTnLst>
                                    </p:cTn>
                                  </p:par>
                                  <p:par>
                                    <p:cTn id="45" presetID="2" presetClass="entr" presetSubtype="2" decel="100000" fill="hold" nodeType="withEffect">
                                      <p:stCondLst>
                                        <p:cond delay="0"/>
                                      </p:stCondLst>
                                      <p:childTnLst>
                                        <p:set>
                                          <p:cBhvr>
                                            <p:cTn id="46" dur="1" fill="hold">
                                              <p:stCondLst>
                                                <p:cond delay="0"/>
                                              </p:stCondLst>
                                            </p:cTn>
                                            <p:tgtEl>
                                              <p:spTgt spid="131"/>
                                            </p:tgtEl>
                                            <p:attrNameLst>
                                              <p:attrName>style.visibility</p:attrName>
                                            </p:attrNameLst>
                                          </p:cBhvr>
                                          <p:to>
                                            <p:strVal val="visible"/>
                                          </p:to>
                                        </p:set>
                                        <p:anim calcmode="lin" valueType="num">
                                          <p:cBhvr additive="base">
                                            <p:cTn id="47" dur="1000" fill="hold"/>
                                            <p:tgtEl>
                                              <p:spTgt spid="131"/>
                                            </p:tgtEl>
                                            <p:attrNameLst>
                                              <p:attrName>ppt_x</p:attrName>
                                            </p:attrNameLst>
                                          </p:cBhvr>
                                          <p:tavLst>
                                            <p:tav tm="0">
                                              <p:val>
                                                <p:strVal val="1+#ppt_w/2"/>
                                              </p:val>
                                            </p:tav>
                                            <p:tav tm="100000">
                                              <p:val>
                                                <p:strVal val="#ppt_x"/>
                                              </p:val>
                                            </p:tav>
                                          </p:tavLst>
                                        </p:anim>
                                        <p:anim calcmode="lin" valueType="num">
                                          <p:cBhvr additive="base">
                                            <p:cTn id="48" dur="1000" fill="hold"/>
                                            <p:tgtEl>
                                              <p:spTgt spid="131"/>
                                            </p:tgtEl>
                                            <p:attrNameLst>
                                              <p:attrName>ppt_y</p:attrName>
                                            </p:attrNameLst>
                                          </p:cBhvr>
                                          <p:tavLst>
                                            <p:tav tm="0">
                                              <p:val>
                                                <p:strVal val="#ppt_y"/>
                                              </p:val>
                                            </p:tav>
                                            <p:tav tm="100000">
                                              <p:val>
                                                <p:strVal val="#ppt_y"/>
                                              </p:val>
                                            </p:tav>
                                          </p:tavLst>
                                        </p:anim>
                                      </p:childTnLst>
                                    </p:cTn>
                                  </p:par>
                                  <p:par>
                                    <p:cTn id="49" presetID="2" presetClass="entr" presetSubtype="1" fill="hold" grpId="0" nodeType="withEffect" p14:presetBounceEnd="81000">
                                      <p:stCondLst>
                                        <p:cond delay="0"/>
                                      </p:stCondLst>
                                      <p:childTnLst>
                                        <p:set>
                                          <p:cBhvr>
                                            <p:cTn id="50" dur="1" fill="hold">
                                              <p:stCondLst>
                                                <p:cond delay="0"/>
                                              </p:stCondLst>
                                            </p:cTn>
                                            <p:tgtEl>
                                              <p:spTgt spid="127"/>
                                            </p:tgtEl>
                                            <p:attrNameLst>
                                              <p:attrName>style.visibility</p:attrName>
                                            </p:attrNameLst>
                                          </p:cBhvr>
                                          <p:to>
                                            <p:strVal val="visible"/>
                                          </p:to>
                                        </p:set>
                                        <p:anim calcmode="lin" valueType="num" p14:bounceEnd="81000">
                                          <p:cBhvr additive="base">
                                            <p:cTn id="51" dur="1000" fill="hold"/>
                                            <p:tgtEl>
                                              <p:spTgt spid="127"/>
                                            </p:tgtEl>
                                            <p:attrNameLst>
                                              <p:attrName>ppt_x</p:attrName>
                                            </p:attrNameLst>
                                          </p:cBhvr>
                                          <p:tavLst>
                                            <p:tav tm="0">
                                              <p:val>
                                                <p:strVal val="#ppt_x"/>
                                              </p:val>
                                            </p:tav>
                                            <p:tav tm="100000">
                                              <p:val>
                                                <p:strVal val="#ppt_x"/>
                                              </p:val>
                                            </p:tav>
                                          </p:tavLst>
                                        </p:anim>
                                        <p:anim calcmode="lin" valueType="num" p14:bounceEnd="81000">
                                          <p:cBhvr additive="base">
                                            <p:cTn id="52" dur="1000" fill="hold"/>
                                            <p:tgtEl>
                                              <p:spTgt spid="127"/>
                                            </p:tgtEl>
                                            <p:attrNameLst>
                                              <p:attrName>ppt_y</p:attrName>
                                            </p:attrNameLst>
                                          </p:cBhvr>
                                          <p:tavLst>
                                            <p:tav tm="0">
                                              <p:val>
                                                <p:strVal val="0-#ppt_h/2"/>
                                              </p:val>
                                            </p:tav>
                                            <p:tav tm="100000">
                                              <p:val>
                                                <p:strVal val="#ppt_y"/>
                                              </p:val>
                                            </p:tav>
                                          </p:tavLst>
                                        </p:anim>
                                      </p:childTnLst>
                                    </p:cTn>
                                  </p:par>
                                </p:childTnLst>
                              </p:cTn>
                            </p:par>
                            <p:par>
                              <p:cTn id="53" fill="hold">
                                <p:stCondLst>
                                  <p:cond delay="2000"/>
                                </p:stCondLst>
                                <p:childTnLst>
                                  <p:par>
                                    <p:cTn id="54" presetID="22" presetClass="entr" presetSubtype="8" fill="hold" nodeType="afterEffect">
                                      <p:stCondLst>
                                        <p:cond delay="0"/>
                                      </p:stCondLst>
                                      <p:childTnLst>
                                        <p:set>
                                          <p:cBhvr>
                                            <p:cTn id="55" dur="1" fill="hold">
                                              <p:stCondLst>
                                                <p:cond delay="0"/>
                                              </p:stCondLst>
                                            </p:cTn>
                                            <p:tgtEl>
                                              <p:spTgt spid="134"/>
                                            </p:tgtEl>
                                            <p:attrNameLst>
                                              <p:attrName>style.visibility</p:attrName>
                                            </p:attrNameLst>
                                          </p:cBhvr>
                                          <p:to>
                                            <p:strVal val="visible"/>
                                          </p:to>
                                        </p:set>
                                        <p:animEffect transition="in" filter="wipe(left)">
                                          <p:cBhvr>
                                            <p:cTn id="56"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P spid="115" grpId="0" animBg="1"/>
          <p:bldP spid="127"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anim calcmode="lin" valueType="num">
                                          <p:cBhvr>
                                            <p:cTn id="18" dur="500" fill="hold"/>
                                            <p:tgtEl>
                                              <p:spTgt spid="11"/>
                                            </p:tgtEl>
                                            <p:attrNameLst>
                                              <p:attrName>ppt_x</p:attrName>
                                            </p:attrNameLst>
                                          </p:cBhvr>
                                          <p:tavLst>
                                            <p:tav tm="0">
                                              <p:val>
                                                <p:strVal val="#ppt_x"/>
                                              </p:val>
                                            </p:tav>
                                            <p:tav tm="100000">
                                              <p:val>
                                                <p:strVal val="#ppt_x"/>
                                              </p:val>
                                            </p:tav>
                                          </p:tavLst>
                                        </p:anim>
                                        <p:anim calcmode="lin" valueType="num">
                                          <p:cBhvr>
                                            <p:cTn id="19" dur="5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anim calcmode="lin" valueType="num">
                                          <p:cBhvr>
                                            <p:cTn id="23" dur="500" fill="hold"/>
                                            <p:tgtEl>
                                              <p:spTgt spid="12"/>
                                            </p:tgtEl>
                                            <p:attrNameLst>
                                              <p:attrName>ppt_x</p:attrName>
                                            </p:attrNameLst>
                                          </p:cBhvr>
                                          <p:tavLst>
                                            <p:tav tm="0">
                                              <p:val>
                                                <p:strVal val="#ppt_x"/>
                                              </p:val>
                                            </p:tav>
                                            <p:tav tm="100000">
                                              <p:val>
                                                <p:strVal val="#ppt_x"/>
                                              </p:val>
                                            </p:tav>
                                          </p:tavLst>
                                        </p:anim>
                                        <p:anim calcmode="lin" valueType="num">
                                          <p:cBhvr>
                                            <p:cTn id="24" dur="500" fill="hold"/>
                                            <p:tgtEl>
                                              <p:spTgt spid="12"/>
                                            </p:tgtEl>
                                            <p:attrNameLst>
                                              <p:attrName>ppt_y</p:attrName>
                                            </p:attrNameLst>
                                          </p:cBhvr>
                                          <p:tavLst>
                                            <p:tav tm="0">
                                              <p:val>
                                                <p:strVal val="#ppt_y+.1"/>
                                              </p:val>
                                            </p:tav>
                                            <p:tav tm="100000">
                                              <p:val>
                                                <p:strVal val="#ppt_y"/>
                                              </p:val>
                                            </p:tav>
                                          </p:tavLst>
                                        </p:anim>
                                      </p:childTnLst>
                                    </p:cTn>
                                  </p:par>
                                </p:childTnLst>
                              </p:cTn>
                            </p:par>
                            <p:par>
                              <p:cTn id="25" fill="hold">
                                <p:stCondLst>
                                  <p:cond delay="500"/>
                                </p:stCondLst>
                                <p:childTnLst>
                                  <p:par>
                                    <p:cTn id="26" presetID="22" presetClass="entr" presetSubtype="1" fill="hold" grpId="0" nodeType="afterEffect">
                                      <p:stCondLst>
                                        <p:cond delay="0"/>
                                      </p:stCondLst>
                                      <p:childTnLst>
                                        <p:set>
                                          <p:cBhvr>
                                            <p:cTn id="27" dur="1" fill="hold">
                                              <p:stCondLst>
                                                <p:cond delay="0"/>
                                              </p:stCondLst>
                                            </p:cTn>
                                            <p:tgtEl>
                                              <p:spTgt spid="115"/>
                                            </p:tgtEl>
                                            <p:attrNameLst>
                                              <p:attrName>style.visibility</p:attrName>
                                            </p:attrNameLst>
                                          </p:cBhvr>
                                          <p:to>
                                            <p:strVal val="visible"/>
                                          </p:to>
                                        </p:set>
                                        <p:animEffect transition="in" filter="wipe(up)">
                                          <p:cBhvr>
                                            <p:cTn id="28" dur="500"/>
                                            <p:tgtEl>
                                              <p:spTgt spid="115"/>
                                            </p:tgtEl>
                                          </p:cBhvr>
                                        </p:animEffect>
                                      </p:childTnLst>
                                    </p:cTn>
                                  </p:par>
                                </p:childTnLst>
                              </p:cTn>
                            </p:par>
                            <p:par>
                              <p:cTn id="29" fill="hold">
                                <p:stCondLst>
                                  <p:cond delay="1000"/>
                                </p:stCondLst>
                                <p:childTnLst>
                                  <p:par>
                                    <p:cTn id="30" presetID="10" presetClass="entr" presetSubtype="0" fill="hold" grpId="0" nodeType="afterEffect">
                                      <p:stCondLst>
                                        <p:cond delay="0"/>
                                      </p:stCondLst>
                                      <p:childTnLst>
                                        <p:set>
                                          <p:cBhvr>
                                            <p:cTn id="31" dur="1" fill="hold">
                                              <p:stCondLst>
                                                <p:cond delay="0"/>
                                              </p:stCondLst>
                                            </p:cTn>
                                            <p:tgtEl>
                                              <p:spTgt spid="114"/>
                                            </p:tgtEl>
                                            <p:attrNameLst>
                                              <p:attrName>style.visibility</p:attrName>
                                            </p:attrNameLst>
                                          </p:cBhvr>
                                          <p:to>
                                            <p:strVal val="visible"/>
                                          </p:to>
                                        </p:set>
                                        <p:animEffect transition="in" filter="fade">
                                          <p:cBhvr>
                                            <p:cTn id="32" dur="500"/>
                                            <p:tgtEl>
                                              <p:spTgt spid="114"/>
                                            </p:tgtEl>
                                          </p:cBhvr>
                                        </p:animEffect>
                                      </p:childTnLst>
                                    </p:cTn>
                                  </p:par>
                                  <p:par>
                                    <p:cTn id="33" presetID="2" presetClass="entr" presetSubtype="2" decel="100000" fill="hold" nodeType="withEffect">
                                      <p:stCondLst>
                                        <p:cond delay="0"/>
                                      </p:stCondLst>
                                      <p:childTnLst>
                                        <p:set>
                                          <p:cBhvr>
                                            <p:cTn id="34" dur="1" fill="hold">
                                              <p:stCondLst>
                                                <p:cond delay="0"/>
                                              </p:stCondLst>
                                            </p:cTn>
                                            <p:tgtEl>
                                              <p:spTgt spid="117"/>
                                            </p:tgtEl>
                                            <p:attrNameLst>
                                              <p:attrName>style.visibility</p:attrName>
                                            </p:attrNameLst>
                                          </p:cBhvr>
                                          <p:to>
                                            <p:strVal val="visible"/>
                                          </p:to>
                                        </p:set>
                                        <p:anim calcmode="lin" valueType="num">
                                          <p:cBhvr additive="base">
                                            <p:cTn id="35" dur="1000" fill="hold"/>
                                            <p:tgtEl>
                                              <p:spTgt spid="117"/>
                                            </p:tgtEl>
                                            <p:attrNameLst>
                                              <p:attrName>ppt_x</p:attrName>
                                            </p:attrNameLst>
                                          </p:cBhvr>
                                          <p:tavLst>
                                            <p:tav tm="0">
                                              <p:val>
                                                <p:strVal val="1+#ppt_w/2"/>
                                              </p:val>
                                            </p:tav>
                                            <p:tav tm="100000">
                                              <p:val>
                                                <p:strVal val="#ppt_x"/>
                                              </p:val>
                                            </p:tav>
                                          </p:tavLst>
                                        </p:anim>
                                        <p:anim calcmode="lin" valueType="num">
                                          <p:cBhvr additive="base">
                                            <p:cTn id="36" dur="1000" fill="hold"/>
                                            <p:tgtEl>
                                              <p:spTgt spid="117"/>
                                            </p:tgtEl>
                                            <p:attrNameLst>
                                              <p:attrName>ppt_y</p:attrName>
                                            </p:attrNameLst>
                                          </p:cBhvr>
                                          <p:tavLst>
                                            <p:tav tm="0">
                                              <p:val>
                                                <p:strVal val="#ppt_y"/>
                                              </p:val>
                                            </p:tav>
                                            <p:tav tm="100000">
                                              <p:val>
                                                <p:strVal val="#ppt_y"/>
                                              </p:val>
                                            </p:tav>
                                          </p:tavLst>
                                        </p:anim>
                                      </p:childTnLst>
                                    </p:cTn>
                                  </p:par>
                                  <p:par>
                                    <p:cTn id="37" presetID="2" presetClass="entr" presetSubtype="2" decel="100000" fill="hold" nodeType="withEffect">
                                      <p:stCondLst>
                                        <p:cond delay="0"/>
                                      </p:stCondLst>
                                      <p:childTnLst>
                                        <p:set>
                                          <p:cBhvr>
                                            <p:cTn id="38" dur="1" fill="hold">
                                              <p:stCondLst>
                                                <p:cond delay="0"/>
                                              </p:stCondLst>
                                            </p:cTn>
                                            <p:tgtEl>
                                              <p:spTgt spid="120"/>
                                            </p:tgtEl>
                                            <p:attrNameLst>
                                              <p:attrName>style.visibility</p:attrName>
                                            </p:attrNameLst>
                                          </p:cBhvr>
                                          <p:to>
                                            <p:strVal val="visible"/>
                                          </p:to>
                                        </p:set>
                                        <p:anim calcmode="lin" valueType="num">
                                          <p:cBhvr additive="base">
                                            <p:cTn id="39" dur="1000" fill="hold"/>
                                            <p:tgtEl>
                                              <p:spTgt spid="120"/>
                                            </p:tgtEl>
                                            <p:attrNameLst>
                                              <p:attrName>ppt_x</p:attrName>
                                            </p:attrNameLst>
                                          </p:cBhvr>
                                          <p:tavLst>
                                            <p:tav tm="0">
                                              <p:val>
                                                <p:strVal val="1+#ppt_w/2"/>
                                              </p:val>
                                            </p:tav>
                                            <p:tav tm="100000">
                                              <p:val>
                                                <p:strVal val="#ppt_x"/>
                                              </p:val>
                                            </p:tav>
                                          </p:tavLst>
                                        </p:anim>
                                        <p:anim calcmode="lin" valueType="num">
                                          <p:cBhvr additive="base">
                                            <p:cTn id="40" dur="1000" fill="hold"/>
                                            <p:tgtEl>
                                              <p:spTgt spid="120"/>
                                            </p:tgtEl>
                                            <p:attrNameLst>
                                              <p:attrName>ppt_y</p:attrName>
                                            </p:attrNameLst>
                                          </p:cBhvr>
                                          <p:tavLst>
                                            <p:tav tm="0">
                                              <p:val>
                                                <p:strVal val="#ppt_y"/>
                                              </p:val>
                                            </p:tav>
                                            <p:tav tm="100000">
                                              <p:val>
                                                <p:strVal val="#ppt_y"/>
                                              </p:val>
                                            </p:tav>
                                          </p:tavLst>
                                        </p:anim>
                                      </p:childTnLst>
                                    </p:cTn>
                                  </p:par>
                                  <p:par>
                                    <p:cTn id="41" presetID="2" presetClass="entr" presetSubtype="2" decel="100000" fill="hold" nodeType="withEffect">
                                      <p:stCondLst>
                                        <p:cond delay="0"/>
                                      </p:stCondLst>
                                      <p:childTnLst>
                                        <p:set>
                                          <p:cBhvr>
                                            <p:cTn id="42" dur="1" fill="hold">
                                              <p:stCondLst>
                                                <p:cond delay="0"/>
                                              </p:stCondLst>
                                            </p:cTn>
                                            <p:tgtEl>
                                              <p:spTgt spid="128"/>
                                            </p:tgtEl>
                                            <p:attrNameLst>
                                              <p:attrName>style.visibility</p:attrName>
                                            </p:attrNameLst>
                                          </p:cBhvr>
                                          <p:to>
                                            <p:strVal val="visible"/>
                                          </p:to>
                                        </p:set>
                                        <p:anim calcmode="lin" valueType="num">
                                          <p:cBhvr additive="base">
                                            <p:cTn id="43" dur="1000" fill="hold"/>
                                            <p:tgtEl>
                                              <p:spTgt spid="128"/>
                                            </p:tgtEl>
                                            <p:attrNameLst>
                                              <p:attrName>ppt_x</p:attrName>
                                            </p:attrNameLst>
                                          </p:cBhvr>
                                          <p:tavLst>
                                            <p:tav tm="0">
                                              <p:val>
                                                <p:strVal val="1+#ppt_w/2"/>
                                              </p:val>
                                            </p:tav>
                                            <p:tav tm="100000">
                                              <p:val>
                                                <p:strVal val="#ppt_x"/>
                                              </p:val>
                                            </p:tav>
                                          </p:tavLst>
                                        </p:anim>
                                        <p:anim calcmode="lin" valueType="num">
                                          <p:cBhvr additive="base">
                                            <p:cTn id="44" dur="1000" fill="hold"/>
                                            <p:tgtEl>
                                              <p:spTgt spid="128"/>
                                            </p:tgtEl>
                                            <p:attrNameLst>
                                              <p:attrName>ppt_y</p:attrName>
                                            </p:attrNameLst>
                                          </p:cBhvr>
                                          <p:tavLst>
                                            <p:tav tm="0">
                                              <p:val>
                                                <p:strVal val="#ppt_y"/>
                                              </p:val>
                                            </p:tav>
                                            <p:tav tm="100000">
                                              <p:val>
                                                <p:strVal val="#ppt_y"/>
                                              </p:val>
                                            </p:tav>
                                          </p:tavLst>
                                        </p:anim>
                                      </p:childTnLst>
                                    </p:cTn>
                                  </p:par>
                                  <p:par>
                                    <p:cTn id="45" presetID="2" presetClass="entr" presetSubtype="2" decel="100000" fill="hold" nodeType="withEffect">
                                      <p:stCondLst>
                                        <p:cond delay="0"/>
                                      </p:stCondLst>
                                      <p:childTnLst>
                                        <p:set>
                                          <p:cBhvr>
                                            <p:cTn id="46" dur="1" fill="hold">
                                              <p:stCondLst>
                                                <p:cond delay="0"/>
                                              </p:stCondLst>
                                            </p:cTn>
                                            <p:tgtEl>
                                              <p:spTgt spid="131"/>
                                            </p:tgtEl>
                                            <p:attrNameLst>
                                              <p:attrName>style.visibility</p:attrName>
                                            </p:attrNameLst>
                                          </p:cBhvr>
                                          <p:to>
                                            <p:strVal val="visible"/>
                                          </p:to>
                                        </p:set>
                                        <p:anim calcmode="lin" valueType="num">
                                          <p:cBhvr additive="base">
                                            <p:cTn id="47" dur="1000" fill="hold"/>
                                            <p:tgtEl>
                                              <p:spTgt spid="131"/>
                                            </p:tgtEl>
                                            <p:attrNameLst>
                                              <p:attrName>ppt_x</p:attrName>
                                            </p:attrNameLst>
                                          </p:cBhvr>
                                          <p:tavLst>
                                            <p:tav tm="0">
                                              <p:val>
                                                <p:strVal val="1+#ppt_w/2"/>
                                              </p:val>
                                            </p:tav>
                                            <p:tav tm="100000">
                                              <p:val>
                                                <p:strVal val="#ppt_x"/>
                                              </p:val>
                                            </p:tav>
                                          </p:tavLst>
                                        </p:anim>
                                        <p:anim calcmode="lin" valueType="num">
                                          <p:cBhvr additive="base">
                                            <p:cTn id="48" dur="1000" fill="hold"/>
                                            <p:tgtEl>
                                              <p:spTgt spid="131"/>
                                            </p:tgtEl>
                                            <p:attrNameLst>
                                              <p:attrName>ppt_y</p:attrName>
                                            </p:attrNameLst>
                                          </p:cBhvr>
                                          <p:tavLst>
                                            <p:tav tm="0">
                                              <p:val>
                                                <p:strVal val="#ppt_y"/>
                                              </p:val>
                                            </p:tav>
                                            <p:tav tm="100000">
                                              <p:val>
                                                <p:strVal val="#ppt_y"/>
                                              </p:val>
                                            </p:tav>
                                          </p:tavLst>
                                        </p:anim>
                                      </p:childTnLst>
                                    </p:cTn>
                                  </p:par>
                                  <p:par>
                                    <p:cTn id="49" presetID="2" presetClass="entr" presetSubtype="1" fill="hold" grpId="0" nodeType="withEffect">
                                      <p:stCondLst>
                                        <p:cond delay="0"/>
                                      </p:stCondLst>
                                      <p:childTnLst>
                                        <p:set>
                                          <p:cBhvr>
                                            <p:cTn id="50" dur="1" fill="hold">
                                              <p:stCondLst>
                                                <p:cond delay="0"/>
                                              </p:stCondLst>
                                            </p:cTn>
                                            <p:tgtEl>
                                              <p:spTgt spid="127"/>
                                            </p:tgtEl>
                                            <p:attrNameLst>
                                              <p:attrName>style.visibility</p:attrName>
                                            </p:attrNameLst>
                                          </p:cBhvr>
                                          <p:to>
                                            <p:strVal val="visible"/>
                                          </p:to>
                                        </p:set>
                                        <p:anim calcmode="lin" valueType="num">
                                          <p:cBhvr additive="base">
                                            <p:cTn id="51" dur="1000" fill="hold"/>
                                            <p:tgtEl>
                                              <p:spTgt spid="127"/>
                                            </p:tgtEl>
                                            <p:attrNameLst>
                                              <p:attrName>ppt_x</p:attrName>
                                            </p:attrNameLst>
                                          </p:cBhvr>
                                          <p:tavLst>
                                            <p:tav tm="0">
                                              <p:val>
                                                <p:strVal val="#ppt_x"/>
                                              </p:val>
                                            </p:tav>
                                            <p:tav tm="100000">
                                              <p:val>
                                                <p:strVal val="#ppt_x"/>
                                              </p:val>
                                            </p:tav>
                                          </p:tavLst>
                                        </p:anim>
                                        <p:anim calcmode="lin" valueType="num">
                                          <p:cBhvr additive="base">
                                            <p:cTn id="52" dur="1000" fill="hold"/>
                                            <p:tgtEl>
                                              <p:spTgt spid="127"/>
                                            </p:tgtEl>
                                            <p:attrNameLst>
                                              <p:attrName>ppt_y</p:attrName>
                                            </p:attrNameLst>
                                          </p:cBhvr>
                                          <p:tavLst>
                                            <p:tav tm="0">
                                              <p:val>
                                                <p:strVal val="0-#ppt_h/2"/>
                                              </p:val>
                                            </p:tav>
                                            <p:tav tm="100000">
                                              <p:val>
                                                <p:strVal val="#ppt_y"/>
                                              </p:val>
                                            </p:tav>
                                          </p:tavLst>
                                        </p:anim>
                                      </p:childTnLst>
                                    </p:cTn>
                                  </p:par>
                                </p:childTnLst>
                              </p:cTn>
                            </p:par>
                            <p:par>
                              <p:cTn id="53" fill="hold">
                                <p:stCondLst>
                                  <p:cond delay="2000"/>
                                </p:stCondLst>
                                <p:childTnLst>
                                  <p:par>
                                    <p:cTn id="54" presetID="22" presetClass="entr" presetSubtype="8" fill="hold" nodeType="afterEffect">
                                      <p:stCondLst>
                                        <p:cond delay="0"/>
                                      </p:stCondLst>
                                      <p:childTnLst>
                                        <p:set>
                                          <p:cBhvr>
                                            <p:cTn id="55" dur="1" fill="hold">
                                              <p:stCondLst>
                                                <p:cond delay="0"/>
                                              </p:stCondLst>
                                            </p:cTn>
                                            <p:tgtEl>
                                              <p:spTgt spid="134"/>
                                            </p:tgtEl>
                                            <p:attrNameLst>
                                              <p:attrName>style.visibility</p:attrName>
                                            </p:attrNameLst>
                                          </p:cBhvr>
                                          <p:to>
                                            <p:strVal val="visible"/>
                                          </p:to>
                                        </p:set>
                                        <p:animEffect transition="in" filter="wipe(left)">
                                          <p:cBhvr>
                                            <p:cTn id="56"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P spid="115" grpId="0" animBg="1"/>
          <p:bldP spid="127" grpId="0"/>
        </p:bld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730820" y="1564140"/>
            <a:ext cx="4732477" cy="4733117"/>
            <a:chOff x="2798115" y="797625"/>
            <a:chExt cx="3549358" cy="3549838"/>
          </a:xfrm>
        </p:grpSpPr>
        <p:sp>
          <p:nvSpPr>
            <p:cNvPr id="6" name="任意多边形 5"/>
            <p:cNvSpPr/>
            <p:nvPr/>
          </p:nvSpPr>
          <p:spPr>
            <a:xfrm>
              <a:off x="2798115" y="797625"/>
              <a:ext cx="3549358" cy="3549838"/>
            </a:xfrm>
            <a:custGeom>
              <a:avLst/>
              <a:gdLst>
                <a:gd name="connsiteX0" fmla="*/ 1036180 w 4731656"/>
                <a:gd name="connsiteY0" fmla="*/ 393700 h 4731656"/>
                <a:gd name="connsiteX1" fmla="*/ 393700 w 4731656"/>
                <a:gd name="connsiteY1" fmla="*/ 1036180 h 4731656"/>
                <a:gd name="connsiteX2" fmla="*/ 393700 w 4731656"/>
                <a:gd name="connsiteY2" fmla="*/ 3695476 h 4731656"/>
                <a:gd name="connsiteX3" fmla="*/ 1036180 w 4731656"/>
                <a:gd name="connsiteY3" fmla="*/ 4337956 h 4731656"/>
                <a:gd name="connsiteX4" fmla="*/ 3695476 w 4731656"/>
                <a:gd name="connsiteY4" fmla="*/ 4337956 h 4731656"/>
                <a:gd name="connsiteX5" fmla="*/ 4337956 w 4731656"/>
                <a:gd name="connsiteY5" fmla="*/ 3695476 h 4731656"/>
                <a:gd name="connsiteX6" fmla="*/ 4337956 w 4731656"/>
                <a:gd name="connsiteY6" fmla="*/ 1036180 h 4731656"/>
                <a:gd name="connsiteX7" fmla="*/ 3695476 w 4731656"/>
                <a:gd name="connsiteY7" fmla="*/ 393700 h 4731656"/>
                <a:gd name="connsiteX8" fmla="*/ 919266 w 4731656"/>
                <a:gd name="connsiteY8" fmla="*/ 0 h 4731656"/>
                <a:gd name="connsiteX9" fmla="*/ 3812390 w 4731656"/>
                <a:gd name="connsiteY9" fmla="*/ 0 h 4731656"/>
                <a:gd name="connsiteX10" fmla="*/ 4731656 w 4731656"/>
                <a:gd name="connsiteY10" fmla="*/ 919266 h 4731656"/>
                <a:gd name="connsiteX11" fmla="*/ 4731656 w 4731656"/>
                <a:gd name="connsiteY11" fmla="*/ 3812390 h 4731656"/>
                <a:gd name="connsiteX12" fmla="*/ 3812390 w 4731656"/>
                <a:gd name="connsiteY12" fmla="*/ 4731656 h 4731656"/>
                <a:gd name="connsiteX13" fmla="*/ 919266 w 4731656"/>
                <a:gd name="connsiteY13" fmla="*/ 4731656 h 4731656"/>
                <a:gd name="connsiteX14" fmla="*/ 0 w 4731656"/>
                <a:gd name="connsiteY14" fmla="*/ 3812390 h 4731656"/>
                <a:gd name="connsiteX15" fmla="*/ 0 w 4731656"/>
                <a:gd name="connsiteY15" fmla="*/ 919266 h 4731656"/>
                <a:gd name="connsiteX16" fmla="*/ 919266 w 4731656"/>
                <a:gd name="connsiteY16" fmla="*/ 0 h 4731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31656" h="4731656">
                  <a:moveTo>
                    <a:pt x="1036180" y="393700"/>
                  </a:moveTo>
                  <a:cubicBezTo>
                    <a:pt x="681348" y="393700"/>
                    <a:pt x="393700" y="681348"/>
                    <a:pt x="393700" y="1036180"/>
                  </a:cubicBezTo>
                  <a:lnTo>
                    <a:pt x="393700" y="3695476"/>
                  </a:lnTo>
                  <a:cubicBezTo>
                    <a:pt x="393700" y="4050308"/>
                    <a:pt x="681348" y="4337956"/>
                    <a:pt x="1036180" y="4337956"/>
                  </a:cubicBezTo>
                  <a:lnTo>
                    <a:pt x="3695476" y="4337956"/>
                  </a:lnTo>
                  <a:cubicBezTo>
                    <a:pt x="4050308" y="4337956"/>
                    <a:pt x="4337956" y="4050308"/>
                    <a:pt x="4337956" y="3695476"/>
                  </a:cubicBezTo>
                  <a:lnTo>
                    <a:pt x="4337956" y="1036180"/>
                  </a:lnTo>
                  <a:cubicBezTo>
                    <a:pt x="4337956" y="681348"/>
                    <a:pt x="4050308" y="393700"/>
                    <a:pt x="3695476" y="393700"/>
                  </a:cubicBezTo>
                  <a:close/>
                  <a:moveTo>
                    <a:pt x="919266" y="0"/>
                  </a:moveTo>
                  <a:lnTo>
                    <a:pt x="3812390" y="0"/>
                  </a:lnTo>
                  <a:cubicBezTo>
                    <a:pt x="4320087" y="0"/>
                    <a:pt x="4731656" y="411569"/>
                    <a:pt x="4731656" y="919266"/>
                  </a:cubicBezTo>
                  <a:lnTo>
                    <a:pt x="4731656" y="3812390"/>
                  </a:lnTo>
                  <a:cubicBezTo>
                    <a:pt x="4731656" y="4320087"/>
                    <a:pt x="4320087" y="4731656"/>
                    <a:pt x="3812390" y="4731656"/>
                  </a:cubicBezTo>
                  <a:lnTo>
                    <a:pt x="919266" y="4731656"/>
                  </a:lnTo>
                  <a:cubicBezTo>
                    <a:pt x="411569" y="4731656"/>
                    <a:pt x="0" y="4320087"/>
                    <a:pt x="0" y="3812390"/>
                  </a:cubicBezTo>
                  <a:lnTo>
                    <a:pt x="0" y="919266"/>
                  </a:lnTo>
                  <a:cubicBezTo>
                    <a:pt x="0" y="411569"/>
                    <a:pt x="411569" y="0"/>
                    <a:pt x="919266" y="0"/>
                  </a:cubicBezTo>
                  <a:close/>
                </a:path>
              </a:pathLst>
            </a:custGeom>
            <a:gradFill>
              <a:gsLst>
                <a:gs pos="100000">
                  <a:srgbClr val="DEDEDE"/>
                </a:gs>
                <a:gs pos="0">
                  <a:schemeClr val="bg1"/>
                </a:gs>
              </a:gsLst>
              <a:lin ang="2700000" scaled="1"/>
            </a:gradFill>
            <a:ln>
              <a:noFill/>
            </a:ln>
            <a:effectLst>
              <a:outerShdw blurRad="431800" dist="2159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52" tIns="45727" rIns="91452" bIns="45727"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 name="圆角矩形 6"/>
            <p:cNvSpPr/>
            <p:nvPr/>
          </p:nvSpPr>
          <p:spPr>
            <a:xfrm>
              <a:off x="3093441" y="1092992"/>
              <a:ext cx="2958706" cy="2959105"/>
            </a:xfrm>
            <a:prstGeom prst="roundRect">
              <a:avLst>
                <a:gd name="adj" fmla="val 16289"/>
              </a:avLst>
            </a:prstGeom>
            <a:noFill/>
            <a:ln w="88900">
              <a:gradFill flip="none" rotWithShape="1">
                <a:gsLst>
                  <a:gs pos="0">
                    <a:schemeClr val="bg1">
                      <a:lumMod val="85000"/>
                    </a:schemeClr>
                  </a:gs>
                  <a:gs pos="100000">
                    <a:schemeClr val="bg1"/>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91452" tIns="45727" rIns="91452" bIns="45727"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3871847" y="1639965"/>
            <a:ext cx="1512600" cy="1416491"/>
            <a:chOff x="3871174" y="1138973"/>
            <a:chExt cx="1512338" cy="1416053"/>
          </a:xfrm>
          <a:solidFill>
            <a:schemeClr val="accent1">
              <a:lumMod val="75000"/>
            </a:schemeClr>
          </a:solidFill>
        </p:grpSpPr>
        <p:sp>
          <p:nvSpPr>
            <p:cNvPr id="9" name="任意多边形 8"/>
            <p:cNvSpPr/>
            <p:nvPr/>
          </p:nvSpPr>
          <p:spPr>
            <a:xfrm>
              <a:off x="3871174" y="1204174"/>
              <a:ext cx="1350852" cy="1350852"/>
            </a:xfrm>
            <a:custGeom>
              <a:avLst/>
              <a:gdLst>
                <a:gd name="connsiteX0" fmla="*/ 828281 w 1350852"/>
                <a:gd name="connsiteY0" fmla="*/ 0 h 1350852"/>
                <a:gd name="connsiteX1" fmla="*/ 1350852 w 1350852"/>
                <a:gd name="connsiteY1" fmla="*/ 0 h 1350852"/>
                <a:gd name="connsiteX2" fmla="*/ 1350852 w 1350852"/>
                <a:gd name="connsiteY2" fmla="*/ 65546 h 1350852"/>
                <a:gd name="connsiteX3" fmla="*/ 869467 w 1350852"/>
                <a:gd name="connsiteY3" fmla="*/ 65546 h 1350852"/>
                <a:gd name="connsiteX4" fmla="*/ 65546 w 1350852"/>
                <a:gd name="connsiteY4" fmla="*/ 869467 h 1350852"/>
                <a:gd name="connsiteX5" fmla="*/ 65546 w 1350852"/>
                <a:gd name="connsiteY5" fmla="*/ 1350852 h 1350852"/>
                <a:gd name="connsiteX6" fmla="*/ 0 w 1350852"/>
                <a:gd name="connsiteY6" fmla="*/ 1350852 h 1350852"/>
                <a:gd name="connsiteX7" fmla="*/ 0 w 1350852"/>
                <a:gd name="connsiteY7" fmla="*/ 828281 h 1350852"/>
                <a:gd name="connsiteX8" fmla="*/ 828281 w 1350852"/>
                <a:gd name="connsiteY8" fmla="*/ 0 h 1350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0852" h="1350852">
                  <a:moveTo>
                    <a:pt x="828281" y="0"/>
                  </a:moveTo>
                  <a:lnTo>
                    <a:pt x="1350852" y="0"/>
                  </a:lnTo>
                  <a:lnTo>
                    <a:pt x="1350852" y="65546"/>
                  </a:lnTo>
                  <a:lnTo>
                    <a:pt x="869467" y="65546"/>
                  </a:lnTo>
                  <a:cubicBezTo>
                    <a:pt x="425474" y="65546"/>
                    <a:pt x="65546" y="425474"/>
                    <a:pt x="65546" y="869467"/>
                  </a:cubicBezTo>
                  <a:lnTo>
                    <a:pt x="65546" y="1350852"/>
                  </a:lnTo>
                  <a:lnTo>
                    <a:pt x="0" y="1350852"/>
                  </a:lnTo>
                  <a:lnTo>
                    <a:pt x="0" y="828281"/>
                  </a:lnTo>
                  <a:cubicBezTo>
                    <a:pt x="0" y="370834"/>
                    <a:pt x="370834" y="0"/>
                    <a:pt x="828281"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0" name="等腰三角形 9"/>
            <p:cNvSpPr/>
            <p:nvPr/>
          </p:nvSpPr>
          <p:spPr>
            <a:xfrm rot="5400000">
              <a:off x="5195889" y="1152872"/>
              <a:ext cx="201521" cy="17372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1" name="组合 10"/>
          <p:cNvGrpSpPr/>
          <p:nvPr/>
        </p:nvGrpSpPr>
        <p:grpSpPr>
          <a:xfrm>
            <a:off x="6971185" y="1705187"/>
            <a:ext cx="1421600" cy="1515032"/>
            <a:chOff x="6969974" y="1204174"/>
            <a:chExt cx="1421353" cy="1514565"/>
          </a:xfrm>
          <a:solidFill>
            <a:schemeClr val="accent1">
              <a:lumMod val="75000"/>
            </a:schemeClr>
          </a:solidFill>
        </p:grpSpPr>
        <p:sp>
          <p:nvSpPr>
            <p:cNvPr id="12" name="任意多边形 11"/>
            <p:cNvSpPr/>
            <p:nvPr/>
          </p:nvSpPr>
          <p:spPr>
            <a:xfrm flipH="1">
              <a:off x="6969974" y="1204174"/>
              <a:ext cx="1350852" cy="1350852"/>
            </a:xfrm>
            <a:custGeom>
              <a:avLst/>
              <a:gdLst>
                <a:gd name="connsiteX0" fmla="*/ 828281 w 1350852"/>
                <a:gd name="connsiteY0" fmla="*/ 0 h 1350852"/>
                <a:gd name="connsiteX1" fmla="*/ 1350852 w 1350852"/>
                <a:gd name="connsiteY1" fmla="*/ 0 h 1350852"/>
                <a:gd name="connsiteX2" fmla="*/ 1350852 w 1350852"/>
                <a:gd name="connsiteY2" fmla="*/ 65546 h 1350852"/>
                <a:gd name="connsiteX3" fmla="*/ 869467 w 1350852"/>
                <a:gd name="connsiteY3" fmla="*/ 65546 h 1350852"/>
                <a:gd name="connsiteX4" fmla="*/ 65546 w 1350852"/>
                <a:gd name="connsiteY4" fmla="*/ 869467 h 1350852"/>
                <a:gd name="connsiteX5" fmla="*/ 65546 w 1350852"/>
                <a:gd name="connsiteY5" fmla="*/ 1350852 h 1350852"/>
                <a:gd name="connsiteX6" fmla="*/ 0 w 1350852"/>
                <a:gd name="connsiteY6" fmla="*/ 1350852 h 1350852"/>
                <a:gd name="connsiteX7" fmla="*/ 0 w 1350852"/>
                <a:gd name="connsiteY7" fmla="*/ 828281 h 1350852"/>
                <a:gd name="connsiteX8" fmla="*/ 828281 w 1350852"/>
                <a:gd name="connsiteY8" fmla="*/ 0 h 1350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0852" h="1350852">
                  <a:moveTo>
                    <a:pt x="828281" y="0"/>
                  </a:moveTo>
                  <a:lnTo>
                    <a:pt x="1350852" y="0"/>
                  </a:lnTo>
                  <a:lnTo>
                    <a:pt x="1350852" y="65546"/>
                  </a:lnTo>
                  <a:lnTo>
                    <a:pt x="869467" y="65546"/>
                  </a:lnTo>
                  <a:cubicBezTo>
                    <a:pt x="425474" y="65546"/>
                    <a:pt x="65546" y="425474"/>
                    <a:pt x="65546" y="869467"/>
                  </a:cubicBezTo>
                  <a:lnTo>
                    <a:pt x="65546" y="1350852"/>
                  </a:lnTo>
                  <a:lnTo>
                    <a:pt x="0" y="1350852"/>
                  </a:lnTo>
                  <a:lnTo>
                    <a:pt x="0" y="828281"/>
                  </a:lnTo>
                  <a:cubicBezTo>
                    <a:pt x="0" y="370834"/>
                    <a:pt x="370834" y="0"/>
                    <a:pt x="828281"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 name="等腰三角形 12"/>
            <p:cNvSpPr/>
            <p:nvPr/>
          </p:nvSpPr>
          <p:spPr>
            <a:xfrm rot="10800000">
              <a:off x="8189806" y="2545015"/>
              <a:ext cx="201521" cy="17372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6806406" y="4792239"/>
            <a:ext cx="1515865" cy="1420300"/>
            <a:chOff x="6805224" y="4290274"/>
            <a:chExt cx="1515602" cy="1419862"/>
          </a:xfrm>
          <a:solidFill>
            <a:schemeClr val="accent1">
              <a:lumMod val="75000"/>
            </a:schemeClr>
          </a:solidFill>
        </p:grpSpPr>
        <p:sp>
          <p:nvSpPr>
            <p:cNvPr id="15" name="任意多边形 14"/>
            <p:cNvSpPr/>
            <p:nvPr/>
          </p:nvSpPr>
          <p:spPr>
            <a:xfrm flipH="1" flipV="1">
              <a:off x="6969974" y="4290274"/>
              <a:ext cx="1350852" cy="1350852"/>
            </a:xfrm>
            <a:custGeom>
              <a:avLst/>
              <a:gdLst>
                <a:gd name="connsiteX0" fmla="*/ 828281 w 1350852"/>
                <a:gd name="connsiteY0" fmla="*/ 0 h 1350852"/>
                <a:gd name="connsiteX1" fmla="*/ 1350852 w 1350852"/>
                <a:gd name="connsiteY1" fmla="*/ 0 h 1350852"/>
                <a:gd name="connsiteX2" fmla="*/ 1350852 w 1350852"/>
                <a:gd name="connsiteY2" fmla="*/ 65546 h 1350852"/>
                <a:gd name="connsiteX3" fmla="*/ 869467 w 1350852"/>
                <a:gd name="connsiteY3" fmla="*/ 65546 h 1350852"/>
                <a:gd name="connsiteX4" fmla="*/ 65546 w 1350852"/>
                <a:gd name="connsiteY4" fmla="*/ 869467 h 1350852"/>
                <a:gd name="connsiteX5" fmla="*/ 65546 w 1350852"/>
                <a:gd name="connsiteY5" fmla="*/ 1350852 h 1350852"/>
                <a:gd name="connsiteX6" fmla="*/ 0 w 1350852"/>
                <a:gd name="connsiteY6" fmla="*/ 1350852 h 1350852"/>
                <a:gd name="connsiteX7" fmla="*/ 0 w 1350852"/>
                <a:gd name="connsiteY7" fmla="*/ 828281 h 1350852"/>
                <a:gd name="connsiteX8" fmla="*/ 828281 w 1350852"/>
                <a:gd name="connsiteY8" fmla="*/ 0 h 1350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0852" h="1350852">
                  <a:moveTo>
                    <a:pt x="828281" y="0"/>
                  </a:moveTo>
                  <a:lnTo>
                    <a:pt x="1350852" y="0"/>
                  </a:lnTo>
                  <a:lnTo>
                    <a:pt x="1350852" y="65546"/>
                  </a:lnTo>
                  <a:lnTo>
                    <a:pt x="869467" y="65546"/>
                  </a:lnTo>
                  <a:cubicBezTo>
                    <a:pt x="425474" y="65546"/>
                    <a:pt x="65546" y="425474"/>
                    <a:pt x="65546" y="869467"/>
                  </a:cubicBezTo>
                  <a:lnTo>
                    <a:pt x="65546" y="1350852"/>
                  </a:lnTo>
                  <a:lnTo>
                    <a:pt x="0" y="1350852"/>
                  </a:lnTo>
                  <a:lnTo>
                    <a:pt x="0" y="828281"/>
                  </a:lnTo>
                  <a:cubicBezTo>
                    <a:pt x="0" y="370834"/>
                    <a:pt x="370834" y="0"/>
                    <a:pt x="828281"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6" name="等腰三角形 15"/>
            <p:cNvSpPr/>
            <p:nvPr/>
          </p:nvSpPr>
          <p:spPr>
            <a:xfrm rot="16200000">
              <a:off x="6791325" y="5522514"/>
              <a:ext cx="201521" cy="17372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7" name="组合 16"/>
          <p:cNvGrpSpPr/>
          <p:nvPr/>
        </p:nvGrpSpPr>
        <p:grpSpPr>
          <a:xfrm>
            <a:off x="3799983" y="4627823"/>
            <a:ext cx="1422951" cy="1515685"/>
            <a:chOff x="3799323" y="4125909"/>
            <a:chExt cx="1422703" cy="1515217"/>
          </a:xfrm>
          <a:solidFill>
            <a:schemeClr val="accent1">
              <a:lumMod val="75000"/>
            </a:schemeClr>
          </a:solidFill>
        </p:grpSpPr>
        <p:sp>
          <p:nvSpPr>
            <p:cNvPr id="18" name="任意多边形 17"/>
            <p:cNvSpPr/>
            <p:nvPr/>
          </p:nvSpPr>
          <p:spPr>
            <a:xfrm flipV="1">
              <a:off x="3871174" y="4290274"/>
              <a:ext cx="1350852" cy="1350852"/>
            </a:xfrm>
            <a:custGeom>
              <a:avLst/>
              <a:gdLst>
                <a:gd name="connsiteX0" fmla="*/ 828281 w 1350852"/>
                <a:gd name="connsiteY0" fmla="*/ 0 h 1350852"/>
                <a:gd name="connsiteX1" fmla="*/ 1350852 w 1350852"/>
                <a:gd name="connsiteY1" fmla="*/ 0 h 1350852"/>
                <a:gd name="connsiteX2" fmla="*/ 1350852 w 1350852"/>
                <a:gd name="connsiteY2" fmla="*/ 65546 h 1350852"/>
                <a:gd name="connsiteX3" fmla="*/ 869467 w 1350852"/>
                <a:gd name="connsiteY3" fmla="*/ 65546 h 1350852"/>
                <a:gd name="connsiteX4" fmla="*/ 65546 w 1350852"/>
                <a:gd name="connsiteY4" fmla="*/ 869467 h 1350852"/>
                <a:gd name="connsiteX5" fmla="*/ 65546 w 1350852"/>
                <a:gd name="connsiteY5" fmla="*/ 1350852 h 1350852"/>
                <a:gd name="connsiteX6" fmla="*/ 0 w 1350852"/>
                <a:gd name="connsiteY6" fmla="*/ 1350852 h 1350852"/>
                <a:gd name="connsiteX7" fmla="*/ 0 w 1350852"/>
                <a:gd name="connsiteY7" fmla="*/ 828281 h 1350852"/>
                <a:gd name="connsiteX8" fmla="*/ 828281 w 1350852"/>
                <a:gd name="connsiteY8" fmla="*/ 0 h 1350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0852" h="1350852">
                  <a:moveTo>
                    <a:pt x="828281" y="0"/>
                  </a:moveTo>
                  <a:lnTo>
                    <a:pt x="1350852" y="0"/>
                  </a:lnTo>
                  <a:lnTo>
                    <a:pt x="1350852" y="65546"/>
                  </a:lnTo>
                  <a:lnTo>
                    <a:pt x="869467" y="65546"/>
                  </a:lnTo>
                  <a:cubicBezTo>
                    <a:pt x="425474" y="65546"/>
                    <a:pt x="65546" y="425474"/>
                    <a:pt x="65546" y="869467"/>
                  </a:cubicBezTo>
                  <a:lnTo>
                    <a:pt x="65546" y="1350852"/>
                  </a:lnTo>
                  <a:lnTo>
                    <a:pt x="0" y="1350852"/>
                  </a:lnTo>
                  <a:lnTo>
                    <a:pt x="0" y="828281"/>
                  </a:lnTo>
                  <a:cubicBezTo>
                    <a:pt x="0" y="370834"/>
                    <a:pt x="370834" y="0"/>
                    <a:pt x="828281"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9" name="等腰三角形 18"/>
            <p:cNvSpPr/>
            <p:nvPr/>
          </p:nvSpPr>
          <p:spPr>
            <a:xfrm>
              <a:off x="3799323" y="4125909"/>
              <a:ext cx="201521" cy="17372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0" name="文本框 19"/>
          <p:cNvSpPr txBox="1"/>
          <p:nvPr/>
        </p:nvSpPr>
        <p:spPr>
          <a:xfrm>
            <a:off x="5273131" y="1499659"/>
            <a:ext cx="1797772" cy="461679"/>
          </a:xfrm>
          <a:prstGeom prst="rect">
            <a:avLst/>
          </a:prstGeom>
          <a:noFill/>
        </p:spPr>
        <p:txBody>
          <a:bodyPr wrap="square" lIns="91452" tIns="45727" rIns="91452" bIns="45727" rtlCol="0">
            <a:spAutoFit/>
          </a:bodyPr>
          <a:lstStyle/>
          <a:p>
            <a:pPr algn="ctr"/>
            <a:r>
              <a:rPr lang="en-US" altLang="zh-CN" sz="2400" dirty="0">
                <a:solidFill>
                  <a:schemeClr val="tx1">
                    <a:lumMod val="95000"/>
                    <a:lumOff val="5000"/>
                  </a:schemeClr>
                </a:solidFill>
                <a:latin typeface="微软雅黑" panose="020B0503020204020204" pitchFamily="34" charset="-122"/>
                <a:ea typeface="微软雅黑" panose="020B0503020204020204" pitchFamily="34" charset="-122"/>
              </a:rPr>
              <a:t>STEP 01</a:t>
            </a: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5211336" y="5892155"/>
            <a:ext cx="1645233" cy="461679"/>
          </a:xfrm>
          <a:prstGeom prst="rect">
            <a:avLst/>
          </a:prstGeom>
          <a:noFill/>
        </p:spPr>
        <p:txBody>
          <a:bodyPr wrap="square" lIns="91452" tIns="45727" rIns="91452" bIns="45727" rtlCol="0">
            <a:spAutoFit/>
          </a:bodyPr>
          <a:lstStyle/>
          <a:p>
            <a:pPr algn="ctr"/>
            <a:r>
              <a:rPr lang="en-US" altLang="zh-CN" sz="2400" dirty="0">
                <a:solidFill>
                  <a:schemeClr val="tx1">
                    <a:lumMod val="95000"/>
                    <a:lumOff val="5000"/>
                  </a:schemeClr>
                </a:solidFill>
                <a:latin typeface="微软雅黑" panose="020B0503020204020204" pitchFamily="34" charset="-122"/>
                <a:ea typeface="微软雅黑" panose="020B0503020204020204" pitchFamily="34" charset="-122"/>
              </a:rPr>
              <a:t>STEP 03</a:t>
            </a: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2" name="文本框 21"/>
          <p:cNvSpPr txBox="1"/>
          <p:nvPr/>
        </p:nvSpPr>
        <p:spPr>
          <a:xfrm rot="5400000">
            <a:off x="7492772" y="3754195"/>
            <a:ext cx="1633139" cy="461679"/>
          </a:xfrm>
          <a:prstGeom prst="rect">
            <a:avLst/>
          </a:prstGeom>
          <a:noFill/>
        </p:spPr>
        <p:txBody>
          <a:bodyPr wrap="square" lIns="91452" tIns="45727" rIns="91452" bIns="45727" rtlCol="0">
            <a:spAutoFit/>
          </a:bodyPr>
          <a:lstStyle/>
          <a:p>
            <a:pPr algn="ctr"/>
            <a:r>
              <a:rPr lang="en-US" altLang="zh-CN" sz="2400" dirty="0">
                <a:solidFill>
                  <a:schemeClr val="tx1">
                    <a:lumMod val="95000"/>
                    <a:lumOff val="5000"/>
                  </a:schemeClr>
                </a:solidFill>
                <a:latin typeface="微软雅黑" panose="020B0503020204020204" pitchFamily="34" charset="-122"/>
                <a:ea typeface="微软雅黑" panose="020B0503020204020204" pitchFamily="34" charset="-122"/>
              </a:rPr>
              <a:t>STEP 02</a:t>
            </a: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3" name="文本框 22"/>
          <p:cNvSpPr txBox="1"/>
          <p:nvPr/>
        </p:nvSpPr>
        <p:spPr>
          <a:xfrm rot="16200000">
            <a:off x="3082889" y="3643856"/>
            <a:ext cx="1636480" cy="461679"/>
          </a:xfrm>
          <a:prstGeom prst="rect">
            <a:avLst/>
          </a:prstGeom>
          <a:noFill/>
        </p:spPr>
        <p:txBody>
          <a:bodyPr wrap="square" lIns="91452" tIns="45727" rIns="91452" bIns="45727" rtlCol="0">
            <a:spAutoFit/>
          </a:bodyPr>
          <a:lstStyle/>
          <a:p>
            <a:pPr algn="ctr"/>
            <a:r>
              <a:rPr lang="en-US" altLang="zh-CN" sz="2400" dirty="0">
                <a:solidFill>
                  <a:schemeClr val="tx1">
                    <a:lumMod val="95000"/>
                    <a:lumOff val="5000"/>
                  </a:schemeClr>
                </a:solidFill>
                <a:latin typeface="微软雅黑" panose="020B0503020204020204" pitchFamily="34" charset="-122"/>
                <a:ea typeface="微软雅黑" panose="020B0503020204020204" pitchFamily="34" charset="-122"/>
              </a:rPr>
              <a:t>STEP 04</a:t>
            </a: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24" name="组合 23"/>
          <p:cNvGrpSpPr/>
          <p:nvPr/>
        </p:nvGrpSpPr>
        <p:grpSpPr>
          <a:xfrm>
            <a:off x="4362202" y="2182388"/>
            <a:ext cx="3469717" cy="3496624"/>
            <a:chOff x="4361443" y="1681228"/>
            <a:chExt cx="3469115" cy="3495545"/>
          </a:xfrm>
          <a:effectLst>
            <a:outerShdw blurRad="203200" dist="88900" dir="2700000" algn="tl" rotWithShape="0">
              <a:prstClr val="black">
                <a:alpha val="30000"/>
              </a:prstClr>
            </a:outerShdw>
          </a:effectLst>
        </p:grpSpPr>
        <p:sp>
          <p:nvSpPr>
            <p:cNvPr id="25" name="泪滴形 24"/>
            <p:cNvSpPr/>
            <p:nvPr/>
          </p:nvSpPr>
          <p:spPr>
            <a:xfrm flipV="1">
              <a:off x="4361443" y="1681228"/>
              <a:ext cx="1684999" cy="1684998"/>
            </a:xfrm>
            <a:prstGeom prst="teardrop">
              <a:avLst/>
            </a:prstGeom>
            <a:solidFill>
              <a:schemeClr val="accent1">
                <a:lumMod val="100000"/>
              </a:schemeClr>
            </a:solidFill>
            <a:ln w="31750">
              <a:solidFill>
                <a:srgbClr val="F9F9F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6" name="泪滴形 25"/>
            <p:cNvSpPr/>
            <p:nvPr/>
          </p:nvSpPr>
          <p:spPr>
            <a:xfrm flipH="1">
              <a:off x="6145559" y="3491775"/>
              <a:ext cx="1684999" cy="1684998"/>
            </a:xfrm>
            <a:prstGeom prst="teardrop">
              <a:avLst/>
            </a:prstGeom>
            <a:solidFill>
              <a:schemeClr val="accent1">
                <a:lumMod val="100000"/>
              </a:schemeClr>
            </a:solidFill>
            <a:ln w="31750">
              <a:solidFill>
                <a:srgbClr val="F9F9F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7" name="泪滴形 26"/>
            <p:cNvSpPr/>
            <p:nvPr/>
          </p:nvSpPr>
          <p:spPr>
            <a:xfrm flipH="1" flipV="1">
              <a:off x="6145559" y="1681228"/>
              <a:ext cx="1684999" cy="1684998"/>
            </a:xfrm>
            <a:prstGeom prst="teardrop">
              <a:avLst/>
            </a:prstGeom>
            <a:solidFill>
              <a:schemeClr val="accent1">
                <a:lumMod val="100000"/>
              </a:schemeClr>
            </a:solidFill>
            <a:ln w="31750">
              <a:solidFill>
                <a:srgbClr val="F9F9F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8" name="泪滴形 27"/>
            <p:cNvSpPr/>
            <p:nvPr/>
          </p:nvSpPr>
          <p:spPr>
            <a:xfrm>
              <a:off x="4361443" y="3491775"/>
              <a:ext cx="1684999" cy="1684998"/>
            </a:xfrm>
            <a:prstGeom prst="teardrop">
              <a:avLst/>
            </a:prstGeom>
            <a:solidFill>
              <a:schemeClr val="accent1">
                <a:lumMod val="100000"/>
              </a:schemeClr>
            </a:solidFill>
            <a:ln w="31750">
              <a:solidFill>
                <a:srgbClr val="F9F9F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29" name="组合 28"/>
          <p:cNvGrpSpPr/>
          <p:nvPr/>
        </p:nvGrpSpPr>
        <p:grpSpPr>
          <a:xfrm>
            <a:off x="4525833" y="2346557"/>
            <a:ext cx="1414953" cy="1415145"/>
            <a:chOff x="3394374" y="1384437"/>
            <a:chExt cx="1061215" cy="1061359"/>
          </a:xfrm>
        </p:grpSpPr>
        <p:grpSp>
          <p:nvGrpSpPr>
            <p:cNvPr id="30" name="组合 29"/>
            <p:cNvGrpSpPr/>
            <p:nvPr/>
          </p:nvGrpSpPr>
          <p:grpSpPr>
            <a:xfrm>
              <a:off x="3394374" y="1384437"/>
              <a:ext cx="1061215" cy="1061359"/>
              <a:chOff x="4926840" y="1732375"/>
              <a:chExt cx="1656097" cy="1656098"/>
            </a:xfrm>
          </p:grpSpPr>
          <p:sp>
            <p:nvSpPr>
              <p:cNvPr id="36" name="任意多边形 35"/>
              <p:cNvSpPr/>
              <p:nvPr/>
            </p:nvSpPr>
            <p:spPr>
              <a:xfrm>
                <a:off x="4926840" y="1732375"/>
                <a:ext cx="1656097" cy="1656098"/>
              </a:xfrm>
              <a:custGeom>
                <a:avLst/>
                <a:gdLst>
                  <a:gd name="connsiteX0" fmla="*/ 734066 w 1656097"/>
                  <a:gd name="connsiteY0" fmla="*/ 0 h 1656098"/>
                  <a:gd name="connsiteX1" fmla="*/ 922032 w 1656097"/>
                  <a:gd name="connsiteY1" fmla="*/ 0 h 1656098"/>
                  <a:gd name="connsiteX2" fmla="*/ 958682 w 1656097"/>
                  <a:gd name="connsiteY2" fmla="*/ 170987 h 1656098"/>
                  <a:gd name="connsiteX3" fmla="*/ 967537 w 1656097"/>
                  <a:gd name="connsiteY3" fmla="*/ 172338 h 1656098"/>
                  <a:gd name="connsiteX4" fmla="*/ 1042604 w 1656097"/>
                  <a:gd name="connsiteY4" fmla="*/ 194634 h 1656098"/>
                  <a:gd name="connsiteX5" fmla="*/ 1160682 w 1656097"/>
                  <a:gd name="connsiteY5" fmla="*/ 63947 h 1656098"/>
                  <a:gd name="connsiteX6" fmla="*/ 1323465 w 1656097"/>
                  <a:gd name="connsiteY6" fmla="*/ 157929 h 1656098"/>
                  <a:gd name="connsiteX7" fmla="*/ 1271151 w 1656097"/>
                  <a:gd name="connsiteY7" fmla="*/ 319877 h 1656098"/>
                  <a:gd name="connsiteX8" fmla="*/ 1280994 w 1656097"/>
                  <a:gd name="connsiteY8" fmla="*/ 327054 h 1656098"/>
                  <a:gd name="connsiteX9" fmla="*/ 1333335 w 1656097"/>
                  <a:gd name="connsiteY9" fmla="*/ 377405 h 1656098"/>
                  <a:gd name="connsiteX10" fmla="*/ 1338950 w 1656097"/>
                  <a:gd name="connsiteY10" fmla="*/ 384065 h 1656098"/>
                  <a:gd name="connsiteX11" fmla="*/ 1498169 w 1656097"/>
                  <a:gd name="connsiteY11" fmla="*/ 332634 h 1656098"/>
                  <a:gd name="connsiteX12" fmla="*/ 1592152 w 1656097"/>
                  <a:gd name="connsiteY12" fmla="*/ 495417 h 1656098"/>
                  <a:gd name="connsiteX13" fmla="*/ 1473528 w 1656097"/>
                  <a:gd name="connsiteY13" fmla="*/ 602595 h 1656098"/>
                  <a:gd name="connsiteX14" fmla="*/ 1483127 w 1656097"/>
                  <a:gd name="connsiteY14" fmla="*/ 626411 h 1656098"/>
                  <a:gd name="connsiteX15" fmla="*/ 1501984 w 1656097"/>
                  <a:gd name="connsiteY15" fmla="*/ 701032 h 1656098"/>
                  <a:gd name="connsiteX16" fmla="*/ 1656097 w 1656097"/>
                  <a:gd name="connsiteY16" fmla="*/ 734067 h 1656098"/>
                  <a:gd name="connsiteX17" fmla="*/ 1656097 w 1656097"/>
                  <a:gd name="connsiteY17" fmla="*/ 922032 h 1656098"/>
                  <a:gd name="connsiteX18" fmla="*/ 1511749 w 1656097"/>
                  <a:gd name="connsiteY18" fmla="*/ 952973 h 1656098"/>
                  <a:gd name="connsiteX19" fmla="*/ 1506114 w 1656097"/>
                  <a:gd name="connsiteY19" fmla="*/ 989892 h 1656098"/>
                  <a:gd name="connsiteX20" fmla="*/ 1491538 w 1656097"/>
                  <a:gd name="connsiteY20" fmla="*/ 1048074 h 1656098"/>
                  <a:gd name="connsiteX21" fmla="*/ 1485827 w 1656097"/>
                  <a:gd name="connsiteY21" fmla="*/ 1064617 h 1656098"/>
                  <a:gd name="connsiteX22" fmla="*/ 1592152 w 1656097"/>
                  <a:gd name="connsiteY22" fmla="*/ 1160683 h 1656098"/>
                  <a:gd name="connsiteX23" fmla="*/ 1498169 w 1656097"/>
                  <a:gd name="connsiteY23" fmla="*/ 1323465 h 1656098"/>
                  <a:gd name="connsiteX24" fmla="*/ 1367507 w 1656097"/>
                  <a:gd name="connsiteY24" fmla="*/ 1281258 h 1656098"/>
                  <a:gd name="connsiteX25" fmla="*/ 1351398 w 1656097"/>
                  <a:gd name="connsiteY25" fmla="*/ 1303350 h 1656098"/>
                  <a:gd name="connsiteX26" fmla="*/ 1301049 w 1656097"/>
                  <a:gd name="connsiteY26" fmla="*/ 1355691 h 1656098"/>
                  <a:gd name="connsiteX27" fmla="*/ 1282493 w 1656097"/>
                  <a:gd name="connsiteY27" fmla="*/ 1371332 h 1656098"/>
                  <a:gd name="connsiteX28" fmla="*/ 1323465 w 1656097"/>
                  <a:gd name="connsiteY28" fmla="*/ 1498169 h 1656098"/>
                  <a:gd name="connsiteX29" fmla="*/ 1160682 w 1656097"/>
                  <a:gd name="connsiteY29" fmla="*/ 1592152 h 1656098"/>
                  <a:gd name="connsiteX30" fmla="*/ 1074277 w 1656097"/>
                  <a:gd name="connsiteY30" fmla="*/ 1496521 h 1656098"/>
                  <a:gd name="connsiteX31" fmla="*/ 1052042 w 1656097"/>
                  <a:gd name="connsiteY31" fmla="*/ 1505484 h 1656098"/>
                  <a:gd name="connsiteX32" fmla="*/ 948719 w 1656097"/>
                  <a:gd name="connsiteY32" fmla="*/ 1531593 h 1656098"/>
                  <a:gd name="connsiteX33" fmla="*/ 922032 w 1656097"/>
                  <a:gd name="connsiteY33" fmla="*/ 1656098 h 1656098"/>
                  <a:gd name="connsiteX34" fmla="*/ 734066 w 1656097"/>
                  <a:gd name="connsiteY34" fmla="*/ 1656098 h 1656098"/>
                  <a:gd name="connsiteX35" fmla="*/ 707323 w 1656097"/>
                  <a:gd name="connsiteY35" fmla="*/ 1531333 h 1656098"/>
                  <a:gd name="connsiteX36" fmla="*/ 688561 w 1656097"/>
                  <a:gd name="connsiteY36" fmla="*/ 1528470 h 1656098"/>
                  <a:gd name="connsiteX37" fmla="*/ 581645 w 1656097"/>
                  <a:gd name="connsiteY37" fmla="*/ 1496716 h 1656098"/>
                  <a:gd name="connsiteX38" fmla="*/ 495416 w 1656097"/>
                  <a:gd name="connsiteY38" fmla="*/ 1592152 h 1656098"/>
                  <a:gd name="connsiteX39" fmla="*/ 332634 w 1656097"/>
                  <a:gd name="connsiteY39" fmla="*/ 1498169 h 1656098"/>
                  <a:gd name="connsiteX40" fmla="*/ 373389 w 1656097"/>
                  <a:gd name="connsiteY40" fmla="*/ 1372000 h 1656098"/>
                  <a:gd name="connsiteX41" fmla="*/ 293970 w 1656097"/>
                  <a:gd name="connsiteY41" fmla="*/ 1290661 h 1656098"/>
                  <a:gd name="connsiteX42" fmla="*/ 287662 w 1656097"/>
                  <a:gd name="connsiteY42" fmla="*/ 1281558 h 1656098"/>
                  <a:gd name="connsiteX43" fmla="*/ 157930 w 1656097"/>
                  <a:gd name="connsiteY43" fmla="*/ 1323465 h 1656098"/>
                  <a:gd name="connsiteX44" fmla="*/ 63947 w 1656097"/>
                  <a:gd name="connsiteY44" fmla="*/ 1160683 h 1656098"/>
                  <a:gd name="connsiteX45" fmla="*/ 170348 w 1656097"/>
                  <a:gd name="connsiteY45" fmla="*/ 1064548 h 1656098"/>
                  <a:gd name="connsiteX46" fmla="*/ 159896 w 1656097"/>
                  <a:gd name="connsiteY46" fmla="*/ 1031651 h 1656098"/>
                  <a:gd name="connsiteX47" fmla="*/ 144063 w 1656097"/>
                  <a:gd name="connsiteY47" fmla="*/ 952912 h 1656098"/>
                  <a:gd name="connsiteX48" fmla="*/ 0 w 1656097"/>
                  <a:gd name="connsiteY48" fmla="*/ 922032 h 1656098"/>
                  <a:gd name="connsiteX49" fmla="*/ 0 w 1656097"/>
                  <a:gd name="connsiteY49" fmla="*/ 734067 h 1656098"/>
                  <a:gd name="connsiteX50" fmla="*/ 152682 w 1656097"/>
                  <a:gd name="connsiteY50" fmla="*/ 701339 h 1656098"/>
                  <a:gd name="connsiteX51" fmla="*/ 159896 w 1656097"/>
                  <a:gd name="connsiteY51" fmla="*/ 669158 h 1656098"/>
                  <a:gd name="connsiteX52" fmla="*/ 182923 w 1656097"/>
                  <a:gd name="connsiteY52" fmla="*/ 602913 h 1656098"/>
                  <a:gd name="connsiteX53" fmla="*/ 63947 w 1656097"/>
                  <a:gd name="connsiteY53" fmla="*/ 495417 h 1656098"/>
                  <a:gd name="connsiteX54" fmla="*/ 157930 w 1656097"/>
                  <a:gd name="connsiteY54" fmla="*/ 332634 h 1656098"/>
                  <a:gd name="connsiteX55" fmla="*/ 318389 w 1656097"/>
                  <a:gd name="connsiteY55" fmla="*/ 384465 h 1656098"/>
                  <a:gd name="connsiteX56" fmla="*/ 353537 w 1656097"/>
                  <a:gd name="connsiteY56" fmla="*/ 346539 h 1656098"/>
                  <a:gd name="connsiteX57" fmla="*/ 385166 w 1656097"/>
                  <a:gd name="connsiteY57" fmla="*/ 320558 h 1656098"/>
                  <a:gd name="connsiteX58" fmla="*/ 332634 w 1656097"/>
                  <a:gd name="connsiteY58" fmla="*/ 157929 h 1656098"/>
                  <a:gd name="connsiteX59" fmla="*/ 495416 w 1656097"/>
                  <a:gd name="connsiteY59" fmla="*/ 63947 h 1656098"/>
                  <a:gd name="connsiteX60" fmla="*/ 612546 w 1656097"/>
                  <a:gd name="connsiteY60" fmla="*/ 193585 h 1656098"/>
                  <a:gd name="connsiteX61" fmla="*/ 688561 w 1656097"/>
                  <a:gd name="connsiteY61" fmla="*/ 172338 h 1656098"/>
                  <a:gd name="connsiteX62" fmla="*/ 697415 w 1656097"/>
                  <a:gd name="connsiteY62" fmla="*/ 170987 h 165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656097" h="1656098">
                    <a:moveTo>
                      <a:pt x="734066" y="0"/>
                    </a:moveTo>
                    <a:lnTo>
                      <a:pt x="922032" y="0"/>
                    </a:lnTo>
                    <a:lnTo>
                      <a:pt x="958682" y="170987"/>
                    </a:lnTo>
                    <a:lnTo>
                      <a:pt x="967537" y="172338"/>
                    </a:lnTo>
                    <a:lnTo>
                      <a:pt x="1042604" y="194634"/>
                    </a:lnTo>
                    <a:lnTo>
                      <a:pt x="1160682" y="63947"/>
                    </a:lnTo>
                    <a:lnTo>
                      <a:pt x="1323465" y="157929"/>
                    </a:lnTo>
                    <a:lnTo>
                      <a:pt x="1271151" y="319877"/>
                    </a:lnTo>
                    <a:lnTo>
                      <a:pt x="1280994" y="327054"/>
                    </a:lnTo>
                    <a:cubicBezTo>
                      <a:pt x="1299308" y="342918"/>
                      <a:pt x="1316780" y="359726"/>
                      <a:pt x="1333335" y="377405"/>
                    </a:cubicBezTo>
                    <a:lnTo>
                      <a:pt x="1338950" y="384065"/>
                    </a:lnTo>
                    <a:lnTo>
                      <a:pt x="1498169" y="332634"/>
                    </a:lnTo>
                    <a:lnTo>
                      <a:pt x="1592152" y="495417"/>
                    </a:lnTo>
                    <a:lnTo>
                      <a:pt x="1473528" y="602595"/>
                    </a:lnTo>
                    <a:lnTo>
                      <a:pt x="1483127" y="626411"/>
                    </a:lnTo>
                    <a:lnTo>
                      <a:pt x="1501984" y="701032"/>
                    </a:lnTo>
                    <a:lnTo>
                      <a:pt x="1656097" y="734067"/>
                    </a:lnTo>
                    <a:lnTo>
                      <a:pt x="1656097" y="922032"/>
                    </a:lnTo>
                    <a:lnTo>
                      <a:pt x="1511749" y="952973"/>
                    </a:lnTo>
                    <a:lnTo>
                      <a:pt x="1506114" y="989892"/>
                    </a:lnTo>
                    <a:cubicBezTo>
                      <a:pt x="1502081" y="1009604"/>
                      <a:pt x="1497209" y="1029011"/>
                      <a:pt x="1491538" y="1048074"/>
                    </a:cubicBezTo>
                    <a:lnTo>
                      <a:pt x="1485827" y="1064617"/>
                    </a:lnTo>
                    <a:lnTo>
                      <a:pt x="1592152" y="1160683"/>
                    </a:lnTo>
                    <a:lnTo>
                      <a:pt x="1498169" y="1323465"/>
                    </a:lnTo>
                    <a:lnTo>
                      <a:pt x="1367507" y="1281258"/>
                    </a:lnTo>
                    <a:lnTo>
                      <a:pt x="1351398" y="1303350"/>
                    </a:lnTo>
                    <a:cubicBezTo>
                      <a:pt x="1335535" y="1321664"/>
                      <a:pt x="1318727" y="1339136"/>
                      <a:pt x="1301049" y="1355691"/>
                    </a:cubicBezTo>
                    <a:lnTo>
                      <a:pt x="1282493" y="1371332"/>
                    </a:lnTo>
                    <a:lnTo>
                      <a:pt x="1323465" y="1498169"/>
                    </a:lnTo>
                    <a:lnTo>
                      <a:pt x="1160682" y="1592152"/>
                    </a:lnTo>
                    <a:lnTo>
                      <a:pt x="1074277" y="1496521"/>
                    </a:lnTo>
                    <a:lnTo>
                      <a:pt x="1052042" y="1505484"/>
                    </a:lnTo>
                    <a:lnTo>
                      <a:pt x="948719" y="1531593"/>
                    </a:lnTo>
                    <a:lnTo>
                      <a:pt x="922032" y="1656098"/>
                    </a:lnTo>
                    <a:lnTo>
                      <a:pt x="734066" y="1656098"/>
                    </a:lnTo>
                    <a:lnTo>
                      <a:pt x="707323" y="1531333"/>
                    </a:lnTo>
                    <a:lnTo>
                      <a:pt x="688561" y="1528470"/>
                    </a:lnTo>
                    <a:lnTo>
                      <a:pt x="581645" y="1496716"/>
                    </a:lnTo>
                    <a:lnTo>
                      <a:pt x="495416" y="1592152"/>
                    </a:lnTo>
                    <a:lnTo>
                      <a:pt x="332634" y="1498169"/>
                    </a:lnTo>
                    <a:lnTo>
                      <a:pt x="373389" y="1372000"/>
                    </a:lnTo>
                    <a:lnTo>
                      <a:pt x="293970" y="1290661"/>
                    </a:lnTo>
                    <a:lnTo>
                      <a:pt x="287662" y="1281558"/>
                    </a:lnTo>
                    <a:lnTo>
                      <a:pt x="157930" y="1323465"/>
                    </a:lnTo>
                    <a:lnTo>
                      <a:pt x="63947" y="1160683"/>
                    </a:lnTo>
                    <a:lnTo>
                      <a:pt x="170348" y="1064548"/>
                    </a:lnTo>
                    <a:lnTo>
                      <a:pt x="159896" y="1031651"/>
                    </a:lnTo>
                    <a:lnTo>
                      <a:pt x="144063" y="952912"/>
                    </a:lnTo>
                    <a:lnTo>
                      <a:pt x="0" y="922032"/>
                    </a:lnTo>
                    <a:lnTo>
                      <a:pt x="0" y="734067"/>
                    </a:lnTo>
                    <a:lnTo>
                      <a:pt x="152682" y="701339"/>
                    </a:lnTo>
                    <a:lnTo>
                      <a:pt x="159896" y="669158"/>
                    </a:lnTo>
                    <a:lnTo>
                      <a:pt x="182923" y="602913"/>
                    </a:lnTo>
                    <a:lnTo>
                      <a:pt x="63947" y="495417"/>
                    </a:lnTo>
                    <a:lnTo>
                      <a:pt x="157930" y="332634"/>
                    </a:lnTo>
                    <a:lnTo>
                      <a:pt x="318389" y="384465"/>
                    </a:lnTo>
                    <a:lnTo>
                      <a:pt x="353537" y="346539"/>
                    </a:lnTo>
                    <a:lnTo>
                      <a:pt x="385166" y="320558"/>
                    </a:lnTo>
                    <a:lnTo>
                      <a:pt x="332634" y="157929"/>
                    </a:lnTo>
                    <a:lnTo>
                      <a:pt x="495416" y="63947"/>
                    </a:lnTo>
                    <a:lnTo>
                      <a:pt x="612546" y="193585"/>
                    </a:lnTo>
                    <a:lnTo>
                      <a:pt x="688561" y="172338"/>
                    </a:lnTo>
                    <a:lnTo>
                      <a:pt x="697415" y="170987"/>
                    </a:lnTo>
                    <a:close/>
                  </a:path>
                </a:pathLst>
              </a:custGeom>
              <a:gradFill>
                <a:gsLst>
                  <a:gs pos="0">
                    <a:schemeClr val="bg1"/>
                  </a:gs>
                  <a:gs pos="100000">
                    <a:srgbClr val="E2E2E2"/>
                  </a:gs>
                </a:gsLst>
                <a:lin ang="2700000" scaled="1"/>
              </a:gradFill>
              <a:ln>
                <a:noFill/>
              </a:ln>
              <a:effectLst>
                <a:outerShdw blurRad="190500" dist="889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7" name="椭圆 36"/>
              <p:cNvSpPr/>
              <p:nvPr/>
            </p:nvSpPr>
            <p:spPr>
              <a:xfrm>
                <a:off x="5189938" y="1995474"/>
                <a:ext cx="1129900" cy="1129900"/>
              </a:xfrm>
              <a:prstGeom prst="ellipse">
                <a:avLst/>
              </a:prstGeom>
              <a:solidFill>
                <a:schemeClr val="accent1">
                  <a:lumMod val="100000"/>
                </a:schemeClr>
              </a:solidFill>
              <a:ln w="22225">
                <a:gradFill flip="none" rotWithShape="1">
                  <a:gsLst>
                    <a:gs pos="0">
                      <a:srgbClr val="CDCDCD"/>
                    </a:gs>
                    <a:gs pos="100000">
                      <a:schemeClr val="bg1"/>
                    </a:gs>
                  </a:gsLst>
                  <a:lin ang="2700000" scaled="1"/>
                  <a:tileRect/>
                </a:gradFill>
              </a:ln>
              <a:effectLst>
                <a:innerShdw blurRad="88900" dist="381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8" name="椭圆 37"/>
              <p:cNvSpPr/>
              <p:nvPr/>
            </p:nvSpPr>
            <p:spPr>
              <a:xfrm>
                <a:off x="5266822" y="2076686"/>
                <a:ext cx="976134" cy="976135"/>
              </a:xfrm>
              <a:prstGeom prst="ellipse">
                <a:avLst/>
              </a:prstGeom>
              <a:gradFill>
                <a:gsLst>
                  <a:gs pos="0">
                    <a:schemeClr val="bg1">
                      <a:lumMod val="85000"/>
                    </a:schemeClr>
                  </a:gs>
                  <a:gs pos="100000">
                    <a:schemeClr val="bg1"/>
                  </a:gs>
                </a:gsLst>
                <a:lin ang="2700000" scaled="1"/>
              </a:gradFill>
              <a:ln w="19050">
                <a:gradFill flip="none" rotWithShape="1">
                  <a:gsLst>
                    <a:gs pos="100000">
                      <a:srgbClr val="CDCDCD"/>
                    </a:gs>
                    <a:gs pos="0">
                      <a:schemeClr val="bg1"/>
                    </a:gs>
                  </a:gsLst>
                  <a:lin ang="2700000" scaled="1"/>
                  <a:tileRect/>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1" name="Group 909"/>
            <p:cNvGrpSpPr>
              <a:grpSpLocks noChangeAspect="1"/>
            </p:cNvGrpSpPr>
            <p:nvPr/>
          </p:nvGrpSpPr>
          <p:grpSpPr bwMode="auto">
            <a:xfrm>
              <a:off x="3772384" y="1784959"/>
              <a:ext cx="305196" cy="260315"/>
              <a:chOff x="6090" y="1175"/>
              <a:chExt cx="265" cy="226"/>
            </a:xfrm>
            <a:solidFill>
              <a:srgbClr val="FFB850"/>
            </a:solidFill>
            <a:effectLst/>
          </p:grpSpPr>
          <p:sp>
            <p:nvSpPr>
              <p:cNvPr id="32" name="Freeform 910"/>
              <p:cNvSpPr/>
              <p:nvPr/>
            </p:nvSpPr>
            <p:spPr bwMode="auto">
              <a:xfrm>
                <a:off x="6129" y="1269"/>
                <a:ext cx="56" cy="96"/>
              </a:xfrm>
              <a:custGeom>
                <a:avLst/>
                <a:gdLst>
                  <a:gd name="T0" fmla="*/ 2 w 23"/>
                  <a:gd name="T1" fmla="*/ 40 h 40"/>
                  <a:gd name="T2" fmla="*/ 21 w 23"/>
                  <a:gd name="T3" fmla="*/ 40 h 40"/>
                  <a:gd name="T4" fmla="*/ 23 w 23"/>
                  <a:gd name="T5" fmla="*/ 38 h 40"/>
                  <a:gd name="T6" fmla="*/ 23 w 23"/>
                  <a:gd name="T7" fmla="*/ 2 h 40"/>
                  <a:gd name="T8" fmla="*/ 21 w 23"/>
                  <a:gd name="T9" fmla="*/ 0 h 40"/>
                  <a:gd name="T10" fmla="*/ 2 w 23"/>
                  <a:gd name="T11" fmla="*/ 0 h 40"/>
                  <a:gd name="T12" fmla="*/ 0 w 23"/>
                  <a:gd name="T13" fmla="*/ 2 h 40"/>
                  <a:gd name="T14" fmla="*/ 0 w 23"/>
                  <a:gd name="T15" fmla="*/ 38 h 40"/>
                  <a:gd name="T16" fmla="*/ 2 w 23"/>
                  <a:gd name="T17"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40">
                    <a:moveTo>
                      <a:pt x="2" y="40"/>
                    </a:moveTo>
                    <a:cubicBezTo>
                      <a:pt x="21" y="40"/>
                      <a:pt x="21" y="40"/>
                      <a:pt x="21" y="40"/>
                    </a:cubicBezTo>
                    <a:cubicBezTo>
                      <a:pt x="22" y="40"/>
                      <a:pt x="23" y="39"/>
                      <a:pt x="23" y="38"/>
                    </a:cubicBezTo>
                    <a:cubicBezTo>
                      <a:pt x="23" y="2"/>
                      <a:pt x="23" y="2"/>
                      <a:pt x="23" y="2"/>
                    </a:cubicBezTo>
                    <a:cubicBezTo>
                      <a:pt x="23" y="1"/>
                      <a:pt x="22" y="0"/>
                      <a:pt x="21" y="0"/>
                    </a:cubicBezTo>
                    <a:cubicBezTo>
                      <a:pt x="2" y="0"/>
                      <a:pt x="2" y="0"/>
                      <a:pt x="2" y="0"/>
                    </a:cubicBezTo>
                    <a:cubicBezTo>
                      <a:pt x="1" y="0"/>
                      <a:pt x="0" y="1"/>
                      <a:pt x="0" y="2"/>
                    </a:cubicBezTo>
                    <a:cubicBezTo>
                      <a:pt x="0" y="38"/>
                      <a:pt x="0" y="38"/>
                      <a:pt x="0" y="38"/>
                    </a:cubicBezTo>
                    <a:cubicBezTo>
                      <a:pt x="0" y="39"/>
                      <a:pt x="1" y="40"/>
                      <a:pt x="2" y="4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3" name="Freeform 911"/>
              <p:cNvSpPr/>
              <p:nvPr/>
            </p:nvSpPr>
            <p:spPr bwMode="auto">
              <a:xfrm>
                <a:off x="6209" y="1235"/>
                <a:ext cx="54" cy="130"/>
              </a:xfrm>
              <a:custGeom>
                <a:avLst/>
                <a:gdLst>
                  <a:gd name="T0" fmla="*/ 2 w 22"/>
                  <a:gd name="T1" fmla="*/ 54 h 54"/>
                  <a:gd name="T2" fmla="*/ 20 w 22"/>
                  <a:gd name="T3" fmla="*/ 54 h 54"/>
                  <a:gd name="T4" fmla="*/ 22 w 22"/>
                  <a:gd name="T5" fmla="*/ 52 h 54"/>
                  <a:gd name="T6" fmla="*/ 22 w 22"/>
                  <a:gd name="T7" fmla="*/ 2 h 54"/>
                  <a:gd name="T8" fmla="*/ 20 w 22"/>
                  <a:gd name="T9" fmla="*/ 0 h 54"/>
                  <a:gd name="T10" fmla="*/ 2 w 22"/>
                  <a:gd name="T11" fmla="*/ 0 h 54"/>
                  <a:gd name="T12" fmla="*/ 0 w 22"/>
                  <a:gd name="T13" fmla="*/ 2 h 54"/>
                  <a:gd name="T14" fmla="*/ 0 w 22"/>
                  <a:gd name="T15" fmla="*/ 52 h 54"/>
                  <a:gd name="T16" fmla="*/ 2 w 22"/>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54">
                    <a:moveTo>
                      <a:pt x="2" y="54"/>
                    </a:moveTo>
                    <a:cubicBezTo>
                      <a:pt x="20" y="54"/>
                      <a:pt x="20" y="54"/>
                      <a:pt x="20" y="54"/>
                    </a:cubicBezTo>
                    <a:cubicBezTo>
                      <a:pt x="21" y="54"/>
                      <a:pt x="22" y="53"/>
                      <a:pt x="22" y="52"/>
                    </a:cubicBezTo>
                    <a:cubicBezTo>
                      <a:pt x="22" y="2"/>
                      <a:pt x="22" y="2"/>
                      <a:pt x="22" y="2"/>
                    </a:cubicBezTo>
                    <a:cubicBezTo>
                      <a:pt x="22" y="1"/>
                      <a:pt x="21" y="0"/>
                      <a:pt x="20" y="0"/>
                    </a:cubicBezTo>
                    <a:cubicBezTo>
                      <a:pt x="2" y="0"/>
                      <a:pt x="2" y="0"/>
                      <a:pt x="2" y="0"/>
                    </a:cubicBezTo>
                    <a:cubicBezTo>
                      <a:pt x="1" y="0"/>
                      <a:pt x="0" y="1"/>
                      <a:pt x="0" y="2"/>
                    </a:cubicBezTo>
                    <a:cubicBezTo>
                      <a:pt x="0" y="52"/>
                      <a:pt x="0" y="52"/>
                      <a:pt x="0" y="52"/>
                    </a:cubicBezTo>
                    <a:cubicBezTo>
                      <a:pt x="0" y="53"/>
                      <a:pt x="1" y="54"/>
                      <a:pt x="2" y="54"/>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4" name="Freeform 912"/>
              <p:cNvSpPr/>
              <p:nvPr/>
            </p:nvSpPr>
            <p:spPr bwMode="auto">
              <a:xfrm>
                <a:off x="6287" y="1207"/>
                <a:ext cx="56" cy="158"/>
              </a:xfrm>
              <a:custGeom>
                <a:avLst/>
                <a:gdLst>
                  <a:gd name="T0" fmla="*/ 2 w 23"/>
                  <a:gd name="T1" fmla="*/ 66 h 66"/>
                  <a:gd name="T2" fmla="*/ 21 w 23"/>
                  <a:gd name="T3" fmla="*/ 66 h 66"/>
                  <a:gd name="T4" fmla="*/ 23 w 23"/>
                  <a:gd name="T5" fmla="*/ 64 h 66"/>
                  <a:gd name="T6" fmla="*/ 23 w 23"/>
                  <a:gd name="T7" fmla="*/ 2 h 66"/>
                  <a:gd name="T8" fmla="*/ 21 w 23"/>
                  <a:gd name="T9" fmla="*/ 0 h 66"/>
                  <a:gd name="T10" fmla="*/ 2 w 23"/>
                  <a:gd name="T11" fmla="*/ 0 h 66"/>
                  <a:gd name="T12" fmla="*/ 0 w 23"/>
                  <a:gd name="T13" fmla="*/ 2 h 66"/>
                  <a:gd name="T14" fmla="*/ 0 w 23"/>
                  <a:gd name="T15" fmla="*/ 64 h 66"/>
                  <a:gd name="T16" fmla="*/ 2 w 23"/>
                  <a:gd name="T17"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66">
                    <a:moveTo>
                      <a:pt x="2" y="66"/>
                    </a:moveTo>
                    <a:cubicBezTo>
                      <a:pt x="21" y="66"/>
                      <a:pt x="21" y="66"/>
                      <a:pt x="21" y="66"/>
                    </a:cubicBezTo>
                    <a:cubicBezTo>
                      <a:pt x="22" y="66"/>
                      <a:pt x="23" y="65"/>
                      <a:pt x="23" y="64"/>
                    </a:cubicBezTo>
                    <a:cubicBezTo>
                      <a:pt x="23" y="2"/>
                      <a:pt x="23" y="2"/>
                      <a:pt x="23" y="2"/>
                    </a:cubicBezTo>
                    <a:cubicBezTo>
                      <a:pt x="23" y="1"/>
                      <a:pt x="22" y="0"/>
                      <a:pt x="21" y="0"/>
                    </a:cubicBezTo>
                    <a:cubicBezTo>
                      <a:pt x="2" y="0"/>
                      <a:pt x="2" y="0"/>
                      <a:pt x="2" y="0"/>
                    </a:cubicBezTo>
                    <a:cubicBezTo>
                      <a:pt x="1" y="0"/>
                      <a:pt x="0" y="1"/>
                      <a:pt x="0" y="2"/>
                    </a:cubicBezTo>
                    <a:cubicBezTo>
                      <a:pt x="0" y="64"/>
                      <a:pt x="0" y="64"/>
                      <a:pt x="0" y="64"/>
                    </a:cubicBezTo>
                    <a:cubicBezTo>
                      <a:pt x="0" y="65"/>
                      <a:pt x="1" y="66"/>
                      <a:pt x="2" y="66"/>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5" name="Freeform 913"/>
              <p:cNvSpPr/>
              <p:nvPr/>
            </p:nvSpPr>
            <p:spPr bwMode="auto">
              <a:xfrm>
                <a:off x="6090" y="1175"/>
                <a:ext cx="265" cy="226"/>
              </a:xfrm>
              <a:custGeom>
                <a:avLst/>
                <a:gdLst>
                  <a:gd name="T0" fmla="*/ 104 w 109"/>
                  <a:gd name="T1" fmla="*/ 85 h 94"/>
                  <a:gd name="T2" fmla="*/ 9 w 109"/>
                  <a:gd name="T3" fmla="*/ 85 h 94"/>
                  <a:gd name="T4" fmla="*/ 9 w 109"/>
                  <a:gd name="T5" fmla="*/ 85 h 94"/>
                  <a:gd name="T6" fmla="*/ 9 w 109"/>
                  <a:gd name="T7" fmla="*/ 4 h 94"/>
                  <a:gd name="T8" fmla="*/ 4 w 109"/>
                  <a:gd name="T9" fmla="*/ 0 h 94"/>
                  <a:gd name="T10" fmla="*/ 0 w 109"/>
                  <a:gd name="T11" fmla="*/ 4 h 94"/>
                  <a:gd name="T12" fmla="*/ 0 w 109"/>
                  <a:gd name="T13" fmla="*/ 85 h 94"/>
                  <a:gd name="T14" fmla="*/ 9 w 109"/>
                  <a:gd name="T15" fmla="*/ 94 h 94"/>
                  <a:gd name="T16" fmla="*/ 104 w 109"/>
                  <a:gd name="T17" fmla="*/ 94 h 94"/>
                  <a:gd name="T18" fmla="*/ 109 w 109"/>
                  <a:gd name="T19" fmla="*/ 90 h 94"/>
                  <a:gd name="T20" fmla="*/ 104 w 109"/>
                  <a:gd name="T21" fmla="*/ 85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94">
                    <a:moveTo>
                      <a:pt x="104" y="85"/>
                    </a:moveTo>
                    <a:cubicBezTo>
                      <a:pt x="9" y="85"/>
                      <a:pt x="9" y="85"/>
                      <a:pt x="9" y="85"/>
                    </a:cubicBezTo>
                    <a:cubicBezTo>
                      <a:pt x="9" y="85"/>
                      <a:pt x="9" y="85"/>
                      <a:pt x="9" y="85"/>
                    </a:cubicBezTo>
                    <a:cubicBezTo>
                      <a:pt x="9" y="4"/>
                      <a:pt x="9" y="4"/>
                      <a:pt x="9" y="4"/>
                    </a:cubicBezTo>
                    <a:cubicBezTo>
                      <a:pt x="9" y="2"/>
                      <a:pt x="7" y="0"/>
                      <a:pt x="4" y="0"/>
                    </a:cubicBezTo>
                    <a:cubicBezTo>
                      <a:pt x="2" y="0"/>
                      <a:pt x="0" y="2"/>
                      <a:pt x="0" y="4"/>
                    </a:cubicBezTo>
                    <a:cubicBezTo>
                      <a:pt x="0" y="85"/>
                      <a:pt x="0" y="85"/>
                      <a:pt x="0" y="85"/>
                    </a:cubicBezTo>
                    <a:cubicBezTo>
                      <a:pt x="0" y="90"/>
                      <a:pt x="4" y="94"/>
                      <a:pt x="9" y="94"/>
                    </a:cubicBezTo>
                    <a:cubicBezTo>
                      <a:pt x="104" y="94"/>
                      <a:pt x="104" y="94"/>
                      <a:pt x="104" y="94"/>
                    </a:cubicBezTo>
                    <a:cubicBezTo>
                      <a:pt x="107" y="94"/>
                      <a:pt x="109" y="92"/>
                      <a:pt x="109" y="90"/>
                    </a:cubicBezTo>
                    <a:cubicBezTo>
                      <a:pt x="109" y="87"/>
                      <a:pt x="107" y="85"/>
                      <a:pt x="104" y="85"/>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grpSp>
        <p:nvGrpSpPr>
          <p:cNvPr id="39" name="组合 38"/>
          <p:cNvGrpSpPr/>
          <p:nvPr/>
        </p:nvGrpSpPr>
        <p:grpSpPr>
          <a:xfrm>
            <a:off x="6253333" y="2346557"/>
            <a:ext cx="1414953" cy="1415145"/>
            <a:chOff x="4689999" y="1384437"/>
            <a:chExt cx="1061215" cy="1061359"/>
          </a:xfrm>
        </p:grpSpPr>
        <p:grpSp>
          <p:nvGrpSpPr>
            <p:cNvPr id="40" name="组合 39"/>
            <p:cNvGrpSpPr/>
            <p:nvPr/>
          </p:nvGrpSpPr>
          <p:grpSpPr>
            <a:xfrm>
              <a:off x="4689999" y="1384437"/>
              <a:ext cx="1061215" cy="1061359"/>
              <a:chOff x="4926840" y="1732375"/>
              <a:chExt cx="1656097" cy="1656098"/>
            </a:xfrm>
          </p:grpSpPr>
          <p:sp>
            <p:nvSpPr>
              <p:cNvPr id="42" name="任意多边形 41"/>
              <p:cNvSpPr/>
              <p:nvPr/>
            </p:nvSpPr>
            <p:spPr>
              <a:xfrm>
                <a:off x="4926840" y="1732375"/>
                <a:ext cx="1656097" cy="1656098"/>
              </a:xfrm>
              <a:custGeom>
                <a:avLst/>
                <a:gdLst>
                  <a:gd name="connsiteX0" fmla="*/ 734066 w 1656097"/>
                  <a:gd name="connsiteY0" fmla="*/ 0 h 1656098"/>
                  <a:gd name="connsiteX1" fmla="*/ 922032 w 1656097"/>
                  <a:gd name="connsiteY1" fmla="*/ 0 h 1656098"/>
                  <a:gd name="connsiteX2" fmla="*/ 958682 w 1656097"/>
                  <a:gd name="connsiteY2" fmla="*/ 170987 h 1656098"/>
                  <a:gd name="connsiteX3" fmla="*/ 967537 w 1656097"/>
                  <a:gd name="connsiteY3" fmla="*/ 172338 h 1656098"/>
                  <a:gd name="connsiteX4" fmla="*/ 1042604 w 1656097"/>
                  <a:gd name="connsiteY4" fmla="*/ 194634 h 1656098"/>
                  <a:gd name="connsiteX5" fmla="*/ 1160682 w 1656097"/>
                  <a:gd name="connsiteY5" fmla="*/ 63947 h 1656098"/>
                  <a:gd name="connsiteX6" fmla="*/ 1323465 w 1656097"/>
                  <a:gd name="connsiteY6" fmla="*/ 157929 h 1656098"/>
                  <a:gd name="connsiteX7" fmla="*/ 1271151 w 1656097"/>
                  <a:gd name="connsiteY7" fmla="*/ 319877 h 1656098"/>
                  <a:gd name="connsiteX8" fmla="*/ 1280994 w 1656097"/>
                  <a:gd name="connsiteY8" fmla="*/ 327054 h 1656098"/>
                  <a:gd name="connsiteX9" fmla="*/ 1333335 w 1656097"/>
                  <a:gd name="connsiteY9" fmla="*/ 377405 h 1656098"/>
                  <a:gd name="connsiteX10" fmla="*/ 1338950 w 1656097"/>
                  <a:gd name="connsiteY10" fmla="*/ 384065 h 1656098"/>
                  <a:gd name="connsiteX11" fmla="*/ 1498169 w 1656097"/>
                  <a:gd name="connsiteY11" fmla="*/ 332634 h 1656098"/>
                  <a:gd name="connsiteX12" fmla="*/ 1592152 w 1656097"/>
                  <a:gd name="connsiteY12" fmla="*/ 495417 h 1656098"/>
                  <a:gd name="connsiteX13" fmla="*/ 1473528 w 1656097"/>
                  <a:gd name="connsiteY13" fmla="*/ 602595 h 1656098"/>
                  <a:gd name="connsiteX14" fmla="*/ 1483127 w 1656097"/>
                  <a:gd name="connsiteY14" fmla="*/ 626411 h 1656098"/>
                  <a:gd name="connsiteX15" fmla="*/ 1501984 w 1656097"/>
                  <a:gd name="connsiteY15" fmla="*/ 701032 h 1656098"/>
                  <a:gd name="connsiteX16" fmla="*/ 1656097 w 1656097"/>
                  <a:gd name="connsiteY16" fmla="*/ 734067 h 1656098"/>
                  <a:gd name="connsiteX17" fmla="*/ 1656097 w 1656097"/>
                  <a:gd name="connsiteY17" fmla="*/ 922032 h 1656098"/>
                  <a:gd name="connsiteX18" fmla="*/ 1511749 w 1656097"/>
                  <a:gd name="connsiteY18" fmla="*/ 952973 h 1656098"/>
                  <a:gd name="connsiteX19" fmla="*/ 1506114 w 1656097"/>
                  <a:gd name="connsiteY19" fmla="*/ 989892 h 1656098"/>
                  <a:gd name="connsiteX20" fmla="*/ 1491538 w 1656097"/>
                  <a:gd name="connsiteY20" fmla="*/ 1048074 h 1656098"/>
                  <a:gd name="connsiteX21" fmla="*/ 1485827 w 1656097"/>
                  <a:gd name="connsiteY21" fmla="*/ 1064617 h 1656098"/>
                  <a:gd name="connsiteX22" fmla="*/ 1592152 w 1656097"/>
                  <a:gd name="connsiteY22" fmla="*/ 1160683 h 1656098"/>
                  <a:gd name="connsiteX23" fmla="*/ 1498169 w 1656097"/>
                  <a:gd name="connsiteY23" fmla="*/ 1323465 h 1656098"/>
                  <a:gd name="connsiteX24" fmla="*/ 1367507 w 1656097"/>
                  <a:gd name="connsiteY24" fmla="*/ 1281258 h 1656098"/>
                  <a:gd name="connsiteX25" fmla="*/ 1351398 w 1656097"/>
                  <a:gd name="connsiteY25" fmla="*/ 1303350 h 1656098"/>
                  <a:gd name="connsiteX26" fmla="*/ 1301049 w 1656097"/>
                  <a:gd name="connsiteY26" fmla="*/ 1355691 h 1656098"/>
                  <a:gd name="connsiteX27" fmla="*/ 1282493 w 1656097"/>
                  <a:gd name="connsiteY27" fmla="*/ 1371332 h 1656098"/>
                  <a:gd name="connsiteX28" fmla="*/ 1323465 w 1656097"/>
                  <a:gd name="connsiteY28" fmla="*/ 1498169 h 1656098"/>
                  <a:gd name="connsiteX29" fmla="*/ 1160682 w 1656097"/>
                  <a:gd name="connsiteY29" fmla="*/ 1592152 h 1656098"/>
                  <a:gd name="connsiteX30" fmla="*/ 1074277 w 1656097"/>
                  <a:gd name="connsiteY30" fmla="*/ 1496521 h 1656098"/>
                  <a:gd name="connsiteX31" fmla="*/ 1052042 w 1656097"/>
                  <a:gd name="connsiteY31" fmla="*/ 1505484 h 1656098"/>
                  <a:gd name="connsiteX32" fmla="*/ 948719 w 1656097"/>
                  <a:gd name="connsiteY32" fmla="*/ 1531593 h 1656098"/>
                  <a:gd name="connsiteX33" fmla="*/ 922032 w 1656097"/>
                  <a:gd name="connsiteY33" fmla="*/ 1656098 h 1656098"/>
                  <a:gd name="connsiteX34" fmla="*/ 734066 w 1656097"/>
                  <a:gd name="connsiteY34" fmla="*/ 1656098 h 1656098"/>
                  <a:gd name="connsiteX35" fmla="*/ 707323 w 1656097"/>
                  <a:gd name="connsiteY35" fmla="*/ 1531333 h 1656098"/>
                  <a:gd name="connsiteX36" fmla="*/ 688561 w 1656097"/>
                  <a:gd name="connsiteY36" fmla="*/ 1528470 h 1656098"/>
                  <a:gd name="connsiteX37" fmla="*/ 581645 w 1656097"/>
                  <a:gd name="connsiteY37" fmla="*/ 1496716 h 1656098"/>
                  <a:gd name="connsiteX38" fmla="*/ 495416 w 1656097"/>
                  <a:gd name="connsiteY38" fmla="*/ 1592152 h 1656098"/>
                  <a:gd name="connsiteX39" fmla="*/ 332634 w 1656097"/>
                  <a:gd name="connsiteY39" fmla="*/ 1498169 h 1656098"/>
                  <a:gd name="connsiteX40" fmla="*/ 373389 w 1656097"/>
                  <a:gd name="connsiteY40" fmla="*/ 1372000 h 1656098"/>
                  <a:gd name="connsiteX41" fmla="*/ 293970 w 1656097"/>
                  <a:gd name="connsiteY41" fmla="*/ 1290661 h 1656098"/>
                  <a:gd name="connsiteX42" fmla="*/ 287662 w 1656097"/>
                  <a:gd name="connsiteY42" fmla="*/ 1281558 h 1656098"/>
                  <a:gd name="connsiteX43" fmla="*/ 157930 w 1656097"/>
                  <a:gd name="connsiteY43" fmla="*/ 1323465 h 1656098"/>
                  <a:gd name="connsiteX44" fmla="*/ 63947 w 1656097"/>
                  <a:gd name="connsiteY44" fmla="*/ 1160683 h 1656098"/>
                  <a:gd name="connsiteX45" fmla="*/ 170348 w 1656097"/>
                  <a:gd name="connsiteY45" fmla="*/ 1064548 h 1656098"/>
                  <a:gd name="connsiteX46" fmla="*/ 159896 w 1656097"/>
                  <a:gd name="connsiteY46" fmla="*/ 1031651 h 1656098"/>
                  <a:gd name="connsiteX47" fmla="*/ 144063 w 1656097"/>
                  <a:gd name="connsiteY47" fmla="*/ 952912 h 1656098"/>
                  <a:gd name="connsiteX48" fmla="*/ 0 w 1656097"/>
                  <a:gd name="connsiteY48" fmla="*/ 922032 h 1656098"/>
                  <a:gd name="connsiteX49" fmla="*/ 0 w 1656097"/>
                  <a:gd name="connsiteY49" fmla="*/ 734067 h 1656098"/>
                  <a:gd name="connsiteX50" fmla="*/ 152682 w 1656097"/>
                  <a:gd name="connsiteY50" fmla="*/ 701339 h 1656098"/>
                  <a:gd name="connsiteX51" fmla="*/ 159896 w 1656097"/>
                  <a:gd name="connsiteY51" fmla="*/ 669158 h 1656098"/>
                  <a:gd name="connsiteX52" fmla="*/ 182923 w 1656097"/>
                  <a:gd name="connsiteY52" fmla="*/ 602913 h 1656098"/>
                  <a:gd name="connsiteX53" fmla="*/ 63947 w 1656097"/>
                  <a:gd name="connsiteY53" fmla="*/ 495417 h 1656098"/>
                  <a:gd name="connsiteX54" fmla="*/ 157930 w 1656097"/>
                  <a:gd name="connsiteY54" fmla="*/ 332634 h 1656098"/>
                  <a:gd name="connsiteX55" fmla="*/ 318389 w 1656097"/>
                  <a:gd name="connsiteY55" fmla="*/ 384465 h 1656098"/>
                  <a:gd name="connsiteX56" fmla="*/ 353537 w 1656097"/>
                  <a:gd name="connsiteY56" fmla="*/ 346539 h 1656098"/>
                  <a:gd name="connsiteX57" fmla="*/ 385166 w 1656097"/>
                  <a:gd name="connsiteY57" fmla="*/ 320558 h 1656098"/>
                  <a:gd name="connsiteX58" fmla="*/ 332634 w 1656097"/>
                  <a:gd name="connsiteY58" fmla="*/ 157929 h 1656098"/>
                  <a:gd name="connsiteX59" fmla="*/ 495416 w 1656097"/>
                  <a:gd name="connsiteY59" fmla="*/ 63947 h 1656098"/>
                  <a:gd name="connsiteX60" fmla="*/ 612546 w 1656097"/>
                  <a:gd name="connsiteY60" fmla="*/ 193585 h 1656098"/>
                  <a:gd name="connsiteX61" fmla="*/ 688561 w 1656097"/>
                  <a:gd name="connsiteY61" fmla="*/ 172338 h 1656098"/>
                  <a:gd name="connsiteX62" fmla="*/ 697415 w 1656097"/>
                  <a:gd name="connsiteY62" fmla="*/ 170987 h 165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656097" h="1656098">
                    <a:moveTo>
                      <a:pt x="734066" y="0"/>
                    </a:moveTo>
                    <a:lnTo>
                      <a:pt x="922032" y="0"/>
                    </a:lnTo>
                    <a:lnTo>
                      <a:pt x="958682" y="170987"/>
                    </a:lnTo>
                    <a:lnTo>
                      <a:pt x="967537" y="172338"/>
                    </a:lnTo>
                    <a:lnTo>
                      <a:pt x="1042604" y="194634"/>
                    </a:lnTo>
                    <a:lnTo>
                      <a:pt x="1160682" y="63947"/>
                    </a:lnTo>
                    <a:lnTo>
                      <a:pt x="1323465" y="157929"/>
                    </a:lnTo>
                    <a:lnTo>
                      <a:pt x="1271151" y="319877"/>
                    </a:lnTo>
                    <a:lnTo>
                      <a:pt x="1280994" y="327054"/>
                    </a:lnTo>
                    <a:cubicBezTo>
                      <a:pt x="1299308" y="342918"/>
                      <a:pt x="1316780" y="359726"/>
                      <a:pt x="1333335" y="377405"/>
                    </a:cubicBezTo>
                    <a:lnTo>
                      <a:pt x="1338950" y="384065"/>
                    </a:lnTo>
                    <a:lnTo>
                      <a:pt x="1498169" y="332634"/>
                    </a:lnTo>
                    <a:lnTo>
                      <a:pt x="1592152" y="495417"/>
                    </a:lnTo>
                    <a:lnTo>
                      <a:pt x="1473528" y="602595"/>
                    </a:lnTo>
                    <a:lnTo>
                      <a:pt x="1483127" y="626411"/>
                    </a:lnTo>
                    <a:lnTo>
                      <a:pt x="1501984" y="701032"/>
                    </a:lnTo>
                    <a:lnTo>
                      <a:pt x="1656097" y="734067"/>
                    </a:lnTo>
                    <a:lnTo>
                      <a:pt x="1656097" y="922032"/>
                    </a:lnTo>
                    <a:lnTo>
                      <a:pt x="1511749" y="952973"/>
                    </a:lnTo>
                    <a:lnTo>
                      <a:pt x="1506114" y="989892"/>
                    </a:lnTo>
                    <a:cubicBezTo>
                      <a:pt x="1502081" y="1009604"/>
                      <a:pt x="1497209" y="1029011"/>
                      <a:pt x="1491538" y="1048074"/>
                    </a:cubicBezTo>
                    <a:lnTo>
                      <a:pt x="1485827" y="1064617"/>
                    </a:lnTo>
                    <a:lnTo>
                      <a:pt x="1592152" y="1160683"/>
                    </a:lnTo>
                    <a:lnTo>
                      <a:pt x="1498169" y="1323465"/>
                    </a:lnTo>
                    <a:lnTo>
                      <a:pt x="1367507" y="1281258"/>
                    </a:lnTo>
                    <a:lnTo>
                      <a:pt x="1351398" y="1303350"/>
                    </a:lnTo>
                    <a:cubicBezTo>
                      <a:pt x="1335535" y="1321664"/>
                      <a:pt x="1318727" y="1339136"/>
                      <a:pt x="1301049" y="1355691"/>
                    </a:cubicBezTo>
                    <a:lnTo>
                      <a:pt x="1282493" y="1371332"/>
                    </a:lnTo>
                    <a:lnTo>
                      <a:pt x="1323465" y="1498169"/>
                    </a:lnTo>
                    <a:lnTo>
                      <a:pt x="1160682" y="1592152"/>
                    </a:lnTo>
                    <a:lnTo>
                      <a:pt x="1074277" y="1496521"/>
                    </a:lnTo>
                    <a:lnTo>
                      <a:pt x="1052042" y="1505484"/>
                    </a:lnTo>
                    <a:lnTo>
                      <a:pt x="948719" y="1531593"/>
                    </a:lnTo>
                    <a:lnTo>
                      <a:pt x="922032" y="1656098"/>
                    </a:lnTo>
                    <a:lnTo>
                      <a:pt x="734066" y="1656098"/>
                    </a:lnTo>
                    <a:lnTo>
                      <a:pt x="707323" y="1531333"/>
                    </a:lnTo>
                    <a:lnTo>
                      <a:pt x="688561" y="1528470"/>
                    </a:lnTo>
                    <a:lnTo>
                      <a:pt x="581645" y="1496716"/>
                    </a:lnTo>
                    <a:lnTo>
                      <a:pt x="495416" y="1592152"/>
                    </a:lnTo>
                    <a:lnTo>
                      <a:pt x="332634" y="1498169"/>
                    </a:lnTo>
                    <a:lnTo>
                      <a:pt x="373389" y="1372000"/>
                    </a:lnTo>
                    <a:lnTo>
                      <a:pt x="293970" y="1290661"/>
                    </a:lnTo>
                    <a:lnTo>
                      <a:pt x="287662" y="1281558"/>
                    </a:lnTo>
                    <a:lnTo>
                      <a:pt x="157930" y="1323465"/>
                    </a:lnTo>
                    <a:lnTo>
                      <a:pt x="63947" y="1160683"/>
                    </a:lnTo>
                    <a:lnTo>
                      <a:pt x="170348" y="1064548"/>
                    </a:lnTo>
                    <a:lnTo>
                      <a:pt x="159896" y="1031651"/>
                    </a:lnTo>
                    <a:lnTo>
                      <a:pt x="144063" y="952912"/>
                    </a:lnTo>
                    <a:lnTo>
                      <a:pt x="0" y="922032"/>
                    </a:lnTo>
                    <a:lnTo>
                      <a:pt x="0" y="734067"/>
                    </a:lnTo>
                    <a:lnTo>
                      <a:pt x="152682" y="701339"/>
                    </a:lnTo>
                    <a:lnTo>
                      <a:pt x="159896" y="669158"/>
                    </a:lnTo>
                    <a:lnTo>
                      <a:pt x="182923" y="602913"/>
                    </a:lnTo>
                    <a:lnTo>
                      <a:pt x="63947" y="495417"/>
                    </a:lnTo>
                    <a:lnTo>
                      <a:pt x="157930" y="332634"/>
                    </a:lnTo>
                    <a:lnTo>
                      <a:pt x="318389" y="384465"/>
                    </a:lnTo>
                    <a:lnTo>
                      <a:pt x="353537" y="346539"/>
                    </a:lnTo>
                    <a:lnTo>
                      <a:pt x="385166" y="320558"/>
                    </a:lnTo>
                    <a:lnTo>
                      <a:pt x="332634" y="157929"/>
                    </a:lnTo>
                    <a:lnTo>
                      <a:pt x="495416" y="63947"/>
                    </a:lnTo>
                    <a:lnTo>
                      <a:pt x="612546" y="193585"/>
                    </a:lnTo>
                    <a:lnTo>
                      <a:pt x="688561" y="172338"/>
                    </a:lnTo>
                    <a:lnTo>
                      <a:pt x="697415" y="170987"/>
                    </a:lnTo>
                    <a:close/>
                  </a:path>
                </a:pathLst>
              </a:custGeom>
              <a:gradFill>
                <a:gsLst>
                  <a:gs pos="0">
                    <a:schemeClr val="bg1"/>
                  </a:gs>
                  <a:gs pos="100000">
                    <a:srgbClr val="E2E2E2"/>
                  </a:gs>
                </a:gsLst>
                <a:lin ang="2700000" scaled="1"/>
              </a:gradFill>
              <a:ln>
                <a:noFill/>
              </a:ln>
              <a:effectLst>
                <a:outerShdw blurRad="190500" dist="889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3" name="椭圆 42"/>
              <p:cNvSpPr/>
              <p:nvPr/>
            </p:nvSpPr>
            <p:spPr>
              <a:xfrm>
                <a:off x="5189938" y="1995474"/>
                <a:ext cx="1129900" cy="1129900"/>
              </a:xfrm>
              <a:prstGeom prst="ellipse">
                <a:avLst/>
              </a:prstGeom>
              <a:solidFill>
                <a:schemeClr val="accent1">
                  <a:lumMod val="100000"/>
                </a:schemeClr>
              </a:solidFill>
              <a:ln w="22225">
                <a:gradFill flip="none" rotWithShape="1">
                  <a:gsLst>
                    <a:gs pos="0">
                      <a:srgbClr val="CDCDCD"/>
                    </a:gs>
                    <a:gs pos="100000">
                      <a:schemeClr val="bg1"/>
                    </a:gs>
                  </a:gsLst>
                  <a:lin ang="2700000" scaled="1"/>
                  <a:tileRect/>
                </a:gradFill>
              </a:ln>
              <a:effectLst>
                <a:innerShdw blurRad="88900" dist="381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4" name="椭圆 43"/>
              <p:cNvSpPr/>
              <p:nvPr/>
            </p:nvSpPr>
            <p:spPr>
              <a:xfrm>
                <a:off x="5266822" y="2076686"/>
                <a:ext cx="976134" cy="976135"/>
              </a:xfrm>
              <a:prstGeom prst="ellipse">
                <a:avLst/>
              </a:prstGeom>
              <a:gradFill>
                <a:gsLst>
                  <a:gs pos="0">
                    <a:schemeClr val="bg1">
                      <a:lumMod val="85000"/>
                    </a:schemeClr>
                  </a:gs>
                  <a:gs pos="100000">
                    <a:schemeClr val="bg1"/>
                  </a:gs>
                </a:gsLst>
                <a:lin ang="2700000" scaled="1"/>
              </a:gradFill>
              <a:ln w="19050">
                <a:gradFill flip="none" rotWithShape="1">
                  <a:gsLst>
                    <a:gs pos="100000">
                      <a:srgbClr val="CDCDCD"/>
                    </a:gs>
                    <a:gs pos="0">
                      <a:schemeClr val="bg1"/>
                    </a:gs>
                  </a:gsLst>
                  <a:lin ang="2700000" scaled="1"/>
                  <a:tileRect/>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41" name="Freeform 53"/>
            <p:cNvSpPr>
              <a:spLocks noEditPoints="1"/>
            </p:cNvSpPr>
            <p:nvPr/>
          </p:nvSpPr>
          <p:spPr bwMode="auto">
            <a:xfrm>
              <a:off x="5031764" y="1726249"/>
              <a:ext cx="377685" cy="377736"/>
            </a:xfrm>
            <a:custGeom>
              <a:avLst/>
              <a:gdLst>
                <a:gd name="T0" fmla="*/ 166 w 449"/>
                <a:gd name="T1" fmla="*/ 362 h 449"/>
                <a:gd name="T2" fmla="*/ 211 w 449"/>
                <a:gd name="T3" fmla="*/ 317 h 449"/>
                <a:gd name="T4" fmla="*/ 237 w 449"/>
                <a:gd name="T5" fmla="*/ 407 h 449"/>
                <a:gd name="T6" fmla="*/ 302 w 449"/>
                <a:gd name="T7" fmla="*/ 313 h 449"/>
                <a:gd name="T8" fmla="*/ 294 w 449"/>
                <a:gd name="T9" fmla="*/ 393 h 449"/>
                <a:gd name="T10" fmla="*/ 395 w 449"/>
                <a:gd name="T11" fmla="*/ 289 h 449"/>
                <a:gd name="T12" fmla="*/ 294 w 449"/>
                <a:gd name="T13" fmla="*/ 393 h 449"/>
                <a:gd name="T14" fmla="*/ 95 w 449"/>
                <a:gd name="T15" fmla="*/ 353 h 449"/>
                <a:gd name="T16" fmla="*/ 121 w 449"/>
                <a:gd name="T17" fmla="*/ 309 h 449"/>
                <a:gd name="T18" fmla="*/ 237 w 449"/>
                <a:gd name="T19" fmla="*/ 293 h 449"/>
                <a:gd name="T20" fmla="*/ 311 w 449"/>
                <a:gd name="T21" fmla="*/ 191 h 449"/>
                <a:gd name="T22" fmla="*/ 307 w 449"/>
                <a:gd name="T23" fmla="*/ 287 h 449"/>
                <a:gd name="T24" fmla="*/ 211 w 449"/>
                <a:gd name="T25" fmla="*/ 293 h 449"/>
                <a:gd name="T26" fmla="*/ 137 w 449"/>
                <a:gd name="T27" fmla="*/ 226 h 449"/>
                <a:gd name="T28" fmla="*/ 211 w 449"/>
                <a:gd name="T29" fmla="*/ 196 h 449"/>
                <a:gd name="T30" fmla="*/ 333 w 449"/>
                <a:gd name="T31" fmla="*/ 282 h 449"/>
                <a:gd name="T32" fmla="*/ 335 w 449"/>
                <a:gd name="T33" fmla="*/ 188 h 449"/>
                <a:gd name="T34" fmla="*/ 407 w 449"/>
                <a:gd name="T35" fmla="*/ 224 h 449"/>
                <a:gd name="T36" fmla="*/ 116 w 449"/>
                <a:gd name="T37" fmla="*/ 281 h 449"/>
                <a:gd name="T38" fmla="*/ 41 w 449"/>
                <a:gd name="T39" fmla="*/ 224 h 449"/>
                <a:gd name="T40" fmla="*/ 114 w 449"/>
                <a:gd name="T41" fmla="*/ 188 h 449"/>
                <a:gd name="T42" fmla="*/ 116 w 449"/>
                <a:gd name="T43" fmla="*/ 281 h 449"/>
                <a:gd name="T44" fmla="*/ 59 w 449"/>
                <a:gd name="T45" fmla="*/ 146 h 449"/>
                <a:gd name="T46" fmla="*/ 158 w 449"/>
                <a:gd name="T47" fmla="*/ 55 h 449"/>
                <a:gd name="T48" fmla="*/ 331 w 449"/>
                <a:gd name="T49" fmla="*/ 164 h 449"/>
                <a:gd name="T50" fmla="*/ 390 w 449"/>
                <a:gd name="T51" fmla="*/ 147 h 449"/>
                <a:gd name="T52" fmla="*/ 211 w 449"/>
                <a:gd name="T53" fmla="*/ 171 h 449"/>
                <a:gd name="T54" fmla="*/ 210 w 449"/>
                <a:gd name="T55" fmla="*/ 43 h 449"/>
                <a:gd name="T56" fmla="*/ 211 w 449"/>
                <a:gd name="T57" fmla="*/ 171 h 449"/>
                <a:gd name="T58" fmla="*/ 237 w 449"/>
                <a:gd name="T59" fmla="*/ 43 h 449"/>
                <a:gd name="T60" fmla="*/ 308 w 449"/>
                <a:gd name="T61" fmla="*/ 167 h 449"/>
                <a:gd name="T62" fmla="*/ 225 w 449"/>
                <a:gd name="T63" fmla="*/ 0 h 449"/>
                <a:gd name="T64" fmla="*/ 225 w 449"/>
                <a:gd name="T65" fmla="*/ 449 h 449"/>
                <a:gd name="T66" fmla="*/ 225 w 449"/>
                <a:gd name="T67" fmla="*/ 0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49" h="449">
                  <a:moveTo>
                    <a:pt x="211" y="407"/>
                  </a:moveTo>
                  <a:cubicBezTo>
                    <a:pt x="192" y="407"/>
                    <a:pt x="176" y="387"/>
                    <a:pt x="166" y="362"/>
                  </a:cubicBezTo>
                  <a:cubicBezTo>
                    <a:pt x="158" y="347"/>
                    <a:pt x="151" y="331"/>
                    <a:pt x="147" y="313"/>
                  </a:cubicBezTo>
                  <a:cubicBezTo>
                    <a:pt x="168" y="315"/>
                    <a:pt x="189" y="317"/>
                    <a:pt x="211" y="317"/>
                  </a:cubicBezTo>
                  <a:cubicBezTo>
                    <a:pt x="211" y="407"/>
                    <a:pt x="211" y="407"/>
                    <a:pt x="211" y="407"/>
                  </a:cubicBezTo>
                  <a:moveTo>
                    <a:pt x="237" y="407"/>
                  </a:moveTo>
                  <a:cubicBezTo>
                    <a:pt x="237" y="317"/>
                    <a:pt x="237" y="317"/>
                    <a:pt x="237" y="317"/>
                  </a:cubicBezTo>
                  <a:cubicBezTo>
                    <a:pt x="259" y="317"/>
                    <a:pt x="280" y="315"/>
                    <a:pt x="302" y="313"/>
                  </a:cubicBezTo>
                  <a:cubicBezTo>
                    <a:pt x="293" y="344"/>
                    <a:pt x="273" y="407"/>
                    <a:pt x="237" y="407"/>
                  </a:cubicBezTo>
                  <a:moveTo>
                    <a:pt x="294" y="393"/>
                  </a:moveTo>
                  <a:cubicBezTo>
                    <a:pt x="311" y="370"/>
                    <a:pt x="320" y="343"/>
                    <a:pt x="328" y="310"/>
                  </a:cubicBezTo>
                  <a:cubicBezTo>
                    <a:pt x="354" y="304"/>
                    <a:pt x="377" y="297"/>
                    <a:pt x="395" y="289"/>
                  </a:cubicBezTo>
                  <a:cubicBezTo>
                    <a:pt x="386" y="313"/>
                    <a:pt x="373" y="335"/>
                    <a:pt x="354" y="353"/>
                  </a:cubicBezTo>
                  <a:cubicBezTo>
                    <a:pt x="337" y="371"/>
                    <a:pt x="315" y="384"/>
                    <a:pt x="294" y="393"/>
                  </a:cubicBezTo>
                  <a:moveTo>
                    <a:pt x="154" y="393"/>
                  </a:moveTo>
                  <a:cubicBezTo>
                    <a:pt x="133" y="384"/>
                    <a:pt x="112" y="371"/>
                    <a:pt x="95" y="353"/>
                  </a:cubicBezTo>
                  <a:cubicBezTo>
                    <a:pt x="75" y="335"/>
                    <a:pt x="62" y="312"/>
                    <a:pt x="52" y="286"/>
                  </a:cubicBezTo>
                  <a:cubicBezTo>
                    <a:pt x="68" y="295"/>
                    <a:pt x="93" y="303"/>
                    <a:pt x="121" y="309"/>
                  </a:cubicBezTo>
                  <a:cubicBezTo>
                    <a:pt x="128" y="342"/>
                    <a:pt x="138" y="371"/>
                    <a:pt x="154" y="393"/>
                  </a:cubicBezTo>
                  <a:moveTo>
                    <a:pt x="237" y="293"/>
                  </a:moveTo>
                  <a:cubicBezTo>
                    <a:pt x="237" y="196"/>
                    <a:pt x="237" y="196"/>
                    <a:pt x="237" y="196"/>
                  </a:cubicBezTo>
                  <a:cubicBezTo>
                    <a:pt x="263" y="195"/>
                    <a:pt x="287" y="193"/>
                    <a:pt x="311" y="191"/>
                  </a:cubicBezTo>
                  <a:cubicBezTo>
                    <a:pt x="311" y="203"/>
                    <a:pt x="311" y="214"/>
                    <a:pt x="311" y="226"/>
                  </a:cubicBezTo>
                  <a:cubicBezTo>
                    <a:pt x="311" y="247"/>
                    <a:pt x="311" y="268"/>
                    <a:pt x="307" y="287"/>
                  </a:cubicBezTo>
                  <a:cubicBezTo>
                    <a:pt x="284" y="290"/>
                    <a:pt x="261" y="292"/>
                    <a:pt x="237" y="293"/>
                  </a:cubicBezTo>
                  <a:moveTo>
                    <a:pt x="211" y="293"/>
                  </a:moveTo>
                  <a:cubicBezTo>
                    <a:pt x="187" y="292"/>
                    <a:pt x="165" y="290"/>
                    <a:pt x="141" y="286"/>
                  </a:cubicBezTo>
                  <a:cubicBezTo>
                    <a:pt x="138" y="268"/>
                    <a:pt x="137" y="246"/>
                    <a:pt x="137" y="226"/>
                  </a:cubicBezTo>
                  <a:cubicBezTo>
                    <a:pt x="137" y="214"/>
                    <a:pt x="138" y="203"/>
                    <a:pt x="138" y="191"/>
                  </a:cubicBezTo>
                  <a:cubicBezTo>
                    <a:pt x="161" y="193"/>
                    <a:pt x="186" y="195"/>
                    <a:pt x="211" y="196"/>
                  </a:cubicBezTo>
                  <a:cubicBezTo>
                    <a:pt x="211" y="293"/>
                    <a:pt x="211" y="293"/>
                    <a:pt x="211" y="293"/>
                  </a:cubicBezTo>
                  <a:moveTo>
                    <a:pt x="333" y="282"/>
                  </a:moveTo>
                  <a:cubicBezTo>
                    <a:pt x="335" y="265"/>
                    <a:pt x="336" y="245"/>
                    <a:pt x="336" y="226"/>
                  </a:cubicBezTo>
                  <a:cubicBezTo>
                    <a:pt x="336" y="212"/>
                    <a:pt x="336" y="201"/>
                    <a:pt x="335" y="188"/>
                  </a:cubicBezTo>
                  <a:cubicBezTo>
                    <a:pt x="363" y="185"/>
                    <a:pt x="386" y="177"/>
                    <a:pt x="399" y="171"/>
                  </a:cubicBezTo>
                  <a:cubicBezTo>
                    <a:pt x="405" y="188"/>
                    <a:pt x="407" y="207"/>
                    <a:pt x="407" y="224"/>
                  </a:cubicBezTo>
                  <a:cubicBezTo>
                    <a:pt x="407" y="254"/>
                    <a:pt x="405" y="270"/>
                    <a:pt x="333" y="282"/>
                  </a:cubicBezTo>
                  <a:moveTo>
                    <a:pt x="116" y="281"/>
                  </a:moveTo>
                  <a:cubicBezTo>
                    <a:pt x="75" y="274"/>
                    <a:pt x="52" y="260"/>
                    <a:pt x="43" y="250"/>
                  </a:cubicBezTo>
                  <a:cubicBezTo>
                    <a:pt x="41" y="242"/>
                    <a:pt x="41" y="233"/>
                    <a:pt x="41" y="224"/>
                  </a:cubicBezTo>
                  <a:cubicBezTo>
                    <a:pt x="41" y="206"/>
                    <a:pt x="44" y="187"/>
                    <a:pt x="49" y="171"/>
                  </a:cubicBezTo>
                  <a:cubicBezTo>
                    <a:pt x="64" y="177"/>
                    <a:pt x="82" y="182"/>
                    <a:pt x="114" y="188"/>
                  </a:cubicBezTo>
                  <a:cubicBezTo>
                    <a:pt x="113" y="201"/>
                    <a:pt x="112" y="212"/>
                    <a:pt x="112" y="226"/>
                  </a:cubicBezTo>
                  <a:cubicBezTo>
                    <a:pt x="112" y="245"/>
                    <a:pt x="113" y="264"/>
                    <a:pt x="116" y="281"/>
                  </a:cubicBezTo>
                  <a:moveTo>
                    <a:pt x="117" y="164"/>
                  </a:moveTo>
                  <a:cubicBezTo>
                    <a:pt x="76" y="153"/>
                    <a:pt x="65" y="152"/>
                    <a:pt x="59" y="146"/>
                  </a:cubicBezTo>
                  <a:cubicBezTo>
                    <a:pt x="68" y="128"/>
                    <a:pt x="79" y="110"/>
                    <a:pt x="95" y="96"/>
                  </a:cubicBezTo>
                  <a:cubicBezTo>
                    <a:pt x="114" y="76"/>
                    <a:pt x="135" y="66"/>
                    <a:pt x="158" y="55"/>
                  </a:cubicBezTo>
                  <a:cubicBezTo>
                    <a:pt x="138" y="83"/>
                    <a:pt x="124" y="119"/>
                    <a:pt x="117" y="164"/>
                  </a:cubicBezTo>
                  <a:moveTo>
                    <a:pt x="331" y="164"/>
                  </a:moveTo>
                  <a:cubicBezTo>
                    <a:pt x="324" y="119"/>
                    <a:pt x="311" y="81"/>
                    <a:pt x="291" y="54"/>
                  </a:cubicBezTo>
                  <a:cubicBezTo>
                    <a:pt x="333" y="69"/>
                    <a:pt x="370" y="104"/>
                    <a:pt x="390" y="147"/>
                  </a:cubicBezTo>
                  <a:cubicBezTo>
                    <a:pt x="384" y="151"/>
                    <a:pt x="369" y="157"/>
                    <a:pt x="331" y="164"/>
                  </a:cubicBezTo>
                  <a:moveTo>
                    <a:pt x="211" y="171"/>
                  </a:moveTo>
                  <a:cubicBezTo>
                    <a:pt x="187" y="171"/>
                    <a:pt x="164" y="169"/>
                    <a:pt x="141" y="167"/>
                  </a:cubicBezTo>
                  <a:cubicBezTo>
                    <a:pt x="152" y="104"/>
                    <a:pt x="178" y="55"/>
                    <a:pt x="210" y="43"/>
                  </a:cubicBezTo>
                  <a:cubicBezTo>
                    <a:pt x="210" y="43"/>
                    <a:pt x="211" y="43"/>
                    <a:pt x="211" y="43"/>
                  </a:cubicBezTo>
                  <a:cubicBezTo>
                    <a:pt x="211" y="171"/>
                    <a:pt x="211" y="171"/>
                    <a:pt x="211" y="171"/>
                  </a:cubicBezTo>
                  <a:moveTo>
                    <a:pt x="237" y="171"/>
                  </a:moveTo>
                  <a:cubicBezTo>
                    <a:pt x="237" y="43"/>
                    <a:pt x="237" y="43"/>
                    <a:pt x="237" y="43"/>
                  </a:cubicBezTo>
                  <a:cubicBezTo>
                    <a:pt x="242" y="43"/>
                    <a:pt x="249" y="48"/>
                    <a:pt x="255" y="52"/>
                  </a:cubicBezTo>
                  <a:cubicBezTo>
                    <a:pt x="279" y="74"/>
                    <a:pt x="299" y="117"/>
                    <a:pt x="308" y="167"/>
                  </a:cubicBezTo>
                  <a:cubicBezTo>
                    <a:pt x="284" y="169"/>
                    <a:pt x="261" y="171"/>
                    <a:pt x="237" y="171"/>
                  </a:cubicBezTo>
                  <a:moveTo>
                    <a:pt x="225" y="0"/>
                  </a:moveTo>
                  <a:cubicBezTo>
                    <a:pt x="100" y="0"/>
                    <a:pt x="0" y="100"/>
                    <a:pt x="0" y="224"/>
                  </a:cubicBezTo>
                  <a:cubicBezTo>
                    <a:pt x="0" y="349"/>
                    <a:pt x="100" y="449"/>
                    <a:pt x="225" y="449"/>
                  </a:cubicBezTo>
                  <a:cubicBezTo>
                    <a:pt x="350" y="449"/>
                    <a:pt x="449" y="349"/>
                    <a:pt x="449" y="224"/>
                  </a:cubicBezTo>
                  <a:cubicBezTo>
                    <a:pt x="449" y="100"/>
                    <a:pt x="350" y="0"/>
                    <a:pt x="225" y="0"/>
                  </a:cubicBezTo>
                </a:path>
              </a:pathLst>
            </a:custGeom>
            <a:solidFill>
              <a:schemeClr val="accent1">
                <a:lumMod val="100000"/>
              </a:schemeClr>
            </a:solidFill>
            <a:ln>
              <a:noFill/>
            </a:ln>
          </p:spPr>
          <p:txBody>
            <a:bodyPr vert="horz" wrap="square" lIns="91452" tIns="45727" rIns="91452" bIns="45727"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45" name="组合 44"/>
          <p:cNvGrpSpPr/>
          <p:nvPr/>
        </p:nvGrpSpPr>
        <p:grpSpPr>
          <a:xfrm>
            <a:off x="4525833" y="4086993"/>
            <a:ext cx="1414953" cy="1415145"/>
            <a:chOff x="3394374" y="2689764"/>
            <a:chExt cx="1061215" cy="1061359"/>
          </a:xfrm>
        </p:grpSpPr>
        <p:grpSp>
          <p:nvGrpSpPr>
            <p:cNvPr id="46" name="组合 45"/>
            <p:cNvGrpSpPr/>
            <p:nvPr/>
          </p:nvGrpSpPr>
          <p:grpSpPr>
            <a:xfrm>
              <a:off x="3394374" y="2689764"/>
              <a:ext cx="1061215" cy="1061359"/>
              <a:chOff x="4926840" y="1732375"/>
              <a:chExt cx="1656097" cy="1656098"/>
            </a:xfrm>
          </p:grpSpPr>
          <p:sp>
            <p:nvSpPr>
              <p:cNvPr id="51" name="任意多边形 50"/>
              <p:cNvSpPr/>
              <p:nvPr/>
            </p:nvSpPr>
            <p:spPr>
              <a:xfrm>
                <a:off x="4926840" y="1732375"/>
                <a:ext cx="1656097" cy="1656098"/>
              </a:xfrm>
              <a:custGeom>
                <a:avLst/>
                <a:gdLst>
                  <a:gd name="connsiteX0" fmla="*/ 734066 w 1656097"/>
                  <a:gd name="connsiteY0" fmla="*/ 0 h 1656098"/>
                  <a:gd name="connsiteX1" fmla="*/ 922032 w 1656097"/>
                  <a:gd name="connsiteY1" fmla="*/ 0 h 1656098"/>
                  <a:gd name="connsiteX2" fmla="*/ 958682 w 1656097"/>
                  <a:gd name="connsiteY2" fmla="*/ 170987 h 1656098"/>
                  <a:gd name="connsiteX3" fmla="*/ 967537 w 1656097"/>
                  <a:gd name="connsiteY3" fmla="*/ 172338 h 1656098"/>
                  <a:gd name="connsiteX4" fmla="*/ 1042604 w 1656097"/>
                  <a:gd name="connsiteY4" fmla="*/ 194634 h 1656098"/>
                  <a:gd name="connsiteX5" fmla="*/ 1160682 w 1656097"/>
                  <a:gd name="connsiteY5" fmla="*/ 63947 h 1656098"/>
                  <a:gd name="connsiteX6" fmla="*/ 1323465 w 1656097"/>
                  <a:gd name="connsiteY6" fmla="*/ 157929 h 1656098"/>
                  <a:gd name="connsiteX7" fmla="*/ 1271151 w 1656097"/>
                  <a:gd name="connsiteY7" fmla="*/ 319877 h 1656098"/>
                  <a:gd name="connsiteX8" fmla="*/ 1280994 w 1656097"/>
                  <a:gd name="connsiteY8" fmla="*/ 327054 h 1656098"/>
                  <a:gd name="connsiteX9" fmla="*/ 1333335 w 1656097"/>
                  <a:gd name="connsiteY9" fmla="*/ 377405 h 1656098"/>
                  <a:gd name="connsiteX10" fmla="*/ 1338950 w 1656097"/>
                  <a:gd name="connsiteY10" fmla="*/ 384065 h 1656098"/>
                  <a:gd name="connsiteX11" fmla="*/ 1498169 w 1656097"/>
                  <a:gd name="connsiteY11" fmla="*/ 332634 h 1656098"/>
                  <a:gd name="connsiteX12" fmla="*/ 1592152 w 1656097"/>
                  <a:gd name="connsiteY12" fmla="*/ 495417 h 1656098"/>
                  <a:gd name="connsiteX13" fmla="*/ 1473528 w 1656097"/>
                  <a:gd name="connsiteY13" fmla="*/ 602595 h 1656098"/>
                  <a:gd name="connsiteX14" fmla="*/ 1483127 w 1656097"/>
                  <a:gd name="connsiteY14" fmla="*/ 626411 h 1656098"/>
                  <a:gd name="connsiteX15" fmla="*/ 1501984 w 1656097"/>
                  <a:gd name="connsiteY15" fmla="*/ 701032 h 1656098"/>
                  <a:gd name="connsiteX16" fmla="*/ 1656097 w 1656097"/>
                  <a:gd name="connsiteY16" fmla="*/ 734067 h 1656098"/>
                  <a:gd name="connsiteX17" fmla="*/ 1656097 w 1656097"/>
                  <a:gd name="connsiteY17" fmla="*/ 922032 h 1656098"/>
                  <a:gd name="connsiteX18" fmla="*/ 1511749 w 1656097"/>
                  <a:gd name="connsiteY18" fmla="*/ 952973 h 1656098"/>
                  <a:gd name="connsiteX19" fmla="*/ 1506114 w 1656097"/>
                  <a:gd name="connsiteY19" fmla="*/ 989892 h 1656098"/>
                  <a:gd name="connsiteX20" fmla="*/ 1491538 w 1656097"/>
                  <a:gd name="connsiteY20" fmla="*/ 1048074 h 1656098"/>
                  <a:gd name="connsiteX21" fmla="*/ 1485827 w 1656097"/>
                  <a:gd name="connsiteY21" fmla="*/ 1064617 h 1656098"/>
                  <a:gd name="connsiteX22" fmla="*/ 1592152 w 1656097"/>
                  <a:gd name="connsiteY22" fmla="*/ 1160683 h 1656098"/>
                  <a:gd name="connsiteX23" fmla="*/ 1498169 w 1656097"/>
                  <a:gd name="connsiteY23" fmla="*/ 1323465 h 1656098"/>
                  <a:gd name="connsiteX24" fmla="*/ 1367507 w 1656097"/>
                  <a:gd name="connsiteY24" fmla="*/ 1281258 h 1656098"/>
                  <a:gd name="connsiteX25" fmla="*/ 1351398 w 1656097"/>
                  <a:gd name="connsiteY25" fmla="*/ 1303350 h 1656098"/>
                  <a:gd name="connsiteX26" fmla="*/ 1301049 w 1656097"/>
                  <a:gd name="connsiteY26" fmla="*/ 1355691 h 1656098"/>
                  <a:gd name="connsiteX27" fmla="*/ 1282493 w 1656097"/>
                  <a:gd name="connsiteY27" fmla="*/ 1371332 h 1656098"/>
                  <a:gd name="connsiteX28" fmla="*/ 1323465 w 1656097"/>
                  <a:gd name="connsiteY28" fmla="*/ 1498169 h 1656098"/>
                  <a:gd name="connsiteX29" fmla="*/ 1160682 w 1656097"/>
                  <a:gd name="connsiteY29" fmla="*/ 1592152 h 1656098"/>
                  <a:gd name="connsiteX30" fmla="*/ 1074277 w 1656097"/>
                  <a:gd name="connsiteY30" fmla="*/ 1496521 h 1656098"/>
                  <a:gd name="connsiteX31" fmla="*/ 1052042 w 1656097"/>
                  <a:gd name="connsiteY31" fmla="*/ 1505484 h 1656098"/>
                  <a:gd name="connsiteX32" fmla="*/ 948719 w 1656097"/>
                  <a:gd name="connsiteY32" fmla="*/ 1531593 h 1656098"/>
                  <a:gd name="connsiteX33" fmla="*/ 922032 w 1656097"/>
                  <a:gd name="connsiteY33" fmla="*/ 1656098 h 1656098"/>
                  <a:gd name="connsiteX34" fmla="*/ 734066 w 1656097"/>
                  <a:gd name="connsiteY34" fmla="*/ 1656098 h 1656098"/>
                  <a:gd name="connsiteX35" fmla="*/ 707323 w 1656097"/>
                  <a:gd name="connsiteY35" fmla="*/ 1531333 h 1656098"/>
                  <a:gd name="connsiteX36" fmla="*/ 688561 w 1656097"/>
                  <a:gd name="connsiteY36" fmla="*/ 1528470 h 1656098"/>
                  <a:gd name="connsiteX37" fmla="*/ 581645 w 1656097"/>
                  <a:gd name="connsiteY37" fmla="*/ 1496716 h 1656098"/>
                  <a:gd name="connsiteX38" fmla="*/ 495416 w 1656097"/>
                  <a:gd name="connsiteY38" fmla="*/ 1592152 h 1656098"/>
                  <a:gd name="connsiteX39" fmla="*/ 332634 w 1656097"/>
                  <a:gd name="connsiteY39" fmla="*/ 1498169 h 1656098"/>
                  <a:gd name="connsiteX40" fmla="*/ 373389 w 1656097"/>
                  <a:gd name="connsiteY40" fmla="*/ 1372000 h 1656098"/>
                  <a:gd name="connsiteX41" fmla="*/ 293970 w 1656097"/>
                  <a:gd name="connsiteY41" fmla="*/ 1290661 h 1656098"/>
                  <a:gd name="connsiteX42" fmla="*/ 287662 w 1656097"/>
                  <a:gd name="connsiteY42" fmla="*/ 1281558 h 1656098"/>
                  <a:gd name="connsiteX43" fmla="*/ 157930 w 1656097"/>
                  <a:gd name="connsiteY43" fmla="*/ 1323465 h 1656098"/>
                  <a:gd name="connsiteX44" fmla="*/ 63947 w 1656097"/>
                  <a:gd name="connsiteY44" fmla="*/ 1160683 h 1656098"/>
                  <a:gd name="connsiteX45" fmla="*/ 170348 w 1656097"/>
                  <a:gd name="connsiteY45" fmla="*/ 1064548 h 1656098"/>
                  <a:gd name="connsiteX46" fmla="*/ 159896 w 1656097"/>
                  <a:gd name="connsiteY46" fmla="*/ 1031651 h 1656098"/>
                  <a:gd name="connsiteX47" fmla="*/ 144063 w 1656097"/>
                  <a:gd name="connsiteY47" fmla="*/ 952912 h 1656098"/>
                  <a:gd name="connsiteX48" fmla="*/ 0 w 1656097"/>
                  <a:gd name="connsiteY48" fmla="*/ 922032 h 1656098"/>
                  <a:gd name="connsiteX49" fmla="*/ 0 w 1656097"/>
                  <a:gd name="connsiteY49" fmla="*/ 734067 h 1656098"/>
                  <a:gd name="connsiteX50" fmla="*/ 152682 w 1656097"/>
                  <a:gd name="connsiteY50" fmla="*/ 701339 h 1656098"/>
                  <a:gd name="connsiteX51" fmla="*/ 159896 w 1656097"/>
                  <a:gd name="connsiteY51" fmla="*/ 669158 h 1656098"/>
                  <a:gd name="connsiteX52" fmla="*/ 182923 w 1656097"/>
                  <a:gd name="connsiteY52" fmla="*/ 602913 h 1656098"/>
                  <a:gd name="connsiteX53" fmla="*/ 63947 w 1656097"/>
                  <a:gd name="connsiteY53" fmla="*/ 495417 h 1656098"/>
                  <a:gd name="connsiteX54" fmla="*/ 157930 w 1656097"/>
                  <a:gd name="connsiteY54" fmla="*/ 332634 h 1656098"/>
                  <a:gd name="connsiteX55" fmla="*/ 318389 w 1656097"/>
                  <a:gd name="connsiteY55" fmla="*/ 384465 h 1656098"/>
                  <a:gd name="connsiteX56" fmla="*/ 353537 w 1656097"/>
                  <a:gd name="connsiteY56" fmla="*/ 346539 h 1656098"/>
                  <a:gd name="connsiteX57" fmla="*/ 385166 w 1656097"/>
                  <a:gd name="connsiteY57" fmla="*/ 320558 h 1656098"/>
                  <a:gd name="connsiteX58" fmla="*/ 332634 w 1656097"/>
                  <a:gd name="connsiteY58" fmla="*/ 157929 h 1656098"/>
                  <a:gd name="connsiteX59" fmla="*/ 495416 w 1656097"/>
                  <a:gd name="connsiteY59" fmla="*/ 63947 h 1656098"/>
                  <a:gd name="connsiteX60" fmla="*/ 612546 w 1656097"/>
                  <a:gd name="connsiteY60" fmla="*/ 193585 h 1656098"/>
                  <a:gd name="connsiteX61" fmla="*/ 688561 w 1656097"/>
                  <a:gd name="connsiteY61" fmla="*/ 172338 h 1656098"/>
                  <a:gd name="connsiteX62" fmla="*/ 697415 w 1656097"/>
                  <a:gd name="connsiteY62" fmla="*/ 170987 h 165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656097" h="1656098">
                    <a:moveTo>
                      <a:pt x="734066" y="0"/>
                    </a:moveTo>
                    <a:lnTo>
                      <a:pt x="922032" y="0"/>
                    </a:lnTo>
                    <a:lnTo>
                      <a:pt x="958682" y="170987"/>
                    </a:lnTo>
                    <a:lnTo>
                      <a:pt x="967537" y="172338"/>
                    </a:lnTo>
                    <a:lnTo>
                      <a:pt x="1042604" y="194634"/>
                    </a:lnTo>
                    <a:lnTo>
                      <a:pt x="1160682" y="63947"/>
                    </a:lnTo>
                    <a:lnTo>
                      <a:pt x="1323465" y="157929"/>
                    </a:lnTo>
                    <a:lnTo>
                      <a:pt x="1271151" y="319877"/>
                    </a:lnTo>
                    <a:lnTo>
                      <a:pt x="1280994" y="327054"/>
                    </a:lnTo>
                    <a:cubicBezTo>
                      <a:pt x="1299308" y="342918"/>
                      <a:pt x="1316780" y="359726"/>
                      <a:pt x="1333335" y="377405"/>
                    </a:cubicBezTo>
                    <a:lnTo>
                      <a:pt x="1338950" y="384065"/>
                    </a:lnTo>
                    <a:lnTo>
                      <a:pt x="1498169" y="332634"/>
                    </a:lnTo>
                    <a:lnTo>
                      <a:pt x="1592152" y="495417"/>
                    </a:lnTo>
                    <a:lnTo>
                      <a:pt x="1473528" y="602595"/>
                    </a:lnTo>
                    <a:lnTo>
                      <a:pt x="1483127" y="626411"/>
                    </a:lnTo>
                    <a:lnTo>
                      <a:pt x="1501984" y="701032"/>
                    </a:lnTo>
                    <a:lnTo>
                      <a:pt x="1656097" y="734067"/>
                    </a:lnTo>
                    <a:lnTo>
                      <a:pt x="1656097" y="922032"/>
                    </a:lnTo>
                    <a:lnTo>
                      <a:pt x="1511749" y="952973"/>
                    </a:lnTo>
                    <a:lnTo>
                      <a:pt x="1506114" y="989892"/>
                    </a:lnTo>
                    <a:cubicBezTo>
                      <a:pt x="1502081" y="1009604"/>
                      <a:pt x="1497209" y="1029011"/>
                      <a:pt x="1491538" y="1048074"/>
                    </a:cubicBezTo>
                    <a:lnTo>
                      <a:pt x="1485827" y="1064617"/>
                    </a:lnTo>
                    <a:lnTo>
                      <a:pt x="1592152" y="1160683"/>
                    </a:lnTo>
                    <a:lnTo>
                      <a:pt x="1498169" y="1323465"/>
                    </a:lnTo>
                    <a:lnTo>
                      <a:pt x="1367507" y="1281258"/>
                    </a:lnTo>
                    <a:lnTo>
                      <a:pt x="1351398" y="1303350"/>
                    </a:lnTo>
                    <a:cubicBezTo>
                      <a:pt x="1335535" y="1321664"/>
                      <a:pt x="1318727" y="1339136"/>
                      <a:pt x="1301049" y="1355691"/>
                    </a:cubicBezTo>
                    <a:lnTo>
                      <a:pt x="1282493" y="1371332"/>
                    </a:lnTo>
                    <a:lnTo>
                      <a:pt x="1323465" y="1498169"/>
                    </a:lnTo>
                    <a:lnTo>
                      <a:pt x="1160682" y="1592152"/>
                    </a:lnTo>
                    <a:lnTo>
                      <a:pt x="1074277" y="1496521"/>
                    </a:lnTo>
                    <a:lnTo>
                      <a:pt x="1052042" y="1505484"/>
                    </a:lnTo>
                    <a:lnTo>
                      <a:pt x="948719" y="1531593"/>
                    </a:lnTo>
                    <a:lnTo>
                      <a:pt x="922032" y="1656098"/>
                    </a:lnTo>
                    <a:lnTo>
                      <a:pt x="734066" y="1656098"/>
                    </a:lnTo>
                    <a:lnTo>
                      <a:pt x="707323" y="1531333"/>
                    </a:lnTo>
                    <a:lnTo>
                      <a:pt x="688561" y="1528470"/>
                    </a:lnTo>
                    <a:lnTo>
                      <a:pt x="581645" y="1496716"/>
                    </a:lnTo>
                    <a:lnTo>
                      <a:pt x="495416" y="1592152"/>
                    </a:lnTo>
                    <a:lnTo>
                      <a:pt x="332634" y="1498169"/>
                    </a:lnTo>
                    <a:lnTo>
                      <a:pt x="373389" y="1372000"/>
                    </a:lnTo>
                    <a:lnTo>
                      <a:pt x="293970" y="1290661"/>
                    </a:lnTo>
                    <a:lnTo>
                      <a:pt x="287662" y="1281558"/>
                    </a:lnTo>
                    <a:lnTo>
                      <a:pt x="157930" y="1323465"/>
                    </a:lnTo>
                    <a:lnTo>
                      <a:pt x="63947" y="1160683"/>
                    </a:lnTo>
                    <a:lnTo>
                      <a:pt x="170348" y="1064548"/>
                    </a:lnTo>
                    <a:lnTo>
                      <a:pt x="159896" y="1031651"/>
                    </a:lnTo>
                    <a:lnTo>
                      <a:pt x="144063" y="952912"/>
                    </a:lnTo>
                    <a:lnTo>
                      <a:pt x="0" y="922032"/>
                    </a:lnTo>
                    <a:lnTo>
                      <a:pt x="0" y="734067"/>
                    </a:lnTo>
                    <a:lnTo>
                      <a:pt x="152682" y="701339"/>
                    </a:lnTo>
                    <a:lnTo>
                      <a:pt x="159896" y="669158"/>
                    </a:lnTo>
                    <a:lnTo>
                      <a:pt x="182923" y="602913"/>
                    </a:lnTo>
                    <a:lnTo>
                      <a:pt x="63947" y="495417"/>
                    </a:lnTo>
                    <a:lnTo>
                      <a:pt x="157930" y="332634"/>
                    </a:lnTo>
                    <a:lnTo>
                      <a:pt x="318389" y="384465"/>
                    </a:lnTo>
                    <a:lnTo>
                      <a:pt x="353537" y="346539"/>
                    </a:lnTo>
                    <a:lnTo>
                      <a:pt x="385166" y="320558"/>
                    </a:lnTo>
                    <a:lnTo>
                      <a:pt x="332634" y="157929"/>
                    </a:lnTo>
                    <a:lnTo>
                      <a:pt x="495416" y="63947"/>
                    </a:lnTo>
                    <a:lnTo>
                      <a:pt x="612546" y="193585"/>
                    </a:lnTo>
                    <a:lnTo>
                      <a:pt x="688561" y="172338"/>
                    </a:lnTo>
                    <a:lnTo>
                      <a:pt x="697415" y="170987"/>
                    </a:lnTo>
                    <a:close/>
                  </a:path>
                </a:pathLst>
              </a:custGeom>
              <a:gradFill>
                <a:gsLst>
                  <a:gs pos="0">
                    <a:schemeClr val="bg1"/>
                  </a:gs>
                  <a:gs pos="100000">
                    <a:srgbClr val="E2E2E2"/>
                  </a:gs>
                </a:gsLst>
                <a:lin ang="2700000" scaled="1"/>
              </a:gradFill>
              <a:ln>
                <a:noFill/>
              </a:ln>
              <a:effectLst>
                <a:outerShdw blurRad="190500" dist="889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2" name="椭圆 51"/>
              <p:cNvSpPr/>
              <p:nvPr/>
            </p:nvSpPr>
            <p:spPr>
              <a:xfrm>
                <a:off x="5189938" y="1995474"/>
                <a:ext cx="1129900" cy="1129900"/>
              </a:xfrm>
              <a:prstGeom prst="ellipse">
                <a:avLst/>
              </a:prstGeom>
              <a:solidFill>
                <a:schemeClr val="accent1">
                  <a:lumMod val="100000"/>
                </a:schemeClr>
              </a:solidFill>
              <a:ln w="22225">
                <a:gradFill flip="none" rotWithShape="1">
                  <a:gsLst>
                    <a:gs pos="0">
                      <a:srgbClr val="CDCDCD"/>
                    </a:gs>
                    <a:gs pos="100000">
                      <a:schemeClr val="bg1"/>
                    </a:gs>
                  </a:gsLst>
                  <a:lin ang="2700000" scaled="1"/>
                  <a:tileRect/>
                </a:gradFill>
              </a:ln>
              <a:effectLst>
                <a:innerShdw blurRad="88900" dist="381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3" name="椭圆 52"/>
              <p:cNvSpPr/>
              <p:nvPr/>
            </p:nvSpPr>
            <p:spPr>
              <a:xfrm>
                <a:off x="5266822" y="2076686"/>
                <a:ext cx="976134" cy="976135"/>
              </a:xfrm>
              <a:prstGeom prst="ellipse">
                <a:avLst/>
              </a:prstGeom>
              <a:gradFill>
                <a:gsLst>
                  <a:gs pos="0">
                    <a:schemeClr val="bg1">
                      <a:lumMod val="85000"/>
                    </a:schemeClr>
                  </a:gs>
                  <a:gs pos="100000">
                    <a:schemeClr val="bg1"/>
                  </a:gs>
                </a:gsLst>
                <a:lin ang="2700000" scaled="1"/>
              </a:gradFill>
              <a:ln w="19050">
                <a:gradFill flip="none" rotWithShape="1">
                  <a:gsLst>
                    <a:gs pos="100000">
                      <a:srgbClr val="CDCDCD"/>
                    </a:gs>
                    <a:gs pos="0">
                      <a:schemeClr val="bg1"/>
                    </a:gs>
                  </a:gsLst>
                  <a:lin ang="2700000" scaled="1"/>
                  <a:tileRect/>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47" name="Group 46"/>
            <p:cNvGrpSpPr>
              <a:grpSpLocks noChangeAspect="1"/>
            </p:cNvGrpSpPr>
            <p:nvPr/>
          </p:nvGrpSpPr>
          <p:grpSpPr bwMode="auto">
            <a:xfrm>
              <a:off x="3703465" y="3092811"/>
              <a:ext cx="443033" cy="274322"/>
              <a:chOff x="3098" y="1701"/>
              <a:chExt cx="1486" cy="920"/>
            </a:xfrm>
            <a:solidFill>
              <a:srgbClr val="663A77"/>
            </a:solidFill>
          </p:grpSpPr>
          <p:sp>
            <p:nvSpPr>
              <p:cNvPr id="48" name="Freeform 47"/>
              <p:cNvSpPr/>
              <p:nvPr/>
            </p:nvSpPr>
            <p:spPr bwMode="auto">
              <a:xfrm>
                <a:off x="3468" y="1701"/>
                <a:ext cx="746" cy="920"/>
              </a:xfrm>
              <a:custGeom>
                <a:avLst/>
                <a:gdLst>
                  <a:gd name="T0" fmla="*/ 157 w 314"/>
                  <a:gd name="T1" fmla="*/ 0 h 386"/>
                  <a:gd name="T2" fmla="*/ 68 w 314"/>
                  <a:gd name="T3" fmla="*/ 89 h 386"/>
                  <a:gd name="T4" fmla="*/ 127 w 314"/>
                  <a:gd name="T5" fmla="*/ 172 h 386"/>
                  <a:gd name="T6" fmla="*/ 103 w 314"/>
                  <a:gd name="T7" fmla="*/ 172 h 386"/>
                  <a:gd name="T8" fmla="*/ 16 w 314"/>
                  <a:gd name="T9" fmla="*/ 320 h 386"/>
                  <a:gd name="T10" fmla="*/ 28 w 314"/>
                  <a:gd name="T11" fmla="*/ 386 h 386"/>
                  <a:gd name="T12" fmla="*/ 132 w 314"/>
                  <a:gd name="T13" fmla="*/ 386 h 386"/>
                  <a:gd name="T14" fmla="*/ 154 w 314"/>
                  <a:gd name="T15" fmla="*/ 203 h 386"/>
                  <a:gd name="T16" fmla="*/ 132 w 314"/>
                  <a:gd name="T17" fmla="*/ 180 h 386"/>
                  <a:gd name="T18" fmla="*/ 182 w 314"/>
                  <a:gd name="T19" fmla="*/ 180 h 386"/>
                  <a:gd name="T20" fmla="*/ 160 w 314"/>
                  <a:gd name="T21" fmla="*/ 203 h 386"/>
                  <a:gd name="T22" fmla="*/ 182 w 314"/>
                  <a:gd name="T23" fmla="*/ 386 h 386"/>
                  <a:gd name="T24" fmla="*/ 286 w 314"/>
                  <a:gd name="T25" fmla="*/ 386 h 386"/>
                  <a:gd name="T26" fmla="*/ 298 w 314"/>
                  <a:gd name="T27" fmla="*/ 320 h 386"/>
                  <a:gd name="T28" fmla="*/ 211 w 314"/>
                  <a:gd name="T29" fmla="*/ 172 h 386"/>
                  <a:gd name="T30" fmla="*/ 187 w 314"/>
                  <a:gd name="T31" fmla="*/ 172 h 386"/>
                  <a:gd name="T32" fmla="*/ 246 w 314"/>
                  <a:gd name="T33" fmla="*/ 89 h 386"/>
                  <a:gd name="T34" fmla="*/ 157 w 314"/>
                  <a:gd name="T35" fmla="*/ 0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4" h="386">
                    <a:moveTo>
                      <a:pt x="157" y="0"/>
                    </a:moveTo>
                    <a:cubicBezTo>
                      <a:pt x="108" y="0"/>
                      <a:pt x="68" y="40"/>
                      <a:pt x="68" y="89"/>
                    </a:cubicBezTo>
                    <a:cubicBezTo>
                      <a:pt x="68" y="127"/>
                      <a:pt x="93" y="160"/>
                      <a:pt x="127" y="172"/>
                    </a:cubicBezTo>
                    <a:cubicBezTo>
                      <a:pt x="103" y="172"/>
                      <a:pt x="103" y="172"/>
                      <a:pt x="103" y="172"/>
                    </a:cubicBezTo>
                    <a:cubicBezTo>
                      <a:pt x="55" y="172"/>
                      <a:pt x="26" y="291"/>
                      <a:pt x="16" y="320"/>
                    </a:cubicBezTo>
                    <a:cubicBezTo>
                      <a:pt x="0" y="363"/>
                      <a:pt x="28" y="386"/>
                      <a:pt x="28" y="386"/>
                    </a:cubicBezTo>
                    <a:cubicBezTo>
                      <a:pt x="132" y="386"/>
                      <a:pt x="132" y="386"/>
                      <a:pt x="132" y="386"/>
                    </a:cubicBezTo>
                    <a:cubicBezTo>
                      <a:pt x="154" y="203"/>
                      <a:pt x="154" y="203"/>
                      <a:pt x="154" y="203"/>
                    </a:cubicBezTo>
                    <a:cubicBezTo>
                      <a:pt x="132" y="180"/>
                      <a:pt x="132" y="180"/>
                      <a:pt x="132" y="180"/>
                    </a:cubicBezTo>
                    <a:cubicBezTo>
                      <a:pt x="182" y="180"/>
                      <a:pt x="182" y="180"/>
                      <a:pt x="182" y="180"/>
                    </a:cubicBezTo>
                    <a:cubicBezTo>
                      <a:pt x="160" y="203"/>
                      <a:pt x="160" y="203"/>
                      <a:pt x="160" y="203"/>
                    </a:cubicBezTo>
                    <a:cubicBezTo>
                      <a:pt x="182" y="386"/>
                      <a:pt x="182" y="386"/>
                      <a:pt x="182" y="386"/>
                    </a:cubicBezTo>
                    <a:cubicBezTo>
                      <a:pt x="286" y="386"/>
                      <a:pt x="286" y="386"/>
                      <a:pt x="286" y="386"/>
                    </a:cubicBezTo>
                    <a:cubicBezTo>
                      <a:pt x="286" y="386"/>
                      <a:pt x="314" y="363"/>
                      <a:pt x="298" y="320"/>
                    </a:cubicBezTo>
                    <a:cubicBezTo>
                      <a:pt x="288" y="291"/>
                      <a:pt x="259" y="172"/>
                      <a:pt x="211" y="172"/>
                    </a:cubicBezTo>
                    <a:cubicBezTo>
                      <a:pt x="187" y="172"/>
                      <a:pt x="187" y="172"/>
                      <a:pt x="187" y="172"/>
                    </a:cubicBezTo>
                    <a:cubicBezTo>
                      <a:pt x="221" y="160"/>
                      <a:pt x="246" y="127"/>
                      <a:pt x="246" y="89"/>
                    </a:cubicBezTo>
                    <a:cubicBezTo>
                      <a:pt x="246" y="40"/>
                      <a:pt x="206" y="0"/>
                      <a:pt x="157" y="0"/>
                    </a:cubicBezTo>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9" name="Freeform 48"/>
              <p:cNvSpPr/>
              <p:nvPr/>
            </p:nvSpPr>
            <p:spPr bwMode="auto">
              <a:xfrm>
                <a:off x="3098" y="1871"/>
                <a:ext cx="475" cy="750"/>
              </a:xfrm>
              <a:custGeom>
                <a:avLst/>
                <a:gdLst>
                  <a:gd name="T0" fmla="*/ 128 w 200"/>
                  <a:gd name="T1" fmla="*/ 0 h 315"/>
                  <a:gd name="T2" fmla="*/ 55 w 200"/>
                  <a:gd name="T3" fmla="*/ 73 h 315"/>
                  <a:gd name="T4" fmla="*/ 103 w 200"/>
                  <a:gd name="T5" fmla="*/ 141 h 315"/>
                  <a:gd name="T6" fmla="*/ 84 w 200"/>
                  <a:gd name="T7" fmla="*/ 141 h 315"/>
                  <a:gd name="T8" fmla="*/ 13 w 200"/>
                  <a:gd name="T9" fmla="*/ 261 h 315"/>
                  <a:gd name="T10" fmla="*/ 23 w 200"/>
                  <a:gd name="T11" fmla="*/ 315 h 315"/>
                  <a:gd name="T12" fmla="*/ 108 w 200"/>
                  <a:gd name="T13" fmla="*/ 315 h 315"/>
                  <a:gd name="T14" fmla="*/ 126 w 200"/>
                  <a:gd name="T15" fmla="*/ 166 h 315"/>
                  <a:gd name="T16" fmla="*/ 107 w 200"/>
                  <a:gd name="T17" fmla="*/ 147 h 315"/>
                  <a:gd name="T18" fmla="*/ 149 w 200"/>
                  <a:gd name="T19" fmla="*/ 147 h 315"/>
                  <a:gd name="T20" fmla="*/ 130 w 200"/>
                  <a:gd name="T21" fmla="*/ 166 h 315"/>
                  <a:gd name="T22" fmla="*/ 148 w 200"/>
                  <a:gd name="T23" fmla="*/ 315 h 315"/>
                  <a:gd name="T24" fmla="*/ 168 w 200"/>
                  <a:gd name="T25" fmla="*/ 315 h 315"/>
                  <a:gd name="T26" fmla="*/ 161 w 200"/>
                  <a:gd name="T27" fmla="*/ 245 h 315"/>
                  <a:gd name="T28" fmla="*/ 166 w 200"/>
                  <a:gd name="T29" fmla="*/ 228 h 315"/>
                  <a:gd name="T30" fmla="*/ 194 w 200"/>
                  <a:gd name="T31" fmla="*/ 152 h 315"/>
                  <a:gd name="T32" fmla="*/ 172 w 200"/>
                  <a:gd name="T33" fmla="*/ 141 h 315"/>
                  <a:gd name="T34" fmla="*/ 152 w 200"/>
                  <a:gd name="T35" fmla="*/ 141 h 315"/>
                  <a:gd name="T36" fmla="*/ 200 w 200"/>
                  <a:gd name="T37" fmla="*/ 73 h 315"/>
                  <a:gd name="T38" fmla="*/ 128 w 200"/>
                  <a:gd name="T39"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0" h="315">
                    <a:moveTo>
                      <a:pt x="128" y="0"/>
                    </a:moveTo>
                    <a:cubicBezTo>
                      <a:pt x="88" y="0"/>
                      <a:pt x="55" y="33"/>
                      <a:pt x="55" y="73"/>
                    </a:cubicBezTo>
                    <a:cubicBezTo>
                      <a:pt x="55" y="104"/>
                      <a:pt x="76" y="131"/>
                      <a:pt x="103" y="141"/>
                    </a:cubicBezTo>
                    <a:cubicBezTo>
                      <a:pt x="84" y="141"/>
                      <a:pt x="84" y="141"/>
                      <a:pt x="84" y="141"/>
                    </a:cubicBezTo>
                    <a:cubicBezTo>
                      <a:pt x="45" y="141"/>
                      <a:pt x="21" y="238"/>
                      <a:pt x="13" y="261"/>
                    </a:cubicBezTo>
                    <a:cubicBezTo>
                      <a:pt x="0" y="296"/>
                      <a:pt x="23" y="315"/>
                      <a:pt x="23" y="315"/>
                    </a:cubicBezTo>
                    <a:cubicBezTo>
                      <a:pt x="108" y="315"/>
                      <a:pt x="108" y="315"/>
                      <a:pt x="108" y="315"/>
                    </a:cubicBezTo>
                    <a:cubicBezTo>
                      <a:pt x="126" y="166"/>
                      <a:pt x="126" y="166"/>
                      <a:pt x="126" y="166"/>
                    </a:cubicBezTo>
                    <a:cubicBezTo>
                      <a:pt x="107" y="147"/>
                      <a:pt x="107" y="147"/>
                      <a:pt x="107" y="147"/>
                    </a:cubicBezTo>
                    <a:cubicBezTo>
                      <a:pt x="149" y="147"/>
                      <a:pt x="149" y="147"/>
                      <a:pt x="149" y="147"/>
                    </a:cubicBezTo>
                    <a:cubicBezTo>
                      <a:pt x="130" y="166"/>
                      <a:pt x="130" y="166"/>
                      <a:pt x="130" y="166"/>
                    </a:cubicBezTo>
                    <a:cubicBezTo>
                      <a:pt x="148" y="315"/>
                      <a:pt x="148" y="315"/>
                      <a:pt x="148" y="315"/>
                    </a:cubicBezTo>
                    <a:cubicBezTo>
                      <a:pt x="168" y="315"/>
                      <a:pt x="168" y="315"/>
                      <a:pt x="168" y="315"/>
                    </a:cubicBezTo>
                    <a:cubicBezTo>
                      <a:pt x="160" y="303"/>
                      <a:pt x="149" y="279"/>
                      <a:pt x="161" y="245"/>
                    </a:cubicBezTo>
                    <a:cubicBezTo>
                      <a:pt x="162" y="241"/>
                      <a:pt x="164" y="235"/>
                      <a:pt x="166" y="228"/>
                    </a:cubicBezTo>
                    <a:cubicBezTo>
                      <a:pt x="173" y="207"/>
                      <a:pt x="182" y="178"/>
                      <a:pt x="194" y="152"/>
                    </a:cubicBezTo>
                    <a:cubicBezTo>
                      <a:pt x="188" y="145"/>
                      <a:pt x="180" y="141"/>
                      <a:pt x="172" y="141"/>
                    </a:cubicBezTo>
                    <a:cubicBezTo>
                      <a:pt x="152" y="141"/>
                      <a:pt x="152" y="141"/>
                      <a:pt x="152" y="141"/>
                    </a:cubicBezTo>
                    <a:cubicBezTo>
                      <a:pt x="180" y="131"/>
                      <a:pt x="200" y="104"/>
                      <a:pt x="200" y="73"/>
                    </a:cubicBezTo>
                    <a:cubicBezTo>
                      <a:pt x="200" y="33"/>
                      <a:pt x="168" y="0"/>
                      <a:pt x="128" y="0"/>
                    </a:cubicBezTo>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0" name="Freeform 49"/>
              <p:cNvSpPr/>
              <p:nvPr/>
            </p:nvSpPr>
            <p:spPr bwMode="auto">
              <a:xfrm>
                <a:off x="4110" y="1871"/>
                <a:ext cx="474" cy="750"/>
              </a:xfrm>
              <a:custGeom>
                <a:avLst/>
                <a:gdLst>
                  <a:gd name="T0" fmla="*/ 72 w 200"/>
                  <a:gd name="T1" fmla="*/ 0 h 315"/>
                  <a:gd name="T2" fmla="*/ 0 w 200"/>
                  <a:gd name="T3" fmla="*/ 73 h 315"/>
                  <a:gd name="T4" fmla="*/ 48 w 200"/>
                  <a:gd name="T5" fmla="*/ 141 h 315"/>
                  <a:gd name="T6" fmla="*/ 28 w 200"/>
                  <a:gd name="T7" fmla="*/ 141 h 315"/>
                  <a:gd name="T8" fmla="*/ 6 w 200"/>
                  <a:gd name="T9" fmla="*/ 152 h 315"/>
                  <a:gd name="T10" fmla="*/ 34 w 200"/>
                  <a:gd name="T11" fmla="*/ 228 h 315"/>
                  <a:gd name="T12" fmla="*/ 39 w 200"/>
                  <a:gd name="T13" fmla="*/ 245 h 315"/>
                  <a:gd name="T14" fmla="*/ 32 w 200"/>
                  <a:gd name="T15" fmla="*/ 315 h 315"/>
                  <a:gd name="T16" fmla="*/ 52 w 200"/>
                  <a:gd name="T17" fmla="*/ 315 h 315"/>
                  <a:gd name="T18" fmla="*/ 70 w 200"/>
                  <a:gd name="T19" fmla="*/ 166 h 315"/>
                  <a:gd name="T20" fmla="*/ 52 w 200"/>
                  <a:gd name="T21" fmla="*/ 147 h 315"/>
                  <a:gd name="T22" fmla="*/ 93 w 200"/>
                  <a:gd name="T23" fmla="*/ 147 h 315"/>
                  <a:gd name="T24" fmla="*/ 74 w 200"/>
                  <a:gd name="T25" fmla="*/ 166 h 315"/>
                  <a:gd name="T26" fmla="*/ 92 w 200"/>
                  <a:gd name="T27" fmla="*/ 315 h 315"/>
                  <a:gd name="T28" fmla="*/ 178 w 200"/>
                  <a:gd name="T29" fmla="*/ 315 h 315"/>
                  <a:gd name="T30" fmla="*/ 187 w 200"/>
                  <a:gd name="T31" fmla="*/ 261 h 315"/>
                  <a:gd name="T32" fmla="*/ 116 w 200"/>
                  <a:gd name="T33" fmla="*/ 141 h 315"/>
                  <a:gd name="T34" fmla="*/ 97 w 200"/>
                  <a:gd name="T35" fmla="*/ 141 h 315"/>
                  <a:gd name="T36" fmla="*/ 145 w 200"/>
                  <a:gd name="T37" fmla="*/ 73 h 315"/>
                  <a:gd name="T38" fmla="*/ 72 w 200"/>
                  <a:gd name="T39"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0" h="315">
                    <a:moveTo>
                      <a:pt x="72" y="0"/>
                    </a:moveTo>
                    <a:cubicBezTo>
                      <a:pt x="32" y="0"/>
                      <a:pt x="0" y="33"/>
                      <a:pt x="0" y="73"/>
                    </a:cubicBezTo>
                    <a:cubicBezTo>
                      <a:pt x="0" y="104"/>
                      <a:pt x="20" y="131"/>
                      <a:pt x="48" y="141"/>
                    </a:cubicBezTo>
                    <a:cubicBezTo>
                      <a:pt x="28" y="141"/>
                      <a:pt x="28" y="141"/>
                      <a:pt x="28" y="141"/>
                    </a:cubicBezTo>
                    <a:cubicBezTo>
                      <a:pt x="20" y="141"/>
                      <a:pt x="13" y="145"/>
                      <a:pt x="6" y="152"/>
                    </a:cubicBezTo>
                    <a:cubicBezTo>
                      <a:pt x="18" y="178"/>
                      <a:pt x="27" y="207"/>
                      <a:pt x="34" y="228"/>
                    </a:cubicBezTo>
                    <a:cubicBezTo>
                      <a:pt x="36" y="235"/>
                      <a:pt x="38" y="241"/>
                      <a:pt x="39" y="245"/>
                    </a:cubicBezTo>
                    <a:cubicBezTo>
                      <a:pt x="52" y="279"/>
                      <a:pt x="40" y="303"/>
                      <a:pt x="32" y="315"/>
                    </a:cubicBezTo>
                    <a:cubicBezTo>
                      <a:pt x="52" y="315"/>
                      <a:pt x="52" y="315"/>
                      <a:pt x="52" y="315"/>
                    </a:cubicBezTo>
                    <a:cubicBezTo>
                      <a:pt x="70" y="166"/>
                      <a:pt x="70" y="166"/>
                      <a:pt x="70" y="166"/>
                    </a:cubicBezTo>
                    <a:cubicBezTo>
                      <a:pt x="52" y="147"/>
                      <a:pt x="52" y="147"/>
                      <a:pt x="52" y="147"/>
                    </a:cubicBezTo>
                    <a:cubicBezTo>
                      <a:pt x="93" y="147"/>
                      <a:pt x="93" y="147"/>
                      <a:pt x="93" y="147"/>
                    </a:cubicBezTo>
                    <a:cubicBezTo>
                      <a:pt x="74" y="166"/>
                      <a:pt x="74" y="166"/>
                      <a:pt x="74" y="166"/>
                    </a:cubicBezTo>
                    <a:cubicBezTo>
                      <a:pt x="92" y="315"/>
                      <a:pt x="92" y="315"/>
                      <a:pt x="92" y="315"/>
                    </a:cubicBezTo>
                    <a:cubicBezTo>
                      <a:pt x="178" y="315"/>
                      <a:pt x="178" y="315"/>
                      <a:pt x="178" y="315"/>
                    </a:cubicBezTo>
                    <a:cubicBezTo>
                      <a:pt x="178" y="315"/>
                      <a:pt x="200" y="296"/>
                      <a:pt x="187" y="261"/>
                    </a:cubicBezTo>
                    <a:cubicBezTo>
                      <a:pt x="179" y="238"/>
                      <a:pt x="156" y="141"/>
                      <a:pt x="116" y="141"/>
                    </a:cubicBezTo>
                    <a:cubicBezTo>
                      <a:pt x="97" y="141"/>
                      <a:pt x="97" y="141"/>
                      <a:pt x="97" y="141"/>
                    </a:cubicBezTo>
                    <a:cubicBezTo>
                      <a:pt x="125" y="131"/>
                      <a:pt x="145" y="104"/>
                      <a:pt x="145" y="73"/>
                    </a:cubicBezTo>
                    <a:cubicBezTo>
                      <a:pt x="145" y="33"/>
                      <a:pt x="112" y="0"/>
                      <a:pt x="72" y="0"/>
                    </a:cubicBezTo>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grpSp>
        <p:nvGrpSpPr>
          <p:cNvPr id="54" name="组合 53"/>
          <p:cNvGrpSpPr/>
          <p:nvPr/>
        </p:nvGrpSpPr>
        <p:grpSpPr>
          <a:xfrm>
            <a:off x="6253333" y="4086993"/>
            <a:ext cx="1414953" cy="1415145"/>
            <a:chOff x="4689999" y="2689764"/>
            <a:chExt cx="1061215" cy="1061359"/>
          </a:xfrm>
        </p:grpSpPr>
        <p:grpSp>
          <p:nvGrpSpPr>
            <p:cNvPr id="55" name="组合 54"/>
            <p:cNvGrpSpPr/>
            <p:nvPr/>
          </p:nvGrpSpPr>
          <p:grpSpPr>
            <a:xfrm>
              <a:off x="4689999" y="2689764"/>
              <a:ext cx="1061215" cy="1061359"/>
              <a:chOff x="4926840" y="1732375"/>
              <a:chExt cx="1656097" cy="1656098"/>
            </a:xfrm>
          </p:grpSpPr>
          <p:sp>
            <p:nvSpPr>
              <p:cNvPr id="57" name="任意多边形 56"/>
              <p:cNvSpPr/>
              <p:nvPr/>
            </p:nvSpPr>
            <p:spPr>
              <a:xfrm>
                <a:off x="4926840" y="1732375"/>
                <a:ext cx="1656097" cy="1656098"/>
              </a:xfrm>
              <a:custGeom>
                <a:avLst/>
                <a:gdLst>
                  <a:gd name="connsiteX0" fmla="*/ 734066 w 1656097"/>
                  <a:gd name="connsiteY0" fmla="*/ 0 h 1656098"/>
                  <a:gd name="connsiteX1" fmla="*/ 922032 w 1656097"/>
                  <a:gd name="connsiteY1" fmla="*/ 0 h 1656098"/>
                  <a:gd name="connsiteX2" fmla="*/ 958682 w 1656097"/>
                  <a:gd name="connsiteY2" fmla="*/ 170987 h 1656098"/>
                  <a:gd name="connsiteX3" fmla="*/ 967537 w 1656097"/>
                  <a:gd name="connsiteY3" fmla="*/ 172338 h 1656098"/>
                  <a:gd name="connsiteX4" fmla="*/ 1042604 w 1656097"/>
                  <a:gd name="connsiteY4" fmla="*/ 194634 h 1656098"/>
                  <a:gd name="connsiteX5" fmla="*/ 1160682 w 1656097"/>
                  <a:gd name="connsiteY5" fmla="*/ 63947 h 1656098"/>
                  <a:gd name="connsiteX6" fmla="*/ 1323465 w 1656097"/>
                  <a:gd name="connsiteY6" fmla="*/ 157929 h 1656098"/>
                  <a:gd name="connsiteX7" fmla="*/ 1271151 w 1656097"/>
                  <a:gd name="connsiteY7" fmla="*/ 319877 h 1656098"/>
                  <a:gd name="connsiteX8" fmla="*/ 1280994 w 1656097"/>
                  <a:gd name="connsiteY8" fmla="*/ 327054 h 1656098"/>
                  <a:gd name="connsiteX9" fmla="*/ 1333335 w 1656097"/>
                  <a:gd name="connsiteY9" fmla="*/ 377405 h 1656098"/>
                  <a:gd name="connsiteX10" fmla="*/ 1338950 w 1656097"/>
                  <a:gd name="connsiteY10" fmla="*/ 384065 h 1656098"/>
                  <a:gd name="connsiteX11" fmla="*/ 1498169 w 1656097"/>
                  <a:gd name="connsiteY11" fmla="*/ 332634 h 1656098"/>
                  <a:gd name="connsiteX12" fmla="*/ 1592152 w 1656097"/>
                  <a:gd name="connsiteY12" fmla="*/ 495417 h 1656098"/>
                  <a:gd name="connsiteX13" fmla="*/ 1473528 w 1656097"/>
                  <a:gd name="connsiteY13" fmla="*/ 602595 h 1656098"/>
                  <a:gd name="connsiteX14" fmla="*/ 1483127 w 1656097"/>
                  <a:gd name="connsiteY14" fmla="*/ 626411 h 1656098"/>
                  <a:gd name="connsiteX15" fmla="*/ 1501984 w 1656097"/>
                  <a:gd name="connsiteY15" fmla="*/ 701032 h 1656098"/>
                  <a:gd name="connsiteX16" fmla="*/ 1656097 w 1656097"/>
                  <a:gd name="connsiteY16" fmla="*/ 734067 h 1656098"/>
                  <a:gd name="connsiteX17" fmla="*/ 1656097 w 1656097"/>
                  <a:gd name="connsiteY17" fmla="*/ 922032 h 1656098"/>
                  <a:gd name="connsiteX18" fmla="*/ 1511749 w 1656097"/>
                  <a:gd name="connsiteY18" fmla="*/ 952973 h 1656098"/>
                  <a:gd name="connsiteX19" fmla="*/ 1506114 w 1656097"/>
                  <a:gd name="connsiteY19" fmla="*/ 989892 h 1656098"/>
                  <a:gd name="connsiteX20" fmla="*/ 1491538 w 1656097"/>
                  <a:gd name="connsiteY20" fmla="*/ 1048074 h 1656098"/>
                  <a:gd name="connsiteX21" fmla="*/ 1485827 w 1656097"/>
                  <a:gd name="connsiteY21" fmla="*/ 1064617 h 1656098"/>
                  <a:gd name="connsiteX22" fmla="*/ 1592152 w 1656097"/>
                  <a:gd name="connsiteY22" fmla="*/ 1160683 h 1656098"/>
                  <a:gd name="connsiteX23" fmla="*/ 1498169 w 1656097"/>
                  <a:gd name="connsiteY23" fmla="*/ 1323465 h 1656098"/>
                  <a:gd name="connsiteX24" fmla="*/ 1367507 w 1656097"/>
                  <a:gd name="connsiteY24" fmla="*/ 1281258 h 1656098"/>
                  <a:gd name="connsiteX25" fmla="*/ 1351398 w 1656097"/>
                  <a:gd name="connsiteY25" fmla="*/ 1303350 h 1656098"/>
                  <a:gd name="connsiteX26" fmla="*/ 1301049 w 1656097"/>
                  <a:gd name="connsiteY26" fmla="*/ 1355691 h 1656098"/>
                  <a:gd name="connsiteX27" fmla="*/ 1282493 w 1656097"/>
                  <a:gd name="connsiteY27" fmla="*/ 1371332 h 1656098"/>
                  <a:gd name="connsiteX28" fmla="*/ 1323465 w 1656097"/>
                  <a:gd name="connsiteY28" fmla="*/ 1498169 h 1656098"/>
                  <a:gd name="connsiteX29" fmla="*/ 1160682 w 1656097"/>
                  <a:gd name="connsiteY29" fmla="*/ 1592152 h 1656098"/>
                  <a:gd name="connsiteX30" fmla="*/ 1074277 w 1656097"/>
                  <a:gd name="connsiteY30" fmla="*/ 1496521 h 1656098"/>
                  <a:gd name="connsiteX31" fmla="*/ 1052042 w 1656097"/>
                  <a:gd name="connsiteY31" fmla="*/ 1505484 h 1656098"/>
                  <a:gd name="connsiteX32" fmla="*/ 948719 w 1656097"/>
                  <a:gd name="connsiteY32" fmla="*/ 1531593 h 1656098"/>
                  <a:gd name="connsiteX33" fmla="*/ 922032 w 1656097"/>
                  <a:gd name="connsiteY33" fmla="*/ 1656098 h 1656098"/>
                  <a:gd name="connsiteX34" fmla="*/ 734066 w 1656097"/>
                  <a:gd name="connsiteY34" fmla="*/ 1656098 h 1656098"/>
                  <a:gd name="connsiteX35" fmla="*/ 707323 w 1656097"/>
                  <a:gd name="connsiteY35" fmla="*/ 1531333 h 1656098"/>
                  <a:gd name="connsiteX36" fmla="*/ 688561 w 1656097"/>
                  <a:gd name="connsiteY36" fmla="*/ 1528470 h 1656098"/>
                  <a:gd name="connsiteX37" fmla="*/ 581645 w 1656097"/>
                  <a:gd name="connsiteY37" fmla="*/ 1496716 h 1656098"/>
                  <a:gd name="connsiteX38" fmla="*/ 495416 w 1656097"/>
                  <a:gd name="connsiteY38" fmla="*/ 1592152 h 1656098"/>
                  <a:gd name="connsiteX39" fmla="*/ 332634 w 1656097"/>
                  <a:gd name="connsiteY39" fmla="*/ 1498169 h 1656098"/>
                  <a:gd name="connsiteX40" fmla="*/ 373389 w 1656097"/>
                  <a:gd name="connsiteY40" fmla="*/ 1372000 h 1656098"/>
                  <a:gd name="connsiteX41" fmla="*/ 293970 w 1656097"/>
                  <a:gd name="connsiteY41" fmla="*/ 1290661 h 1656098"/>
                  <a:gd name="connsiteX42" fmla="*/ 287662 w 1656097"/>
                  <a:gd name="connsiteY42" fmla="*/ 1281558 h 1656098"/>
                  <a:gd name="connsiteX43" fmla="*/ 157930 w 1656097"/>
                  <a:gd name="connsiteY43" fmla="*/ 1323465 h 1656098"/>
                  <a:gd name="connsiteX44" fmla="*/ 63947 w 1656097"/>
                  <a:gd name="connsiteY44" fmla="*/ 1160683 h 1656098"/>
                  <a:gd name="connsiteX45" fmla="*/ 170348 w 1656097"/>
                  <a:gd name="connsiteY45" fmla="*/ 1064548 h 1656098"/>
                  <a:gd name="connsiteX46" fmla="*/ 159896 w 1656097"/>
                  <a:gd name="connsiteY46" fmla="*/ 1031651 h 1656098"/>
                  <a:gd name="connsiteX47" fmla="*/ 144063 w 1656097"/>
                  <a:gd name="connsiteY47" fmla="*/ 952912 h 1656098"/>
                  <a:gd name="connsiteX48" fmla="*/ 0 w 1656097"/>
                  <a:gd name="connsiteY48" fmla="*/ 922032 h 1656098"/>
                  <a:gd name="connsiteX49" fmla="*/ 0 w 1656097"/>
                  <a:gd name="connsiteY49" fmla="*/ 734067 h 1656098"/>
                  <a:gd name="connsiteX50" fmla="*/ 152682 w 1656097"/>
                  <a:gd name="connsiteY50" fmla="*/ 701339 h 1656098"/>
                  <a:gd name="connsiteX51" fmla="*/ 159896 w 1656097"/>
                  <a:gd name="connsiteY51" fmla="*/ 669158 h 1656098"/>
                  <a:gd name="connsiteX52" fmla="*/ 182923 w 1656097"/>
                  <a:gd name="connsiteY52" fmla="*/ 602913 h 1656098"/>
                  <a:gd name="connsiteX53" fmla="*/ 63947 w 1656097"/>
                  <a:gd name="connsiteY53" fmla="*/ 495417 h 1656098"/>
                  <a:gd name="connsiteX54" fmla="*/ 157930 w 1656097"/>
                  <a:gd name="connsiteY54" fmla="*/ 332634 h 1656098"/>
                  <a:gd name="connsiteX55" fmla="*/ 318389 w 1656097"/>
                  <a:gd name="connsiteY55" fmla="*/ 384465 h 1656098"/>
                  <a:gd name="connsiteX56" fmla="*/ 353537 w 1656097"/>
                  <a:gd name="connsiteY56" fmla="*/ 346539 h 1656098"/>
                  <a:gd name="connsiteX57" fmla="*/ 385166 w 1656097"/>
                  <a:gd name="connsiteY57" fmla="*/ 320558 h 1656098"/>
                  <a:gd name="connsiteX58" fmla="*/ 332634 w 1656097"/>
                  <a:gd name="connsiteY58" fmla="*/ 157929 h 1656098"/>
                  <a:gd name="connsiteX59" fmla="*/ 495416 w 1656097"/>
                  <a:gd name="connsiteY59" fmla="*/ 63947 h 1656098"/>
                  <a:gd name="connsiteX60" fmla="*/ 612546 w 1656097"/>
                  <a:gd name="connsiteY60" fmla="*/ 193585 h 1656098"/>
                  <a:gd name="connsiteX61" fmla="*/ 688561 w 1656097"/>
                  <a:gd name="connsiteY61" fmla="*/ 172338 h 1656098"/>
                  <a:gd name="connsiteX62" fmla="*/ 697415 w 1656097"/>
                  <a:gd name="connsiteY62" fmla="*/ 170987 h 165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656097" h="1656098">
                    <a:moveTo>
                      <a:pt x="734066" y="0"/>
                    </a:moveTo>
                    <a:lnTo>
                      <a:pt x="922032" y="0"/>
                    </a:lnTo>
                    <a:lnTo>
                      <a:pt x="958682" y="170987"/>
                    </a:lnTo>
                    <a:lnTo>
                      <a:pt x="967537" y="172338"/>
                    </a:lnTo>
                    <a:lnTo>
                      <a:pt x="1042604" y="194634"/>
                    </a:lnTo>
                    <a:lnTo>
                      <a:pt x="1160682" y="63947"/>
                    </a:lnTo>
                    <a:lnTo>
                      <a:pt x="1323465" y="157929"/>
                    </a:lnTo>
                    <a:lnTo>
                      <a:pt x="1271151" y="319877"/>
                    </a:lnTo>
                    <a:lnTo>
                      <a:pt x="1280994" y="327054"/>
                    </a:lnTo>
                    <a:cubicBezTo>
                      <a:pt x="1299308" y="342918"/>
                      <a:pt x="1316780" y="359726"/>
                      <a:pt x="1333335" y="377405"/>
                    </a:cubicBezTo>
                    <a:lnTo>
                      <a:pt x="1338950" y="384065"/>
                    </a:lnTo>
                    <a:lnTo>
                      <a:pt x="1498169" y="332634"/>
                    </a:lnTo>
                    <a:lnTo>
                      <a:pt x="1592152" y="495417"/>
                    </a:lnTo>
                    <a:lnTo>
                      <a:pt x="1473528" y="602595"/>
                    </a:lnTo>
                    <a:lnTo>
                      <a:pt x="1483127" y="626411"/>
                    </a:lnTo>
                    <a:lnTo>
                      <a:pt x="1501984" y="701032"/>
                    </a:lnTo>
                    <a:lnTo>
                      <a:pt x="1656097" y="734067"/>
                    </a:lnTo>
                    <a:lnTo>
                      <a:pt x="1656097" y="922032"/>
                    </a:lnTo>
                    <a:lnTo>
                      <a:pt x="1511749" y="952973"/>
                    </a:lnTo>
                    <a:lnTo>
                      <a:pt x="1506114" y="989892"/>
                    </a:lnTo>
                    <a:cubicBezTo>
                      <a:pt x="1502081" y="1009604"/>
                      <a:pt x="1497209" y="1029011"/>
                      <a:pt x="1491538" y="1048074"/>
                    </a:cubicBezTo>
                    <a:lnTo>
                      <a:pt x="1485827" y="1064617"/>
                    </a:lnTo>
                    <a:lnTo>
                      <a:pt x="1592152" y="1160683"/>
                    </a:lnTo>
                    <a:lnTo>
                      <a:pt x="1498169" y="1323465"/>
                    </a:lnTo>
                    <a:lnTo>
                      <a:pt x="1367507" y="1281258"/>
                    </a:lnTo>
                    <a:lnTo>
                      <a:pt x="1351398" y="1303350"/>
                    </a:lnTo>
                    <a:cubicBezTo>
                      <a:pt x="1335535" y="1321664"/>
                      <a:pt x="1318727" y="1339136"/>
                      <a:pt x="1301049" y="1355691"/>
                    </a:cubicBezTo>
                    <a:lnTo>
                      <a:pt x="1282493" y="1371332"/>
                    </a:lnTo>
                    <a:lnTo>
                      <a:pt x="1323465" y="1498169"/>
                    </a:lnTo>
                    <a:lnTo>
                      <a:pt x="1160682" y="1592152"/>
                    </a:lnTo>
                    <a:lnTo>
                      <a:pt x="1074277" y="1496521"/>
                    </a:lnTo>
                    <a:lnTo>
                      <a:pt x="1052042" y="1505484"/>
                    </a:lnTo>
                    <a:lnTo>
                      <a:pt x="948719" y="1531593"/>
                    </a:lnTo>
                    <a:lnTo>
                      <a:pt x="922032" y="1656098"/>
                    </a:lnTo>
                    <a:lnTo>
                      <a:pt x="734066" y="1656098"/>
                    </a:lnTo>
                    <a:lnTo>
                      <a:pt x="707323" y="1531333"/>
                    </a:lnTo>
                    <a:lnTo>
                      <a:pt x="688561" y="1528470"/>
                    </a:lnTo>
                    <a:lnTo>
                      <a:pt x="581645" y="1496716"/>
                    </a:lnTo>
                    <a:lnTo>
                      <a:pt x="495416" y="1592152"/>
                    </a:lnTo>
                    <a:lnTo>
                      <a:pt x="332634" y="1498169"/>
                    </a:lnTo>
                    <a:lnTo>
                      <a:pt x="373389" y="1372000"/>
                    </a:lnTo>
                    <a:lnTo>
                      <a:pt x="293970" y="1290661"/>
                    </a:lnTo>
                    <a:lnTo>
                      <a:pt x="287662" y="1281558"/>
                    </a:lnTo>
                    <a:lnTo>
                      <a:pt x="157930" y="1323465"/>
                    </a:lnTo>
                    <a:lnTo>
                      <a:pt x="63947" y="1160683"/>
                    </a:lnTo>
                    <a:lnTo>
                      <a:pt x="170348" y="1064548"/>
                    </a:lnTo>
                    <a:lnTo>
                      <a:pt x="159896" y="1031651"/>
                    </a:lnTo>
                    <a:lnTo>
                      <a:pt x="144063" y="952912"/>
                    </a:lnTo>
                    <a:lnTo>
                      <a:pt x="0" y="922032"/>
                    </a:lnTo>
                    <a:lnTo>
                      <a:pt x="0" y="734067"/>
                    </a:lnTo>
                    <a:lnTo>
                      <a:pt x="152682" y="701339"/>
                    </a:lnTo>
                    <a:lnTo>
                      <a:pt x="159896" y="669158"/>
                    </a:lnTo>
                    <a:lnTo>
                      <a:pt x="182923" y="602913"/>
                    </a:lnTo>
                    <a:lnTo>
                      <a:pt x="63947" y="495417"/>
                    </a:lnTo>
                    <a:lnTo>
                      <a:pt x="157930" y="332634"/>
                    </a:lnTo>
                    <a:lnTo>
                      <a:pt x="318389" y="384465"/>
                    </a:lnTo>
                    <a:lnTo>
                      <a:pt x="353537" y="346539"/>
                    </a:lnTo>
                    <a:lnTo>
                      <a:pt x="385166" y="320558"/>
                    </a:lnTo>
                    <a:lnTo>
                      <a:pt x="332634" y="157929"/>
                    </a:lnTo>
                    <a:lnTo>
                      <a:pt x="495416" y="63947"/>
                    </a:lnTo>
                    <a:lnTo>
                      <a:pt x="612546" y="193585"/>
                    </a:lnTo>
                    <a:lnTo>
                      <a:pt x="688561" y="172338"/>
                    </a:lnTo>
                    <a:lnTo>
                      <a:pt x="697415" y="170987"/>
                    </a:lnTo>
                    <a:close/>
                  </a:path>
                </a:pathLst>
              </a:custGeom>
              <a:gradFill>
                <a:gsLst>
                  <a:gs pos="0">
                    <a:schemeClr val="bg1"/>
                  </a:gs>
                  <a:gs pos="100000">
                    <a:srgbClr val="E2E2E2"/>
                  </a:gs>
                </a:gsLst>
                <a:lin ang="2700000" scaled="1"/>
              </a:gradFill>
              <a:ln>
                <a:noFill/>
              </a:ln>
              <a:effectLst>
                <a:outerShdw blurRad="190500" dist="889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8" name="椭圆 57"/>
              <p:cNvSpPr/>
              <p:nvPr/>
            </p:nvSpPr>
            <p:spPr>
              <a:xfrm>
                <a:off x="5189938" y="1995474"/>
                <a:ext cx="1129900" cy="1129900"/>
              </a:xfrm>
              <a:prstGeom prst="ellipse">
                <a:avLst/>
              </a:prstGeom>
              <a:solidFill>
                <a:schemeClr val="accent1">
                  <a:lumMod val="100000"/>
                </a:schemeClr>
              </a:solidFill>
              <a:ln w="22225">
                <a:gradFill flip="none" rotWithShape="1">
                  <a:gsLst>
                    <a:gs pos="0">
                      <a:srgbClr val="CDCDCD"/>
                    </a:gs>
                    <a:gs pos="100000">
                      <a:schemeClr val="bg1"/>
                    </a:gs>
                  </a:gsLst>
                  <a:lin ang="2700000" scaled="1"/>
                  <a:tileRect/>
                </a:gradFill>
              </a:ln>
              <a:effectLst>
                <a:innerShdw blurRad="88900" dist="381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9" name="椭圆 58"/>
              <p:cNvSpPr/>
              <p:nvPr/>
            </p:nvSpPr>
            <p:spPr>
              <a:xfrm>
                <a:off x="5266822" y="2076686"/>
                <a:ext cx="976134" cy="976135"/>
              </a:xfrm>
              <a:prstGeom prst="ellipse">
                <a:avLst/>
              </a:prstGeom>
              <a:gradFill>
                <a:gsLst>
                  <a:gs pos="0">
                    <a:schemeClr val="bg1">
                      <a:lumMod val="85000"/>
                    </a:schemeClr>
                  </a:gs>
                  <a:gs pos="100000">
                    <a:schemeClr val="bg1"/>
                  </a:gs>
                </a:gsLst>
                <a:lin ang="2700000" scaled="1"/>
              </a:gradFill>
              <a:ln w="19050">
                <a:gradFill flip="none" rotWithShape="1">
                  <a:gsLst>
                    <a:gs pos="100000">
                      <a:srgbClr val="CDCDCD"/>
                    </a:gs>
                    <a:gs pos="0">
                      <a:schemeClr val="bg1"/>
                    </a:gs>
                  </a:gsLst>
                  <a:lin ang="2700000" scaled="1"/>
                  <a:tileRect/>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56" name="Freeform 57"/>
            <p:cNvSpPr>
              <a:spLocks noEditPoints="1"/>
            </p:cNvSpPr>
            <p:nvPr/>
          </p:nvSpPr>
          <p:spPr bwMode="auto">
            <a:xfrm>
              <a:off x="5037070" y="3046056"/>
              <a:ext cx="367075" cy="367832"/>
            </a:xfrm>
            <a:custGeom>
              <a:avLst/>
              <a:gdLst>
                <a:gd name="T0" fmla="*/ 145 w 437"/>
                <a:gd name="T1" fmla="*/ 119 h 437"/>
                <a:gd name="T2" fmla="*/ 126 w 437"/>
                <a:gd name="T3" fmla="*/ 159 h 437"/>
                <a:gd name="T4" fmla="*/ 197 w 437"/>
                <a:gd name="T5" fmla="*/ 237 h 437"/>
                <a:gd name="T6" fmla="*/ 214 w 437"/>
                <a:gd name="T7" fmla="*/ 245 h 437"/>
                <a:gd name="T8" fmla="*/ 276 w 437"/>
                <a:gd name="T9" fmla="*/ 245 h 437"/>
                <a:gd name="T10" fmla="*/ 276 w 437"/>
                <a:gd name="T11" fmla="*/ 196 h 437"/>
                <a:gd name="T12" fmla="*/ 225 w 437"/>
                <a:gd name="T13" fmla="*/ 196 h 437"/>
                <a:gd name="T14" fmla="*/ 161 w 437"/>
                <a:gd name="T15" fmla="*/ 126 h 437"/>
                <a:gd name="T16" fmla="*/ 145 w 437"/>
                <a:gd name="T17" fmla="*/ 119 h 437"/>
                <a:gd name="T18" fmla="*/ 219 w 437"/>
                <a:gd name="T19" fmla="*/ 388 h 437"/>
                <a:gd name="T20" fmla="*/ 48 w 437"/>
                <a:gd name="T21" fmla="*/ 218 h 437"/>
                <a:gd name="T22" fmla="*/ 219 w 437"/>
                <a:gd name="T23" fmla="*/ 48 h 437"/>
                <a:gd name="T24" fmla="*/ 388 w 437"/>
                <a:gd name="T25" fmla="*/ 218 h 437"/>
                <a:gd name="T26" fmla="*/ 219 w 437"/>
                <a:gd name="T27" fmla="*/ 388 h 437"/>
                <a:gd name="T28" fmla="*/ 219 w 437"/>
                <a:gd name="T29" fmla="*/ 0 h 437"/>
                <a:gd name="T30" fmla="*/ 0 w 437"/>
                <a:gd name="T31" fmla="*/ 218 h 437"/>
                <a:gd name="T32" fmla="*/ 219 w 437"/>
                <a:gd name="T33" fmla="*/ 437 h 437"/>
                <a:gd name="T34" fmla="*/ 437 w 437"/>
                <a:gd name="T35" fmla="*/ 218 h 437"/>
                <a:gd name="T36" fmla="*/ 219 w 437"/>
                <a:gd name="T37" fmla="*/ 0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7" h="437">
                  <a:moveTo>
                    <a:pt x="145" y="119"/>
                  </a:moveTo>
                  <a:cubicBezTo>
                    <a:pt x="127" y="119"/>
                    <a:pt x="110" y="142"/>
                    <a:pt x="126" y="159"/>
                  </a:cubicBezTo>
                  <a:cubicBezTo>
                    <a:pt x="197" y="237"/>
                    <a:pt x="197" y="237"/>
                    <a:pt x="197" y="237"/>
                  </a:cubicBezTo>
                  <a:cubicBezTo>
                    <a:pt x="201" y="242"/>
                    <a:pt x="207" y="245"/>
                    <a:pt x="214" y="245"/>
                  </a:cubicBezTo>
                  <a:cubicBezTo>
                    <a:pt x="276" y="245"/>
                    <a:pt x="276" y="245"/>
                    <a:pt x="276" y="245"/>
                  </a:cubicBezTo>
                  <a:cubicBezTo>
                    <a:pt x="306" y="245"/>
                    <a:pt x="309" y="196"/>
                    <a:pt x="276" y="196"/>
                  </a:cubicBezTo>
                  <a:cubicBezTo>
                    <a:pt x="225" y="196"/>
                    <a:pt x="225" y="196"/>
                    <a:pt x="225" y="196"/>
                  </a:cubicBezTo>
                  <a:cubicBezTo>
                    <a:pt x="161" y="126"/>
                    <a:pt x="161" y="126"/>
                    <a:pt x="161" y="126"/>
                  </a:cubicBezTo>
                  <a:cubicBezTo>
                    <a:pt x="156" y="121"/>
                    <a:pt x="151" y="119"/>
                    <a:pt x="145" y="119"/>
                  </a:cubicBezTo>
                  <a:moveTo>
                    <a:pt x="219" y="388"/>
                  </a:moveTo>
                  <a:cubicBezTo>
                    <a:pt x="124" y="388"/>
                    <a:pt x="48" y="312"/>
                    <a:pt x="48" y="218"/>
                  </a:cubicBezTo>
                  <a:cubicBezTo>
                    <a:pt x="48" y="124"/>
                    <a:pt x="124" y="48"/>
                    <a:pt x="219" y="48"/>
                  </a:cubicBezTo>
                  <a:cubicBezTo>
                    <a:pt x="313" y="48"/>
                    <a:pt x="388" y="124"/>
                    <a:pt x="388" y="218"/>
                  </a:cubicBezTo>
                  <a:cubicBezTo>
                    <a:pt x="388" y="312"/>
                    <a:pt x="313" y="388"/>
                    <a:pt x="219" y="388"/>
                  </a:cubicBezTo>
                  <a:moveTo>
                    <a:pt x="219" y="0"/>
                  </a:moveTo>
                  <a:cubicBezTo>
                    <a:pt x="98" y="0"/>
                    <a:pt x="0" y="97"/>
                    <a:pt x="0" y="218"/>
                  </a:cubicBezTo>
                  <a:cubicBezTo>
                    <a:pt x="0" y="339"/>
                    <a:pt x="98" y="437"/>
                    <a:pt x="219" y="437"/>
                  </a:cubicBezTo>
                  <a:cubicBezTo>
                    <a:pt x="339" y="437"/>
                    <a:pt x="437" y="339"/>
                    <a:pt x="437" y="218"/>
                  </a:cubicBezTo>
                  <a:cubicBezTo>
                    <a:pt x="437" y="97"/>
                    <a:pt x="339" y="0"/>
                    <a:pt x="219" y="0"/>
                  </a:cubicBezTo>
                </a:path>
              </a:pathLst>
            </a:custGeom>
            <a:solidFill>
              <a:schemeClr val="accent1">
                <a:lumMod val="100000"/>
              </a:schemeClr>
            </a:solidFill>
            <a:ln>
              <a:noFill/>
            </a:ln>
          </p:spPr>
          <p:txBody>
            <a:bodyPr vert="horz" wrap="square" lIns="91452" tIns="45727" rIns="91452" bIns="45727"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74" name="组合 73"/>
          <p:cNvGrpSpPr/>
          <p:nvPr/>
        </p:nvGrpSpPr>
        <p:grpSpPr>
          <a:xfrm>
            <a:off x="1687929" y="1805619"/>
            <a:ext cx="2130114" cy="930175"/>
            <a:chOff x="874712" y="3408258"/>
            <a:chExt cx="2371844" cy="930175"/>
          </a:xfrm>
        </p:grpSpPr>
        <p:sp>
          <p:nvSpPr>
            <p:cNvPr id="75" name="矩形 74"/>
            <p:cNvSpPr/>
            <p:nvPr/>
          </p:nvSpPr>
          <p:spPr>
            <a:xfrm>
              <a:off x="874712" y="3750964"/>
              <a:ext cx="2371844" cy="587469"/>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6" name="矩形 75"/>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grpSp>
        <p:nvGrpSpPr>
          <p:cNvPr id="77" name="组合 76"/>
          <p:cNvGrpSpPr/>
          <p:nvPr/>
        </p:nvGrpSpPr>
        <p:grpSpPr>
          <a:xfrm>
            <a:off x="8668493" y="1805619"/>
            <a:ext cx="2130114" cy="1176515"/>
            <a:chOff x="874712" y="3408258"/>
            <a:chExt cx="2371844" cy="1176515"/>
          </a:xfrm>
        </p:grpSpPr>
        <p:sp>
          <p:nvSpPr>
            <p:cNvPr id="78" name="矩形 77"/>
            <p:cNvSpPr/>
            <p:nvPr/>
          </p:nvSpPr>
          <p:spPr>
            <a:xfrm>
              <a:off x="874712" y="3738772"/>
              <a:ext cx="237184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9" name="矩形 78"/>
            <p:cNvSpPr/>
            <p:nvPr/>
          </p:nvSpPr>
          <p:spPr>
            <a:xfrm>
              <a:off x="874712" y="3408258"/>
              <a:ext cx="2241974" cy="436851"/>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grpSp>
        <p:nvGrpSpPr>
          <p:cNvPr id="80" name="组合 79"/>
          <p:cNvGrpSpPr/>
          <p:nvPr/>
        </p:nvGrpSpPr>
        <p:grpSpPr>
          <a:xfrm>
            <a:off x="1687929" y="4738544"/>
            <a:ext cx="2130114" cy="1176515"/>
            <a:chOff x="874712" y="3408258"/>
            <a:chExt cx="2371844" cy="1176515"/>
          </a:xfrm>
        </p:grpSpPr>
        <p:sp>
          <p:nvSpPr>
            <p:cNvPr id="81" name="矩形 80"/>
            <p:cNvSpPr/>
            <p:nvPr/>
          </p:nvSpPr>
          <p:spPr>
            <a:xfrm>
              <a:off x="874712" y="3738772"/>
              <a:ext cx="237184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82" name="矩形 81"/>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grpSp>
        <p:nvGrpSpPr>
          <p:cNvPr id="83" name="组合 82"/>
          <p:cNvGrpSpPr/>
          <p:nvPr/>
        </p:nvGrpSpPr>
        <p:grpSpPr>
          <a:xfrm>
            <a:off x="8668493" y="4738544"/>
            <a:ext cx="2130114" cy="1176515"/>
            <a:chOff x="874712" y="3408258"/>
            <a:chExt cx="2371844" cy="1176515"/>
          </a:xfrm>
        </p:grpSpPr>
        <p:sp>
          <p:nvSpPr>
            <p:cNvPr id="84" name="矩形 83"/>
            <p:cNvSpPr/>
            <p:nvPr/>
          </p:nvSpPr>
          <p:spPr>
            <a:xfrm>
              <a:off x="874712" y="3738772"/>
              <a:ext cx="237184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85" name="矩形 84"/>
            <p:cNvSpPr/>
            <p:nvPr/>
          </p:nvSpPr>
          <p:spPr>
            <a:xfrm>
              <a:off x="874712" y="3408258"/>
              <a:ext cx="2241974" cy="436851"/>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sp>
        <p:nvSpPr>
          <p:cNvPr id="73" name="Text Box 4">
            <a:extLst>
              <a:ext uri="{FF2B5EF4-FFF2-40B4-BE49-F238E27FC236}">
                <a16:creationId xmlns:a16="http://schemas.microsoft.com/office/drawing/2014/main" id="{B16AEE5F-788B-4A4D-A6A3-094100145FCA}"/>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89" name="Half Frame 12">
            <a:extLst>
              <a:ext uri="{FF2B5EF4-FFF2-40B4-BE49-F238E27FC236}">
                <a16:creationId xmlns:a16="http://schemas.microsoft.com/office/drawing/2014/main" id="{2E437D89-C9F9-324B-8120-D57B545E0187}"/>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90" name="直线连接符 89">
            <a:extLst>
              <a:ext uri="{FF2B5EF4-FFF2-40B4-BE49-F238E27FC236}">
                <a16:creationId xmlns:a16="http://schemas.microsoft.com/office/drawing/2014/main" id="{949EC08C-DB4D-B447-A476-EBEDC34A5D7C}"/>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800" fill="hold"/>
                                            <p:tgtEl>
                                              <p:spTgt spid="24"/>
                                            </p:tgtEl>
                                            <p:attrNameLst>
                                              <p:attrName>ppt_w</p:attrName>
                                            </p:attrNameLst>
                                          </p:cBhvr>
                                          <p:tavLst>
                                            <p:tav tm="0">
                                              <p:val>
                                                <p:fltVal val="0"/>
                                              </p:val>
                                            </p:tav>
                                            <p:tav tm="100000">
                                              <p:val>
                                                <p:strVal val="#ppt_w"/>
                                              </p:val>
                                            </p:tav>
                                          </p:tavLst>
                                        </p:anim>
                                        <p:anim calcmode="lin" valueType="num">
                                          <p:cBhvr>
                                            <p:cTn id="8" dur="800" fill="hold"/>
                                            <p:tgtEl>
                                              <p:spTgt spid="24"/>
                                            </p:tgtEl>
                                            <p:attrNameLst>
                                              <p:attrName>ppt_h</p:attrName>
                                            </p:attrNameLst>
                                          </p:cBhvr>
                                          <p:tavLst>
                                            <p:tav tm="0">
                                              <p:val>
                                                <p:fltVal val="0"/>
                                              </p:val>
                                            </p:tav>
                                            <p:tav tm="100000">
                                              <p:val>
                                                <p:strVal val="#ppt_h"/>
                                              </p:val>
                                            </p:tav>
                                          </p:tavLst>
                                        </p:anim>
                                        <p:animEffect transition="in" filter="fade">
                                          <p:cBhvr>
                                            <p:cTn id="9" dur="800"/>
                                            <p:tgtEl>
                                              <p:spTgt spid="24"/>
                                            </p:tgtEl>
                                          </p:cBhvr>
                                        </p:animEffect>
                                      </p:childTnLst>
                                    </p:cTn>
                                  </p:par>
                                  <p:par>
                                    <p:cTn id="10" presetID="31" presetClass="entr" presetSubtype="0" fill="hold" nodeType="withEffect">
                                      <p:stCondLst>
                                        <p:cond delay="700"/>
                                      </p:stCondLst>
                                      <p:childTnLst>
                                        <p:set>
                                          <p:cBhvr>
                                            <p:cTn id="11" dur="1" fill="hold">
                                              <p:stCondLst>
                                                <p:cond delay="0"/>
                                              </p:stCondLst>
                                            </p:cTn>
                                            <p:tgtEl>
                                              <p:spTgt spid="29"/>
                                            </p:tgtEl>
                                            <p:attrNameLst>
                                              <p:attrName>style.visibility</p:attrName>
                                            </p:attrNameLst>
                                          </p:cBhvr>
                                          <p:to>
                                            <p:strVal val="visible"/>
                                          </p:to>
                                        </p:set>
                                        <p:anim calcmode="lin" valueType="num">
                                          <p:cBhvr>
                                            <p:cTn id="12" dur="1000" fill="hold"/>
                                            <p:tgtEl>
                                              <p:spTgt spid="29"/>
                                            </p:tgtEl>
                                            <p:attrNameLst>
                                              <p:attrName>ppt_w</p:attrName>
                                            </p:attrNameLst>
                                          </p:cBhvr>
                                          <p:tavLst>
                                            <p:tav tm="0">
                                              <p:val>
                                                <p:fltVal val="0"/>
                                              </p:val>
                                            </p:tav>
                                            <p:tav tm="100000">
                                              <p:val>
                                                <p:strVal val="#ppt_w"/>
                                              </p:val>
                                            </p:tav>
                                          </p:tavLst>
                                        </p:anim>
                                        <p:anim calcmode="lin" valueType="num">
                                          <p:cBhvr>
                                            <p:cTn id="13" dur="1000" fill="hold"/>
                                            <p:tgtEl>
                                              <p:spTgt spid="29"/>
                                            </p:tgtEl>
                                            <p:attrNameLst>
                                              <p:attrName>ppt_h</p:attrName>
                                            </p:attrNameLst>
                                          </p:cBhvr>
                                          <p:tavLst>
                                            <p:tav tm="0">
                                              <p:val>
                                                <p:fltVal val="0"/>
                                              </p:val>
                                            </p:tav>
                                            <p:tav tm="100000">
                                              <p:val>
                                                <p:strVal val="#ppt_h"/>
                                              </p:val>
                                            </p:tav>
                                          </p:tavLst>
                                        </p:anim>
                                        <p:anim calcmode="lin" valueType="num">
                                          <p:cBhvr>
                                            <p:cTn id="14" dur="1000" fill="hold"/>
                                            <p:tgtEl>
                                              <p:spTgt spid="29"/>
                                            </p:tgtEl>
                                            <p:attrNameLst>
                                              <p:attrName>style.rotation</p:attrName>
                                            </p:attrNameLst>
                                          </p:cBhvr>
                                          <p:tavLst>
                                            <p:tav tm="0">
                                              <p:val>
                                                <p:fltVal val="90"/>
                                              </p:val>
                                            </p:tav>
                                            <p:tav tm="100000">
                                              <p:val>
                                                <p:fltVal val="0"/>
                                              </p:val>
                                            </p:tav>
                                          </p:tavLst>
                                        </p:anim>
                                        <p:animEffect transition="in" filter="fade">
                                          <p:cBhvr>
                                            <p:cTn id="15" dur="1000"/>
                                            <p:tgtEl>
                                              <p:spTgt spid="29"/>
                                            </p:tgtEl>
                                          </p:cBhvr>
                                        </p:animEffect>
                                      </p:childTnLst>
                                    </p:cTn>
                                  </p:par>
                                  <p:par>
                                    <p:cTn id="16" presetID="31" presetClass="entr" presetSubtype="0" fill="hold" nodeType="withEffect">
                                      <p:stCondLst>
                                        <p:cond delay="700"/>
                                      </p:stCondLst>
                                      <p:childTnLst>
                                        <p:set>
                                          <p:cBhvr>
                                            <p:cTn id="17" dur="1" fill="hold">
                                              <p:stCondLst>
                                                <p:cond delay="0"/>
                                              </p:stCondLst>
                                            </p:cTn>
                                            <p:tgtEl>
                                              <p:spTgt spid="39"/>
                                            </p:tgtEl>
                                            <p:attrNameLst>
                                              <p:attrName>style.visibility</p:attrName>
                                            </p:attrNameLst>
                                          </p:cBhvr>
                                          <p:to>
                                            <p:strVal val="visible"/>
                                          </p:to>
                                        </p:set>
                                        <p:anim calcmode="lin" valueType="num">
                                          <p:cBhvr>
                                            <p:cTn id="18" dur="1000" fill="hold"/>
                                            <p:tgtEl>
                                              <p:spTgt spid="39"/>
                                            </p:tgtEl>
                                            <p:attrNameLst>
                                              <p:attrName>ppt_w</p:attrName>
                                            </p:attrNameLst>
                                          </p:cBhvr>
                                          <p:tavLst>
                                            <p:tav tm="0">
                                              <p:val>
                                                <p:fltVal val="0"/>
                                              </p:val>
                                            </p:tav>
                                            <p:tav tm="100000">
                                              <p:val>
                                                <p:strVal val="#ppt_w"/>
                                              </p:val>
                                            </p:tav>
                                          </p:tavLst>
                                        </p:anim>
                                        <p:anim calcmode="lin" valueType="num">
                                          <p:cBhvr>
                                            <p:cTn id="19" dur="1000" fill="hold"/>
                                            <p:tgtEl>
                                              <p:spTgt spid="39"/>
                                            </p:tgtEl>
                                            <p:attrNameLst>
                                              <p:attrName>ppt_h</p:attrName>
                                            </p:attrNameLst>
                                          </p:cBhvr>
                                          <p:tavLst>
                                            <p:tav tm="0">
                                              <p:val>
                                                <p:fltVal val="0"/>
                                              </p:val>
                                            </p:tav>
                                            <p:tav tm="100000">
                                              <p:val>
                                                <p:strVal val="#ppt_h"/>
                                              </p:val>
                                            </p:tav>
                                          </p:tavLst>
                                        </p:anim>
                                        <p:anim calcmode="lin" valueType="num">
                                          <p:cBhvr>
                                            <p:cTn id="20" dur="1000" fill="hold"/>
                                            <p:tgtEl>
                                              <p:spTgt spid="39"/>
                                            </p:tgtEl>
                                            <p:attrNameLst>
                                              <p:attrName>style.rotation</p:attrName>
                                            </p:attrNameLst>
                                          </p:cBhvr>
                                          <p:tavLst>
                                            <p:tav tm="0">
                                              <p:val>
                                                <p:fltVal val="90"/>
                                              </p:val>
                                            </p:tav>
                                            <p:tav tm="100000">
                                              <p:val>
                                                <p:fltVal val="0"/>
                                              </p:val>
                                            </p:tav>
                                          </p:tavLst>
                                        </p:anim>
                                        <p:animEffect transition="in" filter="fade">
                                          <p:cBhvr>
                                            <p:cTn id="21" dur="1000"/>
                                            <p:tgtEl>
                                              <p:spTgt spid="39"/>
                                            </p:tgtEl>
                                          </p:cBhvr>
                                        </p:animEffect>
                                      </p:childTnLst>
                                    </p:cTn>
                                  </p:par>
                                  <p:par>
                                    <p:cTn id="22" presetID="31" presetClass="entr" presetSubtype="0" fill="hold" nodeType="withEffect">
                                      <p:stCondLst>
                                        <p:cond delay="700"/>
                                      </p:stCondLst>
                                      <p:childTnLst>
                                        <p:set>
                                          <p:cBhvr>
                                            <p:cTn id="23" dur="1" fill="hold">
                                              <p:stCondLst>
                                                <p:cond delay="0"/>
                                              </p:stCondLst>
                                            </p:cTn>
                                            <p:tgtEl>
                                              <p:spTgt spid="45"/>
                                            </p:tgtEl>
                                            <p:attrNameLst>
                                              <p:attrName>style.visibility</p:attrName>
                                            </p:attrNameLst>
                                          </p:cBhvr>
                                          <p:to>
                                            <p:strVal val="visible"/>
                                          </p:to>
                                        </p:set>
                                        <p:anim calcmode="lin" valueType="num">
                                          <p:cBhvr>
                                            <p:cTn id="24" dur="1000" fill="hold"/>
                                            <p:tgtEl>
                                              <p:spTgt spid="45"/>
                                            </p:tgtEl>
                                            <p:attrNameLst>
                                              <p:attrName>ppt_w</p:attrName>
                                            </p:attrNameLst>
                                          </p:cBhvr>
                                          <p:tavLst>
                                            <p:tav tm="0">
                                              <p:val>
                                                <p:fltVal val="0"/>
                                              </p:val>
                                            </p:tav>
                                            <p:tav tm="100000">
                                              <p:val>
                                                <p:strVal val="#ppt_w"/>
                                              </p:val>
                                            </p:tav>
                                          </p:tavLst>
                                        </p:anim>
                                        <p:anim calcmode="lin" valueType="num">
                                          <p:cBhvr>
                                            <p:cTn id="25" dur="1000" fill="hold"/>
                                            <p:tgtEl>
                                              <p:spTgt spid="45"/>
                                            </p:tgtEl>
                                            <p:attrNameLst>
                                              <p:attrName>ppt_h</p:attrName>
                                            </p:attrNameLst>
                                          </p:cBhvr>
                                          <p:tavLst>
                                            <p:tav tm="0">
                                              <p:val>
                                                <p:fltVal val="0"/>
                                              </p:val>
                                            </p:tav>
                                            <p:tav tm="100000">
                                              <p:val>
                                                <p:strVal val="#ppt_h"/>
                                              </p:val>
                                            </p:tav>
                                          </p:tavLst>
                                        </p:anim>
                                        <p:anim calcmode="lin" valueType="num">
                                          <p:cBhvr>
                                            <p:cTn id="26" dur="1000" fill="hold"/>
                                            <p:tgtEl>
                                              <p:spTgt spid="45"/>
                                            </p:tgtEl>
                                            <p:attrNameLst>
                                              <p:attrName>style.rotation</p:attrName>
                                            </p:attrNameLst>
                                          </p:cBhvr>
                                          <p:tavLst>
                                            <p:tav tm="0">
                                              <p:val>
                                                <p:fltVal val="90"/>
                                              </p:val>
                                            </p:tav>
                                            <p:tav tm="100000">
                                              <p:val>
                                                <p:fltVal val="0"/>
                                              </p:val>
                                            </p:tav>
                                          </p:tavLst>
                                        </p:anim>
                                        <p:animEffect transition="in" filter="fade">
                                          <p:cBhvr>
                                            <p:cTn id="27" dur="1000"/>
                                            <p:tgtEl>
                                              <p:spTgt spid="45"/>
                                            </p:tgtEl>
                                          </p:cBhvr>
                                        </p:animEffect>
                                      </p:childTnLst>
                                    </p:cTn>
                                  </p:par>
                                  <p:par>
                                    <p:cTn id="28" presetID="31" presetClass="entr" presetSubtype="0" fill="hold" nodeType="withEffect">
                                      <p:stCondLst>
                                        <p:cond delay="700"/>
                                      </p:stCondLst>
                                      <p:childTnLst>
                                        <p:set>
                                          <p:cBhvr>
                                            <p:cTn id="29" dur="1" fill="hold">
                                              <p:stCondLst>
                                                <p:cond delay="0"/>
                                              </p:stCondLst>
                                            </p:cTn>
                                            <p:tgtEl>
                                              <p:spTgt spid="54"/>
                                            </p:tgtEl>
                                            <p:attrNameLst>
                                              <p:attrName>style.visibility</p:attrName>
                                            </p:attrNameLst>
                                          </p:cBhvr>
                                          <p:to>
                                            <p:strVal val="visible"/>
                                          </p:to>
                                        </p:set>
                                        <p:anim calcmode="lin" valueType="num">
                                          <p:cBhvr>
                                            <p:cTn id="30" dur="1000" fill="hold"/>
                                            <p:tgtEl>
                                              <p:spTgt spid="54"/>
                                            </p:tgtEl>
                                            <p:attrNameLst>
                                              <p:attrName>ppt_w</p:attrName>
                                            </p:attrNameLst>
                                          </p:cBhvr>
                                          <p:tavLst>
                                            <p:tav tm="0">
                                              <p:val>
                                                <p:fltVal val="0"/>
                                              </p:val>
                                            </p:tav>
                                            <p:tav tm="100000">
                                              <p:val>
                                                <p:strVal val="#ppt_w"/>
                                              </p:val>
                                            </p:tav>
                                          </p:tavLst>
                                        </p:anim>
                                        <p:anim calcmode="lin" valueType="num">
                                          <p:cBhvr>
                                            <p:cTn id="31" dur="1000" fill="hold"/>
                                            <p:tgtEl>
                                              <p:spTgt spid="54"/>
                                            </p:tgtEl>
                                            <p:attrNameLst>
                                              <p:attrName>ppt_h</p:attrName>
                                            </p:attrNameLst>
                                          </p:cBhvr>
                                          <p:tavLst>
                                            <p:tav tm="0">
                                              <p:val>
                                                <p:fltVal val="0"/>
                                              </p:val>
                                            </p:tav>
                                            <p:tav tm="100000">
                                              <p:val>
                                                <p:strVal val="#ppt_h"/>
                                              </p:val>
                                            </p:tav>
                                          </p:tavLst>
                                        </p:anim>
                                        <p:anim calcmode="lin" valueType="num">
                                          <p:cBhvr>
                                            <p:cTn id="32" dur="1000" fill="hold"/>
                                            <p:tgtEl>
                                              <p:spTgt spid="54"/>
                                            </p:tgtEl>
                                            <p:attrNameLst>
                                              <p:attrName>style.rotation</p:attrName>
                                            </p:attrNameLst>
                                          </p:cBhvr>
                                          <p:tavLst>
                                            <p:tav tm="0">
                                              <p:val>
                                                <p:fltVal val="90"/>
                                              </p:val>
                                            </p:tav>
                                            <p:tav tm="100000">
                                              <p:val>
                                                <p:fltVal val="0"/>
                                              </p:val>
                                            </p:tav>
                                          </p:tavLst>
                                        </p:anim>
                                        <p:animEffect transition="in" filter="fade">
                                          <p:cBhvr>
                                            <p:cTn id="33" dur="1000"/>
                                            <p:tgtEl>
                                              <p:spTgt spid="54"/>
                                            </p:tgtEl>
                                          </p:cBhvr>
                                        </p:animEffect>
                                      </p:childTnLst>
                                    </p:cTn>
                                  </p:par>
                                  <p:par>
                                    <p:cTn id="34" presetID="6" presetClass="entr" presetSubtype="32" fill="hold" nodeType="withEffect">
                                      <p:stCondLst>
                                        <p:cond delay="700"/>
                                      </p:stCondLst>
                                      <p:childTnLst>
                                        <p:set>
                                          <p:cBhvr>
                                            <p:cTn id="35" dur="1" fill="hold">
                                              <p:stCondLst>
                                                <p:cond delay="0"/>
                                              </p:stCondLst>
                                            </p:cTn>
                                            <p:tgtEl>
                                              <p:spTgt spid="5"/>
                                            </p:tgtEl>
                                            <p:attrNameLst>
                                              <p:attrName>style.visibility</p:attrName>
                                            </p:attrNameLst>
                                          </p:cBhvr>
                                          <p:to>
                                            <p:strVal val="visible"/>
                                          </p:to>
                                        </p:set>
                                        <p:animEffect transition="in" filter="circle(out)">
                                          <p:cBhvr>
                                            <p:cTn id="36" dur="2000"/>
                                            <p:tgtEl>
                                              <p:spTgt spid="5"/>
                                            </p:tgtEl>
                                          </p:cBhvr>
                                        </p:animEffect>
                                      </p:childTnLst>
                                    </p:cTn>
                                  </p:par>
                                  <p:par>
                                    <p:cTn id="37" presetID="22" presetClass="entr" presetSubtype="4" fill="hold" nodeType="withEffect">
                                      <p:stCondLst>
                                        <p:cond delay="2700"/>
                                      </p:stCondLst>
                                      <p:childTnLst>
                                        <p:set>
                                          <p:cBhvr>
                                            <p:cTn id="38" dur="1" fill="hold">
                                              <p:stCondLst>
                                                <p:cond delay="0"/>
                                              </p:stCondLst>
                                            </p:cTn>
                                            <p:tgtEl>
                                              <p:spTgt spid="8"/>
                                            </p:tgtEl>
                                            <p:attrNameLst>
                                              <p:attrName>style.visibility</p:attrName>
                                            </p:attrNameLst>
                                          </p:cBhvr>
                                          <p:to>
                                            <p:strVal val="visible"/>
                                          </p:to>
                                        </p:set>
                                        <p:animEffect transition="in" filter="wipe(down)">
                                          <p:cBhvr>
                                            <p:cTn id="39" dur="500"/>
                                            <p:tgtEl>
                                              <p:spTgt spid="8"/>
                                            </p:tgtEl>
                                          </p:cBhvr>
                                        </p:animEffect>
                                      </p:childTnLst>
                                    </p:cTn>
                                  </p:par>
                                </p:childTnLst>
                              </p:cTn>
                            </p:par>
                            <p:par>
                              <p:cTn id="40" fill="hold">
                                <p:stCondLst>
                                  <p:cond delay="1000"/>
                                </p:stCondLst>
                                <p:childTnLst>
                                  <p:par>
                                    <p:cTn id="41" presetID="53" presetClass="entr" presetSubtype="16" fill="hold" grpId="0" nodeType="afterEffect">
                                      <p:stCondLst>
                                        <p:cond delay="0"/>
                                      </p:stCondLst>
                                      <p:childTnLst>
                                        <p:set>
                                          <p:cBhvr>
                                            <p:cTn id="42" dur="1" fill="hold">
                                              <p:stCondLst>
                                                <p:cond delay="0"/>
                                              </p:stCondLst>
                                            </p:cTn>
                                            <p:tgtEl>
                                              <p:spTgt spid="20"/>
                                            </p:tgtEl>
                                            <p:attrNameLst>
                                              <p:attrName>style.visibility</p:attrName>
                                            </p:attrNameLst>
                                          </p:cBhvr>
                                          <p:to>
                                            <p:strVal val="visible"/>
                                          </p:to>
                                        </p:set>
                                        <p:anim calcmode="lin" valueType="num">
                                          <p:cBhvr>
                                            <p:cTn id="43" dur="500" fill="hold"/>
                                            <p:tgtEl>
                                              <p:spTgt spid="20"/>
                                            </p:tgtEl>
                                            <p:attrNameLst>
                                              <p:attrName>ppt_w</p:attrName>
                                            </p:attrNameLst>
                                          </p:cBhvr>
                                          <p:tavLst>
                                            <p:tav tm="0">
                                              <p:val>
                                                <p:fltVal val="0"/>
                                              </p:val>
                                            </p:tav>
                                            <p:tav tm="100000">
                                              <p:val>
                                                <p:strVal val="#ppt_w"/>
                                              </p:val>
                                            </p:tav>
                                          </p:tavLst>
                                        </p:anim>
                                        <p:anim calcmode="lin" valueType="num">
                                          <p:cBhvr>
                                            <p:cTn id="44" dur="500" fill="hold"/>
                                            <p:tgtEl>
                                              <p:spTgt spid="20"/>
                                            </p:tgtEl>
                                            <p:attrNameLst>
                                              <p:attrName>ppt_h</p:attrName>
                                            </p:attrNameLst>
                                          </p:cBhvr>
                                          <p:tavLst>
                                            <p:tav tm="0">
                                              <p:val>
                                                <p:fltVal val="0"/>
                                              </p:val>
                                            </p:tav>
                                            <p:tav tm="100000">
                                              <p:val>
                                                <p:strVal val="#ppt_h"/>
                                              </p:val>
                                            </p:tav>
                                          </p:tavLst>
                                        </p:anim>
                                        <p:animEffect transition="in" filter="fade">
                                          <p:cBhvr>
                                            <p:cTn id="45" dur="500"/>
                                            <p:tgtEl>
                                              <p:spTgt spid="20"/>
                                            </p:tgtEl>
                                          </p:cBhvr>
                                        </p:animEffect>
                                      </p:childTnLst>
                                    </p:cTn>
                                  </p:par>
                                </p:childTnLst>
                              </p:cTn>
                            </p:par>
                            <p:par>
                              <p:cTn id="46" fill="hold">
                                <p:stCondLst>
                                  <p:cond delay="1500"/>
                                </p:stCondLst>
                                <p:childTnLst>
                                  <p:par>
                                    <p:cTn id="47" presetID="22" presetClass="entr" presetSubtype="8" fill="hold" nodeType="after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wipe(left)">
                                          <p:cBhvr>
                                            <p:cTn id="49" dur="500"/>
                                            <p:tgtEl>
                                              <p:spTgt spid="11"/>
                                            </p:tgtEl>
                                          </p:cBhvr>
                                        </p:animEffect>
                                      </p:childTnLst>
                                    </p:cTn>
                                  </p:par>
                                </p:childTnLst>
                              </p:cTn>
                            </p:par>
                            <p:par>
                              <p:cTn id="50" fill="hold">
                                <p:stCondLst>
                                  <p:cond delay="2000"/>
                                </p:stCondLst>
                                <p:childTnLst>
                                  <p:par>
                                    <p:cTn id="51" presetID="53" presetClass="entr" presetSubtype="16" fill="hold" grpId="0" nodeType="afterEffect">
                                      <p:stCondLst>
                                        <p:cond delay="0"/>
                                      </p:stCondLst>
                                      <p:childTnLst>
                                        <p:set>
                                          <p:cBhvr>
                                            <p:cTn id="52" dur="1" fill="hold">
                                              <p:stCondLst>
                                                <p:cond delay="0"/>
                                              </p:stCondLst>
                                            </p:cTn>
                                            <p:tgtEl>
                                              <p:spTgt spid="22"/>
                                            </p:tgtEl>
                                            <p:attrNameLst>
                                              <p:attrName>style.visibility</p:attrName>
                                            </p:attrNameLst>
                                          </p:cBhvr>
                                          <p:to>
                                            <p:strVal val="visible"/>
                                          </p:to>
                                        </p:set>
                                        <p:anim calcmode="lin" valueType="num">
                                          <p:cBhvr>
                                            <p:cTn id="53" dur="500" fill="hold"/>
                                            <p:tgtEl>
                                              <p:spTgt spid="22"/>
                                            </p:tgtEl>
                                            <p:attrNameLst>
                                              <p:attrName>ppt_w</p:attrName>
                                            </p:attrNameLst>
                                          </p:cBhvr>
                                          <p:tavLst>
                                            <p:tav tm="0">
                                              <p:val>
                                                <p:fltVal val="0"/>
                                              </p:val>
                                            </p:tav>
                                            <p:tav tm="100000">
                                              <p:val>
                                                <p:strVal val="#ppt_w"/>
                                              </p:val>
                                            </p:tav>
                                          </p:tavLst>
                                        </p:anim>
                                        <p:anim calcmode="lin" valueType="num">
                                          <p:cBhvr>
                                            <p:cTn id="54" dur="500" fill="hold"/>
                                            <p:tgtEl>
                                              <p:spTgt spid="22"/>
                                            </p:tgtEl>
                                            <p:attrNameLst>
                                              <p:attrName>ppt_h</p:attrName>
                                            </p:attrNameLst>
                                          </p:cBhvr>
                                          <p:tavLst>
                                            <p:tav tm="0">
                                              <p:val>
                                                <p:fltVal val="0"/>
                                              </p:val>
                                            </p:tav>
                                            <p:tav tm="100000">
                                              <p:val>
                                                <p:strVal val="#ppt_h"/>
                                              </p:val>
                                            </p:tav>
                                          </p:tavLst>
                                        </p:anim>
                                        <p:animEffect transition="in" filter="fade">
                                          <p:cBhvr>
                                            <p:cTn id="55" dur="500"/>
                                            <p:tgtEl>
                                              <p:spTgt spid="22"/>
                                            </p:tgtEl>
                                          </p:cBhvr>
                                        </p:animEffect>
                                      </p:childTnLst>
                                    </p:cTn>
                                  </p:par>
                                </p:childTnLst>
                              </p:cTn>
                            </p:par>
                            <p:par>
                              <p:cTn id="56" fill="hold">
                                <p:stCondLst>
                                  <p:cond delay="2500"/>
                                </p:stCondLst>
                                <p:childTnLst>
                                  <p:par>
                                    <p:cTn id="57" presetID="22" presetClass="entr" presetSubtype="1" fill="hold" nodeType="after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wipe(up)">
                                          <p:cBhvr>
                                            <p:cTn id="59" dur="500"/>
                                            <p:tgtEl>
                                              <p:spTgt spid="14"/>
                                            </p:tgtEl>
                                          </p:cBhvr>
                                        </p:animEffect>
                                      </p:childTnLst>
                                    </p:cTn>
                                  </p:par>
                                </p:childTnLst>
                              </p:cTn>
                            </p:par>
                            <p:par>
                              <p:cTn id="60" fill="hold">
                                <p:stCondLst>
                                  <p:cond delay="3000"/>
                                </p:stCondLst>
                                <p:childTnLst>
                                  <p:par>
                                    <p:cTn id="61" presetID="53" presetClass="entr" presetSubtype="16" fill="hold" grpId="0" nodeType="afterEffect">
                                      <p:stCondLst>
                                        <p:cond delay="0"/>
                                      </p:stCondLst>
                                      <p:childTnLst>
                                        <p:set>
                                          <p:cBhvr>
                                            <p:cTn id="62" dur="1" fill="hold">
                                              <p:stCondLst>
                                                <p:cond delay="0"/>
                                              </p:stCondLst>
                                            </p:cTn>
                                            <p:tgtEl>
                                              <p:spTgt spid="21"/>
                                            </p:tgtEl>
                                            <p:attrNameLst>
                                              <p:attrName>style.visibility</p:attrName>
                                            </p:attrNameLst>
                                          </p:cBhvr>
                                          <p:to>
                                            <p:strVal val="visible"/>
                                          </p:to>
                                        </p:set>
                                        <p:anim calcmode="lin" valueType="num">
                                          <p:cBhvr>
                                            <p:cTn id="63" dur="500" fill="hold"/>
                                            <p:tgtEl>
                                              <p:spTgt spid="21"/>
                                            </p:tgtEl>
                                            <p:attrNameLst>
                                              <p:attrName>ppt_w</p:attrName>
                                            </p:attrNameLst>
                                          </p:cBhvr>
                                          <p:tavLst>
                                            <p:tav tm="0">
                                              <p:val>
                                                <p:fltVal val="0"/>
                                              </p:val>
                                            </p:tav>
                                            <p:tav tm="100000">
                                              <p:val>
                                                <p:strVal val="#ppt_w"/>
                                              </p:val>
                                            </p:tav>
                                          </p:tavLst>
                                        </p:anim>
                                        <p:anim calcmode="lin" valueType="num">
                                          <p:cBhvr>
                                            <p:cTn id="64" dur="500" fill="hold"/>
                                            <p:tgtEl>
                                              <p:spTgt spid="21"/>
                                            </p:tgtEl>
                                            <p:attrNameLst>
                                              <p:attrName>ppt_h</p:attrName>
                                            </p:attrNameLst>
                                          </p:cBhvr>
                                          <p:tavLst>
                                            <p:tav tm="0">
                                              <p:val>
                                                <p:fltVal val="0"/>
                                              </p:val>
                                            </p:tav>
                                            <p:tav tm="100000">
                                              <p:val>
                                                <p:strVal val="#ppt_h"/>
                                              </p:val>
                                            </p:tav>
                                          </p:tavLst>
                                        </p:anim>
                                        <p:animEffect transition="in" filter="fade">
                                          <p:cBhvr>
                                            <p:cTn id="65" dur="500"/>
                                            <p:tgtEl>
                                              <p:spTgt spid="21"/>
                                            </p:tgtEl>
                                          </p:cBhvr>
                                        </p:animEffect>
                                      </p:childTnLst>
                                    </p:cTn>
                                  </p:par>
                                </p:childTnLst>
                              </p:cTn>
                            </p:par>
                            <p:par>
                              <p:cTn id="66" fill="hold">
                                <p:stCondLst>
                                  <p:cond delay="3500"/>
                                </p:stCondLst>
                                <p:childTnLst>
                                  <p:par>
                                    <p:cTn id="67" presetID="22" presetClass="entr" presetSubtype="4" fill="hold" nodeType="after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wipe(down)">
                                          <p:cBhvr>
                                            <p:cTn id="69" dur="500"/>
                                            <p:tgtEl>
                                              <p:spTgt spid="17"/>
                                            </p:tgtEl>
                                          </p:cBhvr>
                                        </p:animEffect>
                                      </p:childTnLst>
                                    </p:cTn>
                                  </p:par>
                                </p:childTnLst>
                              </p:cTn>
                            </p:par>
                            <p:par>
                              <p:cTn id="70" fill="hold">
                                <p:stCondLst>
                                  <p:cond delay="4000"/>
                                </p:stCondLst>
                                <p:childTnLst>
                                  <p:par>
                                    <p:cTn id="71" presetID="53" presetClass="entr" presetSubtype="16" fill="hold" grpId="0" nodeType="afterEffect">
                                      <p:stCondLst>
                                        <p:cond delay="0"/>
                                      </p:stCondLst>
                                      <p:childTnLst>
                                        <p:set>
                                          <p:cBhvr>
                                            <p:cTn id="72" dur="1" fill="hold">
                                              <p:stCondLst>
                                                <p:cond delay="0"/>
                                              </p:stCondLst>
                                            </p:cTn>
                                            <p:tgtEl>
                                              <p:spTgt spid="23"/>
                                            </p:tgtEl>
                                            <p:attrNameLst>
                                              <p:attrName>style.visibility</p:attrName>
                                            </p:attrNameLst>
                                          </p:cBhvr>
                                          <p:to>
                                            <p:strVal val="visible"/>
                                          </p:to>
                                        </p:set>
                                        <p:anim calcmode="lin" valueType="num">
                                          <p:cBhvr>
                                            <p:cTn id="73" dur="500" fill="hold"/>
                                            <p:tgtEl>
                                              <p:spTgt spid="23"/>
                                            </p:tgtEl>
                                            <p:attrNameLst>
                                              <p:attrName>ppt_w</p:attrName>
                                            </p:attrNameLst>
                                          </p:cBhvr>
                                          <p:tavLst>
                                            <p:tav tm="0">
                                              <p:val>
                                                <p:fltVal val="0"/>
                                              </p:val>
                                            </p:tav>
                                            <p:tav tm="100000">
                                              <p:val>
                                                <p:strVal val="#ppt_w"/>
                                              </p:val>
                                            </p:tav>
                                          </p:tavLst>
                                        </p:anim>
                                        <p:anim calcmode="lin" valueType="num">
                                          <p:cBhvr>
                                            <p:cTn id="74" dur="500" fill="hold"/>
                                            <p:tgtEl>
                                              <p:spTgt spid="23"/>
                                            </p:tgtEl>
                                            <p:attrNameLst>
                                              <p:attrName>ppt_h</p:attrName>
                                            </p:attrNameLst>
                                          </p:cBhvr>
                                          <p:tavLst>
                                            <p:tav tm="0">
                                              <p:val>
                                                <p:fltVal val="0"/>
                                              </p:val>
                                            </p:tav>
                                            <p:tav tm="100000">
                                              <p:val>
                                                <p:strVal val="#ppt_h"/>
                                              </p:val>
                                            </p:tav>
                                          </p:tavLst>
                                        </p:anim>
                                        <p:animEffect transition="in" filter="fade">
                                          <p:cBhvr>
                                            <p:cTn id="75" dur="500"/>
                                            <p:tgtEl>
                                              <p:spTgt spid="23"/>
                                            </p:tgtEl>
                                          </p:cBhvr>
                                        </p:animEffect>
                                      </p:childTnLst>
                                    </p:cTn>
                                  </p:par>
                                  <p:par>
                                    <p:cTn id="76" presetID="2" presetClass="entr" presetSubtype="2" decel="100000" fill="hold" nodeType="withEffect">
                                      <p:stCondLst>
                                        <p:cond delay="0"/>
                                      </p:stCondLst>
                                      <p:childTnLst>
                                        <p:set>
                                          <p:cBhvr>
                                            <p:cTn id="77" dur="1" fill="hold">
                                              <p:stCondLst>
                                                <p:cond delay="0"/>
                                              </p:stCondLst>
                                            </p:cTn>
                                            <p:tgtEl>
                                              <p:spTgt spid="74"/>
                                            </p:tgtEl>
                                            <p:attrNameLst>
                                              <p:attrName>style.visibility</p:attrName>
                                            </p:attrNameLst>
                                          </p:cBhvr>
                                          <p:to>
                                            <p:strVal val="visible"/>
                                          </p:to>
                                        </p:set>
                                        <p:anim calcmode="lin" valueType="num">
                                          <p:cBhvr additive="base">
                                            <p:cTn id="78" dur="1000" fill="hold"/>
                                            <p:tgtEl>
                                              <p:spTgt spid="74"/>
                                            </p:tgtEl>
                                            <p:attrNameLst>
                                              <p:attrName>ppt_x</p:attrName>
                                            </p:attrNameLst>
                                          </p:cBhvr>
                                          <p:tavLst>
                                            <p:tav tm="0">
                                              <p:val>
                                                <p:strVal val="1+#ppt_w/2"/>
                                              </p:val>
                                            </p:tav>
                                            <p:tav tm="100000">
                                              <p:val>
                                                <p:strVal val="#ppt_x"/>
                                              </p:val>
                                            </p:tav>
                                          </p:tavLst>
                                        </p:anim>
                                        <p:anim calcmode="lin" valueType="num">
                                          <p:cBhvr additive="base">
                                            <p:cTn id="79" dur="1000" fill="hold"/>
                                            <p:tgtEl>
                                              <p:spTgt spid="74"/>
                                            </p:tgtEl>
                                            <p:attrNameLst>
                                              <p:attrName>ppt_y</p:attrName>
                                            </p:attrNameLst>
                                          </p:cBhvr>
                                          <p:tavLst>
                                            <p:tav tm="0">
                                              <p:val>
                                                <p:strVal val="#ppt_y"/>
                                              </p:val>
                                            </p:tav>
                                            <p:tav tm="100000">
                                              <p:val>
                                                <p:strVal val="#ppt_y"/>
                                              </p:val>
                                            </p:tav>
                                          </p:tavLst>
                                        </p:anim>
                                      </p:childTnLst>
                                    </p:cTn>
                                  </p:par>
                                  <p:par>
                                    <p:cTn id="80" presetID="2" presetClass="entr" presetSubtype="2" decel="100000" fill="hold" nodeType="withEffect">
                                      <p:stCondLst>
                                        <p:cond delay="0"/>
                                      </p:stCondLst>
                                      <p:childTnLst>
                                        <p:set>
                                          <p:cBhvr>
                                            <p:cTn id="81" dur="1" fill="hold">
                                              <p:stCondLst>
                                                <p:cond delay="0"/>
                                              </p:stCondLst>
                                            </p:cTn>
                                            <p:tgtEl>
                                              <p:spTgt spid="77"/>
                                            </p:tgtEl>
                                            <p:attrNameLst>
                                              <p:attrName>style.visibility</p:attrName>
                                            </p:attrNameLst>
                                          </p:cBhvr>
                                          <p:to>
                                            <p:strVal val="visible"/>
                                          </p:to>
                                        </p:set>
                                        <p:anim calcmode="lin" valueType="num">
                                          <p:cBhvr additive="base">
                                            <p:cTn id="82" dur="1000" fill="hold"/>
                                            <p:tgtEl>
                                              <p:spTgt spid="77"/>
                                            </p:tgtEl>
                                            <p:attrNameLst>
                                              <p:attrName>ppt_x</p:attrName>
                                            </p:attrNameLst>
                                          </p:cBhvr>
                                          <p:tavLst>
                                            <p:tav tm="0">
                                              <p:val>
                                                <p:strVal val="1+#ppt_w/2"/>
                                              </p:val>
                                            </p:tav>
                                            <p:tav tm="100000">
                                              <p:val>
                                                <p:strVal val="#ppt_x"/>
                                              </p:val>
                                            </p:tav>
                                          </p:tavLst>
                                        </p:anim>
                                        <p:anim calcmode="lin" valueType="num">
                                          <p:cBhvr additive="base">
                                            <p:cTn id="83" dur="1000" fill="hold"/>
                                            <p:tgtEl>
                                              <p:spTgt spid="77"/>
                                            </p:tgtEl>
                                            <p:attrNameLst>
                                              <p:attrName>ppt_y</p:attrName>
                                            </p:attrNameLst>
                                          </p:cBhvr>
                                          <p:tavLst>
                                            <p:tav tm="0">
                                              <p:val>
                                                <p:strVal val="#ppt_y"/>
                                              </p:val>
                                            </p:tav>
                                            <p:tav tm="100000">
                                              <p:val>
                                                <p:strVal val="#ppt_y"/>
                                              </p:val>
                                            </p:tav>
                                          </p:tavLst>
                                        </p:anim>
                                      </p:childTnLst>
                                    </p:cTn>
                                  </p:par>
                                  <p:par>
                                    <p:cTn id="84" presetID="2" presetClass="entr" presetSubtype="2" decel="100000" fill="hold" nodeType="withEffect">
                                      <p:stCondLst>
                                        <p:cond delay="0"/>
                                      </p:stCondLst>
                                      <p:childTnLst>
                                        <p:set>
                                          <p:cBhvr>
                                            <p:cTn id="85" dur="1" fill="hold">
                                              <p:stCondLst>
                                                <p:cond delay="0"/>
                                              </p:stCondLst>
                                            </p:cTn>
                                            <p:tgtEl>
                                              <p:spTgt spid="80"/>
                                            </p:tgtEl>
                                            <p:attrNameLst>
                                              <p:attrName>style.visibility</p:attrName>
                                            </p:attrNameLst>
                                          </p:cBhvr>
                                          <p:to>
                                            <p:strVal val="visible"/>
                                          </p:to>
                                        </p:set>
                                        <p:anim calcmode="lin" valueType="num">
                                          <p:cBhvr additive="base">
                                            <p:cTn id="86" dur="1000" fill="hold"/>
                                            <p:tgtEl>
                                              <p:spTgt spid="80"/>
                                            </p:tgtEl>
                                            <p:attrNameLst>
                                              <p:attrName>ppt_x</p:attrName>
                                            </p:attrNameLst>
                                          </p:cBhvr>
                                          <p:tavLst>
                                            <p:tav tm="0">
                                              <p:val>
                                                <p:strVal val="1+#ppt_w/2"/>
                                              </p:val>
                                            </p:tav>
                                            <p:tav tm="100000">
                                              <p:val>
                                                <p:strVal val="#ppt_x"/>
                                              </p:val>
                                            </p:tav>
                                          </p:tavLst>
                                        </p:anim>
                                        <p:anim calcmode="lin" valueType="num">
                                          <p:cBhvr additive="base">
                                            <p:cTn id="87" dur="1000" fill="hold"/>
                                            <p:tgtEl>
                                              <p:spTgt spid="80"/>
                                            </p:tgtEl>
                                            <p:attrNameLst>
                                              <p:attrName>ppt_y</p:attrName>
                                            </p:attrNameLst>
                                          </p:cBhvr>
                                          <p:tavLst>
                                            <p:tav tm="0">
                                              <p:val>
                                                <p:strVal val="#ppt_y"/>
                                              </p:val>
                                            </p:tav>
                                            <p:tav tm="100000">
                                              <p:val>
                                                <p:strVal val="#ppt_y"/>
                                              </p:val>
                                            </p:tav>
                                          </p:tavLst>
                                        </p:anim>
                                      </p:childTnLst>
                                    </p:cTn>
                                  </p:par>
                                  <p:par>
                                    <p:cTn id="88" presetID="2" presetClass="entr" presetSubtype="2" decel="100000" fill="hold" nodeType="withEffect">
                                      <p:stCondLst>
                                        <p:cond delay="0"/>
                                      </p:stCondLst>
                                      <p:childTnLst>
                                        <p:set>
                                          <p:cBhvr>
                                            <p:cTn id="89" dur="1" fill="hold">
                                              <p:stCondLst>
                                                <p:cond delay="0"/>
                                              </p:stCondLst>
                                            </p:cTn>
                                            <p:tgtEl>
                                              <p:spTgt spid="83"/>
                                            </p:tgtEl>
                                            <p:attrNameLst>
                                              <p:attrName>style.visibility</p:attrName>
                                            </p:attrNameLst>
                                          </p:cBhvr>
                                          <p:to>
                                            <p:strVal val="visible"/>
                                          </p:to>
                                        </p:set>
                                        <p:anim calcmode="lin" valueType="num">
                                          <p:cBhvr additive="base">
                                            <p:cTn id="90" dur="1000" fill="hold"/>
                                            <p:tgtEl>
                                              <p:spTgt spid="83"/>
                                            </p:tgtEl>
                                            <p:attrNameLst>
                                              <p:attrName>ppt_x</p:attrName>
                                            </p:attrNameLst>
                                          </p:cBhvr>
                                          <p:tavLst>
                                            <p:tav tm="0">
                                              <p:val>
                                                <p:strVal val="1+#ppt_w/2"/>
                                              </p:val>
                                            </p:tav>
                                            <p:tav tm="100000">
                                              <p:val>
                                                <p:strVal val="#ppt_x"/>
                                              </p:val>
                                            </p:tav>
                                          </p:tavLst>
                                        </p:anim>
                                        <p:anim calcmode="lin" valueType="num">
                                          <p:cBhvr additive="base">
                                            <p:cTn id="91" dur="1000" fill="hold"/>
                                            <p:tgtEl>
                                              <p:spTgt spid="83"/>
                                            </p:tgtEl>
                                            <p:attrNameLst>
                                              <p:attrName>ppt_y</p:attrName>
                                            </p:attrNameLst>
                                          </p:cBhvr>
                                          <p:tavLst>
                                            <p:tav tm="0">
                                              <p:val>
                                                <p:strVal val="#ppt_y"/>
                                              </p:val>
                                            </p:tav>
                                            <p:tav tm="100000">
                                              <p:val>
                                                <p:strVal val="#ppt_y"/>
                                              </p:val>
                                            </p:tav>
                                          </p:tavLst>
                                        </p:anim>
                                      </p:childTnLst>
                                    </p:cTn>
                                  </p:par>
                                  <p:par>
                                    <p:cTn id="92" presetID="2" presetClass="entr" presetSubtype="1" fill="hold" grpId="0" nodeType="withEffect" p14:presetBounceEnd="81000">
                                      <p:stCondLst>
                                        <p:cond delay="0"/>
                                      </p:stCondLst>
                                      <p:childTnLst>
                                        <p:set>
                                          <p:cBhvr>
                                            <p:cTn id="93" dur="1" fill="hold">
                                              <p:stCondLst>
                                                <p:cond delay="0"/>
                                              </p:stCondLst>
                                            </p:cTn>
                                            <p:tgtEl>
                                              <p:spTgt spid="73"/>
                                            </p:tgtEl>
                                            <p:attrNameLst>
                                              <p:attrName>style.visibility</p:attrName>
                                            </p:attrNameLst>
                                          </p:cBhvr>
                                          <p:to>
                                            <p:strVal val="visible"/>
                                          </p:to>
                                        </p:set>
                                        <p:anim calcmode="lin" valueType="num" p14:bounceEnd="81000">
                                          <p:cBhvr additive="base">
                                            <p:cTn id="94" dur="1000" fill="hold"/>
                                            <p:tgtEl>
                                              <p:spTgt spid="73"/>
                                            </p:tgtEl>
                                            <p:attrNameLst>
                                              <p:attrName>ppt_x</p:attrName>
                                            </p:attrNameLst>
                                          </p:cBhvr>
                                          <p:tavLst>
                                            <p:tav tm="0">
                                              <p:val>
                                                <p:strVal val="#ppt_x"/>
                                              </p:val>
                                            </p:tav>
                                            <p:tav tm="100000">
                                              <p:val>
                                                <p:strVal val="#ppt_x"/>
                                              </p:val>
                                            </p:tav>
                                          </p:tavLst>
                                        </p:anim>
                                        <p:anim calcmode="lin" valueType="num" p14:bounceEnd="81000">
                                          <p:cBhvr additive="base">
                                            <p:cTn id="95" dur="1000" fill="hold"/>
                                            <p:tgtEl>
                                              <p:spTgt spid="73"/>
                                            </p:tgtEl>
                                            <p:attrNameLst>
                                              <p:attrName>ppt_y</p:attrName>
                                            </p:attrNameLst>
                                          </p:cBhvr>
                                          <p:tavLst>
                                            <p:tav tm="0">
                                              <p:val>
                                                <p:strVal val="0-#ppt_h/2"/>
                                              </p:val>
                                            </p:tav>
                                            <p:tav tm="100000">
                                              <p:val>
                                                <p:strVal val="#ppt_y"/>
                                              </p:val>
                                            </p:tav>
                                          </p:tavLst>
                                        </p:anim>
                                      </p:childTnLst>
                                    </p:cTn>
                                  </p:par>
                                </p:childTnLst>
                              </p:cTn>
                            </p:par>
                            <p:par>
                              <p:cTn id="96" fill="hold">
                                <p:stCondLst>
                                  <p:cond delay="5000"/>
                                </p:stCondLst>
                                <p:childTnLst>
                                  <p:par>
                                    <p:cTn id="97" presetID="22" presetClass="entr" presetSubtype="8" fill="hold" nodeType="afterEffect">
                                      <p:stCondLst>
                                        <p:cond delay="0"/>
                                      </p:stCondLst>
                                      <p:childTnLst>
                                        <p:set>
                                          <p:cBhvr>
                                            <p:cTn id="98" dur="1" fill="hold">
                                              <p:stCondLst>
                                                <p:cond delay="0"/>
                                              </p:stCondLst>
                                            </p:cTn>
                                            <p:tgtEl>
                                              <p:spTgt spid="89"/>
                                            </p:tgtEl>
                                            <p:attrNameLst>
                                              <p:attrName>style.visibility</p:attrName>
                                            </p:attrNameLst>
                                          </p:cBhvr>
                                          <p:to>
                                            <p:strVal val="visible"/>
                                          </p:to>
                                        </p:set>
                                        <p:animEffect transition="in" filter="wipe(left)">
                                          <p:cBhvr>
                                            <p:cTn id="99"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7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800" fill="hold"/>
                                            <p:tgtEl>
                                              <p:spTgt spid="24"/>
                                            </p:tgtEl>
                                            <p:attrNameLst>
                                              <p:attrName>ppt_w</p:attrName>
                                            </p:attrNameLst>
                                          </p:cBhvr>
                                          <p:tavLst>
                                            <p:tav tm="0">
                                              <p:val>
                                                <p:fltVal val="0"/>
                                              </p:val>
                                            </p:tav>
                                            <p:tav tm="100000">
                                              <p:val>
                                                <p:strVal val="#ppt_w"/>
                                              </p:val>
                                            </p:tav>
                                          </p:tavLst>
                                        </p:anim>
                                        <p:anim calcmode="lin" valueType="num">
                                          <p:cBhvr>
                                            <p:cTn id="8" dur="800" fill="hold"/>
                                            <p:tgtEl>
                                              <p:spTgt spid="24"/>
                                            </p:tgtEl>
                                            <p:attrNameLst>
                                              <p:attrName>ppt_h</p:attrName>
                                            </p:attrNameLst>
                                          </p:cBhvr>
                                          <p:tavLst>
                                            <p:tav tm="0">
                                              <p:val>
                                                <p:fltVal val="0"/>
                                              </p:val>
                                            </p:tav>
                                            <p:tav tm="100000">
                                              <p:val>
                                                <p:strVal val="#ppt_h"/>
                                              </p:val>
                                            </p:tav>
                                          </p:tavLst>
                                        </p:anim>
                                        <p:animEffect transition="in" filter="fade">
                                          <p:cBhvr>
                                            <p:cTn id="9" dur="800"/>
                                            <p:tgtEl>
                                              <p:spTgt spid="24"/>
                                            </p:tgtEl>
                                          </p:cBhvr>
                                        </p:animEffect>
                                      </p:childTnLst>
                                    </p:cTn>
                                  </p:par>
                                  <p:par>
                                    <p:cTn id="10" presetID="31" presetClass="entr" presetSubtype="0" fill="hold" nodeType="withEffect">
                                      <p:stCondLst>
                                        <p:cond delay="700"/>
                                      </p:stCondLst>
                                      <p:childTnLst>
                                        <p:set>
                                          <p:cBhvr>
                                            <p:cTn id="11" dur="1" fill="hold">
                                              <p:stCondLst>
                                                <p:cond delay="0"/>
                                              </p:stCondLst>
                                            </p:cTn>
                                            <p:tgtEl>
                                              <p:spTgt spid="29"/>
                                            </p:tgtEl>
                                            <p:attrNameLst>
                                              <p:attrName>style.visibility</p:attrName>
                                            </p:attrNameLst>
                                          </p:cBhvr>
                                          <p:to>
                                            <p:strVal val="visible"/>
                                          </p:to>
                                        </p:set>
                                        <p:anim calcmode="lin" valueType="num">
                                          <p:cBhvr>
                                            <p:cTn id="12" dur="1000" fill="hold"/>
                                            <p:tgtEl>
                                              <p:spTgt spid="29"/>
                                            </p:tgtEl>
                                            <p:attrNameLst>
                                              <p:attrName>ppt_w</p:attrName>
                                            </p:attrNameLst>
                                          </p:cBhvr>
                                          <p:tavLst>
                                            <p:tav tm="0">
                                              <p:val>
                                                <p:fltVal val="0"/>
                                              </p:val>
                                            </p:tav>
                                            <p:tav tm="100000">
                                              <p:val>
                                                <p:strVal val="#ppt_w"/>
                                              </p:val>
                                            </p:tav>
                                          </p:tavLst>
                                        </p:anim>
                                        <p:anim calcmode="lin" valueType="num">
                                          <p:cBhvr>
                                            <p:cTn id="13" dur="1000" fill="hold"/>
                                            <p:tgtEl>
                                              <p:spTgt spid="29"/>
                                            </p:tgtEl>
                                            <p:attrNameLst>
                                              <p:attrName>ppt_h</p:attrName>
                                            </p:attrNameLst>
                                          </p:cBhvr>
                                          <p:tavLst>
                                            <p:tav tm="0">
                                              <p:val>
                                                <p:fltVal val="0"/>
                                              </p:val>
                                            </p:tav>
                                            <p:tav tm="100000">
                                              <p:val>
                                                <p:strVal val="#ppt_h"/>
                                              </p:val>
                                            </p:tav>
                                          </p:tavLst>
                                        </p:anim>
                                        <p:anim calcmode="lin" valueType="num">
                                          <p:cBhvr>
                                            <p:cTn id="14" dur="1000" fill="hold"/>
                                            <p:tgtEl>
                                              <p:spTgt spid="29"/>
                                            </p:tgtEl>
                                            <p:attrNameLst>
                                              <p:attrName>style.rotation</p:attrName>
                                            </p:attrNameLst>
                                          </p:cBhvr>
                                          <p:tavLst>
                                            <p:tav tm="0">
                                              <p:val>
                                                <p:fltVal val="90"/>
                                              </p:val>
                                            </p:tav>
                                            <p:tav tm="100000">
                                              <p:val>
                                                <p:fltVal val="0"/>
                                              </p:val>
                                            </p:tav>
                                          </p:tavLst>
                                        </p:anim>
                                        <p:animEffect transition="in" filter="fade">
                                          <p:cBhvr>
                                            <p:cTn id="15" dur="1000"/>
                                            <p:tgtEl>
                                              <p:spTgt spid="29"/>
                                            </p:tgtEl>
                                          </p:cBhvr>
                                        </p:animEffect>
                                      </p:childTnLst>
                                    </p:cTn>
                                  </p:par>
                                  <p:par>
                                    <p:cTn id="16" presetID="31" presetClass="entr" presetSubtype="0" fill="hold" nodeType="withEffect">
                                      <p:stCondLst>
                                        <p:cond delay="700"/>
                                      </p:stCondLst>
                                      <p:childTnLst>
                                        <p:set>
                                          <p:cBhvr>
                                            <p:cTn id="17" dur="1" fill="hold">
                                              <p:stCondLst>
                                                <p:cond delay="0"/>
                                              </p:stCondLst>
                                            </p:cTn>
                                            <p:tgtEl>
                                              <p:spTgt spid="39"/>
                                            </p:tgtEl>
                                            <p:attrNameLst>
                                              <p:attrName>style.visibility</p:attrName>
                                            </p:attrNameLst>
                                          </p:cBhvr>
                                          <p:to>
                                            <p:strVal val="visible"/>
                                          </p:to>
                                        </p:set>
                                        <p:anim calcmode="lin" valueType="num">
                                          <p:cBhvr>
                                            <p:cTn id="18" dur="1000" fill="hold"/>
                                            <p:tgtEl>
                                              <p:spTgt spid="39"/>
                                            </p:tgtEl>
                                            <p:attrNameLst>
                                              <p:attrName>ppt_w</p:attrName>
                                            </p:attrNameLst>
                                          </p:cBhvr>
                                          <p:tavLst>
                                            <p:tav tm="0">
                                              <p:val>
                                                <p:fltVal val="0"/>
                                              </p:val>
                                            </p:tav>
                                            <p:tav tm="100000">
                                              <p:val>
                                                <p:strVal val="#ppt_w"/>
                                              </p:val>
                                            </p:tav>
                                          </p:tavLst>
                                        </p:anim>
                                        <p:anim calcmode="lin" valueType="num">
                                          <p:cBhvr>
                                            <p:cTn id="19" dur="1000" fill="hold"/>
                                            <p:tgtEl>
                                              <p:spTgt spid="39"/>
                                            </p:tgtEl>
                                            <p:attrNameLst>
                                              <p:attrName>ppt_h</p:attrName>
                                            </p:attrNameLst>
                                          </p:cBhvr>
                                          <p:tavLst>
                                            <p:tav tm="0">
                                              <p:val>
                                                <p:fltVal val="0"/>
                                              </p:val>
                                            </p:tav>
                                            <p:tav tm="100000">
                                              <p:val>
                                                <p:strVal val="#ppt_h"/>
                                              </p:val>
                                            </p:tav>
                                          </p:tavLst>
                                        </p:anim>
                                        <p:anim calcmode="lin" valueType="num">
                                          <p:cBhvr>
                                            <p:cTn id="20" dur="1000" fill="hold"/>
                                            <p:tgtEl>
                                              <p:spTgt spid="39"/>
                                            </p:tgtEl>
                                            <p:attrNameLst>
                                              <p:attrName>style.rotation</p:attrName>
                                            </p:attrNameLst>
                                          </p:cBhvr>
                                          <p:tavLst>
                                            <p:tav tm="0">
                                              <p:val>
                                                <p:fltVal val="90"/>
                                              </p:val>
                                            </p:tav>
                                            <p:tav tm="100000">
                                              <p:val>
                                                <p:fltVal val="0"/>
                                              </p:val>
                                            </p:tav>
                                          </p:tavLst>
                                        </p:anim>
                                        <p:animEffect transition="in" filter="fade">
                                          <p:cBhvr>
                                            <p:cTn id="21" dur="1000"/>
                                            <p:tgtEl>
                                              <p:spTgt spid="39"/>
                                            </p:tgtEl>
                                          </p:cBhvr>
                                        </p:animEffect>
                                      </p:childTnLst>
                                    </p:cTn>
                                  </p:par>
                                  <p:par>
                                    <p:cTn id="22" presetID="31" presetClass="entr" presetSubtype="0" fill="hold" nodeType="withEffect">
                                      <p:stCondLst>
                                        <p:cond delay="700"/>
                                      </p:stCondLst>
                                      <p:childTnLst>
                                        <p:set>
                                          <p:cBhvr>
                                            <p:cTn id="23" dur="1" fill="hold">
                                              <p:stCondLst>
                                                <p:cond delay="0"/>
                                              </p:stCondLst>
                                            </p:cTn>
                                            <p:tgtEl>
                                              <p:spTgt spid="45"/>
                                            </p:tgtEl>
                                            <p:attrNameLst>
                                              <p:attrName>style.visibility</p:attrName>
                                            </p:attrNameLst>
                                          </p:cBhvr>
                                          <p:to>
                                            <p:strVal val="visible"/>
                                          </p:to>
                                        </p:set>
                                        <p:anim calcmode="lin" valueType="num">
                                          <p:cBhvr>
                                            <p:cTn id="24" dur="1000" fill="hold"/>
                                            <p:tgtEl>
                                              <p:spTgt spid="45"/>
                                            </p:tgtEl>
                                            <p:attrNameLst>
                                              <p:attrName>ppt_w</p:attrName>
                                            </p:attrNameLst>
                                          </p:cBhvr>
                                          <p:tavLst>
                                            <p:tav tm="0">
                                              <p:val>
                                                <p:fltVal val="0"/>
                                              </p:val>
                                            </p:tav>
                                            <p:tav tm="100000">
                                              <p:val>
                                                <p:strVal val="#ppt_w"/>
                                              </p:val>
                                            </p:tav>
                                          </p:tavLst>
                                        </p:anim>
                                        <p:anim calcmode="lin" valueType="num">
                                          <p:cBhvr>
                                            <p:cTn id="25" dur="1000" fill="hold"/>
                                            <p:tgtEl>
                                              <p:spTgt spid="45"/>
                                            </p:tgtEl>
                                            <p:attrNameLst>
                                              <p:attrName>ppt_h</p:attrName>
                                            </p:attrNameLst>
                                          </p:cBhvr>
                                          <p:tavLst>
                                            <p:tav tm="0">
                                              <p:val>
                                                <p:fltVal val="0"/>
                                              </p:val>
                                            </p:tav>
                                            <p:tav tm="100000">
                                              <p:val>
                                                <p:strVal val="#ppt_h"/>
                                              </p:val>
                                            </p:tav>
                                          </p:tavLst>
                                        </p:anim>
                                        <p:anim calcmode="lin" valueType="num">
                                          <p:cBhvr>
                                            <p:cTn id="26" dur="1000" fill="hold"/>
                                            <p:tgtEl>
                                              <p:spTgt spid="45"/>
                                            </p:tgtEl>
                                            <p:attrNameLst>
                                              <p:attrName>style.rotation</p:attrName>
                                            </p:attrNameLst>
                                          </p:cBhvr>
                                          <p:tavLst>
                                            <p:tav tm="0">
                                              <p:val>
                                                <p:fltVal val="90"/>
                                              </p:val>
                                            </p:tav>
                                            <p:tav tm="100000">
                                              <p:val>
                                                <p:fltVal val="0"/>
                                              </p:val>
                                            </p:tav>
                                          </p:tavLst>
                                        </p:anim>
                                        <p:animEffect transition="in" filter="fade">
                                          <p:cBhvr>
                                            <p:cTn id="27" dur="1000"/>
                                            <p:tgtEl>
                                              <p:spTgt spid="45"/>
                                            </p:tgtEl>
                                          </p:cBhvr>
                                        </p:animEffect>
                                      </p:childTnLst>
                                    </p:cTn>
                                  </p:par>
                                  <p:par>
                                    <p:cTn id="28" presetID="31" presetClass="entr" presetSubtype="0" fill="hold" nodeType="withEffect">
                                      <p:stCondLst>
                                        <p:cond delay="700"/>
                                      </p:stCondLst>
                                      <p:childTnLst>
                                        <p:set>
                                          <p:cBhvr>
                                            <p:cTn id="29" dur="1" fill="hold">
                                              <p:stCondLst>
                                                <p:cond delay="0"/>
                                              </p:stCondLst>
                                            </p:cTn>
                                            <p:tgtEl>
                                              <p:spTgt spid="54"/>
                                            </p:tgtEl>
                                            <p:attrNameLst>
                                              <p:attrName>style.visibility</p:attrName>
                                            </p:attrNameLst>
                                          </p:cBhvr>
                                          <p:to>
                                            <p:strVal val="visible"/>
                                          </p:to>
                                        </p:set>
                                        <p:anim calcmode="lin" valueType="num">
                                          <p:cBhvr>
                                            <p:cTn id="30" dur="1000" fill="hold"/>
                                            <p:tgtEl>
                                              <p:spTgt spid="54"/>
                                            </p:tgtEl>
                                            <p:attrNameLst>
                                              <p:attrName>ppt_w</p:attrName>
                                            </p:attrNameLst>
                                          </p:cBhvr>
                                          <p:tavLst>
                                            <p:tav tm="0">
                                              <p:val>
                                                <p:fltVal val="0"/>
                                              </p:val>
                                            </p:tav>
                                            <p:tav tm="100000">
                                              <p:val>
                                                <p:strVal val="#ppt_w"/>
                                              </p:val>
                                            </p:tav>
                                          </p:tavLst>
                                        </p:anim>
                                        <p:anim calcmode="lin" valueType="num">
                                          <p:cBhvr>
                                            <p:cTn id="31" dur="1000" fill="hold"/>
                                            <p:tgtEl>
                                              <p:spTgt spid="54"/>
                                            </p:tgtEl>
                                            <p:attrNameLst>
                                              <p:attrName>ppt_h</p:attrName>
                                            </p:attrNameLst>
                                          </p:cBhvr>
                                          <p:tavLst>
                                            <p:tav tm="0">
                                              <p:val>
                                                <p:fltVal val="0"/>
                                              </p:val>
                                            </p:tav>
                                            <p:tav tm="100000">
                                              <p:val>
                                                <p:strVal val="#ppt_h"/>
                                              </p:val>
                                            </p:tav>
                                          </p:tavLst>
                                        </p:anim>
                                        <p:anim calcmode="lin" valueType="num">
                                          <p:cBhvr>
                                            <p:cTn id="32" dur="1000" fill="hold"/>
                                            <p:tgtEl>
                                              <p:spTgt spid="54"/>
                                            </p:tgtEl>
                                            <p:attrNameLst>
                                              <p:attrName>style.rotation</p:attrName>
                                            </p:attrNameLst>
                                          </p:cBhvr>
                                          <p:tavLst>
                                            <p:tav tm="0">
                                              <p:val>
                                                <p:fltVal val="90"/>
                                              </p:val>
                                            </p:tav>
                                            <p:tav tm="100000">
                                              <p:val>
                                                <p:fltVal val="0"/>
                                              </p:val>
                                            </p:tav>
                                          </p:tavLst>
                                        </p:anim>
                                        <p:animEffect transition="in" filter="fade">
                                          <p:cBhvr>
                                            <p:cTn id="33" dur="1000"/>
                                            <p:tgtEl>
                                              <p:spTgt spid="54"/>
                                            </p:tgtEl>
                                          </p:cBhvr>
                                        </p:animEffect>
                                      </p:childTnLst>
                                    </p:cTn>
                                  </p:par>
                                  <p:par>
                                    <p:cTn id="34" presetID="6" presetClass="entr" presetSubtype="32" fill="hold" nodeType="withEffect">
                                      <p:stCondLst>
                                        <p:cond delay="700"/>
                                      </p:stCondLst>
                                      <p:childTnLst>
                                        <p:set>
                                          <p:cBhvr>
                                            <p:cTn id="35" dur="1" fill="hold">
                                              <p:stCondLst>
                                                <p:cond delay="0"/>
                                              </p:stCondLst>
                                            </p:cTn>
                                            <p:tgtEl>
                                              <p:spTgt spid="5"/>
                                            </p:tgtEl>
                                            <p:attrNameLst>
                                              <p:attrName>style.visibility</p:attrName>
                                            </p:attrNameLst>
                                          </p:cBhvr>
                                          <p:to>
                                            <p:strVal val="visible"/>
                                          </p:to>
                                        </p:set>
                                        <p:animEffect transition="in" filter="circle(out)">
                                          <p:cBhvr>
                                            <p:cTn id="36" dur="2000"/>
                                            <p:tgtEl>
                                              <p:spTgt spid="5"/>
                                            </p:tgtEl>
                                          </p:cBhvr>
                                        </p:animEffect>
                                      </p:childTnLst>
                                    </p:cTn>
                                  </p:par>
                                  <p:par>
                                    <p:cTn id="37" presetID="22" presetClass="entr" presetSubtype="4" fill="hold" nodeType="withEffect">
                                      <p:stCondLst>
                                        <p:cond delay="2700"/>
                                      </p:stCondLst>
                                      <p:childTnLst>
                                        <p:set>
                                          <p:cBhvr>
                                            <p:cTn id="38" dur="1" fill="hold">
                                              <p:stCondLst>
                                                <p:cond delay="0"/>
                                              </p:stCondLst>
                                            </p:cTn>
                                            <p:tgtEl>
                                              <p:spTgt spid="8"/>
                                            </p:tgtEl>
                                            <p:attrNameLst>
                                              <p:attrName>style.visibility</p:attrName>
                                            </p:attrNameLst>
                                          </p:cBhvr>
                                          <p:to>
                                            <p:strVal val="visible"/>
                                          </p:to>
                                        </p:set>
                                        <p:animEffect transition="in" filter="wipe(down)">
                                          <p:cBhvr>
                                            <p:cTn id="39" dur="500"/>
                                            <p:tgtEl>
                                              <p:spTgt spid="8"/>
                                            </p:tgtEl>
                                          </p:cBhvr>
                                        </p:animEffect>
                                      </p:childTnLst>
                                    </p:cTn>
                                  </p:par>
                                </p:childTnLst>
                              </p:cTn>
                            </p:par>
                            <p:par>
                              <p:cTn id="40" fill="hold">
                                <p:stCondLst>
                                  <p:cond delay="1000"/>
                                </p:stCondLst>
                                <p:childTnLst>
                                  <p:par>
                                    <p:cTn id="41" presetID="53" presetClass="entr" presetSubtype="16" fill="hold" grpId="0" nodeType="afterEffect">
                                      <p:stCondLst>
                                        <p:cond delay="0"/>
                                      </p:stCondLst>
                                      <p:childTnLst>
                                        <p:set>
                                          <p:cBhvr>
                                            <p:cTn id="42" dur="1" fill="hold">
                                              <p:stCondLst>
                                                <p:cond delay="0"/>
                                              </p:stCondLst>
                                            </p:cTn>
                                            <p:tgtEl>
                                              <p:spTgt spid="20"/>
                                            </p:tgtEl>
                                            <p:attrNameLst>
                                              <p:attrName>style.visibility</p:attrName>
                                            </p:attrNameLst>
                                          </p:cBhvr>
                                          <p:to>
                                            <p:strVal val="visible"/>
                                          </p:to>
                                        </p:set>
                                        <p:anim calcmode="lin" valueType="num">
                                          <p:cBhvr>
                                            <p:cTn id="43" dur="500" fill="hold"/>
                                            <p:tgtEl>
                                              <p:spTgt spid="20"/>
                                            </p:tgtEl>
                                            <p:attrNameLst>
                                              <p:attrName>ppt_w</p:attrName>
                                            </p:attrNameLst>
                                          </p:cBhvr>
                                          <p:tavLst>
                                            <p:tav tm="0">
                                              <p:val>
                                                <p:fltVal val="0"/>
                                              </p:val>
                                            </p:tav>
                                            <p:tav tm="100000">
                                              <p:val>
                                                <p:strVal val="#ppt_w"/>
                                              </p:val>
                                            </p:tav>
                                          </p:tavLst>
                                        </p:anim>
                                        <p:anim calcmode="lin" valueType="num">
                                          <p:cBhvr>
                                            <p:cTn id="44" dur="500" fill="hold"/>
                                            <p:tgtEl>
                                              <p:spTgt spid="20"/>
                                            </p:tgtEl>
                                            <p:attrNameLst>
                                              <p:attrName>ppt_h</p:attrName>
                                            </p:attrNameLst>
                                          </p:cBhvr>
                                          <p:tavLst>
                                            <p:tav tm="0">
                                              <p:val>
                                                <p:fltVal val="0"/>
                                              </p:val>
                                            </p:tav>
                                            <p:tav tm="100000">
                                              <p:val>
                                                <p:strVal val="#ppt_h"/>
                                              </p:val>
                                            </p:tav>
                                          </p:tavLst>
                                        </p:anim>
                                        <p:animEffect transition="in" filter="fade">
                                          <p:cBhvr>
                                            <p:cTn id="45" dur="500"/>
                                            <p:tgtEl>
                                              <p:spTgt spid="20"/>
                                            </p:tgtEl>
                                          </p:cBhvr>
                                        </p:animEffect>
                                      </p:childTnLst>
                                    </p:cTn>
                                  </p:par>
                                </p:childTnLst>
                              </p:cTn>
                            </p:par>
                            <p:par>
                              <p:cTn id="46" fill="hold">
                                <p:stCondLst>
                                  <p:cond delay="1500"/>
                                </p:stCondLst>
                                <p:childTnLst>
                                  <p:par>
                                    <p:cTn id="47" presetID="22" presetClass="entr" presetSubtype="8" fill="hold" nodeType="after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wipe(left)">
                                          <p:cBhvr>
                                            <p:cTn id="49" dur="500"/>
                                            <p:tgtEl>
                                              <p:spTgt spid="11"/>
                                            </p:tgtEl>
                                          </p:cBhvr>
                                        </p:animEffect>
                                      </p:childTnLst>
                                    </p:cTn>
                                  </p:par>
                                </p:childTnLst>
                              </p:cTn>
                            </p:par>
                            <p:par>
                              <p:cTn id="50" fill="hold">
                                <p:stCondLst>
                                  <p:cond delay="2000"/>
                                </p:stCondLst>
                                <p:childTnLst>
                                  <p:par>
                                    <p:cTn id="51" presetID="53" presetClass="entr" presetSubtype="16" fill="hold" grpId="0" nodeType="afterEffect">
                                      <p:stCondLst>
                                        <p:cond delay="0"/>
                                      </p:stCondLst>
                                      <p:childTnLst>
                                        <p:set>
                                          <p:cBhvr>
                                            <p:cTn id="52" dur="1" fill="hold">
                                              <p:stCondLst>
                                                <p:cond delay="0"/>
                                              </p:stCondLst>
                                            </p:cTn>
                                            <p:tgtEl>
                                              <p:spTgt spid="22"/>
                                            </p:tgtEl>
                                            <p:attrNameLst>
                                              <p:attrName>style.visibility</p:attrName>
                                            </p:attrNameLst>
                                          </p:cBhvr>
                                          <p:to>
                                            <p:strVal val="visible"/>
                                          </p:to>
                                        </p:set>
                                        <p:anim calcmode="lin" valueType="num">
                                          <p:cBhvr>
                                            <p:cTn id="53" dur="500" fill="hold"/>
                                            <p:tgtEl>
                                              <p:spTgt spid="22"/>
                                            </p:tgtEl>
                                            <p:attrNameLst>
                                              <p:attrName>ppt_w</p:attrName>
                                            </p:attrNameLst>
                                          </p:cBhvr>
                                          <p:tavLst>
                                            <p:tav tm="0">
                                              <p:val>
                                                <p:fltVal val="0"/>
                                              </p:val>
                                            </p:tav>
                                            <p:tav tm="100000">
                                              <p:val>
                                                <p:strVal val="#ppt_w"/>
                                              </p:val>
                                            </p:tav>
                                          </p:tavLst>
                                        </p:anim>
                                        <p:anim calcmode="lin" valueType="num">
                                          <p:cBhvr>
                                            <p:cTn id="54" dur="500" fill="hold"/>
                                            <p:tgtEl>
                                              <p:spTgt spid="22"/>
                                            </p:tgtEl>
                                            <p:attrNameLst>
                                              <p:attrName>ppt_h</p:attrName>
                                            </p:attrNameLst>
                                          </p:cBhvr>
                                          <p:tavLst>
                                            <p:tav tm="0">
                                              <p:val>
                                                <p:fltVal val="0"/>
                                              </p:val>
                                            </p:tav>
                                            <p:tav tm="100000">
                                              <p:val>
                                                <p:strVal val="#ppt_h"/>
                                              </p:val>
                                            </p:tav>
                                          </p:tavLst>
                                        </p:anim>
                                        <p:animEffect transition="in" filter="fade">
                                          <p:cBhvr>
                                            <p:cTn id="55" dur="500"/>
                                            <p:tgtEl>
                                              <p:spTgt spid="22"/>
                                            </p:tgtEl>
                                          </p:cBhvr>
                                        </p:animEffect>
                                      </p:childTnLst>
                                    </p:cTn>
                                  </p:par>
                                </p:childTnLst>
                              </p:cTn>
                            </p:par>
                            <p:par>
                              <p:cTn id="56" fill="hold">
                                <p:stCondLst>
                                  <p:cond delay="2500"/>
                                </p:stCondLst>
                                <p:childTnLst>
                                  <p:par>
                                    <p:cTn id="57" presetID="22" presetClass="entr" presetSubtype="1" fill="hold" nodeType="after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wipe(up)">
                                          <p:cBhvr>
                                            <p:cTn id="59" dur="500"/>
                                            <p:tgtEl>
                                              <p:spTgt spid="14"/>
                                            </p:tgtEl>
                                          </p:cBhvr>
                                        </p:animEffect>
                                      </p:childTnLst>
                                    </p:cTn>
                                  </p:par>
                                </p:childTnLst>
                              </p:cTn>
                            </p:par>
                            <p:par>
                              <p:cTn id="60" fill="hold">
                                <p:stCondLst>
                                  <p:cond delay="3000"/>
                                </p:stCondLst>
                                <p:childTnLst>
                                  <p:par>
                                    <p:cTn id="61" presetID="53" presetClass="entr" presetSubtype="16" fill="hold" grpId="0" nodeType="afterEffect">
                                      <p:stCondLst>
                                        <p:cond delay="0"/>
                                      </p:stCondLst>
                                      <p:childTnLst>
                                        <p:set>
                                          <p:cBhvr>
                                            <p:cTn id="62" dur="1" fill="hold">
                                              <p:stCondLst>
                                                <p:cond delay="0"/>
                                              </p:stCondLst>
                                            </p:cTn>
                                            <p:tgtEl>
                                              <p:spTgt spid="21"/>
                                            </p:tgtEl>
                                            <p:attrNameLst>
                                              <p:attrName>style.visibility</p:attrName>
                                            </p:attrNameLst>
                                          </p:cBhvr>
                                          <p:to>
                                            <p:strVal val="visible"/>
                                          </p:to>
                                        </p:set>
                                        <p:anim calcmode="lin" valueType="num">
                                          <p:cBhvr>
                                            <p:cTn id="63" dur="500" fill="hold"/>
                                            <p:tgtEl>
                                              <p:spTgt spid="21"/>
                                            </p:tgtEl>
                                            <p:attrNameLst>
                                              <p:attrName>ppt_w</p:attrName>
                                            </p:attrNameLst>
                                          </p:cBhvr>
                                          <p:tavLst>
                                            <p:tav tm="0">
                                              <p:val>
                                                <p:fltVal val="0"/>
                                              </p:val>
                                            </p:tav>
                                            <p:tav tm="100000">
                                              <p:val>
                                                <p:strVal val="#ppt_w"/>
                                              </p:val>
                                            </p:tav>
                                          </p:tavLst>
                                        </p:anim>
                                        <p:anim calcmode="lin" valueType="num">
                                          <p:cBhvr>
                                            <p:cTn id="64" dur="500" fill="hold"/>
                                            <p:tgtEl>
                                              <p:spTgt spid="21"/>
                                            </p:tgtEl>
                                            <p:attrNameLst>
                                              <p:attrName>ppt_h</p:attrName>
                                            </p:attrNameLst>
                                          </p:cBhvr>
                                          <p:tavLst>
                                            <p:tav tm="0">
                                              <p:val>
                                                <p:fltVal val="0"/>
                                              </p:val>
                                            </p:tav>
                                            <p:tav tm="100000">
                                              <p:val>
                                                <p:strVal val="#ppt_h"/>
                                              </p:val>
                                            </p:tav>
                                          </p:tavLst>
                                        </p:anim>
                                        <p:animEffect transition="in" filter="fade">
                                          <p:cBhvr>
                                            <p:cTn id="65" dur="500"/>
                                            <p:tgtEl>
                                              <p:spTgt spid="21"/>
                                            </p:tgtEl>
                                          </p:cBhvr>
                                        </p:animEffect>
                                      </p:childTnLst>
                                    </p:cTn>
                                  </p:par>
                                </p:childTnLst>
                              </p:cTn>
                            </p:par>
                            <p:par>
                              <p:cTn id="66" fill="hold">
                                <p:stCondLst>
                                  <p:cond delay="3500"/>
                                </p:stCondLst>
                                <p:childTnLst>
                                  <p:par>
                                    <p:cTn id="67" presetID="22" presetClass="entr" presetSubtype="4" fill="hold" nodeType="after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wipe(down)">
                                          <p:cBhvr>
                                            <p:cTn id="69" dur="500"/>
                                            <p:tgtEl>
                                              <p:spTgt spid="17"/>
                                            </p:tgtEl>
                                          </p:cBhvr>
                                        </p:animEffect>
                                      </p:childTnLst>
                                    </p:cTn>
                                  </p:par>
                                </p:childTnLst>
                              </p:cTn>
                            </p:par>
                            <p:par>
                              <p:cTn id="70" fill="hold">
                                <p:stCondLst>
                                  <p:cond delay="4000"/>
                                </p:stCondLst>
                                <p:childTnLst>
                                  <p:par>
                                    <p:cTn id="71" presetID="53" presetClass="entr" presetSubtype="16" fill="hold" grpId="0" nodeType="afterEffect">
                                      <p:stCondLst>
                                        <p:cond delay="0"/>
                                      </p:stCondLst>
                                      <p:childTnLst>
                                        <p:set>
                                          <p:cBhvr>
                                            <p:cTn id="72" dur="1" fill="hold">
                                              <p:stCondLst>
                                                <p:cond delay="0"/>
                                              </p:stCondLst>
                                            </p:cTn>
                                            <p:tgtEl>
                                              <p:spTgt spid="23"/>
                                            </p:tgtEl>
                                            <p:attrNameLst>
                                              <p:attrName>style.visibility</p:attrName>
                                            </p:attrNameLst>
                                          </p:cBhvr>
                                          <p:to>
                                            <p:strVal val="visible"/>
                                          </p:to>
                                        </p:set>
                                        <p:anim calcmode="lin" valueType="num">
                                          <p:cBhvr>
                                            <p:cTn id="73" dur="500" fill="hold"/>
                                            <p:tgtEl>
                                              <p:spTgt spid="23"/>
                                            </p:tgtEl>
                                            <p:attrNameLst>
                                              <p:attrName>ppt_w</p:attrName>
                                            </p:attrNameLst>
                                          </p:cBhvr>
                                          <p:tavLst>
                                            <p:tav tm="0">
                                              <p:val>
                                                <p:fltVal val="0"/>
                                              </p:val>
                                            </p:tav>
                                            <p:tav tm="100000">
                                              <p:val>
                                                <p:strVal val="#ppt_w"/>
                                              </p:val>
                                            </p:tav>
                                          </p:tavLst>
                                        </p:anim>
                                        <p:anim calcmode="lin" valueType="num">
                                          <p:cBhvr>
                                            <p:cTn id="74" dur="500" fill="hold"/>
                                            <p:tgtEl>
                                              <p:spTgt spid="23"/>
                                            </p:tgtEl>
                                            <p:attrNameLst>
                                              <p:attrName>ppt_h</p:attrName>
                                            </p:attrNameLst>
                                          </p:cBhvr>
                                          <p:tavLst>
                                            <p:tav tm="0">
                                              <p:val>
                                                <p:fltVal val="0"/>
                                              </p:val>
                                            </p:tav>
                                            <p:tav tm="100000">
                                              <p:val>
                                                <p:strVal val="#ppt_h"/>
                                              </p:val>
                                            </p:tav>
                                          </p:tavLst>
                                        </p:anim>
                                        <p:animEffect transition="in" filter="fade">
                                          <p:cBhvr>
                                            <p:cTn id="75" dur="500"/>
                                            <p:tgtEl>
                                              <p:spTgt spid="23"/>
                                            </p:tgtEl>
                                          </p:cBhvr>
                                        </p:animEffect>
                                      </p:childTnLst>
                                    </p:cTn>
                                  </p:par>
                                  <p:par>
                                    <p:cTn id="76" presetID="2" presetClass="entr" presetSubtype="2" decel="100000" fill="hold" nodeType="withEffect">
                                      <p:stCondLst>
                                        <p:cond delay="0"/>
                                      </p:stCondLst>
                                      <p:childTnLst>
                                        <p:set>
                                          <p:cBhvr>
                                            <p:cTn id="77" dur="1" fill="hold">
                                              <p:stCondLst>
                                                <p:cond delay="0"/>
                                              </p:stCondLst>
                                            </p:cTn>
                                            <p:tgtEl>
                                              <p:spTgt spid="74"/>
                                            </p:tgtEl>
                                            <p:attrNameLst>
                                              <p:attrName>style.visibility</p:attrName>
                                            </p:attrNameLst>
                                          </p:cBhvr>
                                          <p:to>
                                            <p:strVal val="visible"/>
                                          </p:to>
                                        </p:set>
                                        <p:anim calcmode="lin" valueType="num">
                                          <p:cBhvr additive="base">
                                            <p:cTn id="78" dur="1000" fill="hold"/>
                                            <p:tgtEl>
                                              <p:spTgt spid="74"/>
                                            </p:tgtEl>
                                            <p:attrNameLst>
                                              <p:attrName>ppt_x</p:attrName>
                                            </p:attrNameLst>
                                          </p:cBhvr>
                                          <p:tavLst>
                                            <p:tav tm="0">
                                              <p:val>
                                                <p:strVal val="1+#ppt_w/2"/>
                                              </p:val>
                                            </p:tav>
                                            <p:tav tm="100000">
                                              <p:val>
                                                <p:strVal val="#ppt_x"/>
                                              </p:val>
                                            </p:tav>
                                          </p:tavLst>
                                        </p:anim>
                                        <p:anim calcmode="lin" valueType="num">
                                          <p:cBhvr additive="base">
                                            <p:cTn id="79" dur="1000" fill="hold"/>
                                            <p:tgtEl>
                                              <p:spTgt spid="74"/>
                                            </p:tgtEl>
                                            <p:attrNameLst>
                                              <p:attrName>ppt_y</p:attrName>
                                            </p:attrNameLst>
                                          </p:cBhvr>
                                          <p:tavLst>
                                            <p:tav tm="0">
                                              <p:val>
                                                <p:strVal val="#ppt_y"/>
                                              </p:val>
                                            </p:tav>
                                            <p:tav tm="100000">
                                              <p:val>
                                                <p:strVal val="#ppt_y"/>
                                              </p:val>
                                            </p:tav>
                                          </p:tavLst>
                                        </p:anim>
                                      </p:childTnLst>
                                    </p:cTn>
                                  </p:par>
                                  <p:par>
                                    <p:cTn id="80" presetID="2" presetClass="entr" presetSubtype="2" decel="100000" fill="hold" nodeType="withEffect">
                                      <p:stCondLst>
                                        <p:cond delay="0"/>
                                      </p:stCondLst>
                                      <p:childTnLst>
                                        <p:set>
                                          <p:cBhvr>
                                            <p:cTn id="81" dur="1" fill="hold">
                                              <p:stCondLst>
                                                <p:cond delay="0"/>
                                              </p:stCondLst>
                                            </p:cTn>
                                            <p:tgtEl>
                                              <p:spTgt spid="77"/>
                                            </p:tgtEl>
                                            <p:attrNameLst>
                                              <p:attrName>style.visibility</p:attrName>
                                            </p:attrNameLst>
                                          </p:cBhvr>
                                          <p:to>
                                            <p:strVal val="visible"/>
                                          </p:to>
                                        </p:set>
                                        <p:anim calcmode="lin" valueType="num">
                                          <p:cBhvr additive="base">
                                            <p:cTn id="82" dur="1000" fill="hold"/>
                                            <p:tgtEl>
                                              <p:spTgt spid="77"/>
                                            </p:tgtEl>
                                            <p:attrNameLst>
                                              <p:attrName>ppt_x</p:attrName>
                                            </p:attrNameLst>
                                          </p:cBhvr>
                                          <p:tavLst>
                                            <p:tav tm="0">
                                              <p:val>
                                                <p:strVal val="1+#ppt_w/2"/>
                                              </p:val>
                                            </p:tav>
                                            <p:tav tm="100000">
                                              <p:val>
                                                <p:strVal val="#ppt_x"/>
                                              </p:val>
                                            </p:tav>
                                          </p:tavLst>
                                        </p:anim>
                                        <p:anim calcmode="lin" valueType="num">
                                          <p:cBhvr additive="base">
                                            <p:cTn id="83" dur="1000" fill="hold"/>
                                            <p:tgtEl>
                                              <p:spTgt spid="77"/>
                                            </p:tgtEl>
                                            <p:attrNameLst>
                                              <p:attrName>ppt_y</p:attrName>
                                            </p:attrNameLst>
                                          </p:cBhvr>
                                          <p:tavLst>
                                            <p:tav tm="0">
                                              <p:val>
                                                <p:strVal val="#ppt_y"/>
                                              </p:val>
                                            </p:tav>
                                            <p:tav tm="100000">
                                              <p:val>
                                                <p:strVal val="#ppt_y"/>
                                              </p:val>
                                            </p:tav>
                                          </p:tavLst>
                                        </p:anim>
                                      </p:childTnLst>
                                    </p:cTn>
                                  </p:par>
                                  <p:par>
                                    <p:cTn id="84" presetID="2" presetClass="entr" presetSubtype="2" decel="100000" fill="hold" nodeType="withEffect">
                                      <p:stCondLst>
                                        <p:cond delay="0"/>
                                      </p:stCondLst>
                                      <p:childTnLst>
                                        <p:set>
                                          <p:cBhvr>
                                            <p:cTn id="85" dur="1" fill="hold">
                                              <p:stCondLst>
                                                <p:cond delay="0"/>
                                              </p:stCondLst>
                                            </p:cTn>
                                            <p:tgtEl>
                                              <p:spTgt spid="80"/>
                                            </p:tgtEl>
                                            <p:attrNameLst>
                                              <p:attrName>style.visibility</p:attrName>
                                            </p:attrNameLst>
                                          </p:cBhvr>
                                          <p:to>
                                            <p:strVal val="visible"/>
                                          </p:to>
                                        </p:set>
                                        <p:anim calcmode="lin" valueType="num">
                                          <p:cBhvr additive="base">
                                            <p:cTn id="86" dur="1000" fill="hold"/>
                                            <p:tgtEl>
                                              <p:spTgt spid="80"/>
                                            </p:tgtEl>
                                            <p:attrNameLst>
                                              <p:attrName>ppt_x</p:attrName>
                                            </p:attrNameLst>
                                          </p:cBhvr>
                                          <p:tavLst>
                                            <p:tav tm="0">
                                              <p:val>
                                                <p:strVal val="1+#ppt_w/2"/>
                                              </p:val>
                                            </p:tav>
                                            <p:tav tm="100000">
                                              <p:val>
                                                <p:strVal val="#ppt_x"/>
                                              </p:val>
                                            </p:tav>
                                          </p:tavLst>
                                        </p:anim>
                                        <p:anim calcmode="lin" valueType="num">
                                          <p:cBhvr additive="base">
                                            <p:cTn id="87" dur="1000" fill="hold"/>
                                            <p:tgtEl>
                                              <p:spTgt spid="80"/>
                                            </p:tgtEl>
                                            <p:attrNameLst>
                                              <p:attrName>ppt_y</p:attrName>
                                            </p:attrNameLst>
                                          </p:cBhvr>
                                          <p:tavLst>
                                            <p:tav tm="0">
                                              <p:val>
                                                <p:strVal val="#ppt_y"/>
                                              </p:val>
                                            </p:tav>
                                            <p:tav tm="100000">
                                              <p:val>
                                                <p:strVal val="#ppt_y"/>
                                              </p:val>
                                            </p:tav>
                                          </p:tavLst>
                                        </p:anim>
                                      </p:childTnLst>
                                    </p:cTn>
                                  </p:par>
                                  <p:par>
                                    <p:cTn id="88" presetID="2" presetClass="entr" presetSubtype="2" decel="100000" fill="hold" nodeType="withEffect">
                                      <p:stCondLst>
                                        <p:cond delay="0"/>
                                      </p:stCondLst>
                                      <p:childTnLst>
                                        <p:set>
                                          <p:cBhvr>
                                            <p:cTn id="89" dur="1" fill="hold">
                                              <p:stCondLst>
                                                <p:cond delay="0"/>
                                              </p:stCondLst>
                                            </p:cTn>
                                            <p:tgtEl>
                                              <p:spTgt spid="83"/>
                                            </p:tgtEl>
                                            <p:attrNameLst>
                                              <p:attrName>style.visibility</p:attrName>
                                            </p:attrNameLst>
                                          </p:cBhvr>
                                          <p:to>
                                            <p:strVal val="visible"/>
                                          </p:to>
                                        </p:set>
                                        <p:anim calcmode="lin" valueType="num">
                                          <p:cBhvr additive="base">
                                            <p:cTn id="90" dur="1000" fill="hold"/>
                                            <p:tgtEl>
                                              <p:spTgt spid="83"/>
                                            </p:tgtEl>
                                            <p:attrNameLst>
                                              <p:attrName>ppt_x</p:attrName>
                                            </p:attrNameLst>
                                          </p:cBhvr>
                                          <p:tavLst>
                                            <p:tav tm="0">
                                              <p:val>
                                                <p:strVal val="1+#ppt_w/2"/>
                                              </p:val>
                                            </p:tav>
                                            <p:tav tm="100000">
                                              <p:val>
                                                <p:strVal val="#ppt_x"/>
                                              </p:val>
                                            </p:tav>
                                          </p:tavLst>
                                        </p:anim>
                                        <p:anim calcmode="lin" valueType="num">
                                          <p:cBhvr additive="base">
                                            <p:cTn id="91" dur="1000" fill="hold"/>
                                            <p:tgtEl>
                                              <p:spTgt spid="83"/>
                                            </p:tgtEl>
                                            <p:attrNameLst>
                                              <p:attrName>ppt_y</p:attrName>
                                            </p:attrNameLst>
                                          </p:cBhvr>
                                          <p:tavLst>
                                            <p:tav tm="0">
                                              <p:val>
                                                <p:strVal val="#ppt_y"/>
                                              </p:val>
                                            </p:tav>
                                            <p:tav tm="100000">
                                              <p:val>
                                                <p:strVal val="#ppt_y"/>
                                              </p:val>
                                            </p:tav>
                                          </p:tavLst>
                                        </p:anim>
                                      </p:childTnLst>
                                    </p:cTn>
                                  </p:par>
                                  <p:par>
                                    <p:cTn id="92" presetID="2" presetClass="entr" presetSubtype="1" fill="hold" grpId="0" nodeType="withEffect">
                                      <p:stCondLst>
                                        <p:cond delay="0"/>
                                      </p:stCondLst>
                                      <p:childTnLst>
                                        <p:set>
                                          <p:cBhvr>
                                            <p:cTn id="93" dur="1" fill="hold">
                                              <p:stCondLst>
                                                <p:cond delay="0"/>
                                              </p:stCondLst>
                                            </p:cTn>
                                            <p:tgtEl>
                                              <p:spTgt spid="73"/>
                                            </p:tgtEl>
                                            <p:attrNameLst>
                                              <p:attrName>style.visibility</p:attrName>
                                            </p:attrNameLst>
                                          </p:cBhvr>
                                          <p:to>
                                            <p:strVal val="visible"/>
                                          </p:to>
                                        </p:set>
                                        <p:anim calcmode="lin" valueType="num">
                                          <p:cBhvr additive="base">
                                            <p:cTn id="94" dur="1000" fill="hold"/>
                                            <p:tgtEl>
                                              <p:spTgt spid="73"/>
                                            </p:tgtEl>
                                            <p:attrNameLst>
                                              <p:attrName>ppt_x</p:attrName>
                                            </p:attrNameLst>
                                          </p:cBhvr>
                                          <p:tavLst>
                                            <p:tav tm="0">
                                              <p:val>
                                                <p:strVal val="#ppt_x"/>
                                              </p:val>
                                            </p:tav>
                                            <p:tav tm="100000">
                                              <p:val>
                                                <p:strVal val="#ppt_x"/>
                                              </p:val>
                                            </p:tav>
                                          </p:tavLst>
                                        </p:anim>
                                        <p:anim calcmode="lin" valueType="num">
                                          <p:cBhvr additive="base">
                                            <p:cTn id="95" dur="1000" fill="hold"/>
                                            <p:tgtEl>
                                              <p:spTgt spid="73"/>
                                            </p:tgtEl>
                                            <p:attrNameLst>
                                              <p:attrName>ppt_y</p:attrName>
                                            </p:attrNameLst>
                                          </p:cBhvr>
                                          <p:tavLst>
                                            <p:tav tm="0">
                                              <p:val>
                                                <p:strVal val="0-#ppt_h/2"/>
                                              </p:val>
                                            </p:tav>
                                            <p:tav tm="100000">
                                              <p:val>
                                                <p:strVal val="#ppt_y"/>
                                              </p:val>
                                            </p:tav>
                                          </p:tavLst>
                                        </p:anim>
                                      </p:childTnLst>
                                    </p:cTn>
                                  </p:par>
                                </p:childTnLst>
                              </p:cTn>
                            </p:par>
                            <p:par>
                              <p:cTn id="96" fill="hold">
                                <p:stCondLst>
                                  <p:cond delay="5000"/>
                                </p:stCondLst>
                                <p:childTnLst>
                                  <p:par>
                                    <p:cTn id="97" presetID="22" presetClass="entr" presetSubtype="8" fill="hold" nodeType="afterEffect">
                                      <p:stCondLst>
                                        <p:cond delay="0"/>
                                      </p:stCondLst>
                                      <p:childTnLst>
                                        <p:set>
                                          <p:cBhvr>
                                            <p:cTn id="98" dur="1" fill="hold">
                                              <p:stCondLst>
                                                <p:cond delay="0"/>
                                              </p:stCondLst>
                                            </p:cTn>
                                            <p:tgtEl>
                                              <p:spTgt spid="89"/>
                                            </p:tgtEl>
                                            <p:attrNameLst>
                                              <p:attrName>style.visibility</p:attrName>
                                            </p:attrNameLst>
                                          </p:cBhvr>
                                          <p:to>
                                            <p:strVal val="visible"/>
                                          </p:to>
                                        </p:set>
                                        <p:animEffect transition="in" filter="wipe(left)">
                                          <p:cBhvr>
                                            <p:cTn id="99"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73" grpId="0"/>
        </p:bldLst>
      </p:timing>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955673" y="1999124"/>
            <a:ext cx="3334836" cy="1509992"/>
            <a:chOff x="4304043" y="1286668"/>
            <a:chExt cx="3837944" cy="2757793"/>
          </a:xfrm>
          <a:effectLst>
            <a:outerShdw blurRad="381000" dist="254000" dir="8100000" algn="tr" rotWithShape="0">
              <a:prstClr val="black">
                <a:alpha val="40000"/>
              </a:prstClr>
            </a:outerShdw>
          </a:effectLst>
        </p:grpSpPr>
        <p:sp>
          <p:nvSpPr>
            <p:cNvPr id="5" name="圆角矩形 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 name="圆角矩形 5"/>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9" name="组合 8"/>
          <p:cNvGrpSpPr/>
          <p:nvPr/>
        </p:nvGrpSpPr>
        <p:grpSpPr>
          <a:xfrm>
            <a:off x="1157095" y="2291061"/>
            <a:ext cx="828061" cy="828060"/>
            <a:chOff x="304800" y="673100"/>
            <a:chExt cx="4000500" cy="4000500"/>
          </a:xfrm>
          <a:effectLst>
            <a:outerShdw blurRad="444500" dist="254000" dir="8100000" algn="tr" rotWithShape="0">
              <a:prstClr val="black">
                <a:alpha val="50000"/>
              </a:prstClr>
            </a:outerShdw>
          </a:effectLst>
        </p:grpSpPr>
        <p:sp>
          <p:nvSpPr>
            <p:cNvPr id="10" name="同心圆 9"/>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1" name="椭圆 10"/>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2" name="Group 41"/>
          <p:cNvGrpSpPr/>
          <p:nvPr/>
        </p:nvGrpSpPr>
        <p:grpSpPr bwMode="auto">
          <a:xfrm>
            <a:off x="2108013" y="2291059"/>
            <a:ext cx="1944228" cy="1066336"/>
            <a:chOff x="0" y="0"/>
            <a:chExt cx="2419" cy="1343"/>
          </a:xfrm>
        </p:grpSpPr>
        <p:sp>
          <p:nvSpPr>
            <p:cNvPr id="13"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rPr>
                <a:t>输入标题</a:t>
              </a:r>
              <a:endParaRPr lang="en-US"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endParaRPr>
            </a:p>
          </p:txBody>
        </p:sp>
        <p:sp>
          <p:nvSpPr>
            <p:cNvPr id="14"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5" name="Freeform 9"/>
          <p:cNvSpPr>
            <a:spLocks noEditPoints="1"/>
          </p:cNvSpPr>
          <p:nvPr/>
        </p:nvSpPr>
        <p:spPr bwMode="auto">
          <a:xfrm>
            <a:off x="1348421" y="2545384"/>
            <a:ext cx="375947" cy="299288"/>
          </a:xfrm>
          <a:custGeom>
            <a:avLst/>
            <a:gdLst>
              <a:gd name="T0" fmla="*/ 54 w 159"/>
              <a:gd name="T1" fmla="*/ 126 h 128"/>
              <a:gd name="T2" fmla="*/ 57 w 159"/>
              <a:gd name="T3" fmla="*/ 127 h 128"/>
              <a:gd name="T4" fmla="*/ 81 w 159"/>
              <a:gd name="T5" fmla="*/ 105 h 128"/>
              <a:gd name="T6" fmla="*/ 54 w 159"/>
              <a:gd name="T7" fmla="*/ 91 h 128"/>
              <a:gd name="T8" fmla="*/ 54 w 159"/>
              <a:gd name="T9" fmla="*/ 126 h 128"/>
              <a:gd name="T10" fmla="*/ 154 w 159"/>
              <a:gd name="T11" fmla="*/ 1 h 128"/>
              <a:gd name="T12" fmla="*/ 3 w 159"/>
              <a:gd name="T13" fmla="*/ 54 h 128"/>
              <a:gd name="T14" fmla="*/ 2 w 159"/>
              <a:gd name="T15" fmla="*/ 58 h 128"/>
              <a:gd name="T16" fmla="*/ 35 w 159"/>
              <a:gd name="T17" fmla="*/ 71 h 128"/>
              <a:gd name="T18" fmla="*/ 35 w 159"/>
              <a:gd name="T19" fmla="*/ 71 h 128"/>
              <a:gd name="T20" fmla="*/ 54 w 159"/>
              <a:gd name="T21" fmla="*/ 79 h 128"/>
              <a:gd name="T22" fmla="*/ 148 w 159"/>
              <a:gd name="T23" fmla="*/ 10 h 128"/>
              <a:gd name="T24" fmla="*/ 150 w 159"/>
              <a:gd name="T25" fmla="*/ 12 h 128"/>
              <a:gd name="T26" fmla="*/ 83 w 159"/>
              <a:gd name="T27" fmla="*/ 85 h 128"/>
              <a:gd name="T28" fmla="*/ 83 w 159"/>
              <a:gd name="T29" fmla="*/ 85 h 128"/>
              <a:gd name="T30" fmla="*/ 79 w 159"/>
              <a:gd name="T31" fmla="*/ 89 h 128"/>
              <a:gd name="T32" fmla="*/ 84 w 159"/>
              <a:gd name="T33" fmla="*/ 92 h 128"/>
              <a:gd name="T34" fmla="*/ 84 w 159"/>
              <a:gd name="T35" fmla="*/ 92 h 128"/>
              <a:gd name="T36" fmla="*/ 127 w 159"/>
              <a:gd name="T37" fmla="*/ 115 h 128"/>
              <a:gd name="T38" fmla="*/ 133 w 159"/>
              <a:gd name="T39" fmla="*/ 112 h 128"/>
              <a:gd name="T40" fmla="*/ 158 w 159"/>
              <a:gd name="T41" fmla="*/ 5 h 128"/>
              <a:gd name="T42" fmla="*/ 154 w 159"/>
              <a:gd name="T43" fmla="*/ 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9" h="128">
                <a:moveTo>
                  <a:pt x="54" y="126"/>
                </a:moveTo>
                <a:cubicBezTo>
                  <a:pt x="54" y="128"/>
                  <a:pt x="55" y="128"/>
                  <a:pt x="57" y="127"/>
                </a:cubicBezTo>
                <a:cubicBezTo>
                  <a:pt x="59" y="125"/>
                  <a:pt x="81" y="105"/>
                  <a:pt x="81" y="105"/>
                </a:cubicBezTo>
                <a:cubicBezTo>
                  <a:pt x="54" y="91"/>
                  <a:pt x="54" y="91"/>
                  <a:pt x="54" y="91"/>
                </a:cubicBezTo>
                <a:cubicBezTo>
                  <a:pt x="54" y="126"/>
                  <a:pt x="54" y="126"/>
                  <a:pt x="54" y="126"/>
                </a:cubicBezTo>
                <a:close/>
                <a:moveTo>
                  <a:pt x="154" y="1"/>
                </a:moveTo>
                <a:cubicBezTo>
                  <a:pt x="151" y="2"/>
                  <a:pt x="5" y="53"/>
                  <a:pt x="3" y="54"/>
                </a:cubicBezTo>
                <a:cubicBezTo>
                  <a:pt x="0" y="55"/>
                  <a:pt x="0" y="57"/>
                  <a:pt x="2" y="58"/>
                </a:cubicBezTo>
                <a:cubicBezTo>
                  <a:pt x="6" y="60"/>
                  <a:pt x="35" y="71"/>
                  <a:pt x="35" y="71"/>
                </a:cubicBezTo>
                <a:cubicBezTo>
                  <a:pt x="35" y="71"/>
                  <a:pt x="35" y="71"/>
                  <a:pt x="35" y="71"/>
                </a:cubicBezTo>
                <a:cubicBezTo>
                  <a:pt x="54" y="79"/>
                  <a:pt x="54" y="79"/>
                  <a:pt x="54" y="79"/>
                </a:cubicBezTo>
                <a:cubicBezTo>
                  <a:pt x="54" y="79"/>
                  <a:pt x="147" y="11"/>
                  <a:pt x="148" y="10"/>
                </a:cubicBezTo>
                <a:cubicBezTo>
                  <a:pt x="150" y="9"/>
                  <a:pt x="151" y="11"/>
                  <a:pt x="150" y="12"/>
                </a:cubicBezTo>
                <a:cubicBezTo>
                  <a:pt x="149" y="13"/>
                  <a:pt x="83" y="85"/>
                  <a:pt x="83" y="85"/>
                </a:cubicBezTo>
                <a:cubicBezTo>
                  <a:pt x="83" y="85"/>
                  <a:pt x="83" y="85"/>
                  <a:pt x="83" y="85"/>
                </a:cubicBezTo>
                <a:cubicBezTo>
                  <a:pt x="79" y="89"/>
                  <a:pt x="79" y="89"/>
                  <a:pt x="79" y="89"/>
                </a:cubicBezTo>
                <a:cubicBezTo>
                  <a:pt x="84" y="92"/>
                  <a:pt x="84" y="92"/>
                  <a:pt x="84" y="92"/>
                </a:cubicBezTo>
                <a:cubicBezTo>
                  <a:pt x="84" y="92"/>
                  <a:pt x="84" y="92"/>
                  <a:pt x="84" y="92"/>
                </a:cubicBezTo>
                <a:cubicBezTo>
                  <a:pt x="84" y="92"/>
                  <a:pt x="124" y="113"/>
                  <a:pt x="127" y="115"/>
                </a:cubicBezTo>
                <a:cubicBezTo>
                  <a:pt x="129" y="116"/>
                  <a:pt x="132" y="115"/>
                  <a:pt x="133" y="112"/>
                </a:cubicBezTo>
                <a:cubicBezTo>
                  <a:pt x="134" y="108"/>
                  <a:pt x="158" y="7"/>
                  <a:pt x="158" y="5"/>
                </a:cubicBezTo>
                <a:cubicBezTo>
                  <a:pt x="159" y="2"/>
                  <a:pt x="157" y="0"/>
                  <a:pt x="154" y="1"/>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grpSp>
        <p:nvGrpSpPr>
          <p:cNvPr id="16" name="组合 15"/>
          <p:cNvGrpSpPr/>
          <p:nvPr/>
        </p:nvGrpSpPr>
        <p:grpSpPr>
          <a:xfrm>
            <a:off x="4731806" y="1999124"/>
            <a:ext cx="3334836" cy="1509992"/>
            <a:chOff x="4304043" y="1286668"/>
            <a:chExt cx="3837944" cy="2757793"/>
          </a:xfrm>
          <a:effectLst>
            <a:outerShdw blurRad="381000" dist="254000" dir="8100000" algn="tr" rotWithShape="0">
              <a:prstClr val="black">
                <a:alpha val="40000"/>
              </a:prstClr>
            </a:outerShdw>
          </a:effectLst>
        </p:grpSpPr>
        <p:sp>
          <p:nvSpPr>
            <p:cNvPr id="17" name="圆角矩形 16"/>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8" name="圆角矩形 17"/>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9" name="组合 18"/>
          <p:cNvGrpSpPr/>
          <p:nvPr/>
        </p:nvGrpSpPr>
        <p:grpSpPr>
          <a:xfrm>
            <a:off x="4933228" y="2291061"/>
            <a:ext cx="828061" cy="828060"/>
            <a:chOff x="304800" y="673100"/>
            <a:chExt cx="4000500" cy="4000500"/>
          </a:xfrm>
          <a:effectLst>
            <a:outerShdw blurRad="444500" dist="254000" dir="8100000" algn="tr" rotWithShape="0">
              <a:prstClr val="black">
                <a:alpha val="50000"/>
              </a:prstClr>
            </a:outerShdw>
          </a:effectLst>
        </p:grpSpPr>
        <p:sp>
          <p:nvSpPr>
            <p:cNvPr id="20" name="同心圆 19"/>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1" name="椭圆 20"/>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22" name="Group 41"/>
          <p:cNvGrpSpPr/>
          <p:nvPr/>
        </p:nvGrpSpPr>
        <p:grpSpPr bwMode="auto">
          <a:xfrm>
            <a:off x="5884146" y="2291059"/>
            <a:ext cx="1944228" cy="1066336"/>
            <a:chOff x="0" y="0"/>
            <a:chExt cx="2419" cy="1343"/>
          </a:xfrm>
        </p:grpSpPr>
        <p:sp>
          <p:nvSpPr>
            <p:cNvPr id="23"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rPr>
                <a:t>输入标题</a:t>
              </a: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endParaRPr>
            </a:p>
          </p:txBody>
        </p:sp>
        <p:sp>
          <p:nvSpPr>
            <p:cNvPr id="24"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Freeform 8"/>
          <p:cNvSpPr>
            <a:spLocks noEditPoints="1"/>
          </p:cNvSpPr>
          <p:nvPr/>
        </p:nvSpPr>
        <p:spPr bwMode="auto">
          <a:xfrm>
            <a:off x="5184281" y="2599067"/>
            <a:ext cx="325955" cy="322992"/>
          </a:xfrm>
          <a:custGeom>
            <a:avLst/>
            <a:gdLst>
              <a:gd name="T0" fmla="*/ 18 w 138"/>
              <a:gd name="T1" fmla="*/ 69 h 138"/>
              <a:gd name="T2" fmla="*/ 0 w 138"/>
              <a:gd name="T3" fmla="*/ 69 h 138"/>
              <a:gd name="T4" fmla="*/ 0 w 138"/>
              <a:gd name="T5" fmla="*/ 121 h 138"/>
              <a:gd name="T6" fmla="*/ 18 w 138"/>
              <a:gd name="T7" fmla="*/ 138 h 138"/>
              <a:gd name="T8" fmla="*/ 69 w 138"/>
              <a:gd name="T9" fmla="*/ 138 h 138"/>
              <a:gd name="T10" fmla="*/ 69 w 138"/>
              <a:gd name="T11" fmla="*/ 121 h 138"/>
              <a:gd name="T12" fmla="*/ 18 w 138"/>
              <a:gd name="T13" fmla="*/ 121 h 138"/>
              <a:gd name="T14" fmla="*/ 18 w 138"/>
              <a:gd name="T15" fmla="*/ 69 h 138"/>
              <a:gd name="T16" fmla="*/ 121 w 138"/>
              <a:gd name="T17" fmla="*/ 86 h 138"/>
              <a:gd name="T18" fmla="*/ 52 w 138"/>
              <a:gd name="T19" fmla="*/ 86 h 138"/>
              <a:gd name="T20" fmla="*/ 52 w 138"/>
              <a:gd name="T21" fmla="*/ 18 h 138"/>
              <a:gd name="T22" fmla="*/ 121 w 138"/>
              <a:gd name="T23" fmla="*/ 18 h 138"/>
              <a:gd name="T24" fmla="*/ 121 w 138"/>
              <a:gd name="T25" fmla="*/ 86 h 138"/>
              <a:gd name="T26" fmla="*/ 121 w 138"/>
              <a:gd name="T27" fmla="*/ 0 h 138"/>
              <a:gd name="T28" fmla="*/ 52 w 138"/>
              <a:gd name="T29" fmla="*/ 0 h 138"/>
              <a:gd name="T30" fmla="*/ 35 w 138"/>
              <a:gd name="T31" fmla="*/ 17 h 138"/>
              <a:gd name="T32" fmla="*/ 35 w 138"/>
              <a:gd name="T33" fmla="*/ 86 h 138"/>
              <a:gd name="T34" fmla="*/ 52 w 138"/>
              <a:gd name="T35" fmla="*/ 103 h 138"/>
              <a:gd name="T36" fmla="*/ 121 w 138"/>
              <a:gd name="T37" fmla="*/ 103 h 138"/>
              <a:gd name="T38" fmla="*/ 138 w 138"/>
              <a:gd name="T39" fmla="*/ 86 h 138"/>
              <a:gd name="T40" fmla="*/ 138 w 138"/>
              <a:gd name="T41" fmla="*/ 18 h 138"/>
              <a:gd name="T42" fmla="*/ 121 w 138"/>
              <a:gd name="T43"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8" h="138">
                <a:moveTo>
                  <a:pt x="18" y="69"/>
                </a:moveTo>
                <a:cubicBezTo>
                  <a:pt x="0" y="69"/>
                  <a:pt x="0" y="69"/>
                  <a:pt x="0" y="69"/>
                </a:cubicBezTo>
                <a:cubicBezTo>
                  <a:pt x="0" y="121"/>
                  <a:pt x="0" y="121"/>
                  <a:pt x="0" y="121"/>
                </a:cubicBezTo>
                <a:cubicBezTo>
                  <a:pt x="0" y="130"/>
                  <a:pt x="8" y="138"/>
                  <a:pt x="18" y="138"/>
                </a:cubicBezTo>
                <a:cubicBezTo>
                  <a:pt x="69" y="138"/>
                  <a:pt x="69" y="138"/>
                  <a:pt x="69" y="138"/>
                </a:cubicBezTo>
                <a:cubicBezTo>
                  <a:pt x="69" y="121"/>
                  <a:pt x="69" y="121"/>
                  <a:pt x="69" y="121"/>
                </a:cubicBezTo>
                <a:cubicBezTo>
                  <a:pt x="18" y="121"/>
                  <a:pt x="18" y="121"/>
                  <a:pt x="18" y="121"/>
                </a:cubicBezTo>
                <a:cubicBezTo>
                  <a:pt x="18" y="69"/>
                  <a:pt x="18" y="69"/>
                  <a:pt x="18" y="69"/>
                </a:cubicBezTo>
                <a:close/>
                <a:moveTo>
                  <a:pt x="121" y="86"/>
                </a:moveTo>
                <a:cubicBezTo>
                  <a:pt x="52" y="86"/>
                  <a:pt x="52" y="86"/>
                  <a:pt x="52" y="86"/>
                </a:cubicBezTo>
                <a:cubicBezTo>
                  <a:pt x="52" y="18"/>
                  <a:pt x="52" y="18"/>
                  <a:pt x="52" y="18"/>
                </a:cubicBezTo>
                <a:cubicBezTo>
                  <a:pt x="121" y="18"/>
                  <a:pt x="121" y="18"/>
                  <a:pt x="121" y="18"/>
                </a:cubicBezTo>
                <a:cubicBezTo>
                  <a:pt x="121" y="86"/>
                  <a:pt x="121" y="86"/>
                  <a:pt x="121" y="86"/>
                </a:cubicBezTo>
                <a:close/>
                <a:moveTo>
                  <a:pt x="121" y="0"/>
                </a:moveTo>
                <a:cubicBezTo>
                  <a:pt x="52" y="0"/>
                  <a:pt x="52" y="0"/>
                  <a:pt x="52" y="0"/>
                </a:cubicBezTo>
                <a:cubicBezTo>
                  <a:pt x="42" y="0"/>
                  <a:pt x="35" y="8"/>
                  <a:pt x="35" y="17"/>
                </a:cubicBezTo>
                <a:cubicBezTo>
                  <a:pt x="35" y="86"/>
                  <a:pt x="35" y="86"/>
                  <a:pt x="35" y="86"/>
                </a:cubicBezTo>
                <a:cubicBezTo>
                  <a:pt x="35" y="96"/>
                  <a:pt x="42" y="103"/>
                  <a:pt x="52" y="103"/>
                </a:cubicBezTo>
                <a:cubicBezTo>
                  <a:pt x="121" y="103"/>
                  <a:pt x="121" y="103"/>
                  <a:pt x="121" y="103"/>
                </a:cubicBezTo>
                <a:cubicBezTo>
                  <a:pt x="130" y="103"/>
                  <a:pt x="138" y="96"/>
                  <a:pt x="138" y="86"/>
                </a:cubicBezTo>
                <a:cubicBezTo>
                  <a:pt x="138" y="18"/>
                  <a:pt x="138" y="18"/>
                  <a:pt x="138" y="18"/>
                </a:cubicBezTo>
                <a:cubicBezTo>
                  <a:pt x="138" y="8"/>
                  <a:pt x="130" y="0"/>
                  <a:pt x="121" y="0"/>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grpSp>
        <p:nvGrpSpPr>
          <p:cNvPr id="26" name="组合 25"/>
          <p:cNvGrpSpPr/>
          <p:nvPr/>
        </p:nvGrpSpPr>
        <p:grpSpPr>
          <a:xfrm>
            <a:off x="955673" y="3946457"/>
            <a:ext cx="3334836" cy="1509992"/>
            <a:chOff x="4304043" y="1286668"/>
            <a:chExt cx="3837944" cy="2757793"/>
          </a:xfrm>
          <a:effectLst>
            <a:outerShdw blurRad="381000" dist="254000" dir="8100000" algn="tr" rotWithShape="0">
              <a:prstClr val="black">
                <a:alpha val="40000"/>
              </a:prstClr>
            </a:outerShdw>
          </a:effectLst>
        </p:grpSpPr>
        <p:sp>
          <p:nvSpPr>
            <p:cNvPr id="27" name="圆角矩形 26"/>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8" name="圆角矩形 27"/>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29" name="组合 28"/>
          <p:cNvGrpSpPr/>
          <p:nvPr/>
        </p:nvGrpSpPr>
        <p:grpSpPr>
          <a:xfrm>
            <a:off x="1157095" y="4238394"/>
            <a:ext cx="828061" cy="828060"/>
            <a:chOff x="304800" y="673100"/>
            <a:chExt cx="4000500" cy="4000500"/>
          </a:xfrm>
          <a:effectLst>
            <a:outerShdw blurRad="444500" dist="254000" dir="8100000" algn="tr" rotWithShape="0">
              <a:prstClr val="black">
                <a:alpha val="50000"/>
              </a:prstClr>
            </a:outerShdw>
          </a:effectLst>
        </p:grpSpPr>
        <p:sp>
          <p:nvSpPr>
            <p:cNvPr id="30" name="同心圆 29"/>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1" name="椭圆 30"/>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2" name="Group 41"/>
          <p:cNvGrpSpPr/>
          <p:nvPr/>
        </p:nvGrpSpPr>
        <p:grpSpPr bwMode="auto">
          <a:xfrm>
            <a:off x="2108013" y="4238392"/>
            <a:ext cx="1944228" cy="1066336"/>
            <a:chOff x="0" y="0"/>
            <a:chExt cx="2419" cy="1343"/>
          </a:xfrm>
        </p:grpSpPr>
        <p:sp>
          <p:nvSpPr>
            <p:cNvPr id="33"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rPr>
                <a:t>输入标题</a:t>
              </a: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endParaRPr>
            </a:p>
          </p:txBody>
        </p:sp>
        <p:sp>
          <p:nvSpPr>
            <p:cNvPr id="34"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35" name="Freeform 7"/>
          <p:cNvSpPr/>
          <p:nvPr/>
        </p:nvSpPr>
        <p:spPr bwMode="auto">
          <a:xfrm>
            <a:off x="1337754" y="4453885"/>
            <a:ext cx="394945" cy="397075"/>
          </a:xfrm>
          <a:custGeom>
            <a:avLst/>
            <a:gdLst>
              <a:gd name="T0" fmla="*/ 48 w 167"/>
              <a:gd name="T1" fmla="*/ 170 h 170"/>
              <a:gd name="T2" fmla="*/ 18 w 167"/>
              <a:gd name="T3" fmla="*/ 158 h 170"/>
              <a:gd name="T4" fmla="*/ 20 w 167"/>
              <a:gd name="T5" fmla="*/ 97 h 170"/>
              <a:gd name="T6" fmla="*/ 105 w 167"/>
              <a:gd name="T7" fmla="*/ 12 h 170"/>
              <a:gd name="T8" fmla="*/ 135 w 167"/>
              <a:gd name="T9" fmla="*/ 3 h 170"/>
              <a:gd name="T10" fmla="*/ 157 w 167"/>
              <a:gd name="T11" fmla="*/ 24 h 170"/>
              <a:gd name="T12" fmla="*/ 148 w 167"/>
              <a:gd name="T13" fmla="*/ 54 h 170"/>
              <a:gd name="T14" fmla="*/ 66 w 167"/>
              <a:gd name="T15" fmla="*/ 136 h 170"/>
              <a:gd name="T16" fmla="*/ 51 w 167"/>
              <a:gd name="T17" fmla="*/ 143 h 170"/>
              <a:gd name="T18" fmla="*/ 38 w 167"/>
              <a:gd name="T19" fmla="*/ 139 h 170"/>
              <a:gd name="T20" fmla="*/ 41 w 167"/>
              <a:gd name="T21" fmla="*/ 110 h 170"/>
              <a:gd name="T22" fmla="*/ 98 w 167"/>
              <a:gd name="T23" fmla="*/ 53 h 170"/>
              <a:gd name="T24" fmla="*/ 106 w 167"/>
              <a:gd name="T25" fmla="*/ 53 h 170"/>
              <a:gd name="T26" fmla="*/ 106 w 167"/>
              <a:gd name="T27" fmla="*/ 62 h 170"/>
              <a:gd name="T28" fmla="*/ 49 w 167"/>
              <a:gd name="T29" fmla="*/ 119 h 170"/>
              <a:gd name="T30" fmla="*/ 46 w 167"/>
              <a:gd name="T31" fmla="*/ 130 h 170"/>
              <a:gd name="T32" fmla="*/ 50 w 167"/>
              <a:gd name="T33" fmla="*/ 132 h 170"/>
              <a:gd name="T34" fmla="*/ 58 w 167"/>
              <a:gd name="T35" fmla="*/ 127 h 170"/>
              <a:gd name="T36" fmla="*/ 139 w 167"/>
              <a:gd name="T37" fmla="*/ 46 h 170"/>
              <a:gd name="T38" fmla="*/ 145 w 167"/>
              <a:gd name="T39" fmla="*/ 27 h 170"/>
              <a:gd name="T40" fmla="*/ 132 w 167"/>
              <a:gd name="T41" fmla="*/ 14 h 170"/>
              <a:gd name="T42" fmla="*/ 114 w 167"/>
              <a:gd name="T43" fmla="*/ 20 h 170"/>
              <a:gd name="T44" fmla="*/ 29 w 167"/>
              <a:gd name="T45" fmla="*/ 105 h 170"/>
              <a:gd name="T46" fmla="*/ 27 w 167"/>
              <a:gd name="T47" fmla="*/ 150 h 170"/>
              <a:gd name="T48" fmla="*/ 71 w 167"/>
              <a:gd name="T49" fmla="*/ 148 h 170"/>
              <a:gd name="T50" fmla="*/ 156 w 167"/>
              <a:gd name="T51" fmla="*/ 63 h 170"/>
              <a:gd name="T52" fmla="*/ 165 w 167"/>
              <a:gd name="T53" fmla="*/ 63 h 170"/>
              <a:gd name="T54" fmla="*/ 165 w 167"/>
              <a:gd name="T55" fmla="*/ 71 h 170"/>
              <a:gd name="T56" fmla="*/ 80 w 167"/>
              <a:gd name="T57" fmla="*/ 156 h 170"/>
              <a:gd name="T58" fmla="*/ 48 w 167"/>
              <a:gd name="T59"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7" h="170">
                <a:moveTo>
                  <a:pt x="48" y="170"/>
                </a:moveTo>
                <a:cubicBezTo>
                  <a:pt x="37" y="170"/>
                  <a:pt x="26" y="166"/>
                  <a:pt x="18" y="158"/>
                </a:cubicBezTo>
                <a:cubicBezTo>
                  <a:pt x="4" y="143"/>
                  <a:pt x="0" y="117"/>
                  <a:pt x="20" y="97"/>
                </a:cubicBezTo>
                <a:cubicBezTo>
                  <a:pt x="32" y="85"/>
                  <a:pt x="81" y="36"/>
                  <a:pt x="105" y="12"/>
                </a:cubicBezTo>
                <a:cubicBezTo>
                  <a:pt x="114" y="3"/>
                  <a:pt x="125" y="0"/>
                  <a:pt x="135" y="3"/>
                </a:cubicBezTo>
                <a:cubicBezTo>
                  <a:pt x="146" y="5"/>
                  <a:pt x="154" y="14"/>
                  <a:pt x="157" y="24"/>
                </a:cubicBezTo>
                <a:cubicBezTo>
                  <a:pt x="160" y="35"/>
                  <a:pt x="156" y="46"/>
                  <a:pt x="148" y="54"/>
                </a:cubicBezTo>
                <a:cubicBezTo>
                  <a:pt x="66" y="136"/>
                  <a:pt x="66" y="136"/>
                  <a:pt x="66" y="136"/>
                </a:cubicBezTo>
                <a:cubicBezTo>
                  <a:pt x="62" y="140"/>
                  <a:pt x="57" y="143"/>
                  <a:pt x="51" y="143"/>
                </a:cubicBezTo>
                <a:cubicBezTo>
                  <a:pt x="46" y="144"/>
                  <a:pt x="41" y="142"/>
                  <a:pt x="38" y="139"/>
                </a:cubicBezTo>
                <a:cubicBezTo>
                  <a:pt x="31" y="133"/>
                  <a:pt x="30" y="121"/>
                  <a:pt x="41" y="110"/>
                </a:cubicBezTo>
                <a:cubicBezTo>
                  <a:pt x="98" y="53"/>
                  <a:pt x="98" y="53"/>
                  <a:pt x="98" y="53"/>
                </a:cubicBezTo>
                <a:cubicBezTo>
                  <a:pt x="100" y="51"/>
                  <a:pt x="104" y="51"/>
                  <a:pt x="106" y="53"/>
                </a:cubicBezTo>
                <a:cubicBezTo>
                  <a:pt x="109" y="55"/>
                  <a:pt x="109" y="59"/>
                  <a:pt x="106" y="62"/>
                </a:cubicBezTo>
                <a:cubicBezTo>
                  <a:pt x="49" y="119"/>
                  <a:pt x="49" y="119"/>
                  <a:pt x="49" y="119"/>
                </a:cubicBezTo>
                <a:cubicBezTo>
                  <a:pt x="44" y="124"/>
                  <a:pt x="44" y="128"/>
                  <a:pt x="46" y="130"/>
                </a:cubicBezTo>
                <a:cubicBezTo>
                  <a:pt x="47" y="131"/>
                  <a:pt x="48" y="132"/>
                  <a:pt x="50" y="132"/>
                </a:cubicBezTo>
                <a:cubicBezTo>
                  <a:pt x="52" y="131"/>
                  <a:pt x="55" y="130"/>
                  <a:pt x="58" y="127"/>
                </a:cubicBezTo>
                <a:cubicBezTo>
                  <a:pt x="139" y="46"/>
                  <a:pt x="139" y="46"/>
                  <a:pt x="139" y="46"/>
                </a:cubicBezTo>
                <a:cubicBezTo>
                  <a:pt x="145" y="40"/>
                  <a:pt x="147" y="34"/>
                  <a:pt x="145" y="27"/>
                </a:cubicBezTo>
                <a:cubicBezTo>
                  <a:pt x="144" y="21"/>
                  <a:pt x="138" y="16"/>
                  <a:pt x="132" y="14"/>
                </a:cubicBezTo>
                <a:cubicBezTo>
                  <a:pt x="126" y="13"/>
                  <a:pt x="119" y="15"/>
                  <a:pt x="114" y="20"/>
                </a:cubicBezTo>
                <a:cubicBezTo>
                  <a:pt x="89" y="45"/>
                  <a:pt x="41" y="93"/>
                  <a:pt x="29" y="105"/>
                </a:cubicBezTo>
                <a:cubicBezTo>
                  <a:pt x="13" y="121"/>
                  <a:pt x="17" y="139"/>
                  <a:pt x="27" y="150"/>
                </a:cubicBezTo>
                <a:cubicBezTo>
                  <a:pt x="37" y="160"/>
                  <a:pt x="55" y="164"/>
                  <a:pt x="71" y="148"/>
                </a:cubicBezTo>
                <a:cubicBezTo>
                  <a:pt x="156" y="63"/>
                  <a:pt x="156" y="63"/>
                  <a:pt x="156" y="63"/>
                </a:cubicBezTo>
                <a:cubicBezTo>
                  <a:pt x="159" y="60"/>
                  <a:pt x="162" y="60"/>
                  <a:pt x="165" y="63"/>
                </a:cubicBezTo>
                <a:cubicBezTo>
                  <a:pt x="167" y="65"/>
                  <a:pt x="167" y="69"/>
                  <a:pt x="165" y="71"/>
                </a:cubicBezTo>
                <a:cubicBezTo>
                  <a:pt x="80" y="156"/>
                  <a:pt x="80" y="156"/>
                  <a:pt x="80" y="156"/>
                </a:cubicBezTo>
                <a:cubicBezTo>
                  <a:pt x="70" y="166"/>
                  <a:pt x="58" y="170"/>
                  <a:pt x="48" y="170"/>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grpSp>
        <p:nvGrpSpPr>
          <p:cNvPr id="36" name="组合 35"/>
          <p:cNvGrpSpPr/>
          <p:nvPr/>
        </p:nvGrpSpPr>
        <p:grpSpPr>
          <a:xfrm>
            <a:off x="4733475" y="3946457"/>
            <a:ext cx="3334836" cy="1509992"/>
            <a:chOff x="4304043" y="1286668"/>
            <a:chExt cx="3837944" cy="2757793"/>
          </a:xfrm>
          <a:effectLst>
            <a:outerShdw blurRad="381000" dist="254000" dir="8100000" algn="tr" rotWithShape="0">
              <a:prstClr val="black">
                <a:alpha val="40000"/>
              </a:prstClr>
            </a:outerShdw>
          </a:effectLst>
        </p:grpSpPr>
        <p:sp>
          <p:nvSpPr>
            <p:cNvPr id="37" name="圆角矩形 36"/>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8" name="圆角矩形 37"/>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9" name="组合 38"/>
          <p:cNvGrpSpPr/>
          <p:nvPr/>
        </p:nvGrpSpPr>
        <p:grpSpPr>
          <a:xfrm>
            <a:off x="4934898" y="4238394"/>
            <a:ext cx="828061" cy="828060"/>
            <a:chOff x="304800" y="673100"/>
            <a:chExt cx="4000500" cy="4000500"/>
          </a:xfrm>
          <a:effectLst>
            <a:outerShdw blurRad="444500" dist="254000" dir="8100000" algn="tr" rotWithShape="0">
              <a:prstClr val="black">
                <a:alpha val="50000"/>
              </a:prstClr>
            </a:outerShdw>
          </a:effectLst>
        </p:grpSpPr>
        <p:sp>
          <p:nvSpPr>
            <p:cNvPr id="40" name="同心圆 39"/>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1" name="椭圆 40"/>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42" name="Group 41"/>
          <p:cNvGrpSpPr/>
          <p:nvPr/>
        </p:nvGrpSpPr>
        <p:grpSpPr bwMode="auto">
          <a:xfrm>
            <a:off x="5885815" y="4238392"/>
            <a:ext cx="1944228" cy="1066336"/>
            <a:chOff x="0" y="0"/>
            <a:chExt cx="2419" cy="1343"/>
          </a:xfrm>
        </p:grpSpPr>
        <p:sp>
          <p:nvSpPr>
            <p:cNvPr id="43"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rPr>
                <a:t>输入标题</a:t>
              </a: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endParaRPr>
            </a:p>
          </p:txBody>
        </p:sp>
        <p:sp>
          <p:nvSpPr>
            <p:cNvPr id="44"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45" name="Freeform 6"/>
          <p:cNvSpPr>
            <a:spLocks noEditPoints="1"/>
          </p:cNvSpPr>
          <p:nvPr/>
        </p:nvSpPr>
        <p:spPr bwMode="auto">
          <a:xfrm>
            <a:off x="5188700" y="4482531"/>
            <a:ext cx="362949" cy="368429"/>
          </a:xfrm>
          <a:custGeom>
            <a:avLst/>
            <a:gdLst>
              <a:gd name="T0" fmla="*/ 13 w 154"/>
              <a:gd name="T1" fmla="*/ 28 h 158"/>
              <a:gd name="T2" fmla="*/ 34 w 154"/>
              <a:gd name="T3" fmla="*/ 28 h 158"/>
              <a:gd name="T4" fmla="*/ 43 w 154"/>
              <a:gd name="T5" fmla="*/ 73 h 158"/>
              <a:gd name="T6" fmla="*/ 13 w 154"/>
              <a:gd name="T7" fmla="*/ 28 h 158"/>
              <a:gd name="T8" fmla="*/ 77 w 154"/>
              <a:gd name="T9" fmla="*/ 11 h 158"/>
              <a:gd name="T10" fmla="*/ 110 w 154"/>
              <a:gd name="T11" fmla="*/ 24 h 158"/>
              <a:gd name="T12" fmla="*/ 77 w 154"/>
              <a:gd name="T13" fmla="*/ 37 h 158"/>
              <a:gd name="T14" fmla="*/ 45 w 154"/>
              <a:gd name="T15" fmla="*/ 24 h 158"/>
              <a:gd name="T16" fmla="*/ 77 w 154"/>
              <a:gd name="T17" fmla="*/ 11 h 158"/>
              <a:gd name="T18" fmla="*/ 111 w 154"/>
              <a:gd name="T19" fmla="*/ 73 h 158"/>
              <a:gd name="T20" fmla="*/ 121 w 154"/>
              <a:gd name="T21" fmla="*/ 28 h 158"/>
              <a:gd name="T22" fmla="*/ 142 w 154"/>
              <a:gd name="T23" fmla="*/ 28 h 158"/>
              <a:gd name="T24" fmla="*/ 111 w 154"/>
              <a:gd name="T25" fmla="*/ 73 h 158"/>
              <a:gd name="T26" fmla="*/ 87 w 154"/>
              <a:gd name="T27" fmla="*/ 116 h 158"/>
              <a:gd name="T28" fmla="*/ 112 w 154"/>
              <a:gd name="T29" fmla="*/ 87 h 158"/>
              <a:gd name="T30" fmla="*/ 154 w 154"/>
              <a:gd name="T31" fmla="*/ 22 h 158"/>
              <a:gd name="T32" fmla="*/ 148 w 154"/>
              <a:gd name="T33" fmla="*/ 16 h 158"/>
              <a:gd name="T34" fmla="*/ 119 w 154"/>
              <a:gd name="T35" fmla="*/ 16 h 158"/>
              <a:gd name="T36" fmla="*/ 77 w 154"/>
              <a:gd name="T37" fmla="*/ 0 h 158"/>
              <a:gd name="T38" fmla="*/ 36 w 154"/>
              <a:gd name="T39" fmla="*/ 16 h 158"/>
              <a:gd name="T40" fmla="*/ 6 w 154"/>
              <a:gd name="T41" fmla="*/ 16 h 158"/>
              <a:gd name="T42" fmla="*/ 0 w 154"/>
              <a:gd name="T43" fmla="*/ 22 h 158"/>
              <a:gd name="T44" fmla="*/ 42 w 154"/>
              <a:gd name="T45" fmla="*/ 87 h 158"/>
              <a:gd name="T46" fmla="*/ 67 w 154"/>
              <a:gd name="T47" fmla="*/ 116 h 158"/>
              <a:gd name="T48" fmla="*/ 67 w 154"/>
              <a:gd name="T49" fmla="*/ 128 h 158"/>
              <a:gd name="T50" fmla="*/ 39 w 154"/>
              <a:gd name="T51" fmla="*/ 143 h 158"/>
              <a:gd name="T52" fmla="*/ 77 w 154"/>
              <a:gd name="T53" fmla="*/ 158 h 158"/>
              <a:gd name="T54" fmla="*/ 115 w 154"/>
              <a:gd name="T55" fmla="*/ 143 h 158"/>
              <a:gd name="T56" fmla="*/ 87 w 154"/>
              <a:gd name="T57" fmla="*/ 128 h 158"/>
              <a:gd name="T58" fmla="*/ 87 w 154"/>
              <a:gd name="T59" fmla="*/ 116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4" h="158">
                <a:moveTo>
                  <a:pt x="13" y="28"/>
                </a:moveTo>
                <a:cubicBezTo>
                  <a:pt x="34" y="28"/>
                  <a:pt x="34" y="28"/>
                  <a:pt x="34" y="28"/>
                </a:cubicBezTo>
                <a:cubicBezTo>
                  <a:pt x="35" y="49"/>
                  <a:pt x="39" y="63"/>
                  <a:pt x="43" y="73"/>
                </a:cubicBezTo>
                <a:cubicBezTo>
                  <a:pt x="28" y="63"/>
                  <a:pt x="15" y="51"/>
                  <a:pt x="13" y="28"/>
                </a:cubicBezTo>
                <a:close/>
                <a:moveTo>
                  <a:pt x="77" y="11"/>
                </a:moveTo>
                <a:cubicBezTo>
                  <a:pt x="101" y="11"/>
                  <a:pt x="110" y="20"/>
                  <a:pt x="110" y="24"/>
                </a:cubicBezTo>
                <a:cubicBezTo>
                  <a:pt x="110" y="27"/>
                  <a:pt x="101" y="37"/>
                  <a:pt x="77" y="37"/>
                </a:cubicBezTo>
                <a:cubicBezTo>
                  <a:pt x="54" y="37"/>
                  <a:pt x="45" y="27"/>
                  <a:pt x="45" y="24"/>
                </a:cubicBezTo>
                <a:cubicBezTo>
                  <a:pt x="45" y="20"/>
                  <a:pt x="54" y="11"/>
                  <a:pt x="77" y="11"/>
                </a:cubicBezTo>
                <a:close/>
                <a:moveTo>
                  <a:pt x="111" y="73"/>
                </a:moveTo>
                <a:cubicBezTo>
                  <a:pt x="116" y="63"/>
                  <a:pt x="120" y="49"/>
                  <a:pt x="121" y="28"/>
                </a:cubicBezTo>
                <a:cubicBezTo>
                  <a:pt x="142" y="28"/>
                  <a:pt x="142" y="28"/>
                  <a:pt x="142" y="28"/>
                </a:cubicBezTo>
                <a:cubicBezTo>
                  <a:pt x="140" y="51"/>
                  <a:pt x="126" y="63"/>
                  <a:pt x="111" y="73"/>
                </a:cubicBezTo>
                <a:close/>
                <a:moveTo>
                  <a:pt x="87" y="116"/>
                </a:moveTo>
                <a:cubicBezTo>
                  <a:pt x="87" y="104"/>
                  <a:pt x="97" y="97"/>
                  <a:pt x="112" y="87"/>
                </a:cubicBezTo>
                <a:cubicBezTo>
                  <a:pt x="131" y="74"/>
                  <a:pt x="154" y="59"/>
                  <a:pt x="154" y="22"/>
                </a:cubicBezTo>
                <a:cubicBezTo>
                  <a:pt x="154" y="19"/>
                  <a:pt x="152" y="16"/>
                  <a:pt x="148" y="16"/>
                </a:cubicBezTo>
                <a:cubicBezTo>
                  <a:pt x="119" y="16"/>
                  <a:pt x="119" y="16"/>
                  <a:pt x="119" y="16"/>
                </a:cubicBezTo>
                <a:cubicBezTo>
                  <a:pt x="115" y="8"/>
                  <a:pt x="102" y="0"/>
                  <a:pt x="77" y="0"/>
                </a:cubicBezTo>
                <a:cubicBezTo>
                  <a:pt x="52" y="0"/>
                  <a:pt x="40" y="8"/>
                  <a:pt x="36" y="16"/>
                </a:cubicBezTo>
                <a:cubicBezTo>
                  <a:pt x="6" y="16"/>
                  <a:pt x="6" y="16"/>
                  <a:pt x="6" y="16"/>
                </a:cubicBezTo>
                <a:cubicBezTo>
                  <a:pt x="3" y="16"/>
                  <a:pt x="0" y="19"/>
                  <a:pt x="0" y="22"/>
                </a:cubicBezTo>
                <a:cubicBezTo>
                  <a:pt x="0" y="59"/>
                  <a:pt x="24" y="74"/>
                  <a:pt x="42" y="87"/>
                </a:cubicBezTo>
                <a:cubicBezTo>
                  <a:pt x="58" y="97"/>
                  <a:pt x="67" y="104"/>
                  <a:pt x="67" y="116"/>
                </a:cubicBezTo>
                <a:cubicBezTo>
                  <a:pt x="67" y="128"/>
                  <a:pt x="67" y="128"/>
                  <a:pt x="67" y="128"/>
                </a:cubicBezTo>
                <a:cubicBezTo>
                  <a:pt x="51" y="129"/>
                  <a:pt x="39" y="135"/>
                  <a:pt x="39" y="143"/>
                </a:cubicBezTo>
                <a:cubicBezTo>
                  <a:pt x="39" y="151"/>
                  <a:pt x="56" y="158"/>
                  <a:pt x="77" y="158"/>
                </a:cubicBezTo>
                <a:cubicBezTo>
                  <a:pt x="98" y="158"/>
                  <a:pt x="115" y="151"/>
                  <a:pt x="115" y="143"/>
                </a:cubicBezTo>
                <a:cubicBezTo>
                  <a:pt x="115" y="135"/>
                  <a:pt x="104" y="129"/>
                  <a:pt x="87" y="128"/>
                </a:cubicBezTo>
                <a:cubicBezTo>
                  <a:pt x="87" y="116"/>
                  <a:pt x="87" y="116"/>
                  <a:pt x="87" y="116"/>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sp>
        <p:nvSpPr>
          <p:cNvPr id="52" name="Text Box 4">
            <a:extLst>
              <a:ext uri="{FF2B5EF4-FFF2-40B4-BE49-F238E27FC236}">
                <a16:creationId xmlns:a16="http://schemas.microsoft.com/office/drawing/2014/main" id="{D49AEB41-C099-084C-9CDE-DFAE98027830}"/>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4" name="Half Frame 12">
            <a:extLst>
              <a:ext uri="{FF2B5EF4-FFF2-40B4-BE49-F238E27FC236}">
                <a16:creationId xmlns:a16="http://schemas.microsoft.com/office/drawing/2014/main" id="{5B6AE22C-A93E-0C43-9143-3CAAB0B91D5A}"/>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55" name="直线连接符 54">
            <a:extLst>
              <a:ext uri="{FF2B5EF4-FFF2-40B4-BE49-F238E27FC236}">
                <a16:creationId xmlns:a16="http://schemas.microsoft.com/office/drawing/2014/main" id="{1E0C2BEA-5C8D-2340-897C-2DFF8AB01F6F}"/>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图片 6">
            <a:extLst>
              <a:ext uri="{FF2B5EF4-FFF2-40B4-BE49-F238E27FC236}">
                <a16:creationId xmlns:a16="http://schemas.microsoft.com/office/drawing/2014/main" id="{591286AB-A6D8-1F4B-805F-EB8F3F9326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25039" y="2127066"/>
            <a:ext cx="2253956" cy="1347364"/>
          </a:xfrm>
          <a:prstGeom prst="roundRect">
            <a:avLst/>
          </a:prstGeom>
        </p:spPr>
      </p:pic>
      <p:pic>
        <p:nvPicPr>
          <p:cNvPr id="46" name="图片 45">
            <a:extLst>
              <a:ext uri="{FF2B5EF4-FFF2-40B4-BE49-F238E27FC236}">
                <a16:creationId xmlns:a16="http://schemas.microsoft.com/office/drawing/2014/main" id="{355133DB-289F-0741-BA62-9EC5A854E9A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8825039" y="4036227"/>
            <a:ext cx="2253956" cy="1375852"/>
          </a:xfrm>
          <a:prstGeom prst="roundRect">
            <a:avLst/>
          </a:prstGeom>
        </p:spPr>
      </p:pic>
    </p:spTree>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anim calcmode="lin" valueType="num">
                                          <p:cBhvr>
                                            <p:cTn id="14" dur="500" fill="hold"/>
                                            <p:tgtEl>
                                              <p:spTgt spid="15"/>
                                            </p:tgtEl>
                                            <p:attrNameLst>
                                              <p:attrName>ppt_x</p:attrName>
                                            </p:attrNameLst>
                                          </p:cBhvr>
                                          <p:tavLst>
                                            <p:tav tm="0">
                                              <p:val>
                                                <p:strVal val="#ppt_x"/>
                                              </p:val>
                                            </p:tav>
                                            <p:tav tm="100000">
                                              <p:val>
                                                <p:strVal val="#ppt_x"/>
                                              </p:val>
                                            </p:tav>
                                          </p:tavLst>
                                        </p:anim>
                                        <p:anim calcmode="lin" valueType="num">
                                          <p:cBhvr>
                                            <p:cTn id="15" dur="500" fill="hold"/>
                                            <p:tgtEl>
                                              <p:spTgt spid="15"/>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22" presetClass="entr" presetSubtype="2"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right)">
                                          <p:cBhvr>
                                            <p:cTn id="19" dur="500"/>
                                            <p:tgtEl>
                                              <p:spTgt spid="3"/>
                                            </p:tgtEl>
                                          </p:cBhvr>
                                        </p:animEffect>
                                      </p:childTnLst>
                                    </p:cTn>
                                  </p:par>
                                </p:childTnLst>
                              </p:cTn>
                            </p:par>
                            <p:par>
                              <p:cTn id="20" fill="hold">
                                <p:stCondLst>
                                  <p:cond delay="1500"/>
                                </p:stCondLst>
                                <p:childTnLst>
                                  <p:par>
                                    <p:cTn id="21" presetID="22" presetClass="entr" presetSubtype="8"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par>
                              <p:cTn id="24" fill="hold">
                                <p:stCondLst>
                                  <p:cond delay="2000"/>
                                </p:stCondLst>
                                <p:childTnLst>
                                  <p:par>
                                    <p:cTn id="25" presetID="53" presetClass="entr" presetSubtype="16" fill="hold" nodeType="after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p:cTn id="27" dur="500" fill="hold"/>
                                            <p:tgtEl>
                                              <p:spTgt spid="19"/>
                                            </p:tgtEl>
                                            <p:attrNameLst>
                                              <p:attrName>ppt_w</p:attrName>
                                            </p:attrNameLst>
                                          </p:cBhvr>
                                          <p:tavLst>
                                            <p:tav tm="0">
                                              <p:val>
                                                <p:fltVal val="0"/>
                                              </p:val>
                                            </p:tav>
                                            <p:tav tm="100000">
                                              <p:val>
                                                <p:strVal val="#ppt_w"/>
                                              </p:val>
                                            </p:tav>
                                          </p:tavLst>
                                        </p:anim>
                                        <p:anim calcmode="lin" valueType="num">
                                          <p:cBhvr>
                                            <p:cTn id="28" dur="500" fill="hold"/>
                                            <p:tgtEl>
                                              <p:spTgt spid="19"/>
                                            </p:tgtEl>
                                            <p:attrNameLst>
                                              <p:attrName>ppt_h</p:attrName>
                                            </p:attrNameLst>
                                          </p:cBhvr>
                                          <p:tavLst>
                                            <p:tav tm="0">
                                              <p:val>
                                                <p:fltVal val="0"/>
                                              </p:val>
                                            </p:tav>
                                            <p:tav tm="100000">
                                              <p:val>
                                                <p:strVal val="#ppt_h"/>
                                              </p:val>
                                            </p:tav>
                                          </p:tavLst>
                                        </p:anim>
                                        <p:animEffect transition="in" filter="fade">
                                          <p:cBhvr>
                                            <p:cTn id="29" dur="500"/>
                                            <p:tgtEl>
                                              <p:spTgt spid="19"/>
                                            </p:tgtEl>
                                          </p:cBhvr>
                                        </p:animEffect>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anim calcmode="lin" valueType="num">
                                          <p:cBhvr>
                                            <p:cTn id="34" dur="500" fill="hold"/>
                                            <p:tgtEl>
                                              <p:spTgt spid="25"/>
                                            </p:tgtEl>
                                            <p:attrNameLst>
                                              <p:attrName>ppt_x</p:attrName>
                                            </p:attrNameLst>
                                          </p:cBhvr>
                                          <p:tavLst>
                                            <p:tav tm="0">
                                              <p:val>
                                                <p:strVal val="#ppt_x"/>
                                              </p:val>
                                            </p:tav>
                                            <p:tav tm="100000">
                                              <p:val>
                                                <p:strVal val="#ppt_x"/>
                                              </p:val>
                                            </p:tav>
                                          </p:tavLst>
                                        </p:anim>
                                        <p:anim calcmode="lin" valueType="num">
                                          <p:cBhvr>
                                            <p:cTn id="35" dur="500" fill="hold"/>
                                            <p:tgtEl>
                                              <p:spTgt spid="25"/>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22" presetClass="entr" presetSubtype="2" fill="hold"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right)">
                                          <p:cBhvr>
                                            <p:cTn id="39" dur="500"/>
                                            <p:tgtEl>
                                              <p:spTgt spid="16"/>
                                            </p:tgtEl>
                                          </p:cBhvr>
                                        </p:animEffect>
                                      </p:childTnLst>
                                    </p:cTn>
                                  </p:par>
                                </p:childTnLst>
                              </p:cTn>
                            </p:par>
                            <p:par>
                              <p:cTn id="40" fill="hold">
                                <p:stCondLst>
                                  <p:cond delay="3500"/>
                                </p:stCondLst>
                                <p:childTnLst>
                                  <p:par>
                                    <p:cTn id="41" presetID="22" presetClass="entr" presetSubtype="8" fill="hold" nodeType="after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wipe(left)">
                                          <p:cBhvr>
                                            <p:cTn id="43" dur="500"/>
                                            <p:tgtEl>
                                              <p:spTgt spid="22"/>
                                            </p:tgtEl>
                                          </p:cBhvr>
                                        </p:animEffect>
                                      </p:childTnLst>
                                    </p:cTn>
                                  </p:par>
                                </p:childTnLst>
                              </p:cTn>
                            </p:par>
                            <p:par>
                              <p:cTn id="44" fill="hold">
                                <p:stCondLst>
                                  <p:cond delay="4000"/>
                                </p:stCondLst>
                                <p:childTnLst>
                                  <p:par>
                                    <p:cTn id="45" presetID="53" presetClass="entr" presetSubtype="16" fill="hold" nodeType="afterEffect">
                                      <p:stCondLst>
                                        <p:cond delay="0"/>
                                      </p:stCondLst>
                                      <p:childTnLst>
                                        <p:set>
                                          <p:cBhvr>
                                            <p:cTn id="46" dur="1" fill="hold">
                                              <p:stCondLst>
                                                <p:cond delay="0"/>
                                              </p:stCondLst>
                                            </p:cTn>
                                            <p:tgtEl>
                                              <p:spTgt spid="29"/>
                                            </p:tgtEl>
                                            <p:attrNameLst>
                                              <p:attrName>style.visibility</p:attrName>
                                            </p:attrNameLst>
                                          </p:cBhvr>
                                          <p:to>
                                            <p:strVal val="visible"/>
                                          </p:to>
                                        </p:set>
                                        <p:anim calcmode="lin" valueType="num">
                                          <p:cBhvr>
                                            <p:cTn id="47" dur="500" fill="hold"/>
                                            <p:tgtEl>
                                              <p:spTgt spid="29"/>
                                            </p:tgtEl>
                                            <p:attrNameLst>
                                              <p:attrName>ppt_w</p:attrName>
                                            </p:attrNameLst>
                                          </p:cBhvr>
                                          <p:tavLst>
                                            <p:tav tm="0">
                                              <p:val>
                                                <p:fltVal val="0"/>
                                              </p:val>
                                            </p:tav>
                                            <p:tav tm="100000">
                                              <p:val>
                                                <p:strVal val="#ppt_w"/>
                                              </p:val>
                                            </p:tav>
                                          </p:tavLst>
                                        </p:anim>
                                        <p:anim calcmode="lin" valueType="num">
                                          <p:cBhvr>
                                            <p:cTn id="48" dur="500" fill="hold"/>
                                            <p:tgtEl>
                                              <p:spTgt spid="29"/>
                                            </p:tgtEl>
                                            <p:attrNameLst>
                                              <p:attrName>ppt_h</p:attrName>
                                            </p:attrNameLst>
                                          </p:cBhvr>
                                          <p:tavLst>
                                            <p:tav tm="0">
                                              <p:val>
                                                <p:fltVal val="0"/>
                                              </p:val>
                                            </p:tav>
                                            <p:tav tm="100000">
                                              <p:val>
                                                <p:strVal val="#ppt_h"/>
                                              </p:val>
                                            </p:tav>
                                          </p:tavLst>
                                        </p:anim>
                                        <p:animEffect transition="in" filter="fade">
                                          <p:cBhvr>
                                            <p:cTn id="49" dur="500"/>
                                            <p:tgtEl>
                                              <p:spTgt spid="29"/>
                                            </p:tgtEl>
                                          </p:cBhvr>
                                        </p:animEffect>
                                      </p:childTnLst>
                                    </p:cTn>
                                  </p:par>
                                </p:childTnLst>
                              </p:cTn>
                            </p:par>
                            <p:par>
                              <p:cTn id="50" fill="hold">
                                <p:stCondLst>
                                  <p:cond delay="4500"/>
                                </p:stCondLst>
                                <p:childTnLst>
                                  <p:par>
                                    <p:cTn id="51" presetID="42" presetClass="entr" presetSubtype="0" fill="hold" grpId="0" nodeType="after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fade">
                                          <p:cBhvr>
                                            <p:cTn id="53" dur="500"/>
                                            <p:tgtEl>
                                              <p:spTgt spid="35"/>
                                            </p:tgtEl>
                                          </p:cBhvr>
                                        </p:animEffect>
                                        <p:anim calcmode="lin" valueType="num">
                                          <p:cBhvr>
                                            <p:cTn id="54" dur="500" fill="hold"/>
                                            <p:tgtEl>
                                              <p:spTgt spid="35"/>
                                            </p:tgtEl>
                                            <p:attrNameLst>
                                              <p:attrName>ppt_x</p:attrName>
                                            </p:attrNameLst>
                                          </p:cBhvr>
                                          <p:tavLst>
                                            <p:tav tm="0">
                                              <p:val>
                                                <p:strVal val="#ppt_x"/>
                                              </p:val>
                                            </p:tav>
                                            <p:tav tm="100000">
                                              <p:val>
                                                <p:strVal val="#ppt_x"/>
                                              </p:val>
                                            </p:tav>
                                          </p:tavLst>
                                        </p:anim>
                                        <p:anim calcmode="lin" valueType="num">
                                          <p:cBhvr>
                                            <p:cTn id="55" dur="500" fill="hold"/>
                                            <p:tgtEl>
                                              <p:spTgt spid="35"/>
                                            </p:tgtEl>
                                            <p:attrNameLst>
                                              <p:attrName>ppt_y</p:attrName>
                                            </p:attrNameLst>
                                          </p:cBhvr>
                                          <p:tavLst>
                                            <p:tav tm="0">
                                              <p:val>
                                                <p:strVal val="#ppt_y+.1"/>
                                              </p:val>
                                            </p:tav>
                                            <p:tav tm="100000">
                                              <p:val>
                                                <p:strVal val="#ppt_y"/>
                                              </p:val>
                                            </p:tav>
                                          </p:tavLst>
                                        </p:anim>
                                      </p:childTnLst>
                                    </p:cTn>
                                  </p:par>
                                </p:childTnLst>
                              </p:cTn>
                            </p:par>
                            <p:par>
                              <p:cTn id="56" fill="hold">
                                <p:stCondLst>
                                  <p:cond delay="5000"/>
                                </p:stCondLst>
                                <p:childTnLst>
                                  <p:par>
                                    <p:cTn id="57" presetID="22" presetClass="entr" presetSubtype="2" fill="hold" nodeType="after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wipe(right)">
                                          <p:cBhvr>
                                            <p:cTn id="59" dur="500"/>
                                            <p:tgtEl>
                                              <p:spTgt spid="26"/>
                                            </p:tgtEl>
                                          </p:cBhvr>
                                        </p:animEffect>
                                      </p:childTnLst>
                                    </p:cTn>
                                  </p:par>
                                </p:childTnLst>
                              </p:cTn>
                            </p:par>
                            <p:par>
                              <p:cTn id="60" fill="hold">
                                <p:stCondLst>
                                  <p:cond delay="5500"/>
                                </p:stCondLst>
                                <p:childTnLst>
                                  <p:par>
                                    <p:cTn id="61" presetID="22" presetClass="entr" presetSubtype="8" fill="hold" nodeType="after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wipe(left)">
                                          <p:cBhvr>
                                            <p:cTn id="63" dur="500"/>
                                            <p:tgtEl>
                                              <p:spTgt spid="32"/>
                                            </p:tgtEl>
                                          </p:cBhvr>
                                        </p:animEffect>
                                      </p:childTnLst>
                                    </p:cTn>
                                  </p:par>
                                </p:childTnLst>
                              </p:cTn>
                            </p:par>
                            <p:par>
                              <p:cTn id="64" fill="hold">
                                <p:stCondLst>
                                  <p:cond delay="6000"/>
                                </p:stCondLst>
                                <p:childTnLst>
                                  <p:par>
                                    <p:cTn id="65" presetID="53" presetClass="entr" presetSubtype="16" fill="hold" nodeType="afterEffect">
                                      <p:stCondLst>
                                        <p:cond delay="0"/>
                                      </p:stCondLst>
                                      <p:childTnLst>
                                        <p:set>
                                          <p:cBhvr>
                                            <p:cTn id="66" dur="1" fill="hold">
                                              <p:stCondLst>
                                                <p:cond delay="0"/>
                                              </p:stCondLst>
                                            </p:cTn>
                                            <p:tgtEl>
                                              <p:spTgt spid="39"/>
                                            </p:tgtEl>
                                            <p:attrNameLst>
                                              <p:attrName>style.visibility</p:attrName>
                                            </p:attrNameLst>
                                          </p:cBhvr>
                                          <p:to>
                                            <p:strVal val="visible"/>
                                          </p:to>
                                        </p:set>
                                        <p:anim calcmode="lin" valueType="num">
                                          <p:cBhvr>
                                            <p:cTn id="67" dur="500" fill="hold"/>
                                            <p:tgtEl>
                                              <p:spTgt spid="39"/>
                                            </p:tgtEl>
                                            <p:attrNameLst>
                                              <p:attrName>ppt_w</p:attrName>
                                            </p:attrNameLst>
                                          </p:cBhvr>
                                          <p:tavLst>
                                            <p:tav tm="0">
                                              <p:val>
                                                <p:fltVal val="0"/>
                                              </p:val>
                                            </p:tav>
                                            <p:tav tm="100000">
                                              <p:val>
                                                <p:strVal val="#ppt_w"/>
                                              </p:val>
                                            </p:tav>
                                          </p:tavLst>
                                        </p:anim>
                                        <p:anim calcmode="lin" valueType="num">
                                          <p:cBhvr>
                                            <p:cTn id="68" dur="500" fill="hold"/>
                                            <p:tgtEl>
                                              <p:spTgt spid="39"/>
                                            </p:tgtEl>
                                            <p:attrNameLst>
                                              <p:attrName>ppt_h</p:attrName>
                                            </p:attrNameLst>
                                          </p:cBhvr>
                                          <p:tavLst>
                                            <p:tav tm="0">
                                              <p:val>
                                                <p:fltVal val="0"/>
                                              </p:val>
                                            </p:tav>
                                            <p:tav tm="100000">
                                              <p:val>
                                                <p:strVal val="#ppt_h"/>
                                              </p:val>
                                            </p:tav>
                                          </p:tavLst>
                                        </p:anim>
                                        <p:animEffect transition="in" filter="fade">
                                          <p:cBhvr>
                                            <p:cTn id="69" dur="500"/>
                                            <p:tgtEl>
                                              <p:spTgt spid="39"/>
                                            </p:tgtEl>
                                          </p:cBhvr>
                                        </p:animEffect>
                                      </p:childTnLst>
                                    </p:cTn>
                                  </p:par>
                                </p:childTnLst>
                              </p:cTn>
                            </p:par>
                            <p:par>
                              <p:cTn id="70" fill="hold">
                                <p:stCondLst>
                                  <p:cond delay="6500"/>
                                </p:stCondLst>
                                <p:childTnLst>
                                  <p:par>
                                    <p:cTn id="71" presetID="42" presetClass="entr" presetSubtype="0" fill="hold" grpId="0" nodeType="afterEffect">
                                      <p:stCondLst>
                                        <p:cond delay="0"/>
                                      </p:stCondLst>
                                      <p:childTnLst>
                                        <p:set>
                                          <p:cBhvr>
                                            <p:cTn id="72" dur="1" fill="hold">
                                              <p:stCondLst>
                                                <p:cond delay="0"/>
                                              </p:stCondLst>
                                            </p:cTn>
                                            <p:tgtEl>
                                              <p:spTgt spid="45"/>
                                            </p:tgtEl>
                                            <p:attrNameLst>
                                              <p:attrName>style.visibility</p:attrName>
                                            </p:attrNameLst>
                                          </p:cBhvr>
                                          <p:to>
                                            <p:strVal val="visible"/>
                                          </p:to>
                                        </p:set>
                                        <p:animEffect transition="in" filter="fade">
                                          <p:cBhvr>
                                            <p:cTn id="73" dur="500"/>
                                            <p:tgtEl>
                                              <p:spTgt spid="45"/>
                                            </p:tgtEl>
                                          </p:cBhvr>
                                        </p:animEffect>
                                        <p:anim calcmode="lin" valueType="num">
                                          <p:cBhvr>
                                            <p:cTn id="74" dur="500" fill="hold"/>
                                            <p:tgtEl>
                                              <p:spTgt spid="45"/>
                                            </p:tgtEl>
                                            <p:attrNameLst>
                                              <p:attrName>ppt_x</p:attrName>
                                            </p:attrNameLst>
                                          </p:cBhvr>
                                          <p:tavLst>
                                            <p:tav tm="0">
                                              <p:val>
                                                <p:strVal val="#ppt_x"/>
                                              </p:val>
                                            </p:tav>
                                            <p:tav tm="100000">
                                              <p:val>
                                                <p:strVal val="#ppt_x"/>
                                              </p:val>
                                            </p:tav>
                                          </p:tavLst>
                                        </p:anim>
                                        <p:anim calcmode="lin" valueType="num">
                                          <p:cBhvr>
                                            <p:cTn id="75" dur="500" fill="hold"/>
                                            <p:tgtEl>
                                              <p:spTgt spid="45"/>
                                            </p:tgtEl>
                                            <p:attrNameLst>
                                              <p:attrName>ppt_y</p:attrName>
                                            </p:attrNameLst>
                                          </p:cBhvr>
                                          <p:tavLst>
                                            <p:tav tm="0">
                                              <p:val>
                                                <p:strVal val="#ppt_y+.1"/>
                                              </p:val>
                                            </p:tav>
                                            <p:tav tm="100000">
                                              <p:val>
                                                <p:strVal val="#ppt_y"/>
                                              </p:val>
                                            </p:tav>
                                          </p:tavLst>
                                        </p:anim>
                                      </p:childTnLst>
                                    </p:cTn>
                                  </p:par>
                                </p:childTnLst>
                              </p:cTn>
                            </p:par>
                            <p:par>
                              <p:cTn id="76" fill="hold">
                                <p:stCondLst>
                                  <p:cond delay="7000"/>
                                </p:stCondLst>
                                <p:childTnLst>
                                  <p:par>
                                    <p:cTn id="77" presetID="22" presetClass="entr" presetSubtype="2" fill="hold" nodeType="afterEffect">
                                      <p:stCondLst>
                                        <p:cond delay="0"/>
                                      </p:stCondLst>
                                      <p:childTnLst>
                                        <p:set>
                                          <p:cBhvr>
                                            <p:cTn id="78" dur="1" fill="hold">
                                              <p:stCondLst>
                                                <p:cond delay="0"/>
                                              </p:stCondLst>
                                            </p:cTn>
                                            <p:tgtEl>
                                              <p:spTgt spid="36"/>
                                            </p:tgtEl>
                                            <p:attrNameLst>
                                              <p:attrName>style.visibility</p:attrName>
                                            </p:attrNameLst>
                                          </p:cBhvr>
                                          <p:to>
                                            <p:strVal val="visible"/>
                                          </p:to>
                                        </p:set>
                                        <p:animEffect transition="in" filter="wipe(right)">
                                          <p:cBhvr>
                                            <p:cTn id="79" dur="500"/>
                                            <p:tgtEl>
                                              <p:spTgt spid="36"/>
                                            </p:tgtEl>
                                          </p:cBhvr>
                                        </p:animEffect>
                                      </p:childTnLst>
                                    </p:cTn>
                                  </p:par>
                                </p:childTnLst>
                              </p:cTn>
                            </p:par>
                            <p:par>
                              <p:cTn id="80" fill="hold">
                                <p:stCondLst>
                                  <p:cond delay="7500"/>
                                </p:stCondLst>
                                <p:childTnLst>
                                  <p:par>
                                    <p:cTn id="81" presetID="22" presetClass="entr" presetSubtype="8" fill="hold" nodeType="afterEffect">
                                      <p:stCondLst>
                                        <p:cond delay="0"/>
                                      </p:stCondLst>
                                      <p:childTnLst>
                                        <p:set>
                                          <p:cBhvr>
                                            <p:cTn id="82" dur="1" fill="hold">
                                              <p:stCondLst>
                                                <p:cond delay="0"/>
                                              </p:stCondLst>
                                            </p:cTn>
                                            <p:tgtEl>
                                              <p:spTgt spid="42"/>
                                            </p:tgtEl>
                                            <p:attrNameLst>
                                              <p:attrName>style.visibility</p:attrName>
                                            </p:attrNameLst>
                                          </p:cBhvr>
                                          <p:to>
                                            <p:strVal val="visible"/>
                                          </p:to>
                                        </p:set>
                                        <p:animEffect transition="in" filter="wipe(left)">
                                          <p:cBhvr>
                                            <p:cTn id="83" dur="500"/>
                                            <p:tgtEl>
                                              <p:spTgt spid="42"/>
                                            </p:tgtEl>
                                          </p:cBhvr>
                                        </p:animEffect>
                                      </p:childTnLst>
                                    </p:cTn>
                                  </p:par>
                                  <p:par>
                                    <p:cTn id="84" presetID="2" presetClass="entr" presetSubtype="1" fill="hold" grpId="0" nodeType="withEffect" p14:presetBounceEnd="81000">
                                      <p:stCondLst>
                                        <p:cond delay="0"/>
                                      </p:stCondLst>
                                      <p:childTnLst>
                                        <p:set>
                                          <p:cBhvr>
                                            <p:cTn id="85" dur="1" fill="hold">
                                              <p:stCondLst>
                                                <p:cond delay="0"/>
                                              </p:stCondLst>
                                            </p:cTn>
                                            <p:tgtEl>
                                              <p:spTgt spid="52"/>
                                            </p:tgtEl>
                                            <p:attrNameLst>
                                              <p:attrName>style.visibility</p:attrName>
                                            </p:attrNameLst>
                                          </p:cBhvr>
                                          <p:to>
                                            <p:strVal val="visible"/>
                                          </p:to>
                                        </p:set>
                                        <p:anim calcmode="lin" valueType="num" p14:bounceEnd="81000">
                                          <p:cBhvr additive="base">
                                            <p:cTn id="86" dur="1000" fill="hold"/>
                                            <p:tgtEl>
                                              <p:spTgt spid="52"/>
                                            </p:tgtEl>
                                            <p:attrNameLst>
                                              <p:attrName>ppt_x</p:attrName>
                                            </p:attrNameLst>
                                          </p:cBhvr>
                                          <p:tavLst>
                                            <p:tav tm="0">
                                              <p:val>
                                                <p:strVal val="#ppt_x"/>
                                              </p:val>
                                            </p:tav>
                                            <p:tav tm="100000">
                                              <p:val>
                                                <p:strVal val="#ppt_x"/>
                                              </p:val>
                                            </p:tav>
                                          </p:tavLst>
                                        </p:anim>
                                        <p:anim calcmode="lin" valueType="num" p14:bounceEnd="81000">
                                          <p:cBhvr additive="base">
                                            <p:cTn id="87" dur="1000" fill="hold"/>
                                            <p:tgtEl>
                                              <p:spTgt spid="52"/>
                                            </p:tgtEl>
                                            <p:attrNameLst>
                                              <p:attrName>ppt_y</p:attrName>
                                            </p:attrNameLst>
                                          </p:cBhvr>
                                          <p:tavLst>
                                            <p:tav tm="0">
                                              <p:val>
                                                <p:strVal val="0-#ppt_h/2"/>
                                              </p:val>
                                            </p:tav>
                                            <p:tav tm="100000">
                                              <p:val>
                                                <p:strVal val="#ppt_y"/>
                                              </p:val>
                                            </p:tav>
                                          </p:tavLst>
                                        </p:anim>
                                      </p:childTnLst>
                                    </p:cTn>
                                  </p:par>
                                </p:childTnLst>
                              </p:cTn>
                            </p:par>
                            <p:par>
                              <p:cTn id="88" fill="hold">
                                <p:stCondLst>
                                  <p:cond delay="8500"/>
                                </p:stCondLst>
                                <p:childTnLst>
                                  <p:par>
                                    <p:cTn id="89" presetID="22" presetClass="entr" presetSubtype="8" fill="hold" nodeType="afterEffect">
                                      <p:stCondLst>
                                        <p:cond delay="0"/>
                                      </p:stCondLst>
                                      <p:childTnLst>
                                        <p:set>
                                          <p:cBhvr>
                                            <p:cTn id="90" dur="1" fill="hold">
                                              <p:stCondLst>
                                                <p:cond delay="0"/>
                                              </p:stCondLst>
                                            </p:cTn>
                                            <p:tgtEl>
                                              <p:spTgt spid="54"/>
                                            </p:tgtEl>
                                            <p:attrNameLst>
                                              <p:attrName>style.visibility</p:attrName>
                                            </p:attrNameLst>
                                          </p:cBhvr>
                                          <p:to>
                                            <p:strVal val="visible"/>
                                          </p:to>
                                        </p:set>
                                        <p:animEffect transition="in" filter="wipe(left)">
                                          <p:cBhvr>
                                            <p:cTn id="91"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5" grpId="0" animBg="1"/>
          <p:bldP spid="35" grpId="0" animBg="1"/>
          <p:bldP spid="45" grpId="0" animBg="1"/>
          <p:bldP spid="52"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anim calcmode="lin" valueType="num">
                                          <p:cBhvr>
                                            <p:cTn id="14" dur="500" fill="hold"/>
                                            <p:tgtEl>
                                              <p:spTgt spid="15"/>
                                            </p:tgtEl>
                                            <p:attrNameLst>
                                              <p:attrName>ppt_x</p:attrName>
                                            </p:attrNameLst>
                                          </p:cBhvr>
                                          <p:tavLst>
                                            <p:tav tm="0">
                                              <p:val>
                                                <p:strVal val="#ppt_x"/>
                                              </p:val>
                                            </p:tav>
                                            <p:tav tm="100000">
                                              <p:val>
                                                <p:strVal val="#ppt_x"/>
                                              </p:val>
                                            </p:tav>
                                          </p:tavLst>
                                        </p:anim>
                                        <p:anim calcmode="lin" valueType="num">
                                          <p:cBhvr>
                                            <p:cTn id="15" dur="500" fill="hold"/>
                                            <p:tgtEl>
                                              <p:spTgt spid="15"/>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22" presetClass="entr" presetSubtype="2"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right)">
                                          <p:cBhvr>
                                            <p:cTn id="19" dur="500"/>
                                            <p:tgtEl>
                                              <p:spTgt spid="3"/>
                                            </p:tgtEl>
                                          </p:cBhvr>
                                        </p:animEffect>
                                      </p:childTnLst>
                                    </p:cTn>
                                  </p:par>
                                </p:childTnLst>
                              </p:cTn>
                            </p:par>
                            <p:par>
                              <p:cTn id="20" fill="hold">
                                <p:stCondLst>
                                  <p:cond delay="1500"/>
                                </p:stCondLst>
                                <p:childTnLst>
                                  <p:par>
                                    <p:cTn id="21" presetID="22" presetClass="entr" presetSubtype="8"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par>
                              <p:cTn id="24" fill="hold">
                                <p:stCondLst>
                                  <p:cond delay="2000"/>
                                </p:stCondLst>
                                <p:childTnLst>
                                  <p:par>
                                    <p:cTn id="25" presetID="53" presetClass="entr" presetSubtype="16" fill="hold" nodeType="after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p:cTn id="27" dur="500" fill="hold"/>
                                            <p:tgtEl>
                                              <p:spTgt spid="19"/>
                                            </p:tgtEl>
                                            <p:attrNameLst>
                                              <p:attrName>ppt_w</p:attrName>
                                            </p:attrNameLst>
                                          </p:cBhvr>
                                          <p:tavLst>
                                            <p:tav tm="0">
                                              <p:val>
                                                <p:fltVal val="0"/>
                                              </p:val>
                                            </p:tav>
                                            <p:tav tm="100000">
                                              <p:val>
                                                <p:strVal val="#ppt_w"/>
                                              </p:val>
                                            </p:tav>
                                          </p:tavLst>
                                        </p:anim>
                                        <p:anim calcmode="lin" valueType="num">
                                          <p:cBhvr>
                                            <p:cTn id="28" dur="500" fill="hold"/>
                                            <p:tgtEl>
                                              <p:spTgt spid="19"/>
                                            </p:tgtEl>
                                            <p:attrNameLst>
                                              <p:attrName>ppt_h</p:attrName>
                                            </p:attrNameLst>
                                          </p:cBhvr>
                                          <p:tavLst>
                                            <p:tav tm="0">
                                              <p:val>
                                                <p:fltVal val="0"/>
                                              </p:val>
                                            </p:tav>
                                            <p:tav tm="100000">
                                              <p:val>
                                                <p:strVal val="#ppt_h"/>
                                              </p:val>
                                            </p:tav>
                                          </p:tavLst>
                                        </p:anim>
                                        <p:animEffect transition="in" filter="fade">
                                          <p:cBhvr>
                                            <p:cTn id="29" dur="500"/>
                                            <p:tgtEl>
                                              <p:spTgt spid="19"/>
                                            </p:tgtEl>
                                          </p:cBhvr>
                                        </p:animEffect>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anim calcmode="lin" valueType="num">
                                          <p:cBhvr>
                                            <p:cTn id="34" dur="500" fill="hold"/>
                                            <p:tgtEl>
                                              <p:spTgt spid="25"/>
                                            </p:tgtEl>
                                            <p:attrNameLst>
                                              <p:attrName>ppt_x</p:attrName>
                                            </p:attrNameLst>
                                          </p:cBhvr>
                                          <p:tavLst>
                                            <p:tav tm="0">
                                              <p:val>
                                                <p:strVal val="#ppt_x"/>
                                              </p:val>
                                            </p:tav>
                                            <p:tav tm="100000">
                                              <p:val>
                                                <p:strVal val="#ppt_x"/>
                                              </p:val>
                                            </p:tav>
                                          </p:tavLst>
                                        </p:anim>
                                        <p:anim calcmode="lin" valueType="num">
                                          <p:cBhvr>
                                            <p:cTn id="35" dur="500" fill="hold"/>
                                            <p:tgtEl>
                                              <p:spTgt spid="25"/>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22" presetClass="entr" presetSubtype="2" fill="hold"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right)">
                                          <p:cBhvr>
                                            <p:cTn id="39" dur="500"/>
                                            <p:tgtEl>
                                              <p:spTgt spid="16"/>
                                            </p:tgtEl>
                                          </p:cBhvr>
                                        </p:animEffect>
                                      </p:childTnLst>
                                    </p:cTn>
                                  </p:par>
                                </p:childTnLst>
                              </p:cTn>
                            </p:par>
                            <p:par>
                              <p:cTn id="40" fill="hold">
                                <p:stCondLst>
                                  <p:cond delay="3500"/>
                                </p:stCondLst>
                                <p:childTnLst>
                                  <p:par>
                                    <p:cTn id="41" presetID="22" presetClass="entr" presetSubtype="8" fill="hold" nodeType="after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wipe(left)">
                                          <p:cBhvr>
                                            <p:cTn id="43" dur="500"/>
                                            <p:tgtEl>
                                              <p:spTgt spid="22"/>
                                            </p:tgtEl>
                                          </p:cBhvr>
                                        </p:animEffect>
                                      </p:childTnLst>
                                    </p:cTn>
                                  </p:par>
                                </p:childTnLst>
                              </p:cTn>
                            </p:par>
                            <p:par>
                              <p:cTn id="44" fill="hold">
                                <p:stCondLst>
                                  <p:cond delay="4000"/>
                                </p:stCondLst>
                                <p:childTnLst>
                                  <p:par>
                                    <p:cTn id="45" presetID="53" presetClass="entr" presetSubtype="16" fill="hold" nodeType="afterEffect">
                                      <p:stCondLst>
                                        <p:cond delay="0"/>
                                      </p:stCondLst>
                                      <p:childTnLst>
                                        <p:set>
                                          <p:cBhvr>
                                            <p:cTn id="46" dur="1" fill="hold">
                                              <p:stCondLst>
                                                <p:cond delay="0"/>
                                              </p:stCondLst>
                                            </p:cTn>
                                            <p:tgtEl>
                                              <p:spTgt spid="29"/>
                                            </p:tgtEl>
                                            <p:attrNameLst>
                                              <p:attrName>style.visibility</p:attrName>
                                            </p:attrNameLst>
                                          </p:cBhvr>
                                          <p:to>
                                            <p:strVal val="visible"/>
                                          </p:to>
                                        </p:set>
                                        <p:anim calcmode="lin" valueType="num">
                                          <p:cBhvr>
                                            <p:cTn id="47" dur="500" fill="hold"/>
                                            <p:tgtEl>
                                              <p:spTgt spid="29"/>
                                            </p:tgtEl>
                                            <p:attrNameLst>
                                              <p:attrName>ppt_w</p:attrName>
                                            </p:attrNameLst>
                                          </p:cBhvr>
                                          <p:tavLst>
                                            <p:tav tm="0">
                                              <p:val>
                                                <p:fltVal val="0"/>
                                              </p:val>
                                            </p:tav>
                                            <p:tav tm="100000">
                                              <p:val>
                                                <p:strVal val="#ppt_w"/>
                                              </p:val>
                                            </p:tav>
                                          </p:tavLst>
                                        </p:anim>
                                        <p:anim calcmode="lin" valueType="num">
                                          <p:cBhvr>
                                            <p:cTn id="48" dur="500" fill="hold"/>
                                            <p:tgtEl>
                                              <p:spTgt spid="29"/>
                                            </p:tgtEl>
                                            <p:attrNameLst>
                                              <p:attrName>ppt_h</p:attrName>
                                            </p:attrNameLst>
                                          </p:cBhvr>
                                          <p:tavLst>
                                            <p:tav tm="0">
                                              <p:val>
                                                <p:fltVal val="0"/>
                                              </p:val>
                                            </p:tav>
                                            <p:tav tm="100000">
                                              <p:val>
                                                <p:strVal val="#ppt_h"/>
                                              </p:val>
                                            </p:tav>
                                          </p:tavLst>
                                        </p:anim>
                                        <p:animEffect transition="in" filter="fade">
                                          <p:cBhvr>
                                            <p:cTn id="49" dur="500"/>
                                            <p:tgtEl>
                                              <p:spTgt spid="29"/>
                                            </p:tgtEl>
                                          </p:cBhvr>
                                        </p:animEffect>
                                      </p:childTnLst>
                                    </p:cTn>
                                  </p:par>
                                </p:childTnLst>
                              </p:cTn>
                            </p:par>
                            <p:par>
                              <p:cTn id="50" fill="hold">
                                <p:stCondLst>
                                  <p:cond delay="4500"/>
                                </p:stCondLst>
                                <p:childTnLst>
                                  <p:par>
                                    <p:cTn id="51" presetID="42" presetClass="entr" presetSubtype="0" fill="hold" grpId="0" nodeType="after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fade">
                                          <p:cBhvr>
                                            <p:cTn id="53" dur="500"/>
                                            <p:tgtEl>
                                              <p:spTgt spid="35"/>
                                            </p:tgtEl>
                                          </p:cBhvr>
                                        </p:animEffect>
                                        <p:anim calcmode="lin" valueType="num">
                                          <p:cBhvr>
                                            <p:cTn id="54" dur="500" fill="hold"/>
                                            <p:tgtEl>
                                              <p:spTgt spid="35"/>
                                            </p:tgtEl>
                                            <p:attrNameLst>
                                              <p:attrName>ppt_x</p:attrName>
                                            </p:attrNameLst>
                                          </p:cBhvr>
                                          <p:tavLst>
                                            <p:tav tm="0">
                                              <p:val>
                                                <p:strVal val="#ppt_x"/>
                                              </p:val>
                                            </p:tav>
                                            <p:tav tm="100000">
                                              <p:val>
                                                <p:strVal val="#ppt_x"/>
                                              </p:val>
                                            </p:tav>
                                          </p:tavLst>
                                        </p:anim>
                                        <p:anim calcmode="lin" valueType="num">
                                          <p:cBhvr>
                                            <p:cTn id="55" dur="500" fill="hold"/>
                                            <p:tgtEl>
                                              <p:spTgt spid="35"/>
                                            </p:tgtEl>
                                            <p:attrNameLst>
                                              <p:attrName>ppt_y</p:attrName>
                                            </p:attrNameLst>
                                          </p:cBhvr>
                                          <p:tavLst>
                                            <p:tav tm="0">
                                              <p:val>
                                                <p:strVal val="#ppt_y+.1"/>
                                              </p:val>
                                            </p:tav>
                                            <p:tav tm="100000">
                                              <p:val>
                                                <p:strVal val="#ppt_y"/>
                                              </p:val>
                                            </p:tav>
                                          </p:tavLst>
                                        </p:anim>
                                      </p:childTnLst>
                                    </p:cTn>
                                  </p:par>
                                </p:childTnLst>
                              </p:cTn>
                            </p:par>
                            <p:par>
                              <p:cTn id="56" fill="hold">
                                <p:stCondLst>
                                  <p:cond delay="5000"/>
                                </p:stCondLst>
                                <p:childTnLst>
                                  <p:par>
                                    <p:cTn id="57" presetID="22" presetClass="entr" presetSubtype="2" fill="hold" nodeType="after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wipe(right)">
                                          <p:cBhvr>
                                            <p:cTn id="59" dur="500"/>
                                            <p:tgtEl>
                                              <p:spTgt spid="26"/>
                                            </p:tgtEl>
                                          </p:cBhvr>
                                        </p:animEffect>
                                      </p:childTnLst>
                                    </p:cTn>
                                  </p:par>
                                </p:childTnLst>
                              </p:cTn>
                            </p:par>
                            <p:par>
                              <p:cTn id="60" fill="hold">
                                <p:stCondLst>
                                  <p:cond delay="5500"/>
                                </p:stCondLst>
                                <p:childTnLst>
                                  <p:par>
                                    <p:cTn id="61" presetID="22" presetClass="entr" presetSubtype="8" fill="hold" nodeType="after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wipe(left)">
                                          <p:cBhvr>
                                            <p:cTn id="63" dur="500"/>
                                            <p:tgtEl>
                                              <p:spTgt spid="32"/>
                                            </p:tgtEl>
                                          </p:cBhvr>
                                        </p:animEffect>
                                      </p:childTnLst>
                                    </p:cTn>
                                  </p:par>
                                </p:childTnLst>
                              </p:cTn>
                            </p:par>
                            <p:par>
                              <p:cTn id="64" fill="hold">
                                <p:stCondLst>
                                  <p:cond delay="6000"/>
                                </p:stCondLst>
                                <p:childTnLst>
                                  <p:par>
                                    <p:cTn id="65" presetID="53" presetClass="entr" presetSubtype="16" fill="hold" nodeType="afterEffect">
                                      <p:stCondLst>
                                        <p:cond delay="0"/>
                                      </p:stCondLst>
                                      <p:childTnLst>
                                        <p:set>
                                          <p:cBhvr>
                                            <p:cTn id="66" dur="1" fill="hold">
                                              <p:stCondLst>
                                                <p:cond delay="0"/>
                                              </p:stCondLst>
                                            </p:cTn>
                                            <p:tgtEl>
                                              <p:spTgt spid="39"/>
                                            </p:tgtEl>
                                            <p:attrNameLst>
                                              <p:attrName>style.visibility</p:attrName>
                                            </p:attrNameLst>
                                          </p:cBhvr>
                                          <p:to>
                                            <p:strVal val="visible"/>
                                          </p:to>
                                        </p:set>
                                        <p:anim calcmode="lin" valueType="num">
                                          <p:cBhvr>
                                            <p:cTn id="67" dur="500" fill="hold"/>
                                            <p:tgtEl>
                                              <p:spTgt spid="39"/>
                                            </p:tgtEl>
                                            <p:attrNameLst>
                                              <p:attrName>ppt_w</p:attrName>
                                            </p:attrNameLst>
                                          </p:cBhvr>
                                          <p:tavLst>
                                            <p:tav tm="0">
                                              <p:val>
                                                <p:fltVal val="0"/>
                                              </p:val>
                                            </p:tav>
                                            <p:tav tm="100000">
                                              <p:val>
                                                <p:strVal val="#ppt_w"/>
                                              </p:val>
                                            </p:tav>
                                          </p:tavLst>
                                        </p:anim>
                                        <p:anim calcmode="lin" valueType="num">
                                          <p:cBhvr>
                                            <p:cTn id="68" dur="500" fill="hold"/>
                                            <p:tgtEl>
                                              <p:spTgt spid="39"/>
                                            </p:tgtEl>
                                            <p:attrNameLst>
                                              <p:attrName>ppt_h</p:attrName>
                                            </p:attrNameLst>
                                          </p:cBhvr>
                                          <p:tavLst>
                                            <p:tav tm="0">
                                              <p:val>
                                                <p:fltVal val="0"/>
                                              </p:val>
                                            </p:tav>
                                            <p:tav tm="100000">
                                              <p:val>
                                                <p:strVal val="#ppt_h"/>
                                              </p:val>
                                            </p:tav>
                                          </p:tavLst>
                                        </p:anim>
                                        <p:animEffect transition="in" filter="fade">
                                          <p:cBhvr>
                                            <p:cTn id="69" dur="500"/>
                                            <p:tgtEl>
                                              <p:spTgt spid="39"/>
                                            </p:tgtEl>
                                          </p:cBhvr>
                                        </p:animEffect>
                                      </p:childTnLst>
                                    </p:cTn>
                                  </p:par>
                                </p:childTnLst>
                              </p:cTn>
                            </p:par>
                            <p:par>
                              <p:cTn id="70" fill="hold">
                                <p:stCondLst>
                                  <p:cond delay="6500"/>
                                </p:stCondLst>
                                <p:childTnLst>
                                  <p:par>
                                    <p:cTn id="71" presetID="42" presetClass="entr" presetSubtype="0" fill="hold" grpId="0" nodeType="afterEffect">
                                      <p:stCondLst>
                                        <p:cond delay="0"/>
                                      </p:stCondLst>
                                      <p:childTnLst>
                                        <p:set>
                                          <p:cBhvr>
                                            <p:cTn id="72" dur="1" fill="hold">
                                              <p:stCondLst>
                                                <p:cond delay="0"/>
                                              </p:stCondLst>
                                            </p:cTn>
                                            <p:tgtEl>
                                              <p:spTgt spid="45"/>
                                            </p:tgtEl>
                                            <p:attrNameLst>
                                              <p:attrName>style.visibility</p:attrName>
                                            </p:attrNameLst>
                                          </p:cBhvr>
                                          <p:to>
                                            <p:strVal val="visible"/>
                                          </p:to>
                                        </p:set>
                                        <p:animEffect transition="in" filter="fade">
                                          <p:cBhvr>
                                            <p:cTn id="73" dur="500"/>
                                            <p:tgtEl>
                                              <p:spTgt spid="45"/>
                                            </p:tgtEl>
                                          </p:cBhvr>
                                        </p:animEffect>
                                        <p:anim calcmode="lin" valueType="num">
                                          <p:cBhvr>
                                            <p:cTn id="74" dur="500" fill="hold"/>
                                            <p:tgtEl>
                                              <p:spTgt spid="45"/>
                                            </p:tgtEl>
                                            <p:attrNameLst>
                                              <p:attrName>ppt_x</p:attrName>
                                            </p:attrNameLst>
                                          </p:cBhvr>
                                          <p:tavLst>
                                            <p:tav tm="0">
                                              <p:val>
                                                <p:strVal val="#ppt_x"/>
                                              </p:val>
                                            </p:tav>
                                            <p:tav tm="100000">
                                              <p:val>
                                                <p:strVal val="#ppt_x"/>
                                              </p:val>
                                            </p:tav>
                                          </p:tavLst>
                                        </p:anim>
                                        <p:anim calcmode="lin" valueType="num">
                                          <p:cBhvr>
                                            <p:cTn id="75" dur="500" fill="hold"/>
                                            <p:tgtEl>
                                              <p:spTgt spid="45"/>
                                            </p:tgtEl>
                                            <p:attrNameLst>
                                              <p:attrName>ppt_y</p:attrName>
                                            </p:attrNameLst>
                                          </p:cBhvr>
                                          <p:tavLst>
                                            <p:tav tm="0">
                                              <p:val>
                                                <p:strVal val="#ppt_y+.1"/>
                                              </p:val>
                                            </p:tav>
                                            <p:tav tm="100000">
                                              <p:val>
                                                <p:strVal val="#ppt_y"/>
                                              </p:val>
                                            </p:tav>
                                          </p:tavLst>
                                        </p:anim>
                                      </p:childTnLst>
                                    </p:cTn>
                                  </p:par>
                                </p:childTnLst>
                              </p:cTn>
                            </p:par>
                            <p:par>
                              <p:cTn id="76" fill="hold">
                                <p:stCondLst>
                                  <p:cond delay="7000"/>
                                </p:stCondLst>
                                <p:childTnLst>
                                  <p:par>
                                    <p:cTn id="77" presetID="22" presetClass="entr" presetSubtype="2" fill="hold" nodeType="afterEffect">
                                      <p:stCondLst>
                                        <p:cond delay="0"/>
                                      </p:stCondLst>
                                      <p:childTnLst>
                                        <p:set>
                                          <p:cBhvr>
                                            <p:cTn id="78" dur="1" fill="hold">
                                              <p:stCondLst>
                                                <p:cond delay="0"/>
                                              </p:stCondLst>
                                            </p:cTn>
                                            <p:tgtEl>
                                              <p:spTgt spid="36"/>
                                            </p:tgtEl>
                                            <p:attrNameLst>
                                              <p:attrName>style.visibility</p:attrName>
                                            </p:attrNameLst>
                                          </p:cBhvr>
                                          <p:to>
                                            <p:strVal val="visible"/>
                                          </p:to>
                                        </p:set>
                                        <p:animEffect transition="in" filter="wipe(right)">
                                          <p:cBhvr>
                                            <p:cTn id="79" dur="500"/>
                                            <p:tgtEl>
                                              <p:spTgt spid="36"/>
                                            </p:tgtEl>
                                          </p:cBhvr>
                                        </p:animEffect>
                                      </p:childTnLst>
                                    </p:cTn>
                                  </p:par>
                                </p:childTnLst>
                              </p:cTn>
                            </p:par>
                            <p:par>
                              <p:cTn id="80" fill="hold">
                                <p:stCondLst>
                                  <p:cond delay="7500"/>
                                </p:stCondLst>
                                <p:childTnLst>
                                  <p:par>
                                    <p:cTn id="81" presetID="22" presetClass="entr" presetSubtype="8" fill="hold" nodeType="afterEffect">
                                      <p:stCondLst>
                                        <p:cond delay="0"/>
                                      </p:stCondLst>
                                      <p:childTnLst>
                                        <p:set>
                                          <p:cBhvr>
                                            <p:cTn id="82" dur="1" fill="hold">
                                              <p:stCondLst>
                                                <p:cond delay="0"/>
                                              </p:stCondLst>
                                            </p:cTn>
                                            <p:tgtEl>
                                              <p:spTgt spid="42"/>
                                            </p:tgtEl>
                                            <p:attrNameLst>
                                              <p:attrName>style.visibility</p:attrName>
                                            </p:attrNameLst>
                                          </p:cBhvr>
                                          <p:to>
                                            <p:strVal val="visible"/>
                                          </p:to>
                                        </p:set>
                                        <p:animEffect transition="in" filter="wipe(left)">
                                          <p:cBhvr>
                                            <p:cTn id="83" dur="500"/>
                                            <p:tgtEl>
                                              <p:spTgt spid="42"/>
                                            </p:tgtEl>
                                          </p:cBhvr>
                                        </p:animEffect>
                                      </p:childTnLst>
                                    </p:cTn>
                                  </p:par>
                                  <p:par>
                                    <p:cTn id="84" presetID="2" presetClass="entr" presetSubtype="1" fill="hold" grpId="0" nodeType="withEffect">
                                      <p:stCondLst>
                                        <p:cond delay="0"/>
                                      </p:stCondLst>
                                      <p:childTnLst>
                                        <p:set>
                                          <p:cBhvr>
                                            <p:cTn id="85" dur="1" fill="hold">
                                              <p:stCondLst>
                                                <p:cond delay="0"/>
                                              </p:stCondLst>
                                            </p:cTn>
                                            <p:tgtEl>
                                              <p:spTgt spid="52"/>
                                            </p:tgtEl>
                                            <p:attrNameLst>
                                              <p:attrName>style.visibility</p:attrName>
                                            </p:attrNameLst>
                                          </p:cBhvr>
                                          <p:to>
                                            <p:strVal val="visible"/>
                                          </p:to>
                                        </p:set>
                                        <p:anim calcmode="lin" valueType="num">
                                          <p:cBhvr additive="base">
                                            <p:cTn id="86" dur="1000" fill="hold"/>
                                            <p:tgtEl>
                                              <p:spTgt spid="52"/>
                                            </p:tgtEl>
                                            <p:attrNameLst>
                                              <p:attrName>ppt_x</p:attrName>
                                            </p:attrNameLst>
                                          </p:cBhvr>
                                          <p:tavLst>
                                            <p:tav tm="0">
                                              <p:val>
                                                <p:strVal val="#ppt_x"/>
                                              </p:val>
                                            </p:tav>
                                            <p:tav tm="100000">
                                              <p:val>
                                                <p:strVal val="#ppt_x"/>
                                              </p:val>
                                            </p:tav>
                                          </p:tavLst>
                                        </p:anim>
                                        <p:anim calcmode="lin" valueType="num">
                                          <p:cBhvr additive="base">
                                            <p:cTn id="87" dur="1000" fill="hold"/>
                                            <p:tgtEl>
                                              <p:spTgt spid="52"/>
                                            </p:tgtEl>
                                            <p:attrNameLst>
                                              <p:attrName>ppt_y</p:attrName>
                                            </p:attrNameLst>
                                          </p:cBhvr>
                                          <p:tavLst>
                                            <p:tav tm="0">
                                              <p:val>
                                                <p:strVal val="0-#ppt_h/2"/>
                                              </p:val>
                                            </p:tav>
                                            <p:tav tm="100000">
                                              <p:val>
                                                <p:strVal val="#ppt_y"/>
                                              </p:val>
                                            </p:tav>
                                          </p:tavLst>
                                        </p:anim>
                                      </p:childTnLst>
                                    </p:cTn>
                                  </p:par>
                                </p:childTnLst>
                              </p:cTn>
                            </p:par>
                            <p:par>
                              <p:cTn id="88" fill="hold">
                                <p:stCondLst>
                                  <p:cond delay="8500"/>
                                </p:stCondLst>
                                <p:childTnLst>
                                  <p:par>
                                    <p:cTn id="89" presetID="22" presetClass="entr" presetSubtype="8" fill="hold" nodeType="afterEffect">
                                      <p:stCondLst>
                                        <p:cond delay="0"/>
                                      </p:stCondLst>
                                      <p:childTnLst>
                                        <p:set>
                                          <p:cBhvr>
                                            <p:cTn id="90" dur="1" fill="hold">
                                              <p:stCondLst>
                                                <p:cond delay="0"/>
                                              </p:stCondLst>
                                            </p:cTn>
                                            <p:tgtEl>
                                              <p:spTgt spid="54"/>
                                            </p:tgtEl>
                                            <p:attrNameLst>
                                              <p:attrName>style.visibility</p:attrName>
                                            </p:attrNameLst>
                                          </p:cBhvr>
                                          <p:to>
                                            <p:strVal val="visible"/>
                                          </p:to>
                                        </p:set>
                                        <p:animEffect transition="in" filter="wipe(left)">
                                          <p:cBhvr>
                                            <p:cTn id="91"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5" grpId="0" animBg="1"/>
          <p:bldP spid="35" grpId="0" animBg="1"/>
          <p:bldP spid="45" grpId="0" animBg="1"/>
          <p:bldP spid="52" grpId="0"/>
        </p:bldLst>
      </p:timing>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p:cNvGrpSpPr/>
          <p:nvPr/>
        </p:nvGrpSpPr>
        <p:grpSpPr>
          <a:xfrm>
            <a:off x="4183949" y="2021649"/>
            <a:ext cx="1982604" cy="2858999"/>
            <a:chOff x="2475798" y="1342260"/>
            <a:chExt cx="1982604" cy="2858998"/>
          </a:xfrm>
        </p:grpSpPr>
        <p:grpSp>
          <p:nvGrpSpPr>
            <p:cNvPr id="44" name="组合 43"/>
            <p:cNvGrpSpPr/>
            <p:nvPr/>
          </p:nvGrpSpPr>
          <p:grpSpPr>
            <a:xfrm>
              <a:off x="2475798" y="1342260"/>
              <a:ext cx="1982604" cy="2858998"/>
              <a:chOff x="3319399" y="1670050"/>
              <a:chExt cx="2398950" cy="3459388"/>
            </a:xfrm>
          </p:grpSpPr>
          <p:sp>
            <p:nvSpPr>
              <p:cNvPr id="47" name="圆角矩形 46"/>
              <p:cNvSpPr/>
              <p:nvPr/>
            </p:nvSpPr>
            <p:spPr>
              <a:xfrm>
                <a:off x="3319399" y="2109144"/>
                <a:ext cx="2398950" cy="3020294"/>
              </a:xfrm>
              <a:prstGeom prst="roundRect">
                <a:avLst>
                  <a:gd name="adj" fmla="val 39823"/>
                </a:avLst>
              </a:prstGeom>
              <a:gradFill>
                <a:gsLst>
                  <a:gs pos="52000">
                    <a:srgbClr val="797979">
                      <a:alpha val="30000"/>
                    </a:srgbClr>
                  </a:gs>
                  <a:gs pos="0">
                    <a:schemeClr val="tx1">
                      <a:alpha val="30000"/>
                    </a:schemeClr>
                  </a:gs>
                  <a:gs pos="100000">
                    <a:srgbClr val="F2F2F2">
                      <a:alpha val="0"/>
                    </a:srgbClr>
                  </a:gs>
                </a:gsLst>
                <a:lin ang="5400000" scaled="1"/>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3547324" y="1670050"/>
                <a:ext cx="1943100" cy="1943100"/>
                <a:chOff x="5124450" y="2171700"/>
                <a:chExt cx="1943100" cy="1943100"/>
              </a:xfrm>
            </p:grpSpPr>
            <p:sp>
              <p:nvSpPr>
                <p:cNvPr id="52" name="椭圆 51"/>
                <p:cNvSpPr/>
                <p:nvPr/>
              </p:nvSpPr>
              <p:spPr>
                <a:xfrm>
                  <a:off x="5124450" y="2171700"/>
                  <a:ext cx="1943100" cy="1943100"/>
                </a:xfrm>
                <a:prstGeom prst="ellipse">
                  <a:avLst/>
                </a:prstGeom>
                <a:gradFill flip="none" rotWithShape="1">
                  <a:gsLst>
                    <a:gs pos="100000">
                      <a:schemeClr val="bg1">
                        <a:lumMod val="85000"/>
                      </a:schemeClr>
                    </a:gs>
                    <a:gs pos="0">
                      <a:schemeClr val="bg1"/>
                    </a:gs>
                  </a:gsLst>
                  <a:lin ang="5400000" scaled="1"/>
                  <a:tileRect/>
                </a:gradFill>
                <a:ln>
                  <a:noFill/>
                </a:ln>
                <a:effectLst>
                  <a:outerShdw blurRad="381000" dist="1778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53" name="椭圆 52"/>
                <p:cNvSpPr/>
                <p:nvPr/>
              </p:nvSpPr>
              <p:spPr>
                <a:xfrm>
                  <a:off x="5124450" y="2171700"/>
                  <a:ext cx="1943100" cy="1943100"/>
                </a:xfrm>
                <a:prstGeom prst="ellipse">
                  <a:avLst/>
                </a:prstGeom>
                <a:gradFill flip="none" rotWithShape="1">
                  <a:gsLst>
                    <a:gs pos="100000">
                      <a:srgbClr val="D9D9D9"/>
                    </a:gs>
                    <a:gs pos="46000">
                      <a:srgbClr val="F7F7F7"/>
                    </a:gs>
                    <a:gs pos="0">
                      <a:srgbClr val="FBFBFB"/>
                    </a:gs>
                  </a:gsLst>
                  <a:lin ang="5400000" scaled="1"/>
                  <a:tileRect/>
                </a:gradFill>
                <a:ln>
                  <a:noFill/>
                </a:ln>
                <a:effectLst>
                  <a:innerShdw blurRad="508000" dist="76200" dir="5400000">
                    <a:prstClr val="black">
                      <a:alpha val="1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49" name="圆角矩形 48"/>
              <p:cNvSpPr/>
              <p:nvPr/>
            </p:nvSpPr>
            <p:spPr>
              <a:xfrm>
                <a:off x="3911123" y="2165096"/>
                <a:ext cx="1215503" cy="2437384"/>
              </a:xfrm>
              <a:prstGeom prst="roundRect">
                <a:avLst>
                  <a:gd name="adj" fmla="val 39823"/>
                </a:avLst>
              </a:prstGeom>
              <a:gradFill>
                <a:gsLst>
                  <a:gs pos="38000">
                    <a:srgbClr val="797979">
                      <a:alpha val="38000"/>
                    </a:srgbClr>
                  </a:gs>
                  <a:gs pos="0">
                    <a:schemeClr val="tx1">
                      <a:alpha val="40000"/>
                    </a:schemeClr>
                  </a:gs>
                  <a:gs pos="100000">
                    <a:srgbClr val="F2F2F2">
                      <a:alpha val="0"/>
                    </a:srgbClr>
                  </a:gs>
                </a:gsLst>
                <a:lin ang="5400000" scaled="1"/>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50" name="椭圆 49"/>
              <p:cNvSpPr/>
              <p:nvPr/>
            </p:nvSpPr>
            <p:spPr>
              <a:xfrm>
                <a:off x="4027130" y="2149856"/>
                <a:ext cx="983488" cy="983488"/>
              </a:xfrm>
              <a:prstGeom prst="ellipse">
                <a:avLst/>
              </a:prstGeom>
              <a:gradFill>
                <a:gsLst>
                  <a:gs pos="100000">
                    <a:srgbClr val="01ACBE"/>
                  </a:gs>
                  <a:gs pos="53000">
                    <a:srgbClr val="01C4D9"/>
                  </a:gs>
                  <a:gs pos="0">
                    <a:srgbClr val="5EEFFE"/>
                  </a:gs>
                </a:gsLst>
                <a:lin ang="5400000" scaled="1"/>
              </a:gradFill>
              <a:ln>
                <a:noFill/>
              </a:ln>
              <a:effectLst>
                <a:outerShdw blurRad="152400" dist="76200" dir="5400000" algn="t"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51" name="椭圆 50"/>
              <p:cNvSpPr/>
              <p:nvPr/>
            </p:nvSpPr>
            <p:spPr>
              <a:xfrm>
                <a:off x="4027130" y="2149856"/>
                <a:ext cx="983488" cy="983488"/>
              </a:xfrm>
              <a:prstGeom prst="ellipse">
                <a:avLst/>
              </a:prstGeom>
              <a:solidFill>
                <a:schemeClr val="accent1">
                  <a:lumMod val="100000"/>
                </a:schemeClr>
              </a:solidFill>
              <a:ln>
                <a:noFill/>
              </a:ln>
              <a:effectLst>
                <a:innerShdw blurRad="304800" dist="63500" dir="5400000">
                  <a:srgbClr val="AC6600">
                    <a:alpha val="49804"/>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45" name="椭圆 67"/>
            <p:cNvSpPr/>
            <p:nvPr/>
          </p:nvSpPr>
          <p:spPr>
            <a:xfrm>
              <a:off x="3213697" y="1790714"/>
              <a:ext cx="506805" cy="189589"/>
            </a:xfrm>
            <a:custGeom>
              <a:avLst/>
              <a:gdLst>
                <a:gd name="connsiteX0" fmla="*/ 0 w 812800"/>
                <a:gd name="connsiteY0" fmla="*/ 406400 h 812800"/>
                <a:gd name="connsiteX1" fmla="*/ 406400 w 812800"/>
                <a:gd name="connsiteY1" fmla="*/ 0 h 812800"/>
                <a:gd name="connsiteX2" fmla="*/ 812800 w 812800"/>
                <a:gd name="connsiteY2" fmla="*/ 406400 h 812800"/>
                <a:gd name="connsiteX3" fmla="*/ 406400 w 812800"/>
                <a:gd name="connsiteY3" fmla="*/ 812800 h 812800"/>
                <a:gd name="connsiteX4" fmla="*/ 0 w 812800"/>
                <a:gd name="connsiteY4" fmla="*/ 406400 h 812800"/>
                <a:gd name="connsiteX0-1" fmla="*/ 0 w 812800"/>
                <a:gd name="connsiteY0-2" fmla="*/ 406400 h 457199"/>
                <a:gd name="connsiteX1-3" fmla="*/ 406400 w 812800"/>
                <a:gd name="connsiteY1-4" fmla="*/ 0 h 457199"/>
                <a:gd name="connsiteX2-5" fmla="*/ 812800 w 812800"/>
                <a:gd name="connsiteY2-6" fmla="*/ 406400 h 457199"/>
                <a:gd name="connsiteX3-7" fmla="*/ 0 w 812800"/>
                <a:gd name="connsiteY3-8" fmla="*/ 406400 h 457199"/>
                <a:gd name="connsiteX0-9" fmla="*/ 0 w 812800"/>
                <a:gd name="connsiteY0-10" fmla="*/ 406400 h 421420"/>
                <a:gd name="connsiteX1-11" fmla="*/ 406400 w 812800"/>
                <a:gd name="connsiteY1-12" fmla="*/ 0 h 421420"/>
                <a:gd name="connsiteX2-13" fmla="*/ 812800 w 812800"/>
                <a:gd name="connsiteY2-14" fmla="*/ 406400 h 421420"/>
                <a:gd name="connsiteX3-15" fmla="*/ 0 w 812800"/>
                <a:gd name="connsiteY3-16" fmla="*/ 406400 h 421420"/>
                <a:gd name="connsiteX0-17" fmla="*/ 0 w 812800"/>
                <a:gd name="connsiteY0-18" fmla="*/ 406400 h 406400"/>
                <a:gd name="connsiteX1-19" fmla="*/ 406400 w 812800"/>
                <a:gd name="connsiteY1-20" fmla="*/ 0 h 406400"/>
                <a:gd name="connsiteX2-21" fmla="*/ 812800 w 812800"/>
                <a:gd name="connsiteY2-22" fmla="*/ 406400 h 406400"/>
                <a:gd name="connsiteX3-23" fmla="*/ 0 w 812800"/>
                <a:gd name="connsiteY3-24" fmla="*/ 406400 h 406400"/>
                <a:gd name="connsiteX0-25" fmla="*/ 0 w 812800"/>
                <a:gd name="connsiteY0-26" fmla="*/ 406400 h 406400"/>
                <a:gd name="connsiteX1-27" fmla="*/ 406400 w 812800"/>
                <a:gd name="connsiteY1-28" fmla="*/ 0 h 406400"/>
                <a:gd name="connsiteX2-29" fmla="*/ 812800 w 812800"/>
                <a:gd name="connsiteY2-30" fmla="*/ 406400 h 406400"/>
                <a:gd name="connsiteX3-31" fmla="*/ 0 w 812800"/>
                <a:gd name="connsiteY3-32" fmla="*/ 406400 h 406400"/>
                <a:gd name="connsiteX0-33" fmla="*/ 0 w 812800"/>
                <a:gd name="connsiteY0-34" fmla="*/ 406400 h 406400"/>
                <a:gd name="connsiteX1-35" fmla="*/ 406400 w 812800"/>
                <a:gd name="connsiteY1-36" fmla="*/ 0 h 406400"/>
                <a:gd name="connsiteX2-37" fmla="*/ 812800 w 812800"/>
                <a:gd name="connsiteY2-38" fmla="*/ 406400 h 406400"/>
                <a:gd name="connsiteX3-39" fmla="*/ 0 w 812800"/>
                <a:gd name="connsiteY3-40" fmla="*/ 406400 h 406400"/>
              </a:gdLst>
              <a:ahLst/>
              <a:cxnLst>
                <a:cxn ang="0">
                  <a:pos x="connsiteX0-1" y="connsiteY0-2"/>
                </a:cxn>
                <a:cxn ang="0">
                  <a:pos x="connsiteX1-3" y="connsiteY1-4"/>
                </a:cxn>
                <a:cxn ang="0">
                  <a:pos x="connsiteX2-5" y="connsiteY2-6"/>
                </a:cxn>
                <a:cxn ang="0">
                  <a:pos x="connsiteX3-7" y="connsiteY3-8"/>
                </a:cxn>
              </a:cxnLst>
              <a:rect l="l" t="t" r="r" b="b"/>
              <a:pathLst>
                <a:path w="812800" h="406400">
                  <a:moveTo>
                    <a:pt x="0" y="406400"/>
                  </a:moveTo>
                  <a:cubicBezTo>
                    <a:pt x="0" y="181951"/>
                    <a:pt x="181951" y="0"/>
                    <a:pt x="406400" y="0"/>
                  </a:cubicBezTo>
                  <a:cubicBezTo>
                    <a:pt x="630849" y="0"/>
                    <a:pt x="812800" y="181951"/>
                    <a:pt x="812800" y="406400"/>
                  </a:cubicBezTo>
                  <a:cubicBezTo>
                    <a:pt x="501227" y="268393"/>
                    <a:pt x="281093" y="253153"/>
                    <a:pt x="0" y="406400"/>
                  </a:cubicBezTo>
                  <a:close/>
                </a:path>
              </a:pathLst>
            </a:cu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46" name="文本框 45"/>
            <p:cNvSpPr txBox="1"/>
            <p:nvPr/>
          </p:nvSpPr>
          <p:spPr>
            <a:xfrm>
              <a:off x="3123837" y="1883584"/>
              <a:ext cx="686527" cy="523220"/>
            </a:xfrm>
            <a:prstGeom prst="rect">
              <a:avLst/>
            </a:prstGeom>
            <a:noFill/>
          </p:spPr>
          <p:txBody>
            <a:bodyPr wrap="square" rtlCol="0">
              <a:spAutoFit/>
            </a:bodyPr>
            <a:lstStyle/>
            <a:p>
              <a:pPr algn="ctr"/>
              <a:r>
                <a:rPr lang="en-US" altLang="zh-CN" sz="2800" dirty="0">
                  <a:solidFill>
                    <a:schemeClr val="bg1"/>
                  </a:solidFill>
                  <a:latin typeface="微软雅黑" panose="020B0503020204020204" pitchFamily="34" charset="-122"/>
                  <a:ea typeface="微软雅黑" panose="020B0503020204020204" pitchFamily="34" charset="-122"/>
                </a:rPr>
                <a:t>01</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nvGrpSpPr>
          <p:cNvPr id="54" name="组合 53"/>
          <p:cNvGrpSpPr/>
          <p:nvPr/>
        </p:nvGrpSpPr>
        <p:grpSpPr>
          <a:xfrm>
            <a:off x="6025449" y="2021649"/>
            <a:ext cx="1982604" cy="2858999"/>
            <a:chOff x="2475798" y="1342260"/>
            <a:chExt cx="1982604" cy="2858998"/>
          </a:xfrm>
        </p:grpSpPr>
        <p:grpSp>
          <p:nvGrpSpPr>
            <p:cNvPr id="55" name="组合 54"/>
            <p:cNvGrpSpPr/>
            <p:nvPr/>
          </p:nvGrpSpPr>
          <p:grpSpPr>
            <a:xfrm>
              <a:off x="2475798" y="1342260"/>
              <a:ext cx="1982604" cy="2858998"/>
              <a:chOff x="3319399" y="1670050"/>
              <a:chExt cx="2398950" cy="3459388"/>
            </a:xfrm>
          </p:grpSpPr>
          <p:sp>
            <p:nvSpPr>
              <p:cNvPr id="58" name="圆角矩形 57"/>
              <p:cNvSpPr/>
              <p:nvPr/>
            </p:nvSpPr>
            <p:spPr>
              <a:xfrm>
                <a:off x="3319399" y="2109144"/>
                <a:ext cx="2398950" cy="3020294"/>
              </a:xfrm>
              <a:prstGeom prst="roundRect">
                <a:avLst>
                  <a:gd name="adj" fmla="val 39823"/>
                </a:avLst>
              </a:prstGeom>
              <a:gradFill>
                <a:gsLst>
                  <a:gs pos="52000">
                    <a:srgbClr val="797979">
                      <a:alpha val="30000"/>
                    </a:srgbClr>
                  </a:gs>
                  <a:gs pos="0">
                    <a:schemeClr val="tx1">
                      <a:alpha val="30000"/>
                    </a:schemeClr>
                  </a:gs>
                  <a:gs pos="100000">
                    <a:srgbClr val="F2F2F2">
                      <a:alpha val="0"/>
                    </a:srgbClr>
                  </a:gs>
                </a:gsLst>
                <a:lin ang="5400000" scaled="1"/>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nvGrpSpPr>
              <p:cNvPr id="59" name="组合 58"/>
              <p:cNvGrpSpPr/>
              <p:nvPr/>
            </p:nvGrpSpPr>
            <p:grpSpPr>
              <a:xfrm>
                <a:off x="3547324" y="1670050"/>
                <a:ext cx="1943100" cy="1943100"/>
                <a:chOff x="5124450" y="2171700"/>
                <a:chExt cx="1943100" cy="1943100"/>
              </a:xfrm>
            </p:grpSpPr>
            <p:sp>
              <p:nvSpPr>
                <p:cNvPr id="63" name="椭圆 62"/>
                <p:cNvSpPr/>
                <p:nvPr/>
              </p:nvSpPr>
              <p:spPr>
                <a:xfrm>
                  <a:off x="5124450" y="2171700"/>
                  <a:ext cx="1943100" cy="1943100"/>
                </a:xfrm>
                <a:prstGeom prst="ellipse">
                  <a:avLst/>
                </a:prstGeom>
                <a:gradFill flip="none" rotWithShape="1">
                  <a:gsLst>
                    <a:gs pos="100000">
                      <a:schemeClr val="bg1">
                        <a:lumMod val="85000"/>
                      </a:schemeClr>
                    </a:gs>
                    <a:gs pos="0">
                      <a:schemeClr val="bg1"/>
                    </a:gs>
                  </a:gsLst>
                  <a:lin ang="5400000" scaled="1"/>
                  <a:tileRect/>
                </a:gradFill>
                <a:ln>
                  <a:noFill/>
                </a:ln>
                <a:effectLst>
                  <a:outerShdw blurRad="381000" dist="1778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64" name="椭圆 63"/>
                <p:cNvSpPr/>
                <p:nvPr/>
              </p:nvSpPr>
              <p:spPr>
                <a:xfrm>
                  <a:off x="5124450" y="2171700"/>
                  <a:ext cx="1943100" cy="1943100"/>
                </a:xfrm>
                <a:prstGeom prst="ellipse">
                  <a:avLst/>
                </a:prstGeom>
                <a:gradFill flip="none" rotWithShape="1">
                  <a:gsLst>
                    <a:gs pos="100000">
                      <a:srgbClr val="D9D9D9"/>
                    </a:gs>
                    <a:gs pos="46000">
                      <a:srgbClr val="F7F7F7"/>
                    </a:gs>
                    <a:gs pos="0">
                      <a:srgbClr val="FBFBFB"/>
                    </a:gs>
                  </a:gsLst>
                  <a:lin ang="5400000" scaled="1"/>
                  <a:tileRect/>
                </a:gradFill>
                <a:ln>
                  <a:noFill/>
                </a:ln>
                <a:effectLst>
                  <a:innerShdw blurRad="508000" dist="76200" dir="5400000">
                    <a:prstClr val="black">
                      <a:alpha val="1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60" name="圆角矩形 59"/>
              <p:cNvSpPr/>
              <p:nvPr/>
            </p:nvSpPr>
            <p:spPr>
              <a:xfrm>
                <a:off x="3911123" y="2165096"/>
                <a:ext cx="1215503" cy="2437384"/>
              </a:xfrm>
              <a:prstGeom prst="roundRect">
                <a:avLst>
                  <a:gd name="adj" fmla="val 39823"/>
                </a:avLst>
              </a:prstGeom>
              <a:gradFill>
                <a:gsLst>
                  <a:gs pos="38000">
                    <a:srgbClr val="797979">
                      <a:alpha val="38000"/>
                    </a:srgbClr>
                  </a:gs>
                  <a:gs pos="0">
                    <a:schemeClr val="tx1">
                      <a:alpha val="40000"/>
                    </a:schemeClr>
                  </a:gs>
                  <a:gs pos="100000">
                    <a:srgbClr val="F2F2F2">
                      <a:alpha val="0"/>
                    </a:srgbClr>
                  </a:gs>
                </a:gsLst>
                <a:lin ang="5400000" scaled="1"/>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61" name="椭圆 60"/>
              <p:cNvSpPr/>
              <p:nvPr/>
            </p:nvSpPr>
            <p:spPr>
              <a:xfrm>
                <a:off x="4027130" y="2149856"/>
                <a:ext cx="983488" cy="983488"/>
              </a:xfrm>
              <a:prstGeom prst="ellipse">
                <a:avLst/>
              </a:prstGeom>
              <a:gradFill>
                <a:gsLst>
                  <a:gs pos="100000">
                    <a:srgbClr val="01ACBE"/>
                  </a:gs>
                  <a:gs pos="53000">
                    <a:srgbClr val="01C4D9"/>
                  </a:gs>
                  <a:gs pos="0">
                    <a:srgbClr val="5EEFFE"/>
                  </a:gs>
                </a:gsLst>
                <a:lin ang="5400000" scaled="1"/>
              </a:gradFill>
              <a:ln>
                <a:noFill/>
              </a:ln>
              <a:effectLst>
                <a:outerShdw blurRad="152400" dist="76200" dir="5400000" algn="t"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62" name="椭圆 61"/>
              <p:cNvSpPr/>
              <p:nvPr/>
            </p:nvSpPr>
            <p:spPr>
              <a:xfrm>
                <a:off x="4027130" y="2149856"/>
                <a:ext cx="983488" cy="983488"/>
              </a:xfrm>
              <a:prstGeom prst="ellipse">
                <a:avLst/>
              </a:prstGeom>
              <a:solidFill>
                <a:schemeClr val="accent1">
                  <a:lumMod val="100000"/>
                </a:schemeClr>
              </a:solidFill>
              <a:ln>
                <a:noFill/>
              </a:ln>
              <a:effectLst>
                <a:innerShdw blurRad="304800" dist="63500" dir="5400000">
                  <a:srgbClr val="004850">
                    <a:alpha val="49804"/>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56" name="椭圆 67"/>
            <p:cNvSpPr/>
            <p:nvPr/>
          </p:nvSpPr>
          <p:spPr>
            <a:xfrm>
              <a:off x="3213697" y="1790714"/>
              <a:ext cx="506805" cy="189589"/>
            </a:xfrm>
            <a:custGeom>
              <a:avLst/>
              <a:gdLst>
                <a:gd name="connsiteX0" fmla="*/ 0 w 812800"/>
                <a:gd name="connsiteY0" fmla="*/ 406400 h 812800"/>
                <a:gd name="connsiteX1" fmla="*/ 406400 w 812800"/>
                <a:gd name="connsiteY1" fmla="*/ 0 h 812800"/>
                <a:gd name="connsiteX2" fmla="*/ 812800 w 812800"/>
                <a:gd name="connsiteY2" fmla="*/ 406400 h 812800"/>
                <a:gd name="connsiteX3" fmla="*/ 406400 w 812800"/>
                <a:gd name="connsiteY3" fmla="*/ 812800 h 812800"/>
                <a:gd name="connsiteX4" fmla="*/ 0 w 812800"/>
                <a:gd name="connsiteY4" fmla="*/ 406400 h 812800"/>
                <a:gd name="connsiteX0-1" fmla="*/ 0 w 812800"/>
                <a:gd name="connsiteY0-2" fmla="*/ 406400 h 457199"/>
                <a:gd name="connsiteX1-3" fmla="*/ 406400 w 812800"/>
                <a:gd name="connsiteY1-4" fmla="*/ 0 h 457199"/>
                <a:gd name="connsiteX2-5" fmla="*/ 812800 w 812800"/>
                <a:gd name="connsiteY2-6" fmla="*/ 406400 h 457199"/>
                <a:gd name="connsiteX3-7" fmla="*/ 0 w 812800"/>
                <a:gd name="connsiteY3-8" fmla="*/ 406400 h 457199"/>
                <a:gd name="connsiteX0-9" fmla="*/ 0 w 812800"/>
                <a:gd name="connsiteY0-10" fmla="*/ 406400 h 421420"/>
                <a:gd name="connsiteX1-11" fmla="*/ 406400 w 812800"/>
                <a:gd name="connsiteY1-12" fmla="*/ 0 h 421420"/>
                <a:gd name="connsiteX2-13" fmla="*/ 812800 w 812800"/>
                <a:gd name="connsiteY2-14" fmla="*/ 406400 h 421420"/>
                <a:gd name="connsiteX3-15" fmla="*/ 0 w 812800"/>
                <a:gd name="connsiteY3-16" fmla="*/ 406400 h 421420"/>
                <a:gd name="connsiteX0-17" fmla="*/ 0 w 812800"/>
                <a:gd name="connsiteY0-18" fmla="*/ 406400 h 406400"/>
                <a:gd name="connsiteX1-19" fmla="*/ 406400 w 812800"/>
                <a:gd name="connsiteY1-20" fmla="*/ 0 h 406400"/>
                <a:gd name="connsiteX2-21" fmla="*/ 812800 w 812800"/>
                <a:gd name="connsiteY2-22" fmla="*/ 406400 h 406400"/>
                <a:gd name="connsiteX3-23" fmla="*/ 0 w 812800"/>
                <a:gd name="connsiteY3-24" fmla="*/ 406400 h 406400"/>
                <a:gd name="connsiteX0-25" fmla="*/ 0 w 812800"/>
                <a:gd name="connsiteY0-26" fmla="*/ 406400 h 406400"/>
                <a:gd name="connsiteX1-27" fmla="*/ 406400 w 812800"/>
                <a:gd name="connsiteY1-28" fmla="*/ 0 h 406400"/>
                <a:gd name="connsiteX2-29" fmla="*/ 812800 w 812800"/>
                <a:gd name="connsiteY2-30" fmla="*/ 406400 h 406400"/>
                <a:gd name="connsiteX3-31" fmla="*/ 0 w 812800"/>
                <a:gd name="connsiteY3-32" fmla="*/ 406400 h 406400"/>
                <a:gd name="connsiteX0-33" fmla="*/ 0 w 812800"/>
                <a:gd name="connsiteY0-34" fmla="*/ 406400 h 406400"/>
                <a:gd name="connsiteX1-35" fmla="*/ 406400 w 812800"/>
                <a:gd name="connsiteY1-36" fmla="*/ 0 h 406400"/>
                <a:gd name="connsiteX2-37" fmla="*/ 812800 w 812800"/>
                <a:gd name="connsiteY2-38" fmla="*/ 406400 h 406400"/>
                <a:gd name="connsiteX3-39" fmla="*/ 0 w 812800"/>
                <a:gd name="connsiteY3-40" fmla="*/ 406400 h 406400"/>
              </a:gdLst>
              <a:ahLst/>
              <a:cxnLst>
                <a:cxn ang="0">
                  <a:pos x="connsiteX0-1" y="connsiteY0-2"/>
                </a:cxn>
                <a:cxn ang="0">
                  <a:pos x="connsiteX1-3" y="connsiteY1-4"/>
                </a:cxn>
                <a:cxn ang="0">
                  <a:pos x="connsiteX2-5" y="connsiteY2-6"/>
                </a:cxn>
                <a:cxn ang="0">
                  <a:pos x="connsiteX3-7" y="connsiteY3-8"/>
                </a:cxn>
              </a:cxnLst>
              <a:rect l="l" t="t" r="r" b="b"/>
              <a:pathLst>
                <a:path w="812800" h="406400">
                  <a:moveTo>
                    <a:pt x="0" y="406400"/>
                  </a:moveTo>
                  <a:cubicBezTo>
                    <a:pt x="0" y="181951"/>
                    <a:pt x="181951" y="0"/>
                    <a:pt x="406400" y="0"/>
                  </a:cubicBezTo>
                  <a:cubicBezTo>
                    <a:pt x="630849" y="0"/>
                    <a:pt x="812800" y="181951"/>
                    <a:pt x="812800" y="406400"/>
                  </a:cubicBezTo>
                  <a:cubicBezTo>
                    <a:pt x="501227" y="268393"/>
                    <a:pt x="281093" y="253153"/>
                    <a:pt x="0" y="406400"/>
                  </a:cubicBezTo>
                  <a:close/>
                </a:path>
              </a:pathLst>
            </a:cu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57" name="文本框 56"/>
            <p:cNvSpPr txBox="1"/>
            <p:nvPr/>
          </p:nvSpPr>
          <p:spPr>
            <a:xfrm>
              <a:off x="3115806" y="1883584"/>
              <a:ext cx="702588" cy="523220"/>
            </a:xfrm>
            <a:prstGeom prst="rect">
              <a:avLst/>
            </a:prstGeom>
            <a:noFill/>
          </p:spPr>
          <p:txBody>
            <a:bodyPr wrap="square" rtlCol="0">
              <a:spAutoFit/>
            </a:bodyPr>
            <a:lstStyle/>
            <a:p>
              <a:pPr algn="ctr"/>
              <a:r>
                <a:rPr lang="en-US" altLang="zh-CN" sz="2800" dirty="0">
                  <a:solidFill>
                    <a:schemeClr val="bg1"/>
                  </a:solidFill>
                  <a:latin typeface="微软雅黑" panose="020B0503020204020204" pitchFamily="34" charset="-122"/>
                  <a:ea typeface="微软雅黑" panose="020B0503020204020204" pitchFamily="34" charset="-122"/>
                </a:rPr>
                <a:t>02</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nvGrpSpPr>
          <p:cNvPr id="65" name="组合 64"/>
          <p:cNvGrpSpPr/>
          <p:nvPr/>
        </p:nvGrpSpPr>
        <p:grpSpPr>
          <a:xfrm>
            <a:off x="4183949" y="3875849"/>
            <a:ext cx="1982604" cy="2858999"/>
            <a:chOff x="2475798" y="1342260"/>
            <a:chExt cx="1982604" cy="2858998"/>
          </a:xfrm>
        </p:grpSpPr>
        <p:grpSp>
          <p:nvGrpSpPr>
            <p:cNvPr id="66" name="组合 65"/>
            <p:cNvGrpSpPr/>
            <p:nvPr/>
          </p:nvGrpSpPr>
          <p:grpSpPr>
            <a:xfrm>
              <a:off x="2475798" y="1342260"/>
              <a:ext cx="1982604" cy="2858998"/>
              <a:chOff x="3319399" y="1670050"/>
              <a:chExt cx="2398950" cy="3459388"/>
            </a:xfrm>
          </p:grpSpPr>
          <p:sp>
            <p:nvSpPr>
              <p:cNvPr id="69" name="圆角矩形 68"/>
              <p:cNvSpPr/>
              <p:nvPr/>
            </p:nvSpPr>
            <p:spPr>
              <a:xfrm>
                <a:off x="3319399" y="2109144"/>
                <a:ext cx="2398950" cy="3020294"/>
              </a:xfrm>
              <a:prstGeom prst="roundRect">
                <a:avLst>
                  <a:gd name="adj" fmla="val 39823"/>
                </a:avLst>
              </a:prstGeom>
              <a:gradFill>
                <a:gsLst>
                  <a:gs pos="52000">
                    <a:srgbClr val="797979">
                      <a:alpha val="30000"/>
                    </a:srgbClr>
                  </a:gs>
                  <a:gs pos="0">
                    <a:schemeClr val="tx1">
                      <a:alpha val="30000"/>
                    </a:schemeClr>
                  </a:gs>
                  <a:gs pos="100000">
                    <a:srgbClr val="F2F2F2">
                      <a:alpha val="0"/>
                    </a:srgbClr>
                  </a:gs>
                </a:gsLst>
                <a:lin ang="5400000" scaled="1"/>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nvGrpSpPr>
              <p:cNvPr id="70" name="组合 69"/>
              <p:cNvGrpSpPr/>
              <p:nvPr/>
            </p:nvGrpSpPr>
            <p:grpSpPr>
              <a:xfrm>
                <a:off x="3547324" y="1670050"/>
                <a:ext cx="1943100" cy="1943100"/>
                <a:chOff x="5124450" y="2171700"/>
                <a:chExt cx="1943100" cy="1943100"/>
              </a:xfrm>
            </p:grpSpPr>
            <p:sp>
              <p:nvSpPr>
                <p:cNvPr id="74" name="椭圆 73"/>
                <p:cNvSpPr/>
                <p:nvPr/>
              </p:nvSpPr>
              <p:spPr>
                <a:xfrm>
                  <a:off x="5124450" y="2171700"/>
                  <a:ext cx="1943100" cy="1943100"/>
                </a:xfrm>
                <a:prstGeom prst="ellipse">
                  <a:avLst/>
                </a:prstGeom>
                <a:gradFill flip="none" rotWithShape="1">
                  <a:gsLst>
                    <a:gs pos="100000">
                      <a:schemeClr val="bg1">
                        <a:lumMod val="85000"/>
                      </a:schemeClr>
                    </a:gs>
                    <a:gs pos="0">
                      <a:schemeClr val="bg1"/>
                    </a:gs>
                  </a:gsLst>
                  <a:lin ang="5400000" scaled="1"/>
                  <a:tileRect/>
                </a:gradFill>
                <a:ln>
                  <a:noFill/>
                </a:ln>
                <a:effectLst>
                  <a:outerShdw blurRad="381000" dist="1778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75" name="椭圆 74"/>
                <p:cNvSpPr/>
                <p:nvPr/>
              </p:nvSpPr>
              <p:spPr>
                <a:xfrm>
                  <a:off x="5124450" y="2171700"/>
                  <a:ext cx="1943100" cy="1943100"/>
                </a:xfrm>
                <a:prstGeom prst="ellipse">
                  <a:avLst/>
                </a:prstGeom>
                <a:gradFill flip="none" rotWithShape="1">
                  <a:gsLst>
                    <a:gs pos="100000">
                      <a:srgbClr val="D9D9D9"/>
                    </a:gs>
                    <a:gs pos="46000">
                      <a:srgbClr val="F7F7F7"/>
                    </a:gs>
                    <a:gs pos="0">
                      <a:srgbClr val="FBFBFB"/>
                    </a:gs>
                  </a:gsLst>
                  <a:lin ang="5400000" scaled="1"/>
                  <a:tileRect/>
                </a:gradFill>
                <a:ln>
                  <a:noFill/>
                </a:ln>
                <a:effectLst>
                  <a:innerShdw blurRad="508000" dist="76200" dir="5400000">
                    <a:prstClr val="black">
                      <a:alpha val="1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71" name="圆角矩形 70"/>
              <p:cNvSpPr/>
              <p:nvPr/>
            </p:nvSpPr>
            <p:spPr>
              <a:xfrm>
                <a:off x="3911123" y="2165096"/>
                <a:ext cx="1215503" cy="2437384"/>
              </a:xfrm>
              <a:prstGeom prst="roundRect">
                <a:avLst>
                  <a:gd name="adj" fmla="val 39823"/>
                </a:avLst>
              </a:prstGeom>
              <a:gradFill>
                <a:gsLst>
                  <a:gs pos="38000">
                    <a:srgbClr val="797979">
                      <a:alpha val="38000"/>
                    </a:srgbClr>
                  </a:gs>
                  <a:gs pos="0">
                    <a:schemeClr val="tx1">
                      <a:alpha val="40000"/>
                    </a:schemeClr>
                  </a:gs>
                  <a:gs pos="100000">
                    <a:srgbClr val="F2F2F2">
                      <a:alpha val="0"/>
                    </a:srgbClr>
                  </a:gs>
                </a:gsLst>
                <a:lin ang="5400000" scaled="1"/>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72" name="椭圆 71"/>
              <p:cNvSpPr/>
              <p:nvPr/>
            </p:nvSpPr>
            <p:spPr>
              <a:xfrm>
                <a:off x="4027130" y="2149856"/>
                <a:ext cx="983488" cy="983488"/>
              </a:xfrm>
              <a:prstGeom prst="ellipse">
                <a:avLst/>
              </a:prstGeom>
              <a:gradFill>
                <a:gsLst>
                  <a:gs pos="100000">
                    <a:srgbClr val="01ACBE"/>
                  </a:gs>
                  <a:gs pos="53000">
                    <a:srgbClr val="01C4D9"/>
                  </a:gs>
                  <a:gs pos="0">
                    <a:srgbClr val="5EEFFE"/>
                  </a:gs>
                </a:gsLst>
                <a:lin ang="5400000" scaled="1"/>
              </a:gradFill>
              <a:ln>
                <a:noFill/>
              </a:ln>
              <a:effectLst>
                <a:outerShdw blurRad="152400" dist="76200" dir="5400000" algn="t"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73" name="椭圆 72"/>
              <p:cNvSpPr/>
              <p:nvPr/>
            </p:nvSpPr>
            <p:spPr>
              <a:xfrm>
                <a:off x="4027130" y="2149856"/>
                <a:ext cx="983488" cy="983488"/>
              </a:xfrm>
              <a:prstGeom prst="ellipse">
                <a:avLst/>
              </a:prstGeom>
              <a:solidFill>
                <a:schemeClr val="accent1">
                  <a:lumMod val="100000"/>
                </a:schemeClr>
              </a:solidFill>
              <a:ln>
                <a:noFill/>
              </a:ln>
              <a:effectLst>
                <a:innerShdw blurRad="304800" dist="63500" dir="5400000">
                  <a:srgbClr val="7B1313">
                    <a:alpha val="49804"/>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67" name="椭圆 67"/>
            <p:cNvSpPr/>
            <p:nvPr/>
          </p:nvSpPr>
          <p:spPr>
            <a:xfrm>
              <a:off x="3213697" y="1790714"/>
              <a:ext cx="506805" cy="189589"/>
            </a:xfrm>
            <a:custGeom>
              <a:avLst/>
              <a:gdLst>
                <a:gd name="connsiteX0" fmla="*/ 0 w 812800"/>
                <a:gd name="connsiteY0" fmla="*/ 406400 h 812800"/>
                <a:gd name="connsiteX1" fmla="*/ 406400 w 812800"/>
                <a:gd name="connsiteY1" fmla="*/ 0 h 812800"/>
                <a:gd name="connsiteX2" fmla="*/ 812800 w 812800"/>
                <a:gd name="connsiteY2" fmla="*/ 406400 h 812800"/>
                <a:gd name="connsiteX3" fmla="*/ 406400 w 812800"/>
                <a:gd name="connsiteY3" fmla="*/ 812800 h 812800"/>
                <a:gd name="connsiteX4" fmla="*/ 0 w 812800"/>
                <a:gd name="connsiteY4" fmla="*/ 406400 h 812800"/>
                <a:gd name="connsiteX0-1" fmla="*/ 0 w 812800"/>
                <a:gd name="connsiteY0-2" fmla="*/ 406400 h 457199"/>
                <a:gd name="connsiteX1-3" fmla="*/ 406400 w 812800"/>
                <a:gd name="connsiteY1-4" fmla="*/ 0 h 457199"/>
                <a:gd name="connsiteX2-5" fmla="*/ 812800 w 812800"/>
                <a:gd name="connsiteY2-6" fmla="*/ 406400 h 457199"/>
                <a:gd name="connsiteX3-7" fmla="*/ 0 w 812800"/>
                <a:gd name="connsiteY3-8" fmla="*/ 406400 h 457199"/>
                <a:gd name="connsiteX0-9" fmla="*/ 0 w 812800"/>
                <a:gd name="connsiteY0-10" fmla="*/ 406400 h 421420"/>
                <a:gd name="connsiteX1-11" fmla="*/ 406400 w 812800"/>
                <a:gd name="connsiteY1-12" fmla="*/ 0 h 421420"/>
                <a:gd name="connsiteX2-13" fmla="*/ 812800 w 812800"/>
                <a:gd name="connsiteY2-14" fmla="*/ 406400 h 421420"/>
                <a:gd name="connsiteX3-15" fmla="*/ 0 w 812800"/>
                <a:gd name="connsiteY3-16" fmla="*/ 406400 h 421420"/>
                <a:gd name="connsiteX0-17" fmla="*/ 0 w 812800"/>
                <a:gd name="connsiteY0-18" fmla="*/ 406400 h 406400"/>
                <a:gd name="connsiteX1-19" fmla="*/ 406400 w 812800"/>
                <a:gd name="connsiteY1-20" fmla="*/ 0 h 406400"/>
                <a:gd name="connsiteX2-21" fmla="*/ 812800 w 812800"/>
                <a:gd name="connsiteY2-22" fmla="*/ 406400 h 406400"/>
                <a:gd name="connsiteX3-23" fmla="*/ 0 w 812800"/>
                <a:gd name="connsiteY3-24" fmla="*/ 406400 h 406400"/>
                <a:gd name="connsiteX0-25" fmla="*/ 0 w 812800"/>
                <a:gd name="connsiteY0-26" fmla="*/ 406400 h 406400"/>
                <a:gd name="connsiteX1-27" fmla="*/ 406400 w 812800"/>
                <a:gd name="connsiteY1-28" fmla="*/ 0 h 406400"/>
                <a:gd name="connsiteX2-29" fmla="*/ 812800 w 812800"/>
                <a:gd name="connsiteY2-30" fmla="*/ 406400 h 406400"/>
                <a:gd name="connsiteX3-31" fmla="*/ 0 w 812800"/>
                <a:gd name="connsiteY3-32" fmla="*/ 406400 h 406400"/>
                <a:gd name="connsiteX0-33" fmla="*/ 0 w 812800"/>
                <a:gd name="connsiteY0-34" fmla="*/ 406400 h 406400"/>
                <a:gd name="connsiteX1-35" fmla="*/ 406400 w 812800"/>
                <a:gd name="connsiteY1-36" fmla="*/ 0 h 406400"/>
                <a:gd name="connsiteX2-37" fmla="*/ 812800 w 812800"/>
                <a:gd name="connsiteY2-38" fmla="*/ 406400 h 406400"/>
                <a:gd name="connsiteX3-39" fmla="*/ 0 w 812800"/>
                <a:gd name="connsiteY3-40" fmla="*/ 406400 h 406400"/>
              </a:gdLst>
              <a:ahLst/>
              <a:cxnLst>
                <a:cxn ang="0">
                  <a:pos x="connsiteX0-1" y="connsiteY0-2"/>
                </a:cxn>
                <a:cxn ang="0">
                  <a:pos x="connsiteX1-3" y="connsiteY1-4"/>
                </a:cxn>
                <a:cxn ang="0">
                  <a:pos x="connsiteX2-5" y="connsiteY2-6"/>
                </a:cxn>
                <a:cxn ang="0">
                  <a:pos x="connsiteX3-7" y="connsiteY3-8"/>
                </a:cxn>
              </a:cxnLst>
              <a:rect l="l" t="t" r="r" b="b"/>
              <a:pathLst>
                <a:path w="812800" h="406400">
                  <a:moveTo>
                    <a:pt x="0" y="406400"/>
                  </a:moveTo>
                  <a:cubicBezTo>
                    <a:pt x="0" y="181951"/>
                    <a:pt x="181951" y="0"/>
                    <a:pt x="406400" y="0"/>
                  </a:cubicBezTo>
                  <a:cubicBezTo>
                    <a:pt x="630849" y="0"/>
                    <a:pt x="812800" y="181951"/>
                    <a:pt x="812800" y="406400"/>
                  </a:cubicBezTo>
                  <a:cubicBezTo>
                    <a:pt x="501227" y="268393"/>
                    <a:pt x="281093" y="253153"/>
                    <a:pt x="0" y="406400"/>
                  </a:cubicBezTo>
                  <a:close/>
                </a:path>
              </a:pathLst>
            </a:cu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68" name="文本框 67"/>
            <p:cNvSpPr txBox="1"/>
            <p:nvPr/>
          </p:nvSpPr>
          <p:spPr>
            <a:xfrm>
              <a:off x="3110783" y="1883584"/>
              <a:ext cx="712635" cy="523220"/>
            </a:xfrm>
            <a:prstGeom prst="rect">
              <a:avLst/>
            </a:prstGeom>
            <a:noFill/>
          </p:spPr>
          <p:txBody>
            <a:bodyPr wrap="square" rtlCol="0">
              <a:spAutoFit/>
            </a:bodyPr>
            <a:lstStyle/>
            <a:p>
              <a:pPr algn="ctr"/>
              <a:r>
                <a:rPr lang="en-US" altLang="zh-CN" sz="2800" dirty="0">
                  <a:solidFill>
                    <a:schemeClr val="bg1"/>
                  </a:solidFill>
                  <a:latin typeface="微软雅黑" panose="020B0503020204020204" pitchFamily="34" charset="-122"/>
                  <a:ea typeface="微软雅黑" panose="020B0503020204020204" pitchFamily="34" charset="-122"/>
                </a:rPr>
                <a:t>03</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nvGrpSpPr>
          <p:cNvPr id="76" name="组合 75"/>
          <p:cNvGrpSpPr/>
          <p:nvPr/>
        </p:nvGrpSpPr>
        <p:grpSpPr>
          <a:xfrm>
            <a:off x="6025449" y="3875849"/>
            <a:ext cx="1982604" cy="2858999"/>
            <a:chOff x="2475798" y="1342260"/>
            <a:chExt cx="1982604" cy="2858998"/>
          </a:xfrm>
        </p:grpSpPr>
        <p:grpSp>
          <p:nvGrpSpPr>
            <p:cNvPr id="77" name="组合 76"/>
            <p:cNvGrpSpPr/>
            <p:nvPr/>
          </p:nvGrpSpPr>
          <p:grpSpPr>
            <a:xfrm>
              <a:off x="2475798" y="1342260"/>
              <a:ext cx="1982604" cy="2858998"/>
              <a:chOff x="3319399" y="1670050"/>
              <a:chExt cx="2398950" cy="3459388"/>
            </a:xfrm>
          </p:grpSpPr>
          <p:sp>
            <p:nvSpPr>
              <p:cNvPr id="80" name="圆角矩形 79"/>
              <p:cNvSpPr/>
              <p:nvPr/>
            </p:nvSpPr>
            <p:spPr>
              <a:xfrm>
                <a:off x="3319399" y="2109144"/>
                <a:ext cx="2398950" cy="3020294"/>
              </a:xfrm>
              <a:prstGeom prst="roundRect">
                <a:avLst>
                  <a:gd name="adj" fmla="val 39823"/>
                </a:avLst>
              </a:prstGeom>
              <a:gradFill>
                <a:gsLst>
                  <a:gs pos="52000">
                    <a:srgbClr val="797979">
                      <a:alpha val="30000"/>
                    </a:srgbClr>
                  </a:gs>
                  <a:gs pos="0">
                    <a:schemeClr val="tx1">
                      <a:alpha val="30000"/>
                    </a:schemeClr>
                  </a:gs>
                  <a:gs pos="100000">
                    <a:srgbClr val="F2F2F2">
                      <a:alpha val="0"/>
                    </a:srgbClr>
                  </a:gs>
                </a:gsLst>
                <a:lin ang="5400000" scaled="1"/>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nvGrpSpPr>
              <p:cNvPr id="81" name="组合 80"/>
              <p:cNvGrpSpPr/>
              <p:nvPr/>
            </p:nvGrpSpPr>
            <p:grpSpPr>
              <a:xfrm>
                <a:off x="3547324" y="1670050"/>
                <a:ext cx="1943100" cy="1943100"/>
                <a:chOff x="5124450" y="2171700"/>
                <a:chExt cx="1943100" cy="1943100"/>
              </a:xfrm>
            </p:grpSpPr>
            <p:sp>
              <p:nvSpPr>
                <p:cNvPr id="85" name="椭圆 84"/>
                <p:cNvSpPr/>
                <p:nvPr/>
              </p:nvSpPr>
              <p:spPr>
                <a:xfrm>
                  <a:off x="5124450" y="2171700"/>
                  <a:ext cx="1943100" cy="1943100"/>
                </a:xfrm>
                <a:prstGeom prst="ellipse">
                  <a:avLst/>
                </a:prstGeom>
                <a:gradFill flip="none" rotWithShape="1">
                  <a:gsLst>
                    <a:gs pos="100000">
                      <a:schemeClr val="bg1">
                        <a:lumMod val="85000"/>
                      </a:schemeClr>
                    </a:gs>
                    <a:gs pos="0">
                      <a:schemeClr val="bg1"/>
                    </a:gs>
                  </a:gsLst>
                  <a:lin ang="5400000" scaled="1"/>
                  <a:tileRect/>
                </a:gradFill>
                <a:ln>
                  <a:noFill/>
                </a:ln>
                <a:effectLst>
                  <a:outerShdw blurRad="381000" dist="1778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86" name="椭圆 85"/>
                <p:cNvSpPr/>
                <p:nvPr/>
              </p:nvSpPr>
              <p:spPr>
                <a:xfrm>
                  <a:off x="5124450" y="2171700"/>
                  <a:ext cx="1943100" cy="1943100"/>
                </a:xfrm>
                <a:prstGeom prst="ellipse">
                  <a:avLst/>
                </a:prstGeom>
                <a:gradFill flip="none" rotWithShape="1">
                  <a:gsLst>
                    <a:gs pos="100000">
                      <a:srgbClr val="D9D9D9"/>
                    </a:gs>
                    <a:gs pos="46000">
                      <a:srgbClr val="F7F7F7"/>
                    </a:gs>
                    <a:gs pos="0">
                      <a:srgbClr val="FBFBFB"/>
                    </a:gs>
                  </a:gsLst>
                  <a:lin ang="5400000" scaled="1"/>
                  <a:tileRect/>
                </a:gradFill>
                <a:ln>
                  <a:noFill/>
                </a:ln>
                <a:effectLst>
                  <a:innerShdw blurRad="508000" dist="76200" dir="5400000">
                    <a:prstClr val="black">
                      <a:alpha val="1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82" name="圆角矩形 81"/>
              <p:cNvSpPr/>
              <p:nvPr/>
            </p:nvSpPr>
            <p:spPr>
              <a:xfrm>
                <a:off x="3911123" y="2165096"/>
                <a:ext cx="1215503" cy="2437384"/>
              </a:xfrm>
              <a:prstGeom prst="roundRect">
                <a:avLst>
                  <a:gd name="adj" fmla="val 39823"/>
                </a:avLst>
              </a:prstGeom>
              <a:gradFill>
                <a:gsLst>
                  <a:gs pos="38000">
                    <a:srgbClr val="797979">
                      <a:alpha val="38000"/>
                    </a:srgbClr>
                  </a:gs>
                  <a:gs pos="0">
                    <a:schemeClr val="tx1">
                      <a:alpha val="40000"/>
                    </a:schemeClr>
                  </a:gs>
                  <a:gs pos="100000">
                    <a:srgbClr val="F2F2F2">
                      <a:alpha val="0"/>
                    </a:srgbClr>
                  </a:gs>
                </a:gsLst>
                <a:lin ang="5400000" scaled="1"/>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83" name="椭圆 82"/>
              <p:cNvSpPr/>
              <p:nvPr/>
            </p:nvSpPr>
            <p:spPr>
              <a:xfrm>
                <a:off x="4027130" y="2149856"/>
                <a:ext cx="983488" cy="983488"/>
              </a:xfrm>
              <a:prstGeom prst="ellipse">
                <a:avLst/>
              </a:prstGeom>
              <a:gradFill>
                <a:gsLst>
                  <a:gs pos="100000">
                    <a:srgbClr val="01ACBE"/>
                  </a:gs>
                  <a:gs pos="53000">
                    <a:srgbClr val="01C4D9"/>
                  </a:gs>
                  <a:gs pos="0">
                    <a:srgbClr val="5EEFFE"/>
                  </a:gs>
                </a:gsLst>
                <a:lin ang="5400000" scaled="1"/>
              </a:gradFill>
              <a:ln>
                <a:noFill/>
              </a:ln>
              <a:effectLst>
                <a:outerShdw blurRad="152400" dist="76200" dir="5400000" algn="t"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84" name="椭圆 83"/>
              <p:cNvSpPr/>
              <p:nvPr/>
            </p:nvSpPr>
            <p:spPr>
              <a:xfrm>
                <a:off x="4042846" y="2149856"/>
                <a:ext cx="983488" cy="983488"/>
              </a:xfrm>
              <a:prstGeom prst="ellipse">
                <a:avLst/>
              </a:prstGeom>
              <a:solidFill>
                <a:schemeClr val="accent1">
                  <a:lumMod val="100000"/>
                </a:schemeClr>
              </a:solidFill>
              <a:ln>
                <a:noFill/>
              </a:ln>
              <a:effectLst>
                <a:innerShdw blurRad="304800" dist="63500" dir="5400000">
                  <a:srgbClr val="392143">
                    <a:alpha val="49804"/>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78" name="椭圆 67"/>
            <p:cNvSpPr/>
            <p:nvPr/>
          </p:nvSpPr>
          <p:spPr>
            <a:xfrm>
              <a:off x="3213697" y="1790714"/>
              <a:ext cx="506805" cy="189589"/>
            </a:xfrm>
            <a:custGeom>
              <a:avLst/>
              <a:gdLst>
                <a:gd name="connsiteX0" fmla="*/ 0 w 812800"/>
                <a:gd name="connsiteY0" fmla="*/ 406400 h 812800"/>
                <a:gd name="connsiteX1" fmla="*/ 406400 w 812800"/>
                <a:gd name="connsiteY1" fmla="*/ 0 h 812800"/>
                <a:gd name="connsiteX2" fmla="*/ 812800 w 812800"/>
                <a:gd name="connsiteY2" fmla="*/ 406400 h 812800"/>
                <a:gd name="connsiteX3" fmla="*/ 406400 w 812800"/>
                <a:gd name="connsiteY3" fmla="*/ 812800 h 812800"/>
                <a:gd name="connsiteX4" fmla="*/ 0 w 812800"/>
                <a:gd name="connsiteY4" fmla="*/ 406400 h 812800"/>
                <a:gd name="connsiteX0-1" fmla="*/ 0 w 812800"/>
                <a:gd name="connsiteY0-2" fmla="*/ 406400 h 457199"/>
                <a:gd name="connsiteX1-3" fmla="*/ 406400 w 812800"/>
                <a:gd name="connsiteY1-4" fmla="*/ 0 h 457199"/>
                <a:gd name="connsiteX2-5" fmla="*/ 812800 w 812800"/>
                <a:gd name="connsiteY2-6" fmla="*/ 406400 h 457199"/>
                <a:gd name="connsiteX3-7" fmla="*/ 0 w 812800"/>
                <a:gd name="connsiteY3-8" fmla="*/ 406400 h 457199"/>
                <a:gd name="connsiteX0-9" fmla="*/ 0 w 812800"/>
                <a:gd name="connsiteY0-10" fmla="*/ 406400 h 421420"/>
                <a:gd name="connsiteX1-11" fmla="*/ 406400 w 812800"/>
                <a:gd name="connsiteY1-12" fmla="*/ 0 h 421420"/>
                <a:gd name="connsiteX2-13" fmla="*/ 812800 w 812800"/>
                <a:gd name="connsiteY2-14" fmla="*/ 406400 h 421420"/>
                <a:gd name="connsiteX3-15" fmla="*/ 0 w 812800"/>
                <a:gd name="connsiteY3-16" fmla="*/ 406400 h 421420"/>
                <a:gd name="connsiteX0-17" fmla="*/ 0 w 812800"/>
                <a:gd name="connsiteY0-18" fmla="*/ 406400 h 406400"/>
                <a:gd name="connsiteX1-19" fmla="*/ 406400 w 812800"/>
                <a:gd name="connsiteY1-20" fmla="*/ 0 h 406400"/>
                <a:gd name="connsiteX2-21" fmla="*/ 812800 w 812800"/>
                <a:gd name="connsiteY2-22" fmla="*/ 406400 h 406400"/>
                <a:gd name="connsiteX3-23" fmla="*/ 0 w 812800"/>
                <a:gd name="connsiteY3-24" fmla="*/ 406400 h 406400"/>
                <a:gd name="connsiteX0-25" fmla="*/ 0 w 812800"/>
                <a:gd name="connsiteY0-26" fmla="*/ 406400 h 406400"/>
                <a:gd name="connsiteX1-27" fmla="*/ 406400 w 812800"/>
                <a:gd name="connsiteY1-28" fmla="*/ 0 h 406400"/>
                <a:gd name="connsiteX2-29" fmla="*/ 812800 w 812800"/>
                <a:gd name="connsiteY2-30" fmla="*/ 406400 h 406400"/>
                <a:gd name="connsiteX3-31" fmla="*/ 0 w 812800"/>
                <a:gd name="connsiteY3-32" fmla="*/ 406400 h 406400"/>
                <a:gd name="connsiteX0-33" fmla="*/ 0 w 812800"/>
                <a:gd name="connsiteY0-34" fmla="*/ 406400 h 406400"/>
                <a:gd name="connsiteX1-35" fmla="*/ 406400 w 812800"/>
                <a:gd name="connsiteY1-36" fmla="*/ 0 h 406400"/>
                <a:gd name="connsiteX2-37" fmla="*/ 812800 w 812800"/>
                <a:gd name="connsiteY2-38" fmla="*/ 406400 h 406400"/>
                <a:gd name="connsiteX3-39" fmla="*/ 0 w 812800"/>
                <a:gd name="connsiteY3-40" fmla="*/ 406400 h 406400"/>
              </a:gdLst>
              <a:ahLst/>
              <a:cxnLst>
                <a:cxn ang="0">
                  <a:pos x="connsiteX0-1" y="connsiteY0-2"/>
                </a:cxn>
                <a:cxn ang="0">
                  <a:pos x="connsiteX1-3" y="connsiteY1-4"/>
                </a:cxn>
                <a:cxn ang="0">
                  <a:pos x="connsiteX2-5" y="connsiteY2-6"/>
                </a:cxn>
                <a:cxn ang="0">
                  <a:pos x="connsiteX3-7" y="connsiteY3-8"/>
                </a:cxn>
              </a:cxnLst>
              <a:rect l="l" t="t" r="r" b="b"/>
              <a:pathLst>
                <a:path w="812800" h="406400">
                  <a:moveTo>
                    <a:pt x="0" y="406400"/>
                  </a:moveTo>
                  <a:cubicBezTo>
                    <a:pt x="0" y="181951"/>
                    <a:pt x="181951" y="0"/>
                    <a:pt x="406400" y="0"/>
                  </a:cubicBezTo>
                  <a:cubicBezTo>
                    <a:pt x="630849" y="0"/>
                    <a:pt x="812800" y="181951"/>
                    <a:pt x="812800" y="406400"/>
                  </a:cubicBezTo>
                  <a:cubicBezTo>
                    <a:pt x="501227" y="268393"/>
                    <a:pt x="281093" y="253153"/>
                    <a:pt x="0" y="406400"/>
                  </a:cubicBezTo>
                  <a:close/>
                </a:path>
              </a:pathLst>
            </a:cu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79" name="文本框 78"/>
            <p:cNvSpPr txBox="1"/>
            <p:nvPr/>
          </p:nvSpPr>
          <p:spPr>
            <a:xfrm>
              <a:off x="3110782" y="1883584"/>
              <a:ext cx="738612" cy="523220"/>
            </a:xfrm>
            <a:prstGeom prst="rect">
              <a:avLst/>
            </a:prstGeom>
            <a:noFill/>
          </p:spPr>
          <p:txBody>
            <a:bodyPr wrap="square" rtlCol="0">
              <a:spAutoFit/>
            </a:bodyPr>
            <a:lstStyle/>
            <a:p>
              <a:pPr algn="ctr"/>
              <a:r>
                <a:rPr lang="en-US" altLang="zh-CN" sz="2800" dirty="0">
                  <a:solidFill>
                    <a:schemeClr val="bg1"/>
                  </a:solidFill>
                  <a:latin typeface="微软雅黑" panose="020B0503020204020204" pitchFamily="34" charset="-122"/>
                  <a:ea typeface="微软雅黑" panose="020B0503020204020204" pitchFamily="34" charset="-122"/>
                </a:rPr>
                <a:t>04</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nvGrpSpPr>
          <p:cNvPr id="87" name="组合 86"/>
          <p:cNvGrpSpPr/>
          <p:nvPr/>
        </p:nvGrpSpPr>
        <p:grpSpPr>
          <a:xfrm flipH="1" flipV="1">
            <a:off x="2288475" y="1692419"/>
            <a:ext cx="2438687" cy="732476"/>
            <a:chOff x="5246304" y="4593021"/>
            <a:chExt cx="2438687" cy="732476"/>
          </a:xfrm>
        </p:grpSpPr>
        <p:sp>
          <p:nvSpPr>
            <p:cNvPr id="88" name="椭圆 87"/>
            <p:cNvSpPr/>
            <p:nvPr/>
          </p:nvSpPr>
          <p:spPr>
            <a:xfrm>
              <a:off x="5246304" y="4593021"/>
              <a:ext cx="118623" cy="11862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89" name="任意多边形 88"/>
            <p:cNvSpPr/>
            <p:nvPr/>
          </p:nvSpPr>
          <p:spPr>
            <a:xfrm>
              <a:off x="5335429" y="4686869"/>
              <a:ext cx="2349562" cy="638628"/>
            </a:xfrm>
            <a:custGeom>
              <a:avLst/>
              <a:gdLst>
                <a:gd name="connsiteX0" fmla="*/ 0 w 2815771"/>
                <a:gd name="connsiteY0" fmla="*/ 0 h 638628"/>
                <a:gd name="connsiteX1" fmla="*/ 725714 w 2815771"/>
                <a:gd name="connsiteY1" fmla="*/ 638628 h 638628"/>
                <a:gd name="connsiteX2" fmla="*/ 2815771 w 2815771"/>
                <a:gd name="connsiteY2" fmla="*/ 638628 h 638628"/>
              </a:gdLst>
              <a:ahLst/>
              <a:cxnLst>
                <a:cxn ang="0">
                  <a:pos x="connsiteX0" y="connsiteY0"/>
                </a:cxn>
                <a:cxn ang="0">
                  <a:pos x="connsiteX1" y="connsiteY1"/>
                </a:cxn>
                <a:cxn ang="0">
                  <a:pos x="connsiteX2" y="connsiteY2"/>
                </a:cxn>
              </a:cxnLst>
              <a:rect l="l" t="t" r="r" b="b"/>
              <a:pathLst>
                <a:path w="2815771" h="638628">
                  <a:moveTo>
                    <a:pt x="0" y="0"/>
                  </a:moveTo>
                  <a:lnTo>
                    <a:pt x="725714" y="638628"/>
                  </a:lnTo>
                  <a:lnTo>
                    <a:pt x="2815771" y="638628"/>
                  </a:lnTo>
                </a:path>
              </a:pathLst>
            </a:custGeom>
            <a:noFill/>
            <a:ln w="190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90" name="组合 89"/>
          <p:cNvGrpSpPr/>
          <p:nvPr/>
        </p:nvGrpSpPr>
        <p:grpSpPr>
          <a:xfrm flipH="1">
            <a:off x="2288475" y="5138299"/>
            <a:ext cx="2438687" cy="732476"/>
            <a:chOff x="5246304" y="4593021"/>
            <a:chExt cx="2438687" cy="732476"/>
          </a:xfrm>
        </p:grpSpPr>
        <p:sp>
          <p:nvSpPr>
            <p:cNvPr id="91" name="椭圆 90"/>
            <p:cNvSpPr/>
            <p:nvPr/>
          </p:nvSpPr>
          <p:spPr>
            <a:xfrm>
              <a:off x="5246304" y="4593021"/>
              <a:ext cx="118623" cy="11862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2" name="任意多边形 91"/>
            <p:cNvSpPr/>
            <p:nvPr/>
          </p:nvSpPr>
          <p:spPr>
            <a:xfrm>
              <a:off x="5335429" y="4686869"/>
              <a:ext cx="2349562" cy="638628"/>
            </a:xfrm>
            <a:custGeom>
              <a:avLst/>
              <a:gdLst>
                <a:gd name="connsiteX0" fmla="*/ 0 w 2815771"/>
                <a:gd name="connsiteY0" fmla="*/ 0 h 638628"/>
                <a:gd name="connsiteX1" fmla="*/ 725714 w 2815771"/>
                <a:gd name="connsiteY1" fmla="*/ 638628 h 638628"/>
                <a:gd name="connsiteX2" fmla="*/ 2815771 w 2815771"/>
                <a:gd name="connsiteY2" fmla="*/ 638628 h 638628"/>
              </a:gdLst>
              <a:ahLst/>
              <a:cxnLst>
                <a:cxn ang="0">
                  <a:pos x="connsiteX0" y="connsiteY0"/>
                </a:cxn>
                <a:cxn ang="0">
                  <a:pos x="connsiteX1" y="connsiteY1"/>
                </a:cxn>
                <a:cxn ang="0">
                  <a:pos x="connsiteX2" y="connsiteY2"/>
                </a:cxn>
              </a:cxnLst>
              <a:rect l="l" t="t" r="r" b="b"/>
              <a:pathLst>
                <a:path w="2815771" h="638628">
                  <a:moveTo>
                    <a:pt x="0" y="0"/>
                  </a:moveTo>
                  <a:lnTo>
                    <a:pt x="725714" y="638628"/>
                  </a:lnTo>
                  <a:lnTo>
                    <a:pt x="2815771" y="638628"/>
                  </a:lnTo>
                </a:path>
              </a:pathLst>
            </a:custGeom>
            <a:noFill/>
            <a:ln w="190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93" name="组合 92"/>
          <p:cNvGrpSpPr/>
          <p:nvPr/>
        </p:nvGrpSpPr>
        <p:grpSpPr>
          <a:xfrm flipV="1">
            <a:off x="7443705" y="1692419"/>
            <a:ext cx="2438687" cy="732476"/>
            <a:chOff x="5246304" y="4593021"/>
            <a:chExt cx="2438687" cy="732476"/>
          </a:xfrm>
        </p:grpSpPr>
        <p:sp>
          <p:nvSpPr>
            <p:cNvPr id="94" name="椭圆 93"/>
            <p:cNvSpPr/>
            <p:nvPr/>
          </p:nvSpPr>
          <p:spPr>
            <a:xfrm>
              <a:off x="5246304" y="4593021"/>
              <a:ext cx="118623" cy="11862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5" name="任意多边形 94"/>
            <p:cNvSpPr/>
            <p:nvPr/>
          </p:nvSpPr>
          <p:spPr>
            <a:xfrm>
              <a:off x="5335429" y="4686869"/>
              <a:ext cx="2349562" cy="638628"/>
            </a:xfrm>
            <a:custGeom>
              <a:avLst/>
              <a:gdLst>
                <a:gd name="connsiteX0" fmla="*/ 0 w 2815771"/>
                <a:gd name="connsiteY0" fmla="*/ 0 h 638628"/>
                <a:gd name="connsiteX1" fmla="*/ 725714 w 2815771"/>
                <a:gd name="connsiteY1" fmla="*/ 638628 h 638628"/>
                <a:gd name="connsiteX2" fmla="*/ 2815771 w 2815771"/>
                <a:gd name="connsiteY2" fmla="*/ 638628 h 638628"/>
              </a:gdLst>
              <a:ahLst/>
              <a:cxnLst>
                <a:cxn ang="0">
                  <a:pos x="connsiteX0" y="connsiteY0"/>
                </a:cxn>
                <a:cxn ang="0">
                  <a:pos x="connsiteX1" y="connsiteY1"/>
                </a:cxn>
                <a:cxn ang="0">
                  <a:pos x="connsiteX2" y="connsiteY2"/>
                </a:cxn>
              </a:cxnLst>
              <a:rect l="l" t="t" r="r" b="b"/>
              <a:pathLst>
                <a:path w="2815771" h="638628">
                  <a:moveTo>
                    <a:pt x="0" y="0"/>
                  </a:moveTo>
                  <a:lnTo>
                    <a:pt x="725714" y="638628"/>
                  </a:lnTo>
                  <a:lnTo>
                    <a:pt x="2815771" y="638628"/>
                  </a:lnTo>
                </a:path>
              </a:pathLst>
            </a:custGeom>
            <a:noFill/>
            <a:ln w="190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96" name="组合 95"/>
          <p:cNvGrpSpPr/>
          <p:nvPr/>
        </p:nvGrpSpPr>
        <p:grpSpPr>
          <a:xfrm>
            <a:off x="7443705" y="5138299"/>
            <a:ext cx="2438687" cy="732476"/>
            <a:chOff x="5246304" y="4593021"/>
            <a:chExt cx="2438687" cy="732476"/>
          </a:xfrm>
        </p:grpSpPr>
        <p:sp>
          <p:nvSpPr>
            <p:cNvPr id="97" name="椭圆 96"/>
            <p:cNvSpPr/>
            <p:nvPr/>
          </p:nvSpPr>
          <p:spPr>
            <a:xfrm>
              <a:off x="5246304" y="4593021"/>
              <a:ext cx="118623" cy="11862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8" name="任意多边形 97"/>
            <p:cNvSpPr/>
            <p:nvPr/>
          </p:nvSpPr>
          <p:spPr>
            <a:xfrm>
              <a:off x="5335429" y="4686869"/>
              <a:ext cx="2349562" cy="638628"/>
            </a:xfrm>
            <a:custGeom>
              <a:avLst/>
              <a:gdLst>
                <a:gd name="connsiteX0" fmla="*/ 0 w 2815771"/>
                <a:gd name="connsiteY0" fmla="*/ 0 h 638628"/>
                <a:gd name="connsiteX1" fmla="*/ 725714 w 2815771"/>
                <a:gd name="connsiteY1" fmla="*/ 638628 h 638628"/>
                <a:gd name="connsiteX2" fmla="*/ 2815771 w 2815771"/>
                <a:gd name="connsiteY2" fmla="*/ 638628 h 638628"/>
              </a:gdLst>
              <a:ahLst/>
              <a:cxnLst>
                <a:cxn ang="0">
                  <a:pos x="connsiteX0" y="connsiteY0"/>
                </a:cxn>
                <a:cxn ang="0">
                  <a:pos x="connsiteX1" y="connsiteY1"/>
                </a:cxn>
                <a:cxn ang="0">
                  <a:pos x="connsiteX2" y="connsiteY2"/>
                </a:cxn>
              </a:cxnLst>
              <a:rect l="l" t="t" r="r" b="b"/>
              <a:pathLst>
                <a:path w="2815771" h="638628">
                  <a:moveTo>
                    <a:pt x="0" y="0"/>
                  </a:moveTo>
                  <a:lnTo>
                    <a:pt x="725714" y="638628"/>
                  </a:lnTo>
                  <a:lnTo>
                    <a:pt x="2815771" y="638628"/>
                  </a:lnTo>
                </a:path>
              </a:pathLst>
            </a:custGeom>
            <a:noFill/>
            <a:ln w="190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135" name="组合 134"/>
          <p:cNvGrpSpPr/>
          <p:nvPr/>
        </p:nvGrpSpPr>
        <p:grpSpPr>
          <a:xfrm>
            <a:off x="1375413" y="1805619"/>
            <a:ext cx="2130114" cy="598490"/>
            <a:chOff x="874712" y="3408258"/>
            <a:chExt cx="2371844" cy="598490"/>
          </a:xfrm>
        </p:grpSpPr>
        <p:sp>
          <p:nvSpPr>
            <p:cNvPr id="136" name="矩形 135"/>
            <p:cNvSpPr/>
            <p:nvPr/>
          </p:nvSpPr>
          <p:spPr>
            <a:xfrm>
              <a:off x="874712" y="3677812"/>
              <a:ext cx="2371844" cy="328936"/>
            </a:xfrm>
            <a:prstGeom prst="rect">
              <a:avLst/>
            </a:prstGeom>
          </p:spPr>
          <p:txBody>
            <a:bodyPr wrap="square">
              <a:spAutoFit/>
              <a:scene3d>
                <a:camera prst="orthographicFront"/>
                <a:lightRig rig="threePt" dir="t"/>
              </a:scene3d>
              <a:sp3d contourW="12700"/>
            </a:bodyPr>
            <a:lstStyle/>
            <a:p>
              <a:pPr>
                <a:lnSpc>
                  <a:spcPct val="120000"/>
                </a:lnSpc>
              </a:pPr>
              <a:endParaRPr lang="en-US" altLang="zh-CN" sz="1400" dirty="0">
                <a:latin typeface="微软雅黑" panose="020B0503020204020204" pitchFamily="34" charset="-122"/>
                <a:ea typeface="微软雅黑" panose="020B0503020204020204" pitchFamily="34" charset="-122"/>
              </a:endParaRPr>
            </a:p>
          </p:txBody>
        </p:sp>
        <p:sp>
          <p:nvSpPr>
            <p:cNvPr id="137" name="矩形 136"/>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latin typeface="微软雅黑" panose="020B0503020204020204" pitchFamily="34" charset="-122"/>
                  <a:ea typeface="微软雅黑" panose="020B0503020204020204" pitchFamily="34" charset="-122"/>
                </a:rPr>
                <a:t>输入标题</a:t>
              </a:r>
            </a:p>
          </p:txBody>
        </p:sp>
      </p:grpSp>
      <p:grpSp>
        <p:nvGrpSpPr>
          <p:cNvPr id="138" name="组合 137"/>
          <p:cNvGrpSpPr/>
          <p:nvPr/>
        </p:nvGrpSpPr>
        <p:grpSpPr>
          <a:xfrm>
            <a:off x="8355977" y="1805619"/>
            <a:ext cx="2130114" cy="1176515"/>
            <a:chOff x="874712" y="3408258"/>
            <a:chExt cx="2371844" cy="1176515"/>
          </a:xfrm>
        </p:grpSpPr>
        <p:sp>
          <p:nvSpPr>
            <p:cNvPr id="139" name="矩形 138"/>
            <p:cNvSpPr/>
            <p:nvPr/>
          </p:nvSpPr>
          <p:spPr>
            <a:xfrm>
              <a:off x="874712" y="3738772"/>
              <a:ext cx="237184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latin typeface="微软雅黑" panose="020B0503020204020204" pitchFamily="34" charset="-122"/>
                <a:ea typeface="微软雅黑" panose="020B0503020204020204" pitchFamily="34" charset="-122"/>
              </a:endParaRPr>
            </a:p>
          </p:txBody>
        </p:sp>
        <p:sp>
          <p:nvSpPr>
            <p:cNvPr id="140" name="矩形 139"/>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latin typeface="微软雅黑" panose="020B0503020204020204" pitchFamily="34" charset="-122"/>
                  <a:ea typeface="微软雅黑" panose="020B0503020204020204" pitchFamily="34" charset="-122"/>
                </a:rPr>
                <a:t>输入标题</a:t>
              </a:r>
            </a:p>
          </p:txBody>
        </p:sp>
      </p:grpSp>
      <p:grpSp>
        <p:nvGrpSpPr>
          <p:cNvPr id="141" name="组合 140"/>
          <p:cNvGrpSpPr/>
          <p:nvPr/>
        </p:nvGrpSpPr>
        <p:grpSpPr>
          <a:xfrm>
            <a:off x="1375413" y="4653200"/>
            <a:ext cx="2130114" cy="1188707"/>
            <a:chOff x="874712" y="3408258"/>
            <a:chExt cx="2371844" cy="1188707"/>
          </a:xfrm>
        </p:grpSpPr>
        <p:sp>
          <p:nvSpPr>
            <p:cNvPr id="142" name="矩形 141"/>
            <p:cNvSpPr/>
            <p:nvPr/>
          </p:nvSpPr>
          <p:spPr>
            <a:xfrm>
              <a:off x="874712" y="3750964"/>
              <a:ext cx="237184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latin typeface="微软雅黑" panose="020B0503020204020204" pitchFamily="34" charset="-122"/>
                <a:ea typeface="微软雅黑" panose="020B0503020204020204" pitchFamily="34" charset="-122"/>
              </a:endParaRPr>
            </a:p>
          </p:txBody>
        </p:sp>
        <p:sp>
          <p:nvSpPr>
            <p:cNvPr id="143" name="矩形 142"/>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latin typeface="微软雅黑" panose="020B0503020204020204" pitchFamily="34" charset="-122"/>
                  <a:ea typeface="微软雅黑" panose="020B0503020204020204" pitchFamily="34" charset="-122"/>
                </a:rPr>
                <a:t>输入标题</a:t>
              </a:r>
            </a:p>
          </p:txBody>
        </p:sp>
      </p:grpSp>
      <p:grpSp>
        <p:nvGrpSpPr>
          <p:cNvPr id="144" name="组合 143"/>
          <p:cNvGrpSpPr/>
          <p:nvPr/>
        </p:nvGrpSpPr>
        <p:grpSpPr>
          <a:xfrm>
            <a:off x="8355977" y="4677584"/>
            <a:ext cx="2130114" cy="1164323"/>
            <a:chOff x="874712" y="3408258"/>
            <a:chExt cx="2371844" cy="1164323"/>
          </a:xfrm>
        </p:grpSpPr>
        <p:sp>
          <p:nvSpPr>
            <p:cNvPr id="145" name="矩形 144"/>
            <p:cNvSpPr/>
            <p:nvPr/>
          </p:nvSpPr>
          <p:spPr>
            <a:xfrm>
              <a:off x="874712" y="3726580"/>
              <a:ext cx="237184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latin typeface="微软雅黑" panose="020B0503020204020204" pitchFamily="34" charset="-122"/>
                <a:ea typeface="微软雅黑" panose="020B0503020204020204" pitchFamily="34" charset="-122"/>
              </a:endParaRPr>
            </a:p>
          </p:txBody>
        </p:sp>
        <p:sp>
          <p:nvSpPr>
            <p:cNvPr id="146" name="矩形 145"/>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latin typeface="微软雅黑" panose="020B0503020204020204" pitchFamily="34" charset="-122"/>
                  <a:ea typeface="微软雅黑" panose="020B0503020204020204" pitchFamily="34" charset="-122"/>
                </a:rPr>
                <a:t>输入标题</a:t>
              </a:r>
            </a:p>
          </p:txBody>
        </p:sp>
      </p:grpSp>
      <p:sp>
        <p:nvSpPr>
          <p:cNvPr id="99" name="矩形 98">
            <a:extLst>
              <a:ext uri="{FF2B5EF4-FFF2-40B4-BE49-F238E27FC236}">
                <a16:creationId xmlns:a16="http://schemas.microsoft.com/office/drawing/2014/main" id="{007A8C00-7EBB-B848-B987-D1D9F479D6B0}"/>
              </a:ext>
            </a:extLst>
          </p:cNvPr>
          <p:cNvSpPr/>
          <p:nvPr/>
        </p:nvSpPr>
        <p:spPr>
          <a:xfrm>
            <a:off x="1358263" y="2166608"/>
            <a:ext cx="213011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latin typeface="微软雅黑" panose="020B0503020204020204" pitchFamily="34" charset="-122"/>
              <a:ea typeface="微软雅黑" panose="020B0503020204020204" pitchFamily="34" charset="-122"/>
            </a:endParaRPr>
          </a:p>
        </p:txBody>
      </p:sp>
      <p:sp>
        <p:nvSpPr>
          <p:cNvPr id="104" name="Text Box 4">
            <a:extLst>
              <a:ext uri="{FF2B5EF4-FFF2-40B4-BE49-F238E27FC236}">
                <a16:creationId xmlns:a16="http://schemas.microsoft.com/office/drawing/2014/main" id="{796082F9-9A11-AD43-94B5-B7E25828E3DA}"/>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05" name="Half Frame 12">
            <a:extLst>
              <a:ext uri="{FF2B5EF4-FFF2-40B4-BE49-F238E27FC236}">
                <a16:creationId xmlns:a16="http://schemas.microsoft.com/office/drawing/2014/main" id="{FAC51A8B-C1F8-3547-B07E-ADB28F03EDF6}"/>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106" name="直线连接符 105">
            <a:extLst>
              <a:ext uri="{FF2B5EF4-FFF2-40B4-BE49-F238E27FC236}">
                <a16:creationId xmlns:a16="http://schemas.microsoft.com/office/drawing/2014/main" id="{1DA72B35-E965-E247-8DDD-E0182F80B5C2}"/>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advTm="0">
        <p14:prism isInverted="1"/>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0000" fill="hold" nodeType="afterEffect" p14:presetBounceEnd="40000">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14:bounceEnd="40000">
                                          <p:cBhvr additive="base">
                                            <p:cTn id="7" dur="1250" fill="hold"/>
                                            <p:tgtEl>
                                              <p:spTgt spid="43"/>
                                            </p:tgtEl>
                                            <p:attrNameLst>
                                              <p:attrName>ppt_x</p:attrName>
                                            </p:attrNameLst>
                                          </p:cBhvr>
                                          <p:tavLst>
                                            <p:tav tm="0">
                                              <p:val>
                                                <p:strVal val="0-#ppt_w/2"/>
                                              </p:val>
                                            </p:tav>
                                            <p:tav tm="100000">
                                              <p:val>
                                                <p:strVal val="#ppt_x"/>
                                              </p:val>
                                            </p:tav>
                                          </p:tavLst>
                                        </p:anim>
                                        <p:anim calcmode="lin" valueType="num" p14:bounceEnd="40000">
                                          <p:cBhvr additive="base">
                                            <p:cTn id="8" dur="1250" fill="hold"/>
                                            <p:tgtEl>
                                              <p:spTgt spid="43"/>
                                            </p:tgtEl>
                                            <p:attrNameLst>
                                              <p:attrName>ppt_y</p:attrName>
                                            </p:attrNameLst>
                                          </p:cBhvr>
                                          <p:tavLst>
                                            <p:tav tm="0">
                                              <p:val>
                                                <p:strVal val="#ppt_y"/>
                                              </p:val>
                                            </p:tav>
                                            <p:tav tm="100000">
                                              <p:val>
                                                <p:strVal val="#ppt_y"/>
                                              </p:val>
                                            </p:tav>
                                          </p:tavLst>
                                        </p:anim>
                                      </p:childTnLst>
                                    </p:cTn>
                                  </p:par>
                                  <p:par>
                                    <p:cTn id="9" presetID="2" presetClass="entr" presetSubtype="8" accel="40000" fill="hold" nodeType="withEffect" p14:presetBounceEnd="40000">
                                      <p:stCondLst>
                                        <p:cond delay="250"/>
                                      </p:stCondLst>
                                      <p:childTnLst>
                                        <p:set>
                                          <p:cBhvr>
                                            <p:cTn id="10" dur="1" fill="hold">
                                              <p:stCondLst>
                                                <p:cond delay="0"/>
                                              </p:stCondLst>
                                            </p:cTn>
                                            <p:tgtEl>
                                              <p:spTgt spid="54"/>
                                            </p:tgtEl>
                                            <p:attrNameLst>
                                              <p:attrName>style.visibility</p:attrName>
                                            </p:attrNameLst>
                                          </p:cBhvr>
                                          <p:to>
                                            <p:strVal val="visible"/>
                                          </p:to>
                                        </p:set>
                                        <p:anim calcmode="lin" valueType="num" p14:bounceEnd="40000">
                                          <p:cBhvr additive="base">
                                            <p:cTn id="11" dur="1250" fill="hold"/>
                                            <p:tgtEl>
                                              <p:spTgt spid="54"/>
                                            </p:tgtEl>
                                            <p:attrNameLst>
                                              <p:attrName>ppt_x</p:attrName>
                                            </p:attrNameLst>
                                          </p:cBhvr>
                                          <p:tavLst>
                                            <p:tav tm="0">
                                              <p:val>
                                                <p:strVal val="0-#ppt_w/2"/>
                                              </p:val>
                                            </p:tav>
                                            <p:tav tm="100000">
                                              <p:val>
                                                <p:strVal val="#ppt_x"/>
                                              </p:val>
                                            </p:tav>
                                          </p:tavLst>
                                        </p:anim>
                                        <p:anim calcmode="lin" valueType="num" p14:bounceEnd="40000">
                                          <p:cBhvr additive="base">
                                            <p:cTn id="12" dur="1250" fill="hold"/>
                                            <p:tgtEl>
                                              <p:spTgt spid="54"/>
                                            </p:tgtEl>
                                            <p:attrNameLst>
                                              <p:attrName>ppt_y</p:attrName>
                                            </p:attrNameLst>
                                          </p:cBhvr>
                                          <p:tavLst>
                                            <p:tav tm="0">
                                              <p:val>
                                                <p:strVal val="#ppt_y"/>
                                              </p:val>
                                            </p:tav>
                                            <p:tav tm="100000">
                                              <p:val>
                                                <p:strVal val="#ppt_y"/>
                                              </p:val>
                                            </p:tav>
                                          </p:tavLst>
                                        </p:anim>
                                      </p:childTnLst>
                                    </p:cTn>
                                  </p:par>
                                  <p:par>
                                    <p:cTn id="13" presetID="2" presetClass="entr" presetSubtype="8" accel="40000" fill="hold" nodeType="withEffect" p14:presetBounceEnd="40000">
                                      <p:stCondLst>
                                        <p:cond delay="500"/>
                                      </p:stCondLst>
                                      <p:childTnLst>
                                        <p:set>
                                          <p:cBhvr>
                                            <p:cTn id="14" dur="1" fill="hold">
                                              <p:stCondLst>
                                                <p:cond delay="0"/>
                                              </p:stCondLst>
                                            </p:cTn>
                                            <p:tgtEl>
                                              <p:spTgt spid="65"/>
                                            </p:tgtEl>
                                            <p:attrNameLst>
                                              <p:attrName>style.visibility</p:attrName>
                                            </p:attrNameLst>
                                          </p:cBhvr>
                                          <p:to>
                                            <p:strVal val="visible"/>
                                          </p:to>
                                        </p:set>
                                        <p:anim calcmode="lin" valueType="num" p14:bounceEnd="40000">
                                          <p:cBhvr additive="base">
                                            <p:cTn id="15" dur="1250" fill="hold"/>
                                            <p:tgtEl>
                                              <p:spTgt spid="65"/>
                                            </p:tgtEl>
                                            <p:attrNameLst>
                                              <p:attrName>ppt_x</p:attrName>
                                            </p:attrNameLst>
                                          </p:cBhvr>
                                          <p:tavLst>
                                            <p:tav tm="0">
                                              <p:val>
                                                <p:strVal val="0-#ppt_w/2"/>
                                              </p:val>
                                            </p:tav>
                                            <p:tav tm="100000">
                                              <p:val>
                                                <p:strVal val="#ppt_x"/>
                                              </p:val>
                                            </p:tav>
                                          </p:tavLst>
                                        </p:anim>
                                        <p:anim calcmode="lin" valueType="num" p14:bounceEnd="40000">
                                          <p:cBhvr additive="base">
                                            <p:cTn id="16" dur="1250" fill="hold"/>
                                            <p:tgtEl>
                                              <p:spTgt spid="65"/>
                                            </p:tgtEl>
                                            <p:attrNameLst>
                                              <p:attrName>ppt_y</p:attrName>
                                            </p:attrNameLst>
                                          </p:cBhvr>
                                          <p:tavLst>
                                            <p:tav tm="0">
                                              <p:val>
                                                <p:strVal val="#ppt_y"/>
                                              </p:val>
                                            </p:tav>
                                            <p:tav tm="100000">
                                              <p:val>
                                                <p:strVal val="#ppt_y"/>
                                              </p:val>
                                            </p:tav>
                                          </p:tavLst>
                                        </p:anim>
                                      </p:childTnLst>
                                    </p:cTn>
                                  </p:par>
                                  <p:par>
                                    <p:cTn id="17" presetID="2" presetClass="entr" presetSubtype="8" accel="40000" fill="hold" nodeType="withEffect" p14:presetBounceEnd="40000">
                                      <p:stCondLst>
                                        <p:cond delay="750"/>
                                      </p:stCondLst>
                                      <p:childTnLst>
                                        <p:set>
                                          <p:cBhvr>
                                            <p:cTn id="18" dur="1" fill="hold">
                                              <p:stCondLst>
                                                <p:cond delay="0"/>
                                              </p:stCondLst>
                                            </p:cTn>
                                            <p:tgtEl>
                                              <p:spTgt spid="76"/>
                                            </p:tgtEl>
                                            <p:attrNameLst>
                                              <p:attrName>style.visibility</p:attrName>
                                            </p:attrNameLst>
                                          </p:cBhvr>
                                          <p:to>
                                            <p:strVal val="visible"/>
                                          </p:to>
                                        </p:set>
                                        <p:anim calcmode="lin" valueType="num" p14:bounceEnd="40000">
                                          <p:cBhvr additive="base">
                                            <p:cTn id="19" dur="1250" fill="hold"/>
                                            <p:tgtEl>
                                              <p:spTgt spid="76"/>
                                            </p:tgtEl>
                                            <p:attrNameLst>
                                              <p:attrName>ppt_x</p:attrName>
                                            </p:attrNameLst>
                                          </p:cBhvr>
                                          <p:tavLst>
                                            <p:tav tm="0">
                                              <p:val>
                                                <p:strVal val="0-#ppt_w/2"/>
                                              </p:val>
                                            </p:tav>
                                            <p:tav tm="100000">
                                              <p:val>
                                                <p:strVal val="#ppt_x"/>
                                              </p:val>
                                            </p:tav>
                                          </p:tavLst>
                                        </p:anim>
                                        <p:anim calcmode="lin" valueType="num" p14:bounceEnd="40000">
                                          <p:cBhvr additive="base">
                                            <p:cTn id="20" dur="1250" fill="hold"/>
                                            <p:tgtEl>
                                              <p:spTgt spid="76"/>
                                            </p:tgtEl>
                                            <p:attrNameLst>
                                              <p:attrName>ppt_y</p:attrName>
                                            </p:attrNameLst>
                                          </p:cBhvr>
                                          <p:tavLst>
                                            <p:tav tm="0">
                                              <p:val>
                                                <p:strVal val="#ppt_y"/>
                                              </p:val>
                                            </p:tav>
                                            <p:tav tm="100000">
                                              <p:val>
                                                <p:strVal val="#ppt_y"/>
                                              </p:val>
                                            </p:tav>
                                          </p:tavLst>
                                        </p:anim>
                                      </p:childTnLst>
                                    </p:cTn>
                                  </p:par>
                                </p:childTnLst>
                              </p:cTn>
                            </p:par>
                            <p:par>
                              <p:cTn id="21" fill="hold">
                                <p:stCondLst>
                                  <p:cond delay="2000"/>
                                </p:stCondLst>
                                <p:childTnLst>
                                  <p:par>
                                    <p:cTn id="22" presetID="22" presetClass="entr" presetSubtype="2" fill="hold" nodeType="afterEffect">
                                      <p:stCondLst>
                                        <p:cond delay="0"/>
                                      </p:stCondLst>
                                      <p:childTnLst>
                                        <p:set>
                                          <p:cBhvr>
                                            <p:cTn id="23" dur="1" fill="hold">
                                              <p:stCondLst>
                                                <p:cond delay="0"/>
                                              </p:stCondLst>
                                            </p:cTn>
                                            <p:tgtEl>
                                              <p:spTgt spid="87"/>
                                            </p:tgtEl>
                                            <p:attrNameLst>
                                              <p:attrName>style.visibility</p:attrName>
                                            </p:attrNameLst>
                                          </p:cBhvr>
                                          <p:to>
                                            <p:strVal val="visible"/>
                                          </p:to>
                                        </p:set>
                                        <p:animEffect transition="in" filter="wipe(right)">
                                          <p:cBhvr>
                                            <p:cTn id="24" dur="500"/>
                                            <p:tgtEl>
                                              <p:spTgt spid="87"/>
                                            </p:tgtEl>
                                          </p:cBhvr>
                                        </p:animEffect>
                                      </p:childTnLst>
                                    </p:cTn>
                                  </p:par>
                                  <p:par>
                                    <p:cTn id="25" presetID="22" presetClass="entr" presetSubtype="2" fill="hold" nodeType="withEffect">
                                      <p:stCondLst>
                                        <p:cond delay="0"/>
                                      </p:stCondLst>
                                      <p:childTnLst>
                                        <p:set>
                                          <p:cBhvr>
                                            <p:cTn id="26" dur="1" fill="hold">
                                              <p:stCondLst>
                                                <p:cond delay="0"/>
                                              </p:stCondLst>
                                            </p:cTn>
                                            <p:tgtEl>
                                              <p:spTgt spid="90"/>
                                            </p:tgtEl>
                                            <p:attrNameLst>
                                              <p:attrName>style.visibility</p:attrName>
                                            </p:attrNameLst>
                                          </p:cBhvr>
                                          <p:to>
                                            <p:strVal val="visible"/>
                                          </p:to>
                                        </p:set>
                                        <p:animEffect transition="in" filter="wipe(right)">
                                          <p:cBhvr>
                                            <p:cTn id="27" dur="500"/>
                                            <p:tgtEl>
                                              <p:spTgt spid="90"/>
                                            </p:tgtEl>
                                          </p:cBhvr>
                                        </p:animEffect>
                                      </p:childTnLst>
                                    </p:cTn>
                                  </p:par>
                                  <p:par>
                                    <p:cTn id="28" presetID="22" presetClass="entr" presetSubtype="8" fill="hold" nodeType="withEffect">
                                      <p:stCondLst>
                                        <p:cond delay="0"/>
                                      </p:stCondLst>
                                      <p:childTnLst>
                                        <p:set>
                                          <p:cBhvr>
                                            <p:cTn id="29" dur="1" fill="hold">
                                              <p:stCondLst>
                                                <p:cond delay="0"/>
                                              </p:stCondLst>
                                            </p:cTn>
                                            <p:tgtEl>
                                              <p:spTgt spid="93"/>
                                            </p:tgtEl>
                                            <p:attrNameLst>
                                              <p:attrName>style.visibility</p:attrName>
                                            </p:attrNameLst>
                                          </p:cBhvr>
                                          <p:to>
                                            <p:strVal val="visible"/>
                                          </p:to>
                                        </p:set>
                                        <p:animEffect transition="in" filter="wipe(left)">
                                          <p:cBhvr>
                                            <p:cTn id="30" dur="500"/>
                                            <p:tgtEl>
                                              <p:spTgt spid="93"/>
                                            </p:tgtEl>
                                          </p:cBhvr>
                                        </p:animEffect>
                                      </p:childTnLst>
                                    </p:cTn>
                                  </p:par>
                                  <p:par>
                                    <p:cTn id="31" presetID="22" presetClass="entr" presetSubtype="8" fill="hold" nodeType="withEffect">
                                      <p:stCondLst>
                                        <p:cond delay="0"/>
                                      </p:stCondLst>
                                      <p:childTnLst>
                                        <p:set>
                                          <p:cBhvr>
                                            <p:cTn id="32" dur="1" fill="hold">
                                              <p:stCondLst>
                                                <p:cond delay="0"/>
                                              </p:stCondLst>
                                            </p:cTn>
                                            <p:tgtEl>
                                              <p:spTgt spid="96"/>
                                            </p:tgtEl>
                                            <p:attrNameLst>
                                              <p:attrName>style.visibility</p:attrName>
                                            </p:attrNameLst>
                                          </p:cBhvr>
                                          <p:to>
                                            <p:strVal val="visible"/>
                                          </p:to>
                                        </p:set>
                                        <p:animEffect transition="in" filter="wipe(left)">
                                          <p:cBhvr>
                                            <p:cTn id="33" dur="500"/>
                                            <p:tgtEl>
                                              <p:spTgt spid="96"/>
                                            </p:tgtEl>
                                          </p:cBhvr>
                                        </p:animEffect>
                                      </p:childTnLst>
                                    </p:cTn>
                                  </p:par>
                                  <p:par>
                                    <p:cTn id="34" presetID="2" presetClass="entr" presetSubtype="2" decel="100000" fill="hold" nodeType="withEffect">
                                      <p:stCondLst>
                                        <p:cond delay="0"/>
                                      </p:stCondLst>
                                      <p:childTnLst>
                                        <p:set>
                                          <p:cBhvr>
                                            <p:cTn id="35" dur="1" fill="hold">
                                              <p:stCondLst>
                                                <p:cond delay="0"/>
                                              </p:stCondLst>
                                            </p:cTn>
                                            <p:tgtEl>
                                              <p:spTgt spid="135"/>
                                            </p:tgtEl>
                                            <p:attrNameLst>
                                              <p:attrName>style.visibility</p:attrName>
                                            </p:attrNameLst>
                                          </p:cBhvr>
                                          <p:to>
                                            <p:strVal val="visible"/>
                                          </p:to>
                                        </p:set>
                                        <p:anim calcmode="lin" valueType="num">
                                          <p:cBhvr additive="base">
                                            <p:cTn id="36" dur="1000" fill="hold"/>
                                            <p:tgtEl>
                                              <p:spTgt spid="135"/>
                                            </p:tgtEl>
                                            <p:attrNameLst>
                                              <p:attrName>ppt_x</p:attrName>
                                            </p:attrNameLst>
                                          </p:cBhvr>
                                          <p:tavLst>
                                            <p:tav tm="0">
                                              <p:val>
                                                <p:strVal val="1+#ppt_w/2"/>
                                              </p:val>
                                            </p:tav>
                                            <p:tav tm="100000">
                                              <p:val>
                                                <p:strVal val="#ppt_x"/>
                                              </p:val>
                                            </p:tav>
                                          </p:tavLst>
                                        </p:anim>
                                        <p:anim calcmode="lin" valueType="num">
                                          <p:cBhvr additive="base">
                                            <p:cTn id="37" dur="1000" fill="hold"/>
                                            <p:tgtEl>
                                              <p:spTgt spid="135"/>
                                            </p:tgtEl>
                                            <p:attrNameLst>
                                              <p:attrName>ppt_y</p:attrName>
                                            </p:attrNameLst>
                                          </p:cBhvr>
                                          <p:tavLst>
                                            <p:tav tm="0">
                                              <p:val>
                                                <p:strVal val="#ppt_y"/>
                                              </p:val>
                                            </p:tav>
                                            <p:tav tm="100000">
                                              <p:val>
                                                <p:strVal val="#ppt_y"/>
                                              </p:val>
                                            </p:tav>
                                          </p:tavLst>
                                        </p:anim>
                                      </p:childTnLst>
                                    </p:cTn>
                                  </p:par>
                                  <p:par>
                                    <p:cTn id="38" presetID="2" presetClass="entr" presetSubtype="2" decel="100000" fill="hold" nodeType="withEffect">
                                      <p:stCondLst>
                                        <p:cond delay="0"/>
                                      </p:stCondLst>
                                      <p:childTnLst>
                                        <p:set>
                                          <p:cBhvr>
                                            <p:cTn id="39" dur="1" fill="hold">
                                              <p:stCondLst>
                                                <p:cond delay="0"/>
                                              </p:stCondLst>
                                            </p:cTn>
                                            <p:tgtEl>
                                              <p:spTgt spid="138"/>
                                            </p:tgtEl>
                                            <p:attrNameLst>
                                              <p:attrName>style.visibility</p:attrName>
                                            </p:attrNameLst>
                                          </p:cBhvr>
                                          <p:to>
                                            <p:strVal val="visible"/>
                                          </p:to>
                                        </p:set>
                                        <p:anim calcmode="lin" valueType="num">
                                          <p:cBhvr additive="base">
                                            <p:cTn id="40" dur="1000" fill="hold"/>
                                            <p:tgtEl>
                                              <p:spTgt spid="138"/>
                                            </p:tgtEl>
                                            <p:attrNameLst>
                                              <p:attrName>ppt_x</p:attrName>
                                            </p:attrNameLst>
                                          </p:cBhvr>
                                          <p:tavLst>
                                            <p:tav tm="0">
                                              <p:val>
                                                <p:strVal val="1+#ppt_w/2"/>
                                              </p:val>
                                            </p:tav>
                                            <p:tav tm="100000">
                                              <p:val>
                                                <p:strVal val="#ppt_x"/>
                                              </p:val>
                                            </p:tav>
                                          </p:tavLst>
                                        </p:anim>
                                        <p:anim calcmode="lin" valueType="num">
                                          <p:cBhvr additive="base">
                                            <p:cTn id="41" dur="1000" fill="hold"/>
                                            <p:tgtEl>
                                              <p:spTgt spid="138"/>
                                            </p:tgtEl>
                                            <p:attrNameLst>
                                              <p:attrName>ppt_y</p:attrName>
                                            </p:attrNameLst>
                                          </p:cBhvr>
                                          <p:tavLst>
                                            <p:tav tm="0">
                                              <p:val>
                                                <p:strVal val="#ppt_y"/>
                                              </p:val>
                                            </p:tav>
                                            <p:tav tm="100000">
                                              <p:val>
                                                <p:strVal val="#ppt_y"/>
                                              </p:val>
                                            </p:tav>
                                          </p:tavLst>
                                        </p:anim>
                                      </p:childTnLst>
                                    </p:cTn>
                                  </p:par>
                                  <p:par>
                                    <p:cTn id="42" presetID="2" presetClass="entr" presetSubtype="2" decel="100000" fill="hold" nodeType="withEffect">
                                      <p:stCondLst>
                                        <p:cond delay="0"/>
                                      </p:stCondLst>
                                      <p:childTnLst>
                                        <p:set>
                                          <p:cBhvr>
                                            <p:cTn id="43" dur="1" fill="hold">
                                              <p:stCondLst>
                                                <p:cond delay="0"/>
                                              </p:stCondLst>
                                            </p:cTn>
                                            <p:tgtEl>
                                              <p:spTgt spid="141"/>
                                            </p:tgtEl>
                                            <p:attrNameLst>
                                              <p:attrName>style.visibility</p:attrName>
                                            </p:attrNameLst>
                                          </p:cBhvr>
                                          <p:to>
                                            <p:strVal val="visible"/>
                                          </p:to>
                                        </p:set>
                                        <p:anim calcmode="lin" valueType="num">
                                          <p:cBhvr additive="base">
                                            <p:cTn id="44" dur="1000" fill="hold"/>
                                            <p:tgtEl>
                                              <p:spTgt spid="141"/>
                                            </p:tgtEl>
                                            <p:attrNameLst>
                                              <p:attrName>ppt_x</p:attrName>
                                            </p:attrNameLst>
                                          </p:cBhvr>
                                          <p:tavLst>
                                            <p:tav tm="0">
                                              <p:val>
                                                <p:strVal val="1+#ppt_w/2"/>
                                              </p:val>
                                            </p:tav>
                                            <p:tav tm="100000">
                                              <p:val>
                                                <p:strVal val="#ppt_x"/>
                                              </p:val>
                                            </p:tav>
                                          </p:tavLst>
                                        </p:anim>
                                        <p:anim calcmode="lin" valueType="num">
                                          <p:cBhvr additive="base">
                                            <p:cTn id="45" dur="1000" fill="hold"/>
                                            <p:tgtEl>
                                              <p:spTgt spid="141"/>
                                            </p:tgtEl>
                                            <p:attrNameLst>
                                              <p:attrName>ppt_y</p:attrName>
                                            </p:attrNameLst>
                                          </p:cBhvr>
                                          <p:tavLst>
                                            <p:tav tm="0">
                                              <p:val>
                                                <p:strVal val="#ppt_y"/>
                                              </p:val>
                                            </p:tav>
                                            <p:tav tm="100000">
                                              <p:val>
                                                <p:strVal val="#ppt_y"/>
                                              </p:val>
                                            </p:tav>
                                          </p:tavLst>
                                        </p:anim>
                                      </p:childTnLst>
                                    </p:cTn>
                                  </p:par>
                                  <p:par>
                                    <p:cTn id="46" presetID="2" presetClass="entr" presetSubtype="2" decel="100000" fill="hold" nodeType="withEffect">
                                      <p:stCondLst>
                                        <p:cond delay="0"/>
                                      </p:stCondLst>
                                      <p:childTnLst>
                                        <p:set>
                                          <p:cBhvr>
                                            <p:cTn id="47" dur="1" fill="hold">
                                              <p:stCondLst>
                                                <p:cond delay="0"/>
                                              </p:stCondLst>
                                            </p:cTn>
                                            <p:tgtEl>
                                              <p:spTgt spid="144"/>
                                            </p:tgtEl>
                                            <p:attrNameLst>
                                              <p:attrName>style.visibility</p:attrName>
                                            </p:attrNameLst>
                                          </p:cBhvr>
                                          <p:to>
                                            <p:strVal val="visible"/>
                                          </p:to>
                                        </p:set>
                                        <p:anim calcmode="lin" valueType="num">
                                          <p:cBhvr additive="base">
                                            <p:cTn id="48" dur="1000" fill="hold"/>
                                            <p:tgtEl>
                                              <p:spTgt spid="144"/>
                                            </p:tgtEl>
                                            <p:attrNameLst>
                                              <p:attrName>ppt_x</p:attrName>
                                            </p:attrNameLst>
                                          </p:cBhvr>
                                          <p:tavLst>
                                            <p:tav tm="0">
                                              <p:val>
                                                <p:strVal val="1+#ppt_w/2"/>
                                              </p:val>
                                            </p:tav>
                                            <p:tav tm="100000">
                                              <p:val>
                                                <p:strVal val="#ppt_x"/>
                                              </p:val>
                                            </p:tav>
                                          </p:tavLst>
                                        </p:anim>
                                        <p:anim calcmode="lin" valueType="num">
                                          <p:cBhvr additive="base">
                                            <p:cTn id="49" dur="1000" fill="hold"/>
                                            <p:tgtEl>
                                              <p:spTgt spid="144"/>
                                            </p:tgtEl>
                                            <p:attrNameLst>
                                              <p:attrName>ppt_y</p:attrName>
                                            </p:attrNameLst>
                                          </p:cBhvr>
                                          <p:tavLst>
                                            <p:tav tm="0">
                                              <p:val>
                                                <p:strVal val="#ppt_y"/>
                                              </p:val>
                                            </p:tav>
                                            <p:tav tm="100000">
                                              <p:val>
                                                <p:strVal val="#ppt_y"/>
                                              </p:val>
                                            </p:tav>
                                          </p:tavLst>
                                        </p:anim>
                                      </p:childTnLst>
                                    </p:cTn>
                                  </p:par>
                                  <p:par>
                                    <p:cTn id="50" presetID="2" presetClass="entr" presetSubtype="1" fill="hold" grpId="0" nodeType="withEffect" p14:presetBounceEnd="81000">
                                      <p:stCondLst>
                                        <p:cond delay="0"/>
                                      </p:stCondLst>
                                      <p:childTnLst>
                                        <p:set>
                                          <p:cBhvr>
                                            <p:cTn id="51" dur="1" fill="hold">
                                              <p:stCondLst>
                                                <p:cond delay="0"/>
                                              </p:stCondLst>
                                            </p:cTn>
                                            <p:tgtEl>
                                              <p:spTgt spid="104"/>
                                            </p:tgtEl>
                                            <p:attrNameLst>
                                              <p:attrName>style.visibility</p:attrName>
                                            </p:attrNameLst>
                                          </p:cBhvr>
                                          <p:to>
                                            <p:strVal val="visible"/>
                                          </p:to>
                                        </p:set>
                                        <p:anim calcmode="lin" valueType="num" p14:bounceEnd="81000">
                                          <p:cBhvr additive="base">
                                            <p:cTn id="52" dur="1000" fill="hold"/>
                                            <p:tgtEl>
                                              <p:spTgt spid="104"/>
                                            </p:tgtEl>
                                            <p:attrNameLst>
                                              <p:attrName>ppt_x</p:attrName>
                                            </p:attrNameLst>
                                          </p:cBhvr>
                                          <p:tavLst>
                                            <p:tav tm="0">
                                              <p:val>
                                                <p:strVal val="#ppt_x"/>
                                              </p:val>
                                            </p:tav>
                                            <p:tav tm="100000">
                                              <p:val>
                                                <p:strVal val="#ppt_x"/>
                                              </p:val>
                                            </p:tav>
                                          </p:tavLst>
                                        </p:anim>
                                        <p:anim calcmode="lin" valueType="num" p14:bounceEnd="81000">
                                          <p:cBhvr additive="base">
                                            <p:cTn id="53" dur="1000" fill="hold"/>
                                            <p:tgtEl>
                                              <p:spTgt spid="104"/>
                                            </p:tgtEl>
                                            <p:attrNameLst>
                                              <p:attrName>ppt_y</p:attrName>
                                            </p:attrNameLst>
                                          </p:cBhvr>
                                          <p:tavLst>
                                            <p:tav tm="0">
                                              <p:val>
                                                <p:strVal val="0-#ppt_h/2"/>
                                              </p:val>
                                            </p:tav>
                                            <p:tav tm="100000">
                                              <p:val>
                                                <p:strVal val="#ppt_y"/>
                                              </p:val>
                                            </p:tav>
                                          </p:tavLst>
                                        </p:anim>
                                      </p:childTnLst>
                                    </p:cTn>
                                  </p:par>
                                </p:childTnLst>
                              </p:cTn>
                            </p:par>
                            <p:par>
                              <p:cTn id="54" fill="hold">
                                <p:stCondLst>
                                  <p:cond delay="3000"/>
                                </p:stCondLst>
                                <p:childTnLst>
                                  <p:par>
                                    <p:cTn id="55" presetID="22" presetClass="entr" presetSubtype="8" fill="hold" nodeType="afterEffect">
                                      <p:stCondLst>
                                        <p:cond delay="0"/>
                                      </p:stCondLst>
                                      <p:childTnLst>
                                        <p:set>
                                          <p:cBhvr>
                                            <p:cTn id="56" dur="1" fill="hold">
                                              <p:stCondLst>
                                                <p:cond delay="0"/>
                                              </p:stCondLst>
                                            </p:cTn>
                                            <p:tgtEl>
                                              <p:spTgt spid="105"/>
                                            </p:tgtEl>
                                            <p:attrNameLst>
                                              <p:attrName>style.visibility</p:attrName>
                                            </p:attrNameLst>
                                          </p:cBhvr>
                                          <p:to>
                                            <p:strVal val="visible"/>
                                          </p:to>
                                        </p:set>
                                        <p:animEffect transition="in" filter="wipe(left)">
                                          <p:cBhvr>
                                            <p:cTn id="5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0000" fill="hold" nodeType="after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1250" fill="hold"/>
                                            <p:tgtEl>
                                              <p:spTgt spid="43"/>
                                            </p:tgtEl>
                                            <p:attrNameLst>
                                              <p:attrName>ppt_x</p:attrName>
                                            </p:attrNameLst>
                                          </p:cBhvr>
                                          <p:tavLst>
                                            <p:tav tm="0">
                                              <p:val>
                                                <p:strVal val="0-#ppt_w/2"/>
                                              </p:val>
                                            </p:tav>
                                            <p:tav tm="100000">
                                              <p:val>
                                                <p:strVal val="#ppt_x"/>
                                              </p:val>
                                            </p:tav>
                                          </p:tavLst>
                                        </p:anim>
                                        <p:anim calcmode="lin" valueType="num">
                                          <p:cBhvr additive="base">
                                            <p:cTn id="8" dur="1250" fill="hold"/>
                                            <p:tgtEl>
                                              <p:spTgt spid="43"/>
                                            </p:tgtEl>
                                            <p:attrNameLst>
                                              <p:attrName>ppt_y</p:attrName>
                                            </p:attrNameLst>
                                          </p:cBhvr>
                                          <p:tavLst>
                                            <p:tav tm="0">
                                              <p:val>
                                                <p:strVal val="#ppt_y"/>
                                              </p:val>
                                            </p:tav>
                                            <p:tav tm="100000">
                                              <p:val>
                                                <p:strVal val="#ppt_y"/>
                                              </p:val>
                                            </p:tav>
                                          </p:tavLst>
                                        </p:anim>
                                      </p:childTnLst>
                                    </p:cTn>
                                  </p:par>
                                  <p:par>
                                    <p:cTn id="9" presetID="2" presetClass="entr" presetSubtype="8" accel="40000" fill="hold" nodeType="withEffect">
                                      <p:stCondLst>
                                        <p:cond delay="250"/>
                                      </p:stCondLst>
                                      <p:childTnLst>
                                        <p:set>
                                          <p:cBhvr>
                                            <p:cTn id="10" dur="1" fill="hold">
                                              <p:stCondLst>
                                                <p:cond delay="0"/>
                                              </p:stCondLst>
                                            </p:cTn>
                                            <p:tgtEl>
                                              <p:spTgt spid="54"/>
                                            </p:tgtEl>
                                            <p:attrNameLst>
                                              <p:attrName>style.visibility</p:attrName>
                                            </p:attrNameLst>
                                          </p:cBhvr>
                                          <p:to>
                                            <p:strVal val="visible"/>
                                          </p:to>
                                        </p:set>
                                        <p:anim calcmode="lin" valueType="num">
                                          <p:cBhvr additive="base">
                                            <p:cTn id="11" dur="1250" fill="hold"/>
                                            <p:tgtEl>
                                              <p:spTgt spid="54"/>
                                            </p:tgtEl>
                                            <p:attrNameLst>
                                              <p:attrName>ppt_x</p:attrName>
                                            </p:attrNameLst>
                                          </p:cBhvr>
                                          <p:tavLst>
                                            <p:tav tm="0">
                                              <p:val>
                                                <p:strVal val="0-#ppt_w/2"/>
                                              </p:val>
                                            </p:tav>
                                            <p:tav tm="100000">
                                              <p:val>
                                                <p:strVal val="#ppt_x"/>
                                              </p:val>
                                            </p:tav>
                                          </p:tavLst>
                                        </p:anim>
                                        <p:anim calcmode="lin" valueType="num">
                                          <p:cBhvr additive="base">
                                            <p:cTn id="12" dur="1250" fill="hold"/>
                                            <p:tgtEl>
                                              <p:spTgt spid="54"/>
                                            </p:tgtEl>
                                            <p:attrNameLst>
                                              <p:attrName>ppt_y</p:attrName>
                                            </p:attrNameLst>
                                          </p:cBhvr>
                                          <p:tavLst>
                                            <p:tav tm="0">
                                              <p:val>
                                                <p:strVal val="#ppt_y"/>
                                              </p:val>
                                            </p:tav>
                                            <p:tav tm="100000">
                                              <p:val>
                                                <p:strVal val="#ppt_y"/>
                                              </p:val>
                                            </p:tav>
                                          </p:tavLst>
                                        </p:anim>
                                      </p:childTnLst>
                                    </p:cTn>
                                  </p:par>
                                  <p:par>
                                    <p:cTn id="13" presetID="2" presetClass="entr" presetSubtype="8" accel="40000" fill="hold" nodeType="withEffect">
                                      <p:stCondLst>
                                        <p:cond delay="500"/>
                                      </p:stCondLst>
                                      <p:childTnLst>
                                        <p:set>
                                          <p:cBhvr>
                                            <p:cTn id="14" dur="1" fill="hold">
                                              <p:stCondLst>
                                                <p:cond delay="0"/>
                                              </p:stCondLst>
                                            </p:cTn>
                                            <p:tgtEl>
                                              <p:spTgt spid="65"/>
                                            </p:tgtEl>
                                            <p:attrNameLst>
                                              <p:attrName>style.visibility</p:attrName>
                                            </p:attrNameLst>
                                          </p:cBhvr>
                                          <p:to>
                                            <p:strVal val="visible"/>
                                          </p:to>
                                        </p:set>
                                        <p:anim calcmode="lin" valueType="num">
                                          <p:cBhvr additive="base">
                                            <p:cTn id="15" dur="1250" fill="hold"/>
                                            <p:tgtEl>
                                              <p:spTgt spid="65"/>
                                            </p:tgtEl>
                                            <p:attrNameLst>
                                              <p:attrName>ppt_x</p:attrName>
                                            </p:attrNameLst>
                                          </p:cBhvr>
                                          <p:tavLst>
                                            <p:tav tm="0">
                                              <p:val>
                                                <p:strVal val="0-#ppt_w/2"/>
                                              </p:val>
                                            </p:tav>
                                            <p:tav tm="100000">
                                              <p:val>
                                                <p:strVal val="#ppt_x"/>
                                              </p:val>
                                            </p:tav>
                                          </p:tavLst>
                                        </p:anim>
                                        <p:anim calcmode="lin" valueType="num">
                                          <p:cBhvr additive="base">
                                            <p:cTn id="16" dur="1250" fill="hold"/>
                                            <p:tgtEl>
                                              <p:spTgt spid="65"/>
                                            </p:tgtEl>
                                            <p:attrNameLst>
                                              <p:attrName>ppt_y</p:attrName>
                                            </p:attrNameLst>
                                          </p:cBhvr>
                                          <p:tavLst>
                                            <p:tav tm="0">
                                              <p:val>
                                                <p:strVal val="#ppt_y"/>
                                              </p:val>
                                            </p:tav>
                                            <p:tav tm="100000">
                                              <p:val>
                                                <p:strVal val="#ppt_y"/>
                                              </p:val>
                                            </p:tav>
                                          </p:tavLst>
                                        </p:anim>
                                      </p:childTnLst>
                                    </p:cTn>
                                  </p:par>
                                  <p:par>
                                    <p:cTn id="17" presetID="2" presetClass="entr" presetSubtype="8" accel="40000" fill="hold" nodeType="withEffect">
                                      <p:stCondLst>
                                        <p:cond delay="750"/>
                                      </p:stCondLst>
                                      <p:childTnLst>
                                        <p:set>
                                          <p:cBhvr>
                                            <p:cTn id="18" dur="1" fill="hold">
                                              <p:stCondLst>
                                                <p:cond delay="0"/>
                                              </p:stCondLst>
                                            </p:cTn>
                                            <p:tgtEl>
                                              <p:spTgt spid="76"/>
                                            </p:tgtEl>
                                            <p:attrNameLst>
                                              <p:attrName>style.visibility</p:attrName>
                                            </p:attrNameLst>
                                          </p:cBhvr>
                                          <p:to>
                                            <p:strVal val="visible"/>
                                          </p:to>
                                        </p:set>
                                        <p:anim calcmode="lin" valueType="num">
                                          <p:cBhvr additive="base">
                                            <p:cTn id="19" dur="1250" fill="hold"/>
                                            <p:tgtEl>
                                              <p:spTgt spid="76"/>
                                            </p:tgtEl>
                                            <p:attrNameLst>
                                              <p:attrName>ppt_x</p:attrName>
                                            </p:attrNameLst>
                                          </p:cBhvr>
                                          <p:tavLst>
                                            <p:tav tm="0">
                                              <p:val>
                                                <p:strVal val="0-#ppt_w/2"/>
                                              </p:val>
                                            </p:tav>
                                            <p:tav tm="100000">
                                              <p:val>
                                                <p:strVal val="#ppt_x"/>
                                              </p:val>
                                            </p:tav>
                                          </p:tavLst>
                                        </p:anim>
                                        <p:anim calcmode="lin" valueType="num">
                                          <p:cBhvr additive="base">
                                            <p:cTn id="20" dur="1250" fill="hold"/>
                                            <p:tgtEl>
                                              <p:spTgt spid="76"/>
                                            </p:tgtEl>
                                            <p:attrNameLst>
                                              <p:attrName>ppt_y</p:attrName>
                                            </p:attrNameLst>
                                          </p:cBhvr>
                                          <p:tavLst>
                                            <p:tav tm="0">
                                              <p:val>
                                                <p:strVal val="#ppt_y"/>
                                              </p:val>
                                            </p:tav>
                                            <p:tav tm="100000">
                                              <p:val>
                                                <p:strVal val="#ppt_y"/>
                                              </p:val>
                                            </p:tav>
                                          </p:tavLst>
                                        </p:anim>
                                      </p:childTnLst>
                                    </p:cTn>
                                  </p:par>
                                </p:childTnLst>
                              </p:cTn>
                            </p:par>
                            <p:par>
                              <p:cTn id="21" fill="hold">
                                <p:stCondLst>
                                  <p:cond delay="2000"/>
                                </p:stCondLst>
                                <p:childTnLst>
                                  <p:par>
                                    <p:cTn id="22" presetID="22" presetClass="entr" presetSubtype="2" fill="hold" nodeType="afterEffect">
                                      <p:stCondLst>
                                        <p:cond delay="0"/>
                                      </p:stCondLst>
                                      <p:childTnLst>
                                        <p:set>
                                          <p:cBhvr>
                                            <p:cTn id="23" dur="1" fill="hold">
                                              <p:stCondLst>
                                                <p:cond delay="0"/>
                                              </p:stCondLst>
                                            </p:cTn>
                                            <p:tgtEl>
                                              <p:spTgt spid="87"/>
                                            </p:tgtEl>
                                            <p:attrNameLst>
                                              <p:attrName>style.visibility</p:attrName>
                                            </p:attrNameLst>
                                          </p:cBhvr>
                                          <p:to>
                                            <p:strVal val="visible"/>
                                          </p:to>
                                        </p:set>
                                        <p:animEffect transition="in" filter="wipe(right)">
                                          <p:cBhvr>
                                            <p:cTn id="24" dur="500"/>
                                            <p:tgtEl>
                                              <p:spTgt spid="87"/>
                                            </p:tgtEl>
                                          </p:cBhvr>
                                        </p:animEffect>
                                      </p:childTnLst>
                                    </p:cTn>
                                  </p:par>
                                  <p:par>
                                    <p:cTn id="25" presetID="22" presetClass="entr" presetSubtype="2" fill="hold" nodeType="withEffect">
                                      <p:stCondLst>
                                        <p:cond delay="0"/>
                                      </p:stCondLst>
                                      <p:childTnLst>
                                        <p:set>
                                          <p:cBhvr>
                                            <p:cTn id="26" dur="1" fill="hold">
                                              <p:stCondLst>
                                                <p:cond delay="0"/>
                                              </p:stCondLst>
                                            </p:cTn>
                                            <p:tgtEl>
                                              <p:spTgt spid="90"/>
                                            </p:tgtEl>
                                            <p:attrNameLst>
                                              <p:attrName>style.visibility</p:attrName>
                                            </p:attrNameLst>
                                          </p:cBhvr>
                                          <p:to>
                                            <p:strVal val="visible"/>
                                          </p:to>
                                        </p:set>
                                        <p:animEffect transition="in" filter="wipe(right)">
                                          <p:cBhvr>
                                            <p:cTn id="27" dur="500"/>
                                            <p:tgtEl>
                                              <p:spTgt spid="90"/>
                                            </p:tgtEl>
                                          </p:cBhvr>
                                        </p:animEffect>
                                      </p:childTnLst>
                                    </p:cTn>
                                  </p:par>
                                  <p:par>
                                    <p:cTn id="28" presetID="22" presetClass="entr" presetSubtype="8" fill="hold" nodeType="withEffect">
                                      <p:stCondLst>
                                        <p:cond delay="0"/>
                                      </p:stCondLst>
                                      <p:childTnLst>
                                        <p:set>
                                          <p:cBhvr>
                                            <p:cTn id="29" dur="1" fill="hold">
                                              <p:stCondLst>
                                                <p:cond delay="0"/>
                                              </p:stCondLst>
                                            </p:cTn>
                                            <p:tgtEl>
                                              <p:spTgt spid="93"/>
                                            </p:tgtEl>
                                            <p:attrNameLst>
                                              <p:attrName>style.visibility</p:attrName>
                                            </p:attrNameLst>
                                          </p:cBhvr>
                                          <p:to>
                                            <p:strVal val="visible"/>
                                          </p:to>
                                        </p:set>
                                        <p:animEffect transition="in" filter="wipe(left)">
                                          <p:cBhvr>
                                            <p:cTn id="30" dur="500"/>
                                            <p:tgtEl>
                                              <p:spTgt spid="93"/>
                                            </p:tgtEl>
                                          </p:cBhvr>
                                        </p:animEffect>
                                      </p:childTnLst>
                                    </p:cTn>
                                  </p:par>
                                  <p:par>
                                    <p:cTn id="31" presetID="22" presetClass="entr" presetSubtype="8" fill="hold" nodeType="withEffect">
                                      <p:stCondLst>
                                        <p:cond delay="0"/>
                                      </p:stCondLst>
                                      <p:childTnLst>
                                        <p:set>
                                          <p:cBhvr>
                                            <p:cTn id="32" dur="1" fill="hold">
                                              <p:stCondLst>
                                                <p:cond delay="0"/>
                                              </p:stCondLst>
                                            </p:cTn>
                                            <p:tgtEl>
                                              <p:spTgt spid="96"/>
                                            </p:tgtEl>
                                            <p:attrNameLst>
                                              <p:attrName>style.visibility</p:attrName>
                                            </p:attrNameLst>
                                          </p:cBhvr>
                                          <p:to>
                                            <p:strVal val="visible"/>
                                          </p:to>
                                        </p:set>
                                        <p:animEffect transition="in" filter="wipe(left)">
                                          <p:cBhvr>
                                            <p:cTn id="33" dur="500"/>
                                            <p:tgtEl>
                                              <p:spTgt spid="96"/>
                                            </p:tgtEl>
                                          </p:cBhvr>
                                        </p:animEffect>
                                      </p:childTnLst>
                                    </p:cTn>
                                  </p:par>
                                  <p:par>
                                    <p:cTn id="34" presetID="2" presetClass="entr" presetSubtype="2" decel="100000" fill="hold" nodeType="withEffect">
                                      <p:stCondLst>
                                        <p:cond delay="0"/>
                                      </p:stCondLst>
                                      <p:childTnLst>
                                        <p:set>
                                          <p:cBhvr>
                                            <p:cTn id="35" dur="1" fill="hold">
                                              <p:stCondLst>
                                                <p:cond delay="0"/>
                                              </p:stCondLst>
                                            </p:cTn>
                                            <p:tgtEl>
                                              <p:spTgt spid="135"/>
                                            </p:tgtEl>
                                            <p:attrNameLst>
                                              <p:attrName>style.visibility</p:attrName>
                                            </p:attrNameLst>
                                          </p:cBhvr>
                                          <p:to>
                                            <p:strVal val="visible"/>
                                          </p:to>
                                        </p:set>
                                        <p:anim calcmode="lin" valueType="num">
                                          <p:cBhvr additive="base">
                                            <p:cTn id="36" dur="1000" fill="hold"/>
                                            <p:tgtEl>
                                              <p:spTgt spid="135"/>
                                            </p:tgtEl>
                                            <p:attrNameLst>
                                              <p:attrName>ppt_x</p:attrName>
                                            </p:attrNameLst>
                                          </p:cBhvr>
                                          <p:tavLst>
                                            <p:tav tm="0">
                                              <p:val>
                                                <p:strVal val="1+#ppt_w/2"/>
                                              </p:val>
                                            </p:tav>
                                            <p:tav tm="100000">
                                              <p:val>
                                                <p:strVal val="#ppt_x"/>
                                              </p:val>
                                            </p:tav>
                                          </p:tavLst>
                                        </p:anim>
                                        <p:anim calcmode="lin" valueType="num">
                                          <p:cBhvr additive="base">
                                            <p:cTn id="37" dur="1000" fill="hold"/>
                                            <p:tgtEl>
                                              <p:spTgt spid="135"/>
                                            </p:tgtEl>
                                            <p:attrNameLst>
                                              <p:attrName>ppt_y</p:attrName>
                                            </p:attrNameLst>
                                          </p:cBhvr>
                                          <p:tavLst>
                                            <p:tav tm="0">
                                              <p:val>
                                                <p:strVal val="#ppt_y"/>
                                              </p:val>
                                            </p:tav>
                                            <p:tav tm="100000">
                                              <p:val>
                                                <p:strVal val="#ppt_y"/>
                                              </p:val>
                                            </p:tav>
                                          </p:tavLst>
                                        </p:anim>
                                      </p:childTnLst>
                                    </p:cTn>
                                  </p:par>
                                  <p:par>
                                    <p:cTn id="38" presetID="2" presetClass="entr" presetSubtype="2" decel="100000" fill="hold" nodeType="withEffect">
                                      <p:stCondLst>
                                        <p:cond delay="0"/>
                                      </p:stCondLst>
                                      <p:childTnLst>
                                        <p:set>
                                          <p:cBhvr>
                                            <p:cTn id="39" dur="1" fill="hold">
                                              <p:stCondLst>
                                                <p:cond delay="0"/>
                                              </p:stCondLst>
                                            </p:cTn>
                                            <p:tgtEl>
                                              <p:spTgt spid="138"/>
                                            </p:tgtEl>
                                            <p:attrNameLst>
                                              <p:attrName>style.visibility</p:attrName>
                                            </p:attrNameLst>
                                          </p:cBhvr>
                                          <p:to>
                                            <p:strVal val="visible"/>
                                          </p:to>
                                        </p:set>
                                        <p:anim calcmode="lin" valueType="num">
                                          <p:cBhvr additive="base">
                                            <p:cTn id="40" dur="1000" fill="hold"/>
                                            <p:tgtEl>
                                              <p:spTgt spid="138"/>
                                            </p:tgtEl>
                                            <p:attrNameLst>
                                              <p:attrName>ppt_x</p:attrName>
                                            </p:attrNameLst>
                                          </p:cBhvr>
                                          <p:tavLst>
                                            <p:tav tm="0">
                                              <p:val>
                                                <p:strVal val="1+#ppt_w/2"/>
                                              </p:val>
                                            </p:tav>
                                            <p:tav tm="100000">
                                              <p:val>
                                                <p:strVal val="#ppt_x"/>
                                              </p:val>
                                            </p:tav>
                                          </p:tavLst>
                                        </p:anim>
                                        <p:anim calcmode="lin" valueType="num">
                                          <p:cBhvr additive="base">
                                            <p:cTn id="41" dur="1000" fill="hold"/>
                                            <p:tgtEl>
                                              <p:spTgt spid="138"/>
                                            </p:tgtEl>
                                            <p:attrNameLst>
                                              <p:attrName>ppt_y</p:attrName>
                                            </p:attrNameLst>
                                          </p:cBhvr>
                                          <p:tavLst>
                                            <p:tav tm="0">
                                              <p:val>
                                                <p:strVal val="#ppt_y"/>
                                              </p:val>
                                            </p:tav>
                                            <p:tav tm="100000">
                                              <p:val>
                                                <p:strVal val="#ppt_y"/>
                                              </p:val>
                                            </p:tav>
                                          </p:tavLst>
                                        </p:anim>
                                      </p:childTnLst>
                                    </p:cTn>
                                  </p:par>
                                  <p:par>
                                    <p:cTn id="42" presetID="2" presetClass="entr" presetSubtype="2" decel="100000" fill="hold" nodeType="withEffect">
                                      <p:stCondLst>
                                        <p:cond delay="0"/>
                                      </p:stCondLst>
                                      <p:childTnLst>
                                        <p:set>
                                          <p:cBhvr>
                                            <p:cTn id="43" dur="1" fill="hold">
                                              <p:stCondLst>
                                                <p:cond delay="0"/>
                                              </p:stCondLst>
                                            </p:cTn>
                                            <p:tgtEl>
                                              <p:spTgt spid="141"/>
                                            </p:tgtEl>
                                            <p:attrNameLst>
                                              <p:attrName>style.visibility</p:attrName>
                                            </p:attrNameLst>
                                          </p:cBhvr>
                                          <p:to>
                                            <p:strVal val="visible"/>
                                          </p:to>
                                        </p:set>
                                        <p:anim calcmode="lin" valueType="num">
                                          <p:cBhvr additive="base">
                                            <p:cTn id="44" dur="1000" fill="hold"/>
                                            <p:tgtEl>
                                              <p:spTgt spid="141"/>
                                            </p:tgtEl>
                                            <p:attrNameLst>
                                              <p:attrName>ppt_x</p:attrName>
                                            </p:attrNameLst>
                                          </p:cBhvr>
                                          <p:tavLst>
                                            <p:tav tm="0">
                                              <p:val>
                                                <p:strVal val="1+#ppt_w/2"/>
                                              </p:val>
                                            </p:tav>
                                            <p:tav tm="100000">
                                              <p:val>
                                                <p:strVal val="#ppt_x"/>
                                              </p:val>
                                            </p:tav>
                                          </p:tavLst>
                                        </p:anim>
                                        <p:anim calcmode="lin" valueType="num">
                                          <p:cBhvr additive="base">
                                            <p:cTn id="45" dur="1000" fill="hold"/>
                                            <p:tgtEl>
                                              <p:spTgt spid="141"/>
                                            </p:tgtEl>
                                            <p:attrNameLst>
                                              <p:attrName>ppt_y</p:attrName>
                                            </p:attrNameLst>
                                          </p:cBhvr>
                                          <p:tavLst>
                                            <p:tav tm="0">
                                              <p:val>
                                                <p:strVal val="#ppt_y"/>
                                              </p:val>
                                            </p:tav>
                                            <p:tav tm="100000">
                                              <p:val>
                                                <p:strVal val="#ppt_y"/>
                                              </p:val>
                                            </p:tav>
                                          </p:tavLst>
                                        </p:anim>
                                      </p:childTnLst>
                                    </p:cTn>
                                  </p:par>
                                  <p:par>
                                    <p:cTn id="46" presetID="2" presetClass="entr" presetSubtype="2" decel="100000" fill="hold" nodeType="withEffect">
                                      <p:stCondLst>
                                        <p:cond delay="0"/>
                                      </p:stCondLst>
                                      <p:childTnLst>
                                        <p:set>
                                          <p:cBhvr>
                                            <p:cTn id="47" dur="1" fill="hold">
                                              <p:stCondLst>
                                                <p:cond delay="0"/>
                                              </p:stCondLst>
                                            </p:cTn>
                                            <p:tgtEl>
                                              <p:spTgt spid="144"/>
                                            </p:tgtEl>
                                            <p:attrNameLst>
                                              <p:attrName>style.visibility</p:attrName>
                                            </p:attrNameLst>
                                          </p:cBhvr>
                                          <p:to>
                                            <p:strVal val="visible"/>
                                          </p:to>
                                        </p:set>
                                        <p:anim calcmode="lin" valueType="num">
                                          <p:cBhvr additive="base">
                                            <p:cTn id="48" dur="1000" fill="hold"/>
                                            <p:tgtEl>
                                              <p:spTgt spid="144"/>
                                            </p:tgtEl>
                                            <p:attrNameLst>
                                              <p:attrName>ppt_x</p:attrName>
                                            </p:attrNameLst>
                                          </p:cBhvr>
                                          <p:tavLst>
                                            <p:tav tm="0">
                                              <p:val>
                                                <p:strVal val="1+#ppt_w/2"/>
                                              </p:val>
                                            </p:tav>
                                            <p:tav tm="100000">
                                              <p:val>
                                                <p:strVal val="#ppt_x"/>
                                              </p:val>
                                            </p:tav>
                                          </p:tavLst>
                                        </p:anim>
                                        <p:anim calcmode="lin" valueType="num">
                                          <p:cBhvr additive="base">
                                            <p:cTn id="49" dur="1000" fill="hold"/>
                                            <p:tgtEl>
                                              <p:spTgt spid="144"/>
                                            </p:tgtEl>
                                            <p:attrNameLst>
                                              <p:attrName>ppt_y</p:attrName>
                                            </p:attrNameLst>
                                          </p:cBhvr>
                                          <p:tavLst>
                                            <p:tav tm="0">
                                              <p:val>
                                                <p:strVal val="#ppt_y"/>
                                              </p:val>
                                            </p:tav>
                                            <p:tav tm="100000">
                                              <p:val>
                                                <p:strVal val="#ppt_y"/>
                                              </p:val>
                                            </p:tav>
                                          </p:tavLst>
                                        </p:anim>
                                      </p:childTnLst>
                                    </p:cTn>
                                  </p:par>
                                  <p:par>
                                    <p:cTn id="50" presetID="2" presetClass="entr" presetSubtype="1" fill="hold" grpId="0" nodeType="withEffect">
                                      <p:stCondLst>
                                        <p:cond delay="0"/>
                                      </p:stCondLst>
                                      <p:childTnLst>
                                        <p:set>
                                          <p:cBhvr>
                                            <p:cTn id="51" dur="1" fill="hold">
                                              <p:stCondLst>
                                                <p:cond delay="0"/>
                                              </p:stCondLst>
                                            </p:cTn>
                                            <p:tgtEl>
                                              <p:spTgt spid="104"/>
                                            </p:tgtEl>
                                            <p:attrNameLst>
                                              <p:attrName>style.visibility</p:attrName>
                                            </p:attrNameLst>
                                          </p:cBhvr>
                                          <p:to>
                                            <p:strVal val="visible"/>
                                          </p:to>
                                        </p:set>
                                        <p:anim calcmode="lin" valueType="num">
                                          <p:cBhvr additive="base">
                                            <p:cTn id="52" dur="1000" fill="hold"/>
                                            <p:tgtEl>
                                              <p:spTgt spid="104"/>
                                            </p:tgtEl>
                                            <p:attrNameLst>
                                              <p:attrName>ppt_x</p:attrName>
                                            </p:attrNameLst>
                                          </p:cBhvr>
                                          <p:tavLst>
                                            <p:tav tm="0">
                                              <p:val>
                                                <p:strVal val="#ppt_x"/>
                                              </p:val>
                                            </p:tav>
                                            <p:tav tm="100000">
                                              <p:val>
                                                <p:strVal val="#ppt_x"/>
                                              </p:val>
                                            </p:tav>
                                          </p:tavLst>
                                        </p:anim>
                                        <p:anim calcmode="lin" valueType="num">
                                          <p:cBhvr additive="base">
                                            <p:cTn id="53" dur="1000" fill="hold"/>
                                            <p:tgtEl>
                                              <p:spTgt spid="104"/>
                                            </p:tgtEl>
                                            <p:attrNameLst>
                                              <p:attrName>ppt_y</p:attrName>
                                            </p:attrNameLst>
                                          </p:cBhvr>
                                          <p:tavLst>
                                            <p:tav tm="0">
                                              <p:val>
                                                <p:strVal val="0-#ppt_h/2"/>
                                              </p:val>
                                            </p:tav>
                                            <p:tav tm="100000">
                                              <p:val>
                                                <p:strVal val="#ppt_y"/>
                                              </p:val>
                                            </p:tav>
                                          </p:tavLst>
                                        </p:anim>
                                      </p:childTnLst>
                                    </p:cTn>
                                  </p:par>
                                </p:childTnLst>
                              </p:cTn>
                            </p:par>
                            <p:par>
                              <p:cTn id="54" fill="hold">
                                <p:stCondLst>
                                  <p:cond delay="3000"/>
                                </p:stCondLst>
                                <p:childTnLst>
                                  <p:par>
                                    <p:cTn id="55" presetID="22" presetClass="entr" presetSubtype="8" fill="hold" nodeType="afterEffect">
                                      <p:stCondLst>
                                        <p:cond delay="0"/>
                                      </p:stCondLst>
                                      <p:childTnLst>
                                        <p:set>
                                          <p:cBhvr>
                                            <p:cTn id="56" dur="1" fill="hold">
                                              <p:stCondLst>
                                                <p:cond delay="0"/>
                                              </p:stCondLst>
                                            </p:cTn>
                                            <p:tgtEl>
                                              <p:spTgt spid="105"/>
                                            </p:tgtEl>
                                            <p:attrNameLst>
                                              <p:attrName>style.visibility</p:attrName>
                                            </p:attrNameLst>
                                          </p:cBhvr>
                                          <p:to>
                                            <p:strVal val="visible"/>
                                          </p:to>
                                        </p:set>
                                        <p:animEffect transition="in" filter="wipe(left)">
                                          <p:cBhvr>
                                            <p:cTn id="5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65D6A14D-7820-4FB5-A60C-365A8B2C73F2}"/>
              </a:ext>
            </a:extLst>
          </p:cNvPr>
          <p:cNvSpPr/>
          <p:nvPr/>
        </p:nvSpPr>
        <p:spPr>
          <a:xfrm>
            <a:off x="1068393" y="851994"/>
            <a:ext cx="10001627" cy="5225035"/>
          </a:xfrm>
          <a:prstGeom prst="roundRect">
            <a:avLst>
              <a:gd name="adj" fmla="val 5588"/>
            </a:avLst>
          </a:prstGeom>
          <a:ln w="28575">
            <a:gradFill>
              <a:gsLst>
                <a:gs pos="0">
                  <a:schemeClr val="accent1">
                    <a:lumMod val="60000"/>
                    <a:lumOff val="40000"/>
                  </a:schemeClr>
                </a:gs>
                <a:gs pos="100000">
                  <a:srgbClr val="73C4A8"/>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nvGrpSpPr>
          <p:cNvPr id="3" name="组合 2">
            <a:extLst>
              <a:ext uri="{FF2B5EF4-FFF2-40B4-BE49-F238E27FC236}">
                <a16:creationId xmlns:a16="http://schemas.microsoft.com/office/drawing/2014/main" id="{448E0BD4-D0F5-8343-8D04-EB94DD983E42}"/>
              </a:ext>
            </a:extLst>
          </p:cNvPr>
          <p:cNvGrpSpPr/>
          <p:nvPr/>
        </p:nvGrpSpPr>
        <p:grpSpPr>
          <a:xfrm>
            <a:off x="9545543" y="-1598156"/>
            <a:ext cx="4170152" cy="6281292"/>
            <a:chOff x="3717994" y="411408"/>
            <a:chExt cx="4170152" cy="6281292"/>
          </a:xfrm>
        </p:grpSpPr>
        <p:grpSp>
          <p:nvGrpSpPr>
            <p:cNvPr id="11" name="组合 10">
              <a:extLst>
                <a:ext uri="{FF2B5EF4-FFF2-40B4-BE49-F238E27FC236}">
                  <a16:creationId xmlns:a16="http://schemas.microsoft.com/office/drawing/2014/main" id="{5806B4EA-A4C8-CF48-8D7D-35FDF8D91047}"/>
                </a:ext>
              </a:extLst>
            </p:cNvPr>
            <p:cNvGrpSpPr/>
            <p:nvPr/>
          </p:nvGrpSpPr>
          <p:grpSpPr>
            <a:xfrm>
              <a:off x="3717994" y="411408"/>
              <a:ext cx="2370571" cy="2407036"/>
              <a:chOff x="4558086" y="3649207"/>
              <a:chExt cx="2153920" cy="2187052"/>
            </a:xfrm>
            <a:effectLst>
              <a:outerShdw blurRad="152400" dist="101600" dir="5400000" algn="t" rotWithShape="0">
                <a:prstClr val="black">
                  <a:alpha val="20000"/>
                </a:prstClr>
              </a:outerShdw>
            </a:effectLst>
          </p:grpSpPr>
          <p:sp>
            <p:nvSpPr>
              <p:cNvPr id="24" name="圆角矩形 23">
                <a:extLst>
                  <a:ext uri="{FF2B5EF4-FFF2-40B4-BE49-F238E27FC236}">
                    <a16:creationId xmlns:a16="http://schemas.microsoft.com/office/drawing/2014/main" id="{B9833350-1919-0348-A987-E13EE4532505}"/>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5" name="圆角矩形 24">
                <a:extLst>
                  <a:ext uri="{FF2B5EF4-FFF2-40B4-BE49-F238E27FC236}">
                    <a16:creationId xmlns:a16="http://schemas.microsoft.com/office/drawing/2014/main" id="{24857D40-F033-D04D-85D7-C1FAA8F382E2}"/>
                  </a:ext>
                </a:extLst>
              </p:cNvPr>
              <p:cNvSpPr/>
              <p:nvPr/>
            </p:nvSpPr>
            <p:spPr>
              <a:xfrm rot="2700000">
                <a:off x="4558086" y="3649207"/>
                <a:ext cx="2153920" cy="215392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3" name="圆角矩形 22">
              <a:extLst>
                <a:ext uri="{FF2B5EF4-FFF2-40B4-BE49-F238E27FC236}">
                  <a16:creationId xmlns:a16="http://schemas.microsoft.com/office/drawing/2014/main" id="{C60F0DF7-61DD-864D-920A-60F4DE837954}"/>
                </a:ext>
              </a:extLst>
            </p:cNvPr>
            <p:cNvSpPr/>
            <p:nvPr/>
          </p:nvSpPr>
          <p:spPr>
            <a:xfrm rot="2700000">
              <a:off x="3883957" y="3539586"/>
              <a:ext cx="1339705" cy="1339706"/>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4557" sy="104557" algn="ctr" rotWithShape="0">
                <a:srgbClr val="000000">
                  <a:alpha val="2079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1" name="圆角矩形 20">
              <a:extLst>
                <a:ext uri="{FF2B5EF4-FFF2-40B4-BE49-F238E27FC236}">
                  <a16:creationId xmlns:a16="http://schemas.microsoft.com/office/drawing/2014/main" id="{49D9005B-5A9A-FA45-A743-D7C3C0A032E1}"/>
                </a:ext>
              </a:extLst>
            </p:cNvPr>
            <p:cNvSpPr/>
            <p:nvPr/>
          </p:nvSpPr>
          <p:spPr>
            <a:xfrm rot="2700000">
              <a:off x="5499828" y="4304382"/>
              <a:ext cx="2388318" cy="2388318"/>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6" name="圆角矩形 15">
              <a:extLst>
                <a:ext uri="{FF2B5EF4-FFF2-40B4-BE49-F238E27FC236}">
                  <a16:creationId xmlns:a16="http://schemas.microsoft.com/office/drawing/2014/main" id="{3869F244-6621-2548-A376-D0C871EF6C55}"/>
                </a:ext>
              </a:extLst>
            </p:cNvPr>
            <p:cNvSpPr/>
            <p:nvPr/>
          </p:nvSpPr>
          <p:spPr>
            <a:xfrm rot="2700000">
              <a:off x="4020030" y="1250573"/>
              <a:ext cx="926749" cy="926749"/>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5" name="圆角矩形 4">
            <a:extLst>
              <a:ext uri="{FF2B5EF4-FFF2-40B4-BE49-F238E27FC236}">
                <a16:creationId xmlns:a16="http://schemas.microsoft.com/office/drawing/2014/main" id="{0942832B-E97D-3540-A242-EF3FD3AC4A10}"/>
              </a:ext>
            </a:extLst>
          </p:cNvPr>
          <p:cNvSpPr/>
          <p:nvPr/>
        </p:nvSpPr>
        <p:spPr>
          <a:xfrm rot="2700000">
            <a:off x="11014408" y="1185396"/>
            <a:ext cx="1326000" cy="1326000"/>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圆角矩形 5">
            <a:extLst>
              <a:ext uri="{FF2B5EF4-FFF2-40B4-BE49-F238E27FC236}">
                <a16:creationId xmlns:a16="http://schemas.microsoft.com/office/drawing/2014/main" id="{7C6B43C2-7769-4E42-89A9-DE1266B20A61}"/>
              </a:ext>
            </a:extLst>
          </p:cNvPr>
          <p:cNvSpPr/>
          <p:nvPr/>
        </p:nvSpPr>
        <p:spPr>
          <a:xfrm rot="2700000">
            <a:off x="11542990" y="-1335952"/>
            <a:ext cx="2431927" cy="2431927"/>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7" name="圆角矩形 6">
            <a:extLst>
              <a:ext uri="{FF2B5EF4-FFF2-40B4-BE49-F238E27FC236}">
                <a16:creationId xmlns:a16="http://schemas.microsoft.com/office/drawing/2014/main" id="{0791EB3E-EE23-D64C-A704-5CA550A1B1A4}"/>
              </a:ext>
            </a:extLst>
          </p:cNvPr>
          <p:cNvSpPr/>
          <p:nvPr/>
        </p:nvSpPr>
        <p:spPr>
          <a:xfrm rot="2700000">
            <a:off x="10166618" y="115194"/>
            <a:ext cx="2006594" cy="200659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圆角矩形 8">
            <a:extLst>
              <a:ext uri="{FF2B5EF4-FFF2-40B4-BE49-F238E27FC236}">
                <a16:creationId xmlns:a16="http://schemas.microsoft.com/office/drawing/2014/main" id="{3390F99E-1B53-A542-A669-35903A2E61B1}"/>
              </a:ext>
            </a:extLst>
          </p:cNvPr>
          <p:cNvSpPr/>
          <p:nvPr/>
        </p:nvSpPr>
        <p:spPr>
          <a:xfrm rot="2700000">
            <a:off x="11127653" y="3390680"/>
            <a:ext cx="2343686" cy="234368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27" name="组合 26">
            <a:extLst>
              <a:ext uri="{FF2B5EF4-FFF2-40B4-BE49-F238E27FC236}">
                <a16:creationId xmlns:a16="http://schemas.microsoft.com/office/drawing/2014/main" id="{61B3724B-7D0C-6943-8357-3DADF754F7EE}"/>
              </a:ext>
            </a:extLst>
          </p:cNvPr>
          <p:cNvGrpSpPr/>
          <p:nvPr/>
        </p:nvGrpSpPr>
        <p:grpSpPr>
          <a:xfrm rot="10800000">
            <a:off x="-1980290" y="2447878"/>
            <a:ext cx="3792258" cy="5141347"/>
            <a:chOff x="3673964" y="514459"/>
            <a:chExt cx="4615688" cy="6257712"/>
          </a:xfrm>
        </p:grpSpPr>
        <p:sp>
          <p:nvSpPr>
            <p:cNvPr id="48" name="圆角矩形 47">
              <a:extLst>
                <a:ext uri="{FF2B5EF4-FFF2-40B4-BE49-F238E27FC236}">
                  <a16:creationId xmlns:a16="http://schemas.microsoft.com/office/drawing/2014/main" id="{5ADF889D-63D7-6B43-BC3F-D151F8A7D401}"/>
                </a:ext>
              </a:extLst>
            </p:cNvPr>
            <p:cNvSpPr/>
            <p:nvPr/>
          </p:nvSpPr>
          <p:spPr>
            <a:xfrm rot="2700000">
              <a:off x="3673964" y="514459"/>
              <a:ext cx="2370572" cy="2370571"/>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77" sy="105077"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nvGrpSpPr>
            <p:cNvPr id="35" name="组合 34">
              <a:extLst>
                <a:ext uri="{FF2B5EF4-FFF2-40B4-BE49-F238E27FC236}">
                  <a16:creationId xmlns:a16="http://schemas.microsoft.com/office/drawing/2014/main" id="{35B62E28-F5D5-3042-B362-EB17A85D09FC}"/>
                </a:ext>
              </a:extLst>
            </p:cNvPr>
            <p:cNvGrpSpPr/>
            <p:nvPr/>
          </p:nvGrpSpPr>
          <p:grpSpPr>
            <a:xfrm>
              <a:off x="3815824" y="3534755"/>
              <a:ext cx="1410936" cy="1426571"/>
              <a:chOff x="4558086" y="3542685"/>
              <a:chExt cx="2268440" cy="2293574"/>
            </a:xfrm>
            <a:effectLst>
              <a:outerShdw blurRad="152400" dist="101600" dir="5400000" algn="t" rotWithShape="0">
                <a:prstClr val="black">
                  <a:alpha val="20000"/>
                </a:prstClr>
              </a:outerShdw>
            </a:effectLst>
          </p:grpSpPr>
          <p:sp>
            <p:nvSpPr>
              <p:cNvPr id="45" name="圆角矩形 44">
                <a:extLst>
                  <a:ext uri="{FF2B5EF4-FFF2-40B4-BE49-F238E27FC236}">
                    <a16:creationId xmlns:a16="http://schemas.microsoft.com/office/drawing/2014/main" id="{A7B363CD-DF6C-6F45-82A8-F055C6CB06C3}"/>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6" name="圆角矩形 45">
                <a:extLst>
                  <a:ext uri="{FF2B5EF4-FFF2-40B4-BE49-F238E27FC236}">
                    <a16:creationId xmlns:a16="http://schemas.microsoft.com/office/drawing/2014/main" id="{0EA28BF5-583B-D942-AD64-7E91555AC44D}"/>
                  </a:ext>
                </a:extLst>
              </p:cNvPr>
              <p:cNvSpPr/>
              <p:nvPr/>
            </p:nvSpPr>
            <p:spPr>
              <a:xfrm rot="2700000">
                <a:off x="4672610" y="3542682"/>
                <a:ext cx="2153913" cy="21539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prstClr val="white"/>
                  </a:solidFill>
                  <a:cs typeface="+mn-ea"/>
                  <a:sym typeface="+mn-lt"/>
                </a:endParaRPr>
              </a:p>
            </p:txBody>
          </p:sp>
        </p:grpSp>
        <p:sp>
          <p:nvSpPr>
            <p:cNvPr id="44" name="圆角矩形 43">
              <a:extLst>
                <a:ext uri="{FF2B5EF4-FFF2-40B4-BE49-F238E27FC236}">
                  <a16:creationId xmlns:a16="http://schemas.microsoft.com/office/drawing/2014/main" id="{AADEFE12-BA18-9C49-A26F-3BF288469463}"/>
                </a:ext>
              </a:extLst>
            </p:cNvPr>
            <p:cNvSpPr/>
            <p:nvPr/>
          </p:nvSpPr>
          <p:spPr>
            <a:xfrm rot="2700000">
              <a:off x="5901333" y="4383852"/>
              <a:ext cx="2388319" cy="23883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4565"/>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9" name="圆角矩形 38">
              <a:extLst>
                <a:ext uri="{FF2B5EF4-FFF2-40B4-BE49-F238E27FC236}">
                  <a16:creationId xmlns:a16="http://schemas.microsoft.com/office/drawing/2014/main" id="{8992FD10-A975-F842-8FDB-9BA4EE6726FB}"/>
                </a:ext>
              </a:extLst>
            </p:cNvPr>
            <p:cNvSpPr/>
            <p:nvPr/>
          </p:nvSpPr>
          <p:spPr>
            <a:xfrm rot="2700000">
              <a:off x="4020030" y="1250572"/>
              <a:ext cx="926749" cy="92674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8" name="圆角矩形 27">
            <a:extLst>
              <a:ext uri="{FF2B5EF4-FFF2-40B4-BE49-F238E27FC236}">
                <a16:creationId xmlns:a16="http://schemas.microsoft.com/office/drawing/2014/main" id="{E652E02D-11F8-EA48-B81F-5BE9C8CD3FBC}"/>
              </a:ext>
            </a:extLst>
          </p:cNvPr>
          <p:cNvSpPr/>
          <p:nvPr/>
        </p:nvSpPr>
        <p:spPr>
          <a:xfrm rot="13500000">
            <a:off x="-461099" y="4260894"/>
            <a:ext cx="1089444" cy="1089444"/>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9" name="圆角矩形 28">
            <a:extLst>
              <a:ext uri="{FF2B5EF4-FFF2-40B4-BE49-F238E27FC236}">
                <a16:creationId xmlns:a16="http://schemas.microsoft.com/office/drawing/2014/main" id="{72F04FB4-12EC-294F-9412-C0E27973E90D}"/>
              </a:ext>
            </a:extLst>
          </p:cNvPr>
          <p:cNvSpPr/>
          <p:nvPr/>
        </p:nvSpPr>
        <p:spPr>
          <a:xfrm rot="13500000">
            <a:off x="-1804015" y="5423807"/>
            <a:ext cx="1998076" cy="1998076"/>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0" name="圆角矩形 29">
            <a:extLst>
              <a:ext uri="{FF2B5EF4-FFF2-40B4-BE49-F238E27FC236}">
                <a16:creationId xmlns:a16="http://schemas.microsoft.com/office/drawing/2014/main" id="{6189ABF2-A972-DF4B-9CBD-E6C0E89492C8}"/>
              </a:ext>
            </a:extLst>
          </p:cNvPr>
          <p:cNvSpPr/>
          <p:nvPr/>
        </p:nvSpPr>
        <p:spPr>
          <a:xfrm rot="13500000">
            <a:off x="-323730" y="4580997"/>
            <a:ext cx="1648621" cy="1648621"/>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2" name="圆角矩形 31">
            <a:extLst>
              <a:ext uri="{FF2B5EF4-FFF2-40B4-BE49-F238E27FC236}">
                <a16:creationId xmlns:a16="http://schemas.microsoft.com/office/drawing/2014/main" id="{37EF0788-3176-434D-B8D2-EC58B0543FB0}"/>
              </a:ext>
            </a:extLst>
          </p:cNvPr>
          <p:cNvSpPr/>
          <p:nvPr/>
        </p:nvSpPr>
        <p:spPr>
          <a:xfrm rot="13500000">
            <a:off x="-1390274" y="1612896"/>
            <a:ext cx="1925577" cy="1925577"/>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50" name="文本框 49">
            <a:extLst>
              <a:ext uri="{FF2B5EF4-FFF2-40B4-BE49-F238E27FC236}">
                <a16:creationId xmlns:a16="http://schemas.microsoft.com/office/drawing/2014/main" id="{3F78AFC1-2EA4-4486-B940-8D2113FF290B}"/>
              </a:ext>
            </a:extLst>
          </p:cNvPr>
          <p:cNvSpPr txBox="1"/>
          <p:nvPr/>
        </p:nvSpPr>
        <p:spPr>
          <a:xfrm>
            <a:off x="2990351" y="3309654"/>
            <a:ext cx="6215266" cy="830997"/>
          </a:xfrm>
          <a:prstGeom prst="rect">
            <a:avLst/>
          </a:prstGeom>
          <a:noFill/>
        </p:spPr>
        <p:txBody>
          <a:bodyPr wrap="square" rtlCol="0">
            <a:spAutoFit/>
          </a:bodyPr>
          <a:lstStyle/>
          <a:p>
            <a:pPr lvl="0" algn="dist"/>
            <a:r>
              <a:rPr kumimoji="1" lang="zh-CN" altLang="en-US" sz="4800" b="1" dirty="0">
                <a:solidFill>
                  <a:schemeClr val="accent3">
                    <a:lumMod val="75000"/>
                  </a:schemeClr>
                </a:solidFill>
                <a:latin typeface="微软雅黑" panose="020B0503020204020204" pitchFamily="34" charset="-122"/>
                <a:ea typeface="微软雅黑" panose="020B0503020204020204" pitchFamily="34" charset="-122"/>
                <a:cs typeface="+mn-ea"/>
                <a:sym typeface="+mn-lt"/>
              </a:rPr>
              <a:t>请在此输入您的标题</a:t>
            </a:r>
          </a:p>
        </p:txBody>
      </p:sp>
      <p:sp>
        <p:nvSpPr>
          <p:cNvPr id="51" name="文本框 50">
            <a:extLst>
              <a:ext uri="{FF2B5EF4-FFF2-40B4-BE49-F238E27FC236}">
                <a16:creationId xmlns:a16="http://schemas.microsoft.com/office/drawing/2014/main" id="{598D41A6-8E99-4C86-BC05-8B910FF55769}"/>
              </a:ext>
            </a:extLst>
          </p:cNvPr>
          <p:cNvSpPr txBox="1"/>
          <p:nvPr/>
        </p:nvSpPr>
        <p:spPr>
          <a:xfrm>
            <a:off x="3435412" y="4168024"/>
            <a:ext cx="5262979" cy="568810"/>
          </a:xfrm>
          <a:prstGeom prst="rect">
            <a:avLst/>
          </a:prstGeom>
          <a:noFill/>
        </p:spPr>
        <p:txBody>
          <a:bodyPr wrap="square" rtlCol="0">
            <a:spAutoFit/>
          </a:bodyPr>
          <a:lstStyle/>
          <a:p>
            <a:pPr lvl="0" algn="ctr">
              <a:lnSpc>
                <a:spcPct val="150000"/>
              </a:lnSpc>
            </a:pPr>
            <a:r>
              <a:rPr lang="en-US" altLang="zh-CN" sz="1100" dirty="0">
                <a:solidFill>
                  <a:prstClr val="white">
                    <a:lumMod val="50000"/>
                  </a:prstClr>
                </a:solidFill>
                <a:latin typeface="微软雅黑" panose="020B0503020204020204" pitchFamily="34" charset="-122"/>
                <a:ea typeface="微软雅黑" panose="020B0503020204020204" pitchFamily="34" charset="-122"/>
                <a:cs typeface="+mn-ea"/>
                <a:sym typeface="+mn-lt"/>
              </a:rPr>
              <a:t>Enter a text description related to the title Enter a text description related to the title Enter a text description related to the title</a:t>
            </a:r>
            <a:endParaRPr kumimoji="0" lang="en"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ea"/>
              <a:sym typeface="+mn-lt"/>
            </a:endParaRPr>
          </a:p>
        </p:txBody>
      </p:sp>
      <p:cxnSp>
        <p:nvCxnSpPr>
          <p:cNvPr id="52" name="直接连接符 51">
            <a:extLst>
              <a:ext uri="{FF2B5EF4-FFF2-40B4-BE49-F238E27FC236}">
                <a16:creationId xmlns:a16="http://schemas.microsoft.com/office/drawing/2014/main" id="{92D5157D-1228-48CB-B16E-1E7B7F1C0E82}"/>
              </a:ext>
            </a:extLst>
          </p:cNvPr>
          <p:cNvCxnSpPr/>
          <p:nvPr/>
        </p:nvCxnSpPr>
        <p:spPr>
          <a:xfrm>
            <a:off x="4834114" y="2142760"/>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FD93070-3C32-406D-8AC4-67BC75634B70}"/>
              </a:ext>
            </a:extLst>
          </p:cNvPr>
          <p:cNvCxnSpPr/>
          <p:nvPr/>
        </p:nvCxnSpPr>
        <p:spPr>
          <a:xfrm>
            <a:off x="4825784" y="3047395"/>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8879821F-F09C-47CB-A4A0-2E5E6250B8CF}"/>
              </a:ext>
            </a:extLst>
          </p:cNvPr>
          <p:cNvSpPr txBox="1"/>
          <p:nvPr/>
        </p:nvSpPr>
        <p:spPr>
          <a:xfrm>
            <a:off x="4440643" y="2199875"/>
            <a:ext cx="3733281" cy="923330"/>
          </a:xfrm>
          <a:prstGeom prst="rect">
            <a:avLst/>
          </a:prstGeom>
          <a:noFill/>
        </p:spPr>
        <p:txBody>
          <a:bodyPr wrap="square" rtlCol="0">
            <a:spAutoFit/>
          </a:bodyPr>
          <a:lstStyle/>
          <a:p>
            <a:pPr lvl="0">
              <a:defRPr/>
            </a:pPr>
            <a:r>
              <a:rPr lang="en-US" altLang="zh-CN" sz="5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rPr>
              <a:t>PART   02</a:t>
            </a:r>
            <a:endParaRPr lang="zh-CN" altLang="en-US" sz="5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endParaRPr>
          </a:p>
        </p:txBody>
      </p:sp>
    </p:spTree>
    <p:extLst>
      <p:ext uri="{BB962C8B-B14F-4D97-AF65-F5344CB8AC3E}">
        <p14:creationId xmlns:p14="http://schemas.microsoft.com/office/powerpoint/2010/main" val="907667296"/>
      </p:ext>
    </p:extLst>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down)">
                                      <p:cBhvr>
                                        <p:cTn id="10" dur="500"/>
                                        <p:tgtEl>
                                          <p:spTgt spid="2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down)">
                                      <p:cBhvr>
                                        <p:cTn id="13" dur="500"/>
                                        <p:tgtEl>
                                          <p:spTgt spid="2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down)">
                                      <p:cBhvr>
                                        <p:cTn id="16" dur="500"/>
                                        <p:tgtEl>
                                          <p:spTgt spid="30"/>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00"/>
                                        <p:tgtEl>
                                          <p:spTgt spid="9"/>
                                        </p:tgtEl>
                                      </p:cBhvr>
                                    </p:animEffect>
                                  </p:childTnLst>
                                </p:cTn>
                              </p:par>
                              <p:par>
                                <p:cTn id="32" presetID="22" presetClass="entr" presetSubtype="4" fill="hold"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down)">
                                      <p:cBhvr>
                                        <p:cTn id="34" dur="500"/>
                                        <p:tgtEl>
                                          <p:spTgt spid="3"/>
                                        </p:tgtEl>
                                      </p:cBhvr>
                                    </p:animEffect>
                                  </p:childTnLst>
                                </p:cTn>
                              </p:par>
                            </p:childTnLst>
                          </p:cTn>
                        </p:par>
                        <p:par>
                          <p:cTn id="35" fill="hold">
                            <p:stCondLst>
                              <p:cond delay="500"/>
                            </p:stCondLst>
                            <p:childTnLst>
                              <p:par>
                                <p:cTn id="36" presetID="22" presetClass="entr" presetSubtype="4" fill="hold" grpId="0"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00"/>
                                        <p:tgtEl>
                                          <p:spTgt spid="4"/>
                                        </p:tgtEl>
                                      </p:cBhvr>
                                    </p:animEffect>
                                  </p:childTnLst>
                                </p:cTn>
                              </p:par>
                              <p:par>
                                <p:cTn id="39" presetID="16" presetClass="entr" presetSubtype="37" fill="hold" nodeType="with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barn(outVertical)">
                                      <p:cBhvr>
                                        <p:cTn id="41" dur="500"/>
                                        <p:tgtEl>
                                          <p:spTgt spid="52"/>
                                        </p:tgtEl>
                                      </p:cBhvr>
                                    </p:animEffect>
                                  </p:childTnLst>
                                </p:cTn>
                              </p:par>
                              <p:par>
                                <p:cTn id="42" presetID="16" presetClass="entr" presetSubtype="37" fill="hold" nodeType="with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barn(outVertical)">
                                      <p:cBhvr>
                                        <p:cTn id="44" dur="500"/>
                                        <p:tgtEl>
                                          <p:spTgt spid="53"/>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barn(inVertical)">
                                      <p:cBhvr>
                                        <p:cTn id="49" dur="500"/>
                                        <p:tgtEl>
                                          <p:spTgt spid="50"/>
                                        </p:tgtEl>
                                      </p:cBhvr>
                                    </p:animEffect>
                                  </p:childTnLst>
                                </p:cTn>
                              </p:par>
                            </p:childTnLst>
                          </p:cTn>
                        </p:par>
                        <p:par>
                          <p:cTn id="50" fill="hold">
                            <p:stCondLst>
                              <p:cond delay="500"/>
                            </p:stCondLst>
                            <p:childTnLst>
                              <p:par>
                                <p:cTn id="51" presetID="2" presetClass="entr" presetSubtype="4" fill="hold" grpId="0" nodeType="afterEffect">
                                  <p:stCondLst>
                                    <p:cond delay="0"/>
                                  </p:stCondLst>
                                  <p:childTnLst>
                                    <p:set>
                                      <p:cBhvr>
                                        <p:cTn id="52" dur="1" fill="hold">
                                          <p:stCondLst>
                                            <p:cond delay="0"/>
                                          </p:stCondLst>
                                        </p:cTn>
                                        <p:tgtEl>
                                          <p:spTgt spid="51"/>
                                        </p:tgtEl>
                                        <p:attrNameLst>
                                          <p:attrName>style.visibility</p:attrName>
                                        </p:attrNameLst>
                                      </p:cBhvr>
                                      <p:to>
                                        <p:strVal val="visible"/>
                                      </p:to>
                                    </p:set>
                                    <p:anim calcmode="lin" valueType="num">
                                      <p:cBhvr additive="base">
                                        <p:cTn id="53" dur="500" fill="hold"/>
                                        <p:tgtEl>
                                          <p:spTgt spid="51"/>
                                        </p:tgtEl>
                                        <p:attrNameLst>
                                          <p:attrName>ppt_x</p:attrName>
                                        </p:attrNameLst>
                                      </p:cBhvr>
                                      <p:tavLst>
                                        <p:tav tm="0">
                                          <p:val>
                                            <p:strVal val="#ppt_x"/>
                                          </p:val>
                                        </p:tav>
                                        <p:tav tm="100000">
                                          <p:val>
                                            <p:strVal val="#ppt_x"/>
                                          </p:val>
                                        </p:tav>
                                      </p:tavLst>
                                    </p:anim>
                                    <p:anim calcmode="lin" valueType="num">
                                      <p:cBhvr additive="base">
                                        <p:cTn id="54" dur="500" fill="hold"/>
                                        <p:tgtEl>
                                          <p:spTgt spid="51"/>
                                        </p:tgtEl>
                                        <p:attrNameLst>
                                          <p:attrName>ppt_y</p:attrName>
                                        </p:attrNameLst>
                                      </p:cBhvr>
                                      <p:tavLst>
                                        <p:tav tm="0">
                                          <p:val>
                                            <p:strVal val="1+#ppt_h/2"/>
                                          </p:val>
                                        </p:tav>
                                        <p:tav tm="100000">
                                          <p:val>
                                            <p:strVal val="#ppt_y"/>
                                          </p:val>
                                        </p:tav>
                                      </p:tavLst>
                                    </p:anim>
                                  </p:childTnLst>
                                </p:cTn>
                              </p:par>
                            </p:childTnLst>
                          </p:cTn>
                        </p:par>
                        <p:par>
                          <p:cTn id="55" fill="hold">
                            <p:stCondLst>
                              <p:cond delay="1000"/>
                            </p:stCondLst>
                            <p:childTnLst>
                              <p:par>
                                <p:cTn id="56" presetID="16" presetClass="entr" presetSubtype="37" fill="hold" grpId="0" nodeType="after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barn(outVertical)">
                                      <p:cBhvr>
                                        <p:cTn id="5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28" grpId="0" animBg="1"/>
      <p:bldP spid="29" grpId="0" animBg="1"/>
      <p:bldP spid="30" grpId="0" animBg="1"/>
      <p:bldP spid="32" grpId="0" animBg="1"/>
      <p:bldP spid="50" grpId="0"/>
      <p:bldP spid="51" grpId="0"/>
      <p:bldP spid="3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nvSpPr>
        <p:spPr>
          <a:xfrm>
            <a:off x="1873901" y="2778827"/>
            <a:ext cx="2690937" cy="2066456"/>
          </a:xfrm>
          <a:custGeom>
            <a:avLst/>
            <a:gdLst>
              <a:gd name="connsiteX0" fmla="*/ 640385 w 3801979"/>
              <a:gd name="connsiteY0" fmla="*/ 209624 h 2919663"/>
              <a:gd name="connsiteX1" fmla="*/ 223641 w 3801979"/>
              <a:gd name="connsiteY1" fmla="*/ 626368 h 2919663"/>
              <a:gd name="connsiteX2" fmla="*/ 223641 w 3801979"/>
              <a:gd name="connsiteY2" fmla="*/ 2293293 h 2919663"/>
              <a:gd name="connsiteX3" fmla="*/ 640385 w 3801979"/>
              <a:gd name="connsiteY3" fmla="*/ 2710037 h 2919663"/>
              <a:gd name="connsiteX4" fmla="*/ 3161592 w 3801979"/>
              <a:gd name="connsiteY4" fmla="*/ 2710037 h 2919663"/>
              <a:gd name="connsiteX5" fmla="*/ 3578336 w 3801979"/>
              <a:gd name="connsiteY5" fmla="*/ 2293293 h 2919663"/>
              <a:gd name="connsiteX6" fmla="*/ 3578336 w 3801979"/>
              <a:gd name="connsiteY6" fmla="*/ 626368 h 2919663"/>
              <a:gd name="connsiteX7" fmla="*/ 3161592 w 3801979"/>
              <a:gd name="connsiteY7" fmla="*/ 209624 h 2919663"/>
              <a:gd name="connsiteX8" fmla="*/ 486620 w 3801979"/>
              <a:gd name="connsiteY8" fmla="*/ 0 h 2919663"/>
              <a:gd name="connsiteX9" fmla="*/ 3315359 w 3801979"/>
              <a:gd name="connsiteY9" fmla="*/ 0 h 2919663"/>
              <a:gd name="connsiteX10" fmla="*/ 3801979 w 3801979"/>
              <a:gd name="connsiteY10" fmla="*/ 486620 h 2919663"/>
              <a:gd name="connsiteX11" fmla="*/ 3801979 w 3801979"/>
              <a:gd name="connsiteY11" fmla="*/ 2433043 h 2919663"/>
              <a:gd name="connsiteX12" fmla="*/ 3315359 w 3801979"/>
              <a:gd name="connsiteY12" fmla="*/ 2919663 h 2919663"/>
              <a:gd name="connsiteX13" fmla="*/ 486620 w 3801979"/>
              <a:gd name="connsiteY13" fmla="*/ 2919663 h 2919663"/>
              <a:gd name="connsiteX14" fmla="*/ 0 w 3801979"/>
              <a:gd name="connsiteY14" fmla="*/ 2433043 h 2919663"/>
              <a:gd name="connsiteX15" fmla="*/ 0 w 3801979"/>
              <a:gd name="connsiteY15" fmla="*/ 486620 h 2919663"/>
              <a:gd name="connsiteX16" fmla="*/ 486620 w 3801979"/>
              <a:gd name="connsiteY16" fmla="*/ 0 h 291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01979" h="2919663">
                <a:moveTo>
                  <a:pt x="640385" y="209624"/>
                </a:moveTo>
                <a:cubicBezTo>
                  <a:pt x="410224" y="209624"/>
                  <a:pt x="223641" y="396207"/>
                  <a:pt x="223641" y="626368"/>
                </a:cubicBezTo>
                <a:lnTo>
                  <a:pt x="223641" y="2293293"/>
                </a:lnTo>
                <a:cubicBezTo>
                  <a:pt x="223641" y="2523454"/>
                  <a:pt x="410224" y="2710037"/>
                  <a:pt x="640385" y="2710037"/>
                </a:cubicBezTo>
                <a:lnTo>
                  <a:pt x="3161592" y="2710037"/>
                </a:lnTo>
                <a:cubicBezTo>
                  <a:pt x="3391753" y="2710037"/>
                  <a:pt x="3578336" y="2523454"/>
                  <a:pt x="3578336" y="2293293"/>
                </a:cubicBezTo>
                <a:lnTo>
                  <a:pt x="3578336" y="626368"/>
                </a:lnTo>
                <a:cubicBezTo>
                  <a:pt x="3578336" y="396207"/>
                  <a:pt x="3391753" y="209624"/>
                  <a:pt x="3161592" y="209624"/>
                </a:cubicBezTo>
                <a:close/>
                <a:moveTo>
                  <a:pt x="486620" y="0"/>
                </a:moveTo>
                <a:lnTo>
                  <a:pt x="3315359" y="0"/>
                </a:lnTo>
                <a:cubicBezTo>
                  <a:pt x="3584112" y="0"/>
                  <a:pt x="3801979" y="217867"/>
                  <a:pt x="3801979" y="486620"/>
                </a:cubicBezTo>
                <a:lnTo>
                  <a:pt x="3801979" y="2433043"/>
                </a:lnTo>
                <a:cubicBezTo>
                  <a:pt x="3801979" y="2701796"/>
                  <a:pt x="3584112" y="2919663"/>
                  <a:pt x="3315359" y="2919663"/>
                </a:cubicBezTo>
                <a:lnTo>
                  <a:pt x="486620" y="2919663"/>
                </a:lnTo>
                <a:cubicBezTo>
                  <a:pt x="217867" y="2919663"/>
                  <a:pt x="0" y="2701796"/>
                  <a:pt x="0" y="2433043"/>
                </a:cubicBezTo>
                <a:lnTo>
                  <a:pt x="0" y="486620"/>
                </a:lnTo>
                <a:cubicBezTo>
                  <a:pt x="0" y="217867"/>
                  <a:pt x="217867" y="0"/>
                  <a:pt x="486620" y="0"/>
                </a:cubicBezTo>
                <a:close/>
              </a:path>
            </a:pathLst>
          </a:cu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 name="任意多边形 4"/>
          <p:cNvSpPr/>
          <p:nvPr/>
        </p:nvSpPr>
        <p:spPr>
          <a:xfrm>
            <a:off x="5146048" y="2778827"/>
            <a:ext cx="2690937" cy="2066456"/>
          </a:xfrm>
          <a:custGeom>
            <a:avLst/>
            <a:gdLst>
              <a:gd name="connsiteX0" fmla="*/ 640385 w 3801979"/>
              <a:gd name="connsiteY0" fmla="*/ 209624 h 2919663"/>
              <a:gd name="connsiteX1" fmla="*/ 223641 w 3801979"/>
              <a:gd name="connsiteY1" fmla="*/ 626368 h 2919663"/>
              <a:gd name="connsiteX2" fmla="*/ 223641 w 3801979"/>
              <a:gd name="connsiteY2" fmla="*/ 2293293 h 2919663"/>
              <a:gd name="connsiteX3" fmla="*/ 640385 w 3801979"/>
              <a:gd name="connsiteY3" fmla="*/ 2710037 h 2919663"/>
              <a:gd name="connsiteX4" fmla="*/ 3161592 w 3801979"/>
              <a:gd name="connsiteY4" fmla="*/ 2710037 h 2919663"/>
              <a:gd name="connsiteX5" fmla="*/ 3578336 w 3801979"/>
              <a:gd name="connsiteY5" fmla="*/ 2293293 h 2919663"/>
              <a:gd name="connsiteX6" fmla="*/ 3578336 w 3801979"/>
              <a:gd name="connsiteY6" fmla="*/ 626368 h 2919663"/>
              <a:gd name="connsiteX7" fmla="*/ 3161592 w 3801979"/>
              <a:gd name="connsiteY7" fmla="*/ 209624 h 2919663"/>
              <a:gd name="connsiteX8" fmla="*/ 486620 w 3801979"/>
              <a:gd name="connsiteY8" fmla="*/ 0 h 2919663"/>
              <a:gd name="connsiteX9" fmla="*/ 3315359 w 3801979"/>
              <a:gd name="connsiteY9" fmla="*/ 0 h 2919663"/>
              <a:gd name="connsiteX10" fmla="*/ 3801979 w 3801979"/>
              <a:gd name="connsiteY10" fmla="*/ 486620 h 2919663"/>
              <a:gd name="connsiteX11" fmla="*/ 3801979 w 3801979"/>
              <a:gd name="connsiteY11" fmla="*/ 2433043 h 2919663"/>
              <a:gd name="connsiteX12" fmla="*/ 3315359 w 3801979"/>
              <a:gd name="connsiteY12" fmla="*/ 2919663 h 2919663"/>
              <a:gd name="connsiteX13" fmla="*/ 486620 w 3801979"/>
              <a:gd name="connsiteY13" fmla="*/ 2919663 h 2919663"/>
              <a:gd name="connsiteX14" fmla="*/ 0 w 3801979"/>
              <a:gd name="connsiteY14" fmla="*/ 2433043 h 2919663"/>
              <a:gd name="connsiteX15" fmla="*/ 0 w 3801979"/>
              <a:gd name="connsiteY15" fmla="*/ 486620 h 2919663"/>
              <a:gd name="connsiteX16" fmla="*/ 486620 w 3801979"/>
              <a:gd name="connsiteY16" fmla="*/ 0 h 291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01979" h="2919663">
                <a:moveTo>
                  <a:pt x="640385" y="209624"/>
                </a:moveTo>
                <a:cubicBezTo>
                  <a:pt x="410224" y="209624"/>
                  <a:pt x="223641" y="396207"/>
                  <a:pt x="223641" y="626368"/>
                </a:cubicBezTo>
                <a:lnTo>
                  <a:pt x="223641" y="2293293"/>
                </a:lnTo>
                <a:cubicBezTo>
                  <a:pt x="223641" y="2523454"/>
                  <a:pt x="410224" y="2710037"/>
                  <a:pt x="640385" y="2710037"/>
                </a:cubicBezTo>
                <a:lnTo>
                  <a:pt x="3161592" y="2710037"/>
                </a:lnTo>
                <a:cubicBezTo>
                  <a:pt x="3391753" y="2710037"/>
                  <a:pt x="3578336" y="2523454"/>
                  <a:pt x="3578336" y="2293293"/>
                </a:cubicBezTo>
                <a:lnTo>
                  <a:pt x="3578336" y="626368"/>
                </a:lnTo>
                <a:cubicBezTo>
                  <a:pt x="3578336" y="396207"/>
                  <a:pt x="3391753" y="209624"/>
                  <a:pt x="3161592" y="209624"/>
                </a:cubicBezTo>
                <a:close/>
                <a:moveTo>
                  <a:pt x="486620" y="0"/>
                </a:moveTo>
                <a:lnTo>
                  <a:pt x="3315359" y="0"/>
                </a:lnTo>
                <a:cubicBezTo>
                  <a:pt x="3584112" y="0"/>
                  <a:pt x="3801979" y="217867"/>
                  <a:pt x="3801979" y="486620"/>
                </a:cubicBezTo>
                <a:lnTo>
                  <a:pt x="3801979" y="2433043"/>
                </a:lnTo>
                <a:cubicBezTo>
                  <a:pt x="3801979" y="2701796"/>
                  <a:pt x="3584112" y="2919663"/>
                  <a:pt x="3315359" y="2919663"/>
                </a:cubicBezTo>
                <a:lnTo>
                  <a:pt x="486620" y="2919663"/>
                </a:lnTo>
                <a:cubicBezTo>
                  <a:pt x="217867" y="2919663"/>
                  <a:pt x="0" y="2701796"/>
                  <a:pt x="0" y="2433043"/>
                </a:cubicBezTo>
                <a:lnTo>
                  <a:pt x="0" y="486620"/>
                </a:lnTo>
                <a:cubicBezTo>
                  <a:pt x="0" y="217867"/>
                  <a:pt x="217867" y="0"/>
                  <a:pt x="486620" y="0"/>
                </a:cubicBezTo>
                <a:close/>
              </a:path>
            </a:pathLst>
          </a:cu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 name="任意多边形 5"/>
          <p:cNvSpPr/>
          <p:nvPr/>
        </p:nvSpPr>
        <p:spPr>
          <a:xfrm>
            <a:off x="8418194" y="2778827"/>
            <a:ext cx="2690937" cy="2066456"/>
          </a:xfrm>
          <a:custGeom>
            <a:avLst/>
            <a:gdLst>
              <a:gd name="connsiteX0" fmla="*/ 640385 w 3801979"/>
              <a:gd name="connsiteY0" fmla="*/ 209624 h 2919663"/>
              <a:gd name="connsiteX1" fmla="*/ 223641 w 3801979"/>
              <a:gd name="connsiteY1" fmla="*/ 626368 h 2919663"/>
              <a:gd name="connsiteX2" fmla="*/ 223641 w 3801979"/>
              <a:gd name="connsiteY2" fmla="*/ 2293293 h 2919663"/>
              <a:gd name="connsiteX3" fmla="*/ 640385 w 3801979"/>
              <a:gd name="connsiteY3" fmla="*/ 2710037 h 2919663"/>
              <a:gd name="connsiteX4" fmla="*/ 3161592 w 3801979"/>
              <a:gd name="connsiteY4" fmla="*/ 2710037 h 2919663"/>
              <a:gd name="connsiteX5" fmla="*/ 3578336 w 3801979"/>
              <a:gd name="connsiteY5" fmla="*/ 2293293 h 2919663"/>
              <a:gd name="connsiteX6" fmla="*/ 3578336 w 3801979"/>
              <a:gd name="connsiteY6" fmla="*/ 626368 h 2919663"/>
              <a:gd name="connsiteX7" fmla="*/ 3161592 w 3801979"/>
              <a:gd name="connsiteY7" fmla="*/ 209624 h 2919663"/>
              <a:gd name="connsiteX8" fmla="*/ 486620 w 3801979"/>
              <a:gd name="connsiteY8" fmla="*/ 0 h 2919663"/>
              <a:gd name="connsiteX9" fmla="*/ 3315359 w 3801979"/>
              <a:gd name="connsiteY9" fmla="*/ 0 h 2919663"/>
              <a:gd name="connsiteX10" fmla="*/ 3801979 w 3801979"/>
              <a:gd name="connsiteY10" fmla="*/ 486620 h 2919663"/>
              <a:gd name="connsiteX11" fmla="*/ 3801979 w 3801979"/>
              <a:gd name="connsiteY11" fmla="*/ 2433043 h 2919663"/>
              <a:gd name="connsiteX12" fmla="*/ 3315359 w 3801979"/>
              <a:gd name="connsiteY12" fmla="*/ 2919663 h 2919663"/>
              <a:gd name="connsiteX13" fmla="*/ 486620 w 3801979"/>
              <a:gd name="connsiteY13" fmla="*/ 2919663 h 2919663"/>
              <a:gd name="connsiteX14" fmla="*/ 0 w 3801979"/>
              <a:gd name="connsiteY14" fmla="*/ 2433043 h 2919663"/>
              <a:gd name="connsiteX15" fmla="*/ 0 w 3801979"/>
              <a:gd name="connsiteY15" fmla="*/ 486620 h 2919663"/>
              <a:gd name="connsiteX16" fmla="*/ 486620 w 3801979"/>
              <a:gd name="connsiteY16" fmla="*/ 0 h 291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01979" h="2919663">
                <a:moveTo>
                  <a:pt x="640385" y="209624"/>
                </a:moveTo>
                <a:cubicBezTo>
                  <a:pt x="410224" y="209624"/>
                  <a:pt x="223641" y="396207"/>
                  <a:pt x="223641" y="626368"/>
                </a:cubicBezTo>
                <a:lnTo>
                  <a:pt x="223641" y="2293293"/>
                </a:lnTo>
                <a:cubicBezTo>
                  <a:pt x="223641" y="2523454"/>
                  <a:pt x="410224" y="2710037"/>
                  <a:pt x="640385" y="2710037"/>
                </a:cubicBezTo>
                <a:lnTo>
                  <a:pt x="3161592" y="2710037"/>
                </a:lnTo>
                <a:cubicBezTo>
                  <a:pt x="3391753" y="2710037"/>
                  <a:pt x="3578336" y="2523454"/>
                  <a:pt x="3578336" y="2293293"/>
                </a:cubicBezTo>
                <a:lnTo>
                  <a:pt x="3578336" y="626368"/>
                </a:lnTo>
                <a:cubicBezTo>
                  <a:pt x="3578336" y="396207"/>
                  <a:pt x="3391753" y="209624"/>
                  <a:pt x="3161592" y="209624"/>
                </a:cubicBezTo>
                <a:close/>
                <a:moveTo>
                  <a:pt x="486620" y="0"/>
                </a:moveTo>
                <a:lnTo>
                  <a:pt x="3315359" y="0"/>
                </a:lnTo>
                <a:cubicBezTo>
                  <a:pt x="3584112" y="0"/>
                  <a:pt x="3801979" y="217867"/>
                  <a:pt x="3801979" y="486620"/>
                </a:cubicBezTo>
                <a:lnTo>
                  <a:pt x="3801979" y="2433043"/>
                </a:lnTo>
                <a:cubicBezTo>
                  <a:pt x="3801979" y="2701796"/>
                  <a:pt x="3584112" y="2919663"/>
                  <a:pt x="3315359" y="2919663"/>
                </a:cubicBezTo>
                <a:lnTo>
                  <a:pt x="486620" y="2919663"/>
                </a:lnTo>
                <a:cubicBezTo>
                  <a:pt x="217867" y="2919663"/>
                  <a:pt x="0" y="2701796"/>
                  <a:pt x="0" y="2433043"/>
                </a:cubicBezTo>
                <a:lnTo>
                  <a:pt x="0" y="486620"/>
                </a:lnTo>
                <a:cubicBezTo>
                  <a:pt x="0" y="217867"/>
                  <a:pt x="217867" y="0"/>
                  <a:pt x="486620" y="0"/>
                </a:cubicBezTo>
                <a:close/>
              </a:path>
            </a:pathLst>
          </a:cu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1702981" y="2232959"/>
            <a:ext cx="2767968" cy="523220"/>
            <a:chOff x="1703707" y="2041007"/>
            <a:chExt cx="2767968" cy="523219"/>
          </a:xfrm>
        </p:grpSpPr>
        <p:sp>
          <p:nvSpPr>
            <p:cNvPr id="8" name="文本框 7"/>
            <p:cNvSpPr txBox="1"/>
            <p:nvPr/>
          </p:nvSpPr>
          <p:spPr>
            <a:xfrm>
              <a:off x="1703707" y="2041007"/>
              <a:ext cx="1030515" cy="523219"/>
            </a:xfrm>
            <a:prstGeom prst="rect">
              <a:avLst/>
            </a:prstGeom>
            <a:noFill/>
          </p:spPr>
          <p:txBody>
            <a:bodyPr wrap="square" rtlCol="0">
              <a:spAutoFit/>
            </a:bodyPr>
            <a:lstStyle/>
            <a:p>
              <a:pPr algn="ctr"/>
              <a:r>
                <a:rPr lang="en-US" altLang="zh-CN" sz="2800" dirty="0">
                  <a:solidFill>
                    <a:schemeClr val="tx1">
                      <a:lumMod val="95000"/>
                      <a:lumOff val="5000"/>
                    </a:schemeClr>
                  </a:solidFill>
                  <a:latin typeface="微软雅黑" panose="020B0503020204020204" pitchFamily="34" charset="-122"/>
                  <a:ea typeface="微软雅黑" panose="020B0503020204020204" pitchFamily="34" charset="-122"/>
                </a:rPr>
                <a:t>01</a:t>
              </a:r>
              <a:endPar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2385682" y="2077312"/>
              <a:ext cx="2085993" cy="460374"/>
            </a:xfrm>
            <a:prstGeom prst="rect">
              <a:avLst/>
            </a:prstGeom>
            <a:noFill/>
          </p:spPr>
          <p:txBody>
            <a:bodyPr wrap="square" rtlCol="0">
              <a:spAutoFit/>
            </a:bodyPr>
            <a:lstStyle/>
            <a:p>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输入标题</a:t>
              </a:r>
            </a:p>
          </p:txBody>
        </p:sp>
      </p:grpSp>
      <p:grpSp>
        <p:nvGrpSpPr>
          <p:cNvPr id="10" name="组合 9"/>
          <p:cNvGrpSpPr/>
          <p:nvPr/>
        </p:nvGrpSpPr>
        <p:grpSpPr>
          <a:xfrm>
            <a:off x="5010959" y="2232959"/>
            <a:ext cx="2767968" cy="523220"/>
            <a:chOff x="1703707" y="2041007"/>
            <a:chExt cx="2767968" cy="523219"/>
          </a:xfrm>
        </p:grpSpPr>
        <p:sp>
          <p:nvSpPr>
            <p:cNvPr id="11" name="文本框 10"/>
            <p:cNvSpPr txBox="1"/>
            <p:nvPr/>
          </p:nvSpPr>
          <p:spPr>
            <a:xfrm>
              <a:off x="1703707" y="2041007"/>
              <a:ext cx="1030515" cy="523219"/>
            </a:xfrm>
            <a:prstGeom prst="rect">
              <a:avLst/>
            </a:prstGeom>
            <a:noFill/>
          </p:spPr>
          <p:txBody>
            <a:bodyPr wrap="square" rtlCol="0">
              <a:spAutoFit/>
            </a:bodyPr>
            <a:lstStyle/>
            <a:p>
              <a:pPr algn="ctr"/>
              <a:r>
                <a:rPr lang="en-US" altLang="zh-CN" sz="2800" dirty="0">
                  <a:solidFill>
                    <a:schemeClr val="tx1">
                      <a:lumMod val="95000"/>
                      <a:lumOff val="5000"/>
                    </a:schemeClr>
                  </a:solidFill>
                  <a:latin typeface="微软雅黑" panose="020B0503020204020204" pitchFamily="34" charset="-122"/>
                  <a:ea typeface="微软雅黑" panose="020B0503020204020204" pitchFamily="34" charset="-122"/>
                </a:rPr>
                <a:t>02</a:t>
              </a:r>
              <a:endPar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2385682" y="2077312"/>
              <a:ext cx="2085993" cy="460374"/>
            </a:xfrm>
            <a:prstGeom prst="rect">
              <a:avLst/>
            </a:prstGeom>
            <a:noFill/>
          </p:spPr>
          <p:txBody>
            <a:bodyPr wrap="square" rtlCol="0">
              <a:spAutoFit/>
            </a:bodyPr>
            <a:lstStyle/>
            <a:p>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输入标题</a:t>
              </a:r>
            </a:p>
          </p:txBody>
        </p:sp>
      </p:grpSp>
      <p:grpSp>
        <p:nvGrpSpPr>
          <p:cNvPr id="13" name="组合 12"/>
          <p:cNvGrpSpPr/>
          <p:nvPr/>
        </p:nvGrpSpPr>
        <p:grpSpPr>
          <a:xfrm>
            <a:off x="8267927" y="2232959"/>
            <a:ext cx="2767968" cy="523220"/>
            <a:chOff x="1703707" y="2041007"/>
            <a:chExt cx="2767968" cy="523219"/>
          </a:xfrm>
        </p:grpSpPr>
        <p:sp>
          <p:nvSpPr>
            <p:cNvPr id="14" name="文本框 13"/>
            <p:cNvSpPr txBox="1"/>
            <p:nvPr/>
          </p:nvSpPr>
          <p:spPr>
            <a:xfrm>
              <a:off x="1703707" y="2041007"/>
              <a:ext cx="1030515" cy="523219"/>
            </a:xfrm>
            <a:prstGeom prst="rect">
              <a:avLst/>
            </a:prstGeom>
            <a:noFill/>
          </p:spPr>
          <p:txBody>
            <a:bodyPr wrap="square" rtlCol="0">
              <a:spAutoFit/>
            </a:bodyPr>
            <a:lstStyle/>
            <a:p>
              <a:pPr algn="ctr"/>
              <a:r>
                <a:rPr lang="en-US" altLang="zh-CN" sz="2800" dirty="0">
                  <a:solidFill>
                    <a:schemeClr val="tx1">
                      <a:lumMod val="95000"/>
                      <a:lumOff val="5000"/>
                    </a:schemeClr>
                  </a:solidFill>
                  <a:latin typeface="微软雅黑" panose="020B0503020204020204" pitchFamily="34" charset="-122"/>
                  <a:ea typeface="微软雅黑" panose="020B0503020204020204" pitchFamily="34" charset="-122"/>
                </a:rPr>
                <a:t>03</a:t>
              </a:r>
              <a:endPar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2385682" y="2077312"/>
              <a:ext cx="2085993" cy="460374"/>
            </a:xfrm>
            <a:prstGeom prst="rect">
              <a:avLst/>
            </a:prstGeom>
            <a:noFill/>
          </p:spPr>
          <p:txBody>
            <a:bodyPr wrap="square" rtlCol="0">
              <a:spAutoFit/>
            </a:bodyPr>
            <a:lstStyle/>
            <a:p>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输入标题</a:t>
              </a:r>
            </a:p>
          </p:txBody>
        </p:sp>
      </p:grpSp>
      <p:grpSp>
        <p:nvGrpSpPr>
          <p:cNvPr id="16" name="组合 15"/>
          <p:cNvGrpSpPr/>
          <p:nvPr/>
        </p:nvGrpSpPr>
        <p:grpSpPr>
          <a:xfrm>
            <a:off x="1108117" y="3196263"/>
            <a:ext cx="1128795" cy="1091228"/>
            <a:chOff x="1108117" y="2967663"/>
            <a:chExt cx="1128795" cy="1091228"/>
          </a:xfrm>
        </p:grpSpPr>
        <p:grpSp>
          <p:nvGrpSpPr>
            <p:cNvPr id="17" name="组合 16"/>
            <p:cNvGrpSpPr/>
            <p:nvPr/>
          </p:nvGrpSpPr>
          <p:grpSpPr>
            <a:xfrm>
              <a:off x="1108117" y="2967663"/>
              <a:ext cx="1128795" cy="1091228"/>
              <a:chOff x="4565675" y="764773"/>
              <a:chExt cx="2003843" cy="1937151"/>
            </a:xfrm>
          </p:grpSpPr>
          <p:sp>
            <p:nvSpPr>
              <p:cNvPr id="26" name="椭圆 25"/>
              <p:cNvSpPr/>
              <p:nvPr/>
            </p:nvSpPr>
            <p:spPr>
              <a:xfrm>
                <a:off x="4565675" y="907548"/>
                <a:ext cx="1794376" cy="1794376"/>
              </a:xfrm>
              <a:prstGeom prst="ellipse">
                <a:avLst/>
              </a:prstGeom>
              <a:gradFill>
                <a:gsLst>
                  <a:gs pos="20000">
                    <a:schemeClr val="bg1"/>
                  </a:gs>
                  <a:gs pos="92000">
                    <a:srgbClr val="C7C8C4"/>
                  </a:gs>
                </a:gsLst>
                <a:lin ang="8400000" scaled="0"/>
              </a:gradFill>
              <a:ln>
                <a:noFill/>
              </a:ln>
              <a:effectLst>
                <a:outerShdw blurRad="165100" dist="762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prstClr val="white"/>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7" name="椭圆 26"/>
              <p:cNvSpPr/>
              <p:nvPr/>
            </p:nvSpPr>
            <p:spPr>
              <a:xfrm>
                <a:off x="4776826" y="1118698"/>
                <a:ext cx="1372075" cy="1372076"/>
              </a:xfrm>
              <a:prstGeom prst="ellipse">
                <a:avLst/>
              </a:prstGeom>
              <a:solidFill>
                <a:schemeClr val="accent1">
                  <a:lumMod val="100000"/>
                </a:schemeClr>
              </a:solidFill>
              <a:ln w="15875">
                <a:gradFill>
                  <a:gsLst>
                    <a:gs pos="0">
                      <a:schemeClr val="bg1">
                        <a:lumMod val="65000"/>
                      </a:schemeClr>
                    </a:gs>
                    <a:gs pos="100000">
                      <a:schemeClr val="bg1"/>
                    </a:gs>
                  </a:gsLst>
                  <a:lin ang="84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prstClr val="white"/>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8" name="椭圆 27"/>
              <p:cNvSpPr/>
              <p:nvPr/>
            </p:nvSpPr>
            <p:spPr>
              <a:xfrm>
                <a:off x="5484020" y="764773"/>
                <a:ext cx="1085498" cy="830792"/>
              </a:xfrm>
              <a:prstGeom prst="ellipse">
                <a:avLst/>
              </a:prstGeom>
              <a:gradFill flip="none" rotWithShape="1">
                <a:gsLst>
                  <a:gs pos="32000">
                    <a:srgbClr val="FFFFFF">
                      <a:alpha val="17000"/>
                    </a:srgbClr>
                  </a:gs>
                  <a:gs pos="6000">
                    <a:schemeClr val="bg1">
                      <a:alpha val="70000"/>
                    </a:schemeClr>
                  </a:gs>
                  <a:gs pos="67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prstClr val="white"/>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9" name="任意多边形 28"/>
              <p:cNvSpPr/>
              <p:nvPr/>
            </p:nvSpPr>
            <p:spPr>
              <a:xfrm>
                <a:off x="4783198" y="1133314"/>
                <a:ext cx="1314800" cy="771793"/>
              </a:xfrm>
              <a:custGeom>
                <a:avLst/>
                <a:gdLst>
                  <a:gd name="connsiteX0" fmla="*/ 686038 w 1314800"/>
                  <a:gd name="connsiteY0" fmla="*/ 0 h 771793"/>
                  <a:gd name="connsiteX1" fmla="*/ 1254912 w 1314800"/>
                  <a:gd name="connsiteY1" fmla="*/ 302468 h 771793"/>
                  <a:gd name="connsiteX2" fmla="*/ 1314800 w 1314800"/>
                  <a:gd name="connsiteY2" fmla="*/ 412803 h 771793"/>
                  <a:gd name="connsiteX3" fmla="*/ 710447 w 1314800"/>
                  <a:gd name="connsiteY3" fmla="*/ 771229 h 771793"/>
                  <a:gd name="connsiteX4" fmla="*/ 686038 w 1314800"/>
                  <a:gd name="connsiteY4" fmla="*/ 771793 h 771793"/>
                  <a:gd name="connsiteX5" fmla="*/ 0 w 1314800"/>
                  <a:gd name="connsiteY5" fmla="*/ 686038 h 771793"/>
                  <a:gd name="connsiteX6" fmla="*/ 686038 w 1314800"/>
                  <a:gd name="connsiteY6" fmla="*/ 0 h 771793"/>
                  <a:gd name="connsiteX0-1" fmla="*/ 686038 w 1314800"/>
                  <a:gd name="connsiteY0-2" fmla="*/ 0 h 771793"/>
                  <a:gd name="connsiteX1-3" fmla="*/ 1254912 w 1314800"/>
                  <a:gd name="connsiteY1-4" fmla="*/ 302468 h 771793"/>
                  <a:gd name="connsiteX2-5" fmla="*/ 1314800 w 1314800"/>
                  <a:gd name="connsiteY2-6" fmla="*/ 412803 h 771793"/>
                  <a:gd name="connsiteX3-7" fmla="*/ 710447 w 1314800"/>
                  <a:gd name="connsiteY3-8" fmla="*/ 771229 h 771793"/>
                  <a:gd name="connsiteX4-9" fmla="*/ 686038 w 1314800"/>
                  <a:gd name="connsiteY4-10" fmla="*/ 771793 h 771793"/>
                  <a:gd name="connsiteX5-11" fmla="*/ 0 w 1314800"/>
                  <a:gd name="connsiteY5-12" fmla="*/ 686038 h 771793"/>
                  <a:gd name="connsiteX6-13" fmla="*/ 686038 w 1314800"/>
                  <a:gd name="connsiteY6-14" fmla="*/ 0 h 771793"/>
                  <a:gd name="connsiteX0-15" fmla="*/ 686038 w 1314800"/>
                  <a:gd name="connsiteY0-16" fmla="*/ 0 h 771793"/>
                  <a:gd name="connsiteX1-17" fmla="*/ 1254912 w 1314800"/>
                  <a:gd name="connsiteY1-18" fmla="*/ 302468 h 771793"/>
                  <a:gd name="connsiteX2-19" fmla="*/ 1314800 w 1314800"/>
                  <a:gd name="connsiteY2-20" fmla="*/ 412803 h 771793"/>
                  <a:gd name="connsiteX3-21" fmla="*/ 686038 w 1314800"/>
                  <a:gd name="connsiteY3-22" fmla="*/ 771793 h 771793"/>
                  <a:gd name="connsiteX4-23" fmla="*/ 0 w 1314800"/>
                  <a:gd name="connsiteY4-24" fmla="*/ 686038 h 771793"/>
                  <a:gd name="connsiteX5-25" fmla="*/ 686038 w 1314800"/>
                  <a:gd name="connsiteY5-26" fmla="*/ 0 h 771793"/>
                  <a:gd name="connsiteX0-27" fmla="*/ 686038 w 1314800"/>
                  <a:gd name="connsiteY0-28" fmla="*/ 0 h 771793"/>
                  <a:gd name="connsiteX1-29" fmla="*/ 1254912 w 1314800"/>
                  <a:gd name="connsiteY1-30" fmla="*/ 302468 h 771793"/>
                  <a:gd name="connsiteX2-31" fmla="*/ 1314800 w 1314800"/>
                  <a:gd name="connsiteY2-32" fmla="*/ 412803 h 771793"/>
                  <a:gd name="connsiteX3-33" fmla="*/ 686038 w 1314800"/>
                  <a:gd name="connsiteY3-34" fmla="*/ 771793 h 771793"/>
                  <a:gd name="connsiteX4-35" fmla="*/ 0 w 1314800"/>
                  <a:gd name="connsiteY4-36" fmla="*/ 686038 h 771793"/>
                  <a:gd name="connsiteX5-37" fmla="*/ 686038 w 1314800"/>
                  <a:gd name="connsiteY5-38" fmla="*/ 0 h 771793"/>
                  <a:gd name="connsiteX0-39" fmla="*/ 686038 w 1314800"/>
                  <a:gd name="connsiteY0-40" fmla="*/ 0 h 771793"/>
                  <a:gd name="connsiteX1-41" fmla="*/ 1254912 w 1314800"/>
                  <a:gd name="connsiteY1-42" fmla="*/ 302468 h 771793"/>
                  <a:gd name="connsiteX2-43" fmla="*/ 1314800 w 1314800"/>
                  <a:gd name="connsiteY2-44" fmla="*/ 412803 h 771793"/>
                  <a:gd name="connsiteX3-45" fmla="*/ 686038 w 1314800"/>
                  <a:gd name="connsiteY3-46" fmla="*/ 771793 h 771793"/>
                  <a:gd name="connsiteX4-47" fmla="*/ 0 w 1314800"/>
                  <a:gd name="connsiteY4-48" fmla="*/ 686038 h 771793"/>
                  <a:gd name="connsiteX5-49" fmla="*/ 686038 w 1314800"/>
                  <a:gd name="connsiteY5-50" fmla="*/ 0 h 77179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314800" h="771793">
                    <a:moveTo>
                      <a:pt x="686038" y="0"/>
                    </a:moveTo>
                    <a:cubicBezTo>
                      <a:pt x="922843" y="0"/>
                      <a:pt x="1131626" y="119981"/>
                      <a:pt x="1254912" y="302468"/>
                    </a:cubicBezTo>
                    <a:lnTo>
                      <a:pt x="1314800" y="412803"/>
                    </a:lnTo>
                    <a:cubicBezTo>
                      <a:pt x="1219988" y="491024"/>
                      <a:pt x="928793" y="749877"/>
                      <a:pt x="686038" y="771793"/>
                    </a:cubicBezTo>
                    <a:cubicBezTo>
                      <a:pt x="371604" y="771793"/>
                      <a:pt x="57170" y="743208"/>
                      <a:pt x="0" y="686038"/>
                    </a:cubicBezTo>
                    <a:cubicBezTo>
                      <a:pt x="0" y="307150"/>
                      <a:pt x="307150" y="0"/>
                      <a:pt x="686038" y="0"/>
                    </a:cubicBezTo>
                    <a:close/>
                  </a:path>
                </a:pathLst>
              </a:custGeom>
              <a:solidFill>
                <a:schemeClr val="bg1">
                  <a:alpha val="10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prstClr val="white"/>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18" name="组合 17"/>
            <p:cNvGrpSpPr/>
            <p:nvPr/>
          </p:nvGrpSpPr>
          <p:grpSpPr>
            <a:xfrm>
              <a:off x="1425357" y="3383593"/>
              <a:ext cx="382345" cy="337558"/>
              <a:chOff x="10044251" y="4522834"/>
              <a:chExt cx="745082" cy="657806"/>
            </a:xfrm>
            <a:solidFill>
              <a:schemeClr val="bg1"/>
            </a:solidFill>
            <a:effectLst/>
          </p:grpSpPr>
          <p:sp>
            <p:nvSpPr>
              <p:cNvPr id="19" name="Oval 423"/>
              <p:cNvSpPr>
                <a:spLocks noChangeArrowheads="1"/>
              </p:cNvSpPr>
              <p:nvPr/>
            </p:nvSpPr>
            <p:spPr bwMode="auto">
              <a:xfrm>
                <a:off x="10603243" y="4610108"/>
                <a:ext cx="173829" cy="2012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sp>
            <p:nvSpPr>
              <p:cNvPr id="20" name="Freeform 424"/>
              <p:cNvSpPr/>
              <p:nvPr/>
            </p:nvSpPr>
            <p:spPr bwMode="auto">
              <a:xfrm>
                <a:off x="10567179" y="4817837"/>
                <a:ext cx="222154" cy="298610"/>
              </a:xfrm>
              <a:custGeom>
                <a:avLst/>
                <a:gdLst>
                  <a:gd name="T0" fmla="*/ 65 w 130"/>
                  <a:gd name="T1" fmla="*/ 3 h 175"/>
                  <a:gd name="T2" fmla="*/ 52 w 130"/>
                  <a:gd name="T3" fmla="*/ 89 h 175"/>
                  <a:gd name="T4" fmla="*/ 14 w 130"/>
                  <a:gd name="T5" fmla="*/ 112 h 175"/>
                  <a:gd name="T6" fmla="*/ 14 w 130"/>
                  <a:gd name="T7" fmla="*/ 78 h 175"/>
                  <a:gd name="T8" fmla="*/ 65 w 130"/>
                  <a:gd name="T9" fmla="*/ 3 h 175"/>
                  <a:gd name="T10" fmla="*/ 9 w 130"/>
                  <a:gd name="T11" fmla="*/ 58 h 175"/>
                  <a:gd name="T12" fmla="*/ 0 w 130"/>
                  <a:gd name="T13" fmla="*/ 89 h 175"/>
                  <a:gd name="T14" fmla="*/ 0 w 130"/>
                  <a:gd name="T15" fmla="*/ 137 h 175"/>
                  <a:gd name="T16" fmla="*/ 7 w 130"/>
                  <a:gd name="T17" fmla="*/ 160 h 175"/>
                  <a:gd name="T18" fmla="*/ 65 w 130"/>
                  <a:gd name="T19" fmla="*/ 175 h 175"/>
                  <a:gd name="T20" fmla="*/ 130 w 130"/>
                  <a:gd name="T21" fmla="*/ 149 h 175"/>
                  <a:gd name="T22" fmla="*/ 130 w 130"/>
                  <a:gd name="T23" fmla="*/ 45 h 175"/>
                  <a:gd name="T24" fmla="*/ 65 w 130"/>
                  <a:gd name="T25" fmla="*/ 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 h="175">
                    <a:moveTo>
                      <a:pt x="65" y="3"/>
                    </a:moveTo>
                    <a:cubicBezTo>
                      <a:pt x="52" y="89"/>
                      <a:pt x="52" y="89"/>
                      <a:pt x="52" y="89"/>
                    </a:cubicBezTo>
                    <a:cubicBezTo>
                      <a:pt x="14" y="112"/>
                      <a:pt x="14" y="112"/>
                      <a:pt x="14" y="112"/>
                    </a:cubicBezTo>
                    <a:cubicBezTo>
                      <a:pt x="14" y="78"/>
                      <a:pt x="14" y="78"/>
                      <a:pt x="14" y="78"/>
                    </a:cubicBezTo>
                    <a:cubicBezTo>
                      <a:pt x="65" y="3"/>
                      <a:pt x="65" y="3"/>
                      <a:pt x="65" y="3"/>
                    </a:cubicBezTo>
                    <a:cubicBezTo>
                      <a:pt x="35" y="3"/>
                      <a:pt x="18" y="33"/>
                      <a:pt x="9" y="58"/>
                    </a:cubicBezTo>
                    <a:cubicBezTo>
                      <a:pt x="3" y="75"/>
                      <a:pt x="0" y="89"/>
                      <a:pt x="0" y="89"/>
                    </a:cubicBezTo>
                    <a:cubicBezTo>
                      <a:pt x="0" y="89"/>
                      <a:pt x="0" y="116"/>
                      <a:pt x="0" y="137"/>
                    </a:cubicBezTo>
                    <a:cubicBezTo>
                      <a:pt x="0" y="146"/>
                      <a:pt x="2" y="153"/>
                      <a:pt x="7" y="160"/>
                    </a:cubicBezTo>
                    <a:cubicBezTo>
                      <a:pt x="14" y="169"/>
                      <a:pt x="31" y="175"/>
                      <a:pt x="65" y="175"/>
                    </a:cubicBezTo>
                    <a:cubicBezTo>
                      <a:pt x="122" y="175"/>
                      <a:pt x="130" y="149"/>
                      <a:pt x="130" y="149"/>
                    </a:cubicBezTo>
                    <a:cubicBezTo>
                      <a:pt x="130" y="149"/>
                      <a:pt x="130" y="89"/>
                      <a:pt x="130" y="45"/>
                    </a:cubicBezTo>
                    <a:cubicBezTo>
                      <a:pt x="130" y="0"/>
                      <a:pt x="65" y="3"/>
                      <a:pt x="6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sp>
            <p:nvSpPr>
              <p:cNvPr id="21" name="Freeform 425"/>
              <p:cNvSpPr/>
              <p:nvPr/>
            </p:nvSpPr>
            <p:spPr bwMode="auto">
              <a:xfrm>
                <a:off x="10229620" y="5001763"/>
                <a:ext cx="362082" cy="178877"/>
              </a:xfrm>
              <a:custGeom>
                <a:avLst/>
                <a:gdLst>
                  <a:gd name="T0" fmla="*/ 187 w 212"/>
                  <a:gd name="T1" fmla="*/ 55 h 105"/>
                  <a:gd name="T2" fmla="*/ 178 w 212"/>
                  <a:gd name="T3" fmla="*/ 0 h 105"/>
                  <a:gd name="T4" fmla="*/ 110 w 212"/>
                  <a:gd name="T5" fmla="*/ 20 h 105"/>
                  <a:gd name="T6" fmla="*/ 44 w 212"/>
                  <a:gd name="T7" fmla="*/ 0 h 105"/>
                  <a:gd name="T8" fmla="*/ 30 w 212"/>
                  <a:gd name="T9" fmla="*/ 56 h 105"/>
                  <a:gd name="T10" fmla="*/ 0 w 212"/>
                  <a:gd name="T11" fmla="*/ 72 h 105"/>
                  <a:gd name="T12" fmla="*/ 110 w 212"/>
                  <a:gd name="T13" fmla="*/ 105 h 105"/>
                  <a:gd name="T14" fmla="*/ 212 w 212"/>
                  <a:gd name="T15" fmla="*/ 72 h 105"/>
                  <a:gd name="T16" fmla="*/ 187 w 212"/>
                  <a:gd name="T17" fmla="*/ 5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2" h="105">
                    <a:moveTo>
                      <a:pt x="187" y="55"/>
                    </a:moveTo>
                    <a:cubicBezTo>
                      <a:pt x="173" y="33"/>
                      <a:pt x="178" y="0"/>
                      <a:pt x="178" y="0"/>
                    </a:cubicBezTo>
                    <a:cubicBezTo>
                      <a:pt x="178" y="0"/>
                      <a:pt x="156" y="20"/>
                      <a:pt x="110" y="20"/>
                    </a:cubicBezTo>
                    <a:cubicBezTo>
                      <a:pt x="64" y="20"/>
                      <a:pt x="44" y="0"/>
                      <a:pt x="44" y="0"/>
                    </a:cubicBezTo>
                    <a:cubicBezTo>
                      <a:pt x="44" y="0"/>
                      <a:pt x="49" y="34"/>
                      <a:pt x="30" y="56"/>
                    </a:cubicBezTo>
                    <a:cubicBezTo>
                      <a:pt x="23" y="64"/>
                      <a:pt x="14" y="70"/>
                      <a:pt x="0" y="72"/>
                    </a:cubicBezTo>
                    <a:cubicBezTo>
                      <a:pt x="0" y="72"/>
                      <a:pt x="32" y="105"/>
                      <a:pt x="110" y="105"/>
                    </a:cubicBezTo>
                    <a:cubicBezTo>
                      <a:pt x="187" y="105"/>
                      <a:pt x="212" y="72"/>
                      <a:pt x="212" y="72"/>
                    </a:cubicBezTo>
                    <a:cubicBezTo>
                      <a:pt x="200" y="70"/>
                      <a:pt x="193" y="63"/>
                      <a:pt x="187"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sp>
            <p:nvSpPr>
              <p:cNvPr id="22" name="Freeform 426"/>
              <p:cNvSpPr/>
              <p:nvPr/>
            </p:nvSpPr>
            <p:spPr bwMode="auto">
              <a:xfrm>
                <a:off x="10275782" y="4701711"/>
                <a:ext cx="283463" cy="256054"/>
              </a:xfrm>
              <a:custGeom>
                <a:avLst/>
                <a:gdLst>
                  <a:gd name="T0" fmla="*/ 75 w 166"/>
                  <a:gd name="T1" fmla="*/ 150 h 150"/>
                  <a:gd name="T2" fmla="*/ 91 w 166"/>
                  <a:gd name="T3" fmla="*/ 150 h 150"/>
                  <a:gd name="T4" fmla="*/ 166 w 166"/>
                  <a:gd name="T5" fmla="*/ 125 h 150"/>
                  <a:gd name="T6" fmla="*/ 166 w 166"/>
                  <a:gd name="T7" fmla="*/ 122 h 150"/>
                  <a:gd name="T8" fmla="*/ 166 w 166"/>
                  <a:gd name="T9" fmla="*/ 59 h 150"/>
                  <a:gd name="T10" fmla="*/ 108 w 166"/>
                  <a:gd name="T11" fmla="*/ 0 h 150"/>
                  <a:gd name="T12" fmla="*/ 108 w 166"/>
                  <a:gd name="T13" fmla="*/ 0 h 150"/>
                  <a:gd name="T14" fmla="*/ 83 w 166"/>
                  <a:gd name="T15" fmla="*/ 10 h 150"/>
                  <a:gd name="T16" fmla="*/ 102 w 166"/>
                  <a:gd name="T17" fmla="*/ 82 h 150"/>
                  <a:gd name="T18" fmla="*/ 83 w 166"/>
                  <a:gd name="T19" fmla="*/ 111 h 150"/>
                  <a:gd name="T20" fmla="*/ 63 w 166"/>
                  <a:gd name="T21" fmla="*/ 82 h 150"/>
                  <a:gd name="T22" fmla="*/ 83 w 166"/>
                  <a:gd name="T23" fmla="*/ 10 h 150"/>
                  <a:gd name="T24" fmla="*/ 58 w 166"/>
                  <a:gd name="T25" fmla="*/ 0 h 150"/>
                  <a:gd name="T26" fmla="*/ 0 w 166"/>
                  <a:gd name="T27" fmla="*/ 59 h 150"/>
                  <a:gd name="T28" fmla="*/ 0 w 166"/>
                  <a:gd name="T29" fmla="*/ 122 h 150"/>
                  <a:gd name="T30" fmla="*/ 0 w 166"/>
                  <a:gd name="T31" fmla="*/ 123 h 150"/>
                  <a:gd name="T32" fmla="*/ 75 w 166"/>
                  <a:gd name="T33"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6" h="150">
                    <a:moveTo>
                      <a:pt x="75" y="150"/>
                    </a:moveTo>
                    <a:cubicBezTo>
                      <a:pt x="91" y="150"/>
                      <a:pt x="91" y="150"/>
                      <a:pt x="91" y="150"/>
                    </a:cubicBezTo>
                    <a:cubicBezTo>
                      <a:pt x="150" y="150"/>
                      <a:pt x="163" y="132"/>
                      <a:pt x="166" y="125"/>
                    </a:cubicBezTo>
                    <a:cubicBezTo>
                      <a:pt x="166" y="123"/>
                      <a:pt x="166" y="122"/>
                      <a:pt x="166" y="122"/>
                    </a:cubicBezTo>
                    <a:cubicBezTo>
                      <a:pt x="166" y="122"/>
                      <a:pt x="166" y="113"/>
                      <a:pt x="166" y="59"/>
                    </a:cubicBezTo>
                    <a:cubicBezTo>
                      <a:pt x="166" y="22"/>
                      <a:pt x="130" y="6"/>
                      <a:pt x="108" y="0"/>
                    </a:cubicBezTo>
                    <a:cubicBezTo>
                      <a:pt x="108" y="0"/>
                      <a:pt x="108" y="0"/>
                      <a:pt x="108" y="0"/>
                    </a:cubicBezTo>
                    <a:cubicBezTo>
                      <a:pt x="83" y="10"/>
                      <a:pt x="83" y="10"/>
                      <a:pt x="83" y="10"/>
                    </a:cubicBezTo>
                    <a:cubicBezTo>
                      <a:pt x="102" y="82"/>
                      <a:pt x="102" y="82"/>
                      <a:pt x="102" y="82"/>
                    </a:cubicBezTo>
                    <a:cubicBezTo>
                      <a:pt x="83" y="111"/>
                      <a:pt x="83" y="111"/>
                      <a:pt x="83" y="111"/>
                    </a:cubicBezTo>
                    <a:cubicBezTo>
                      <a:pt x="63" y="82"/>
                      <a:pt x="63" y="82"/>
                      <a:pt x="63" y="82"/>
                    </a:cubicBezTo>
                    <a:cubicBezTo>
                      <a:pt x="83" y="10"/>
                      <a:pt x="83" y="10"/>
                      <a:pt x="83" y="10"/>
                    </a:cubicBezTo>
                    <a:cubicBezTo>
                      <a:pt x="58" y="0"/>
                      <a:pt x="58" y="0"/>
                      <a:pt x="58" y="0"/>
                    </a:cubicBezTo>
                    <a:cubicBezTo>
                      <a:pt x="36" y="6"/>
                      <a:pt x="0" y="22"/>
                      <a:pt x="0" y="59"/>
                    </a:cubicBezTo>
                    <a:cubicBezTo>
                      <a:pt x="0" y="113"/>
                      <a:pt x="0" y="122"/>
                      <a:pt x="0" y="122"/>
                    </a:cubicBezTo>
                    <a:cubicBezTo>
                      <a:pt x="0" y="122"/>
                      <a:pt x="0" y="123"/>
                      <a:pt x="0" y="123"/>
                    </a:cubicBezTo>
                    <a:cubicBezTo>
                      <a:pt x="1" y="127"/>
                      <a:pt x="9" y="150"/>
                      <a:pt x="75" y="1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sp>
            <p:nvSpPr>
              <p:cNvPr id="23" name="Oval 427"/>
              <p:cNvSpPr>
                <a:spLocks noChangeArrowheads="1"/>
              </p:cNvSpPr>
              <p:nvPr/>
            </p:nvSpPr>
            <p:spPr bwMode="auto">
              <a:xfrm>
                <a:off x="10345746" y="4522834"/>
                <a:ext cx="143535" cy="1673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sp>
            <p:nvSpPr>
              <p:cNvPr id="24" name="Freeform 428"/>
              <p:cNvSpPr/>
              <p:nvPr/>
            </p:nvSpPr>
            <p:spPr bwMode="auto">
              <a:xfrm>
                <a:off x="10044251" y="4816394"/>
                <a:ext cx="219990" cy="297889"/>
              </a:xfrm>
              <a:custGeom>
                <a:avLst/>
                <a:gdLst>
                  <a:gd name="T0" fmla="*/ 129 w 129"/>
                  <a:gd name="T1" fmla="*/ 138 h 175"/>
                  <a:gd name="T2" fmla="*/ 129 w 129"/>
                  <a:gd name="T3" fmla="*/ 89 h 175"/>
                  <a:gd name="T4" fmla="*/ 121 w 129"/>
                  <a:gd name="T5" fmla="*/ 58 h 175"/>
                  <a:gd name="T6" fmla="*/ 65 w 129"/>
                  <a:gd name="T7" fmla="*/ 3 h 175"/>
                  <a:gd name="T8" fmla="*/ 116 w 129"/>
                  <a:gd name="T9" fmla="*/ 78 h 175"/>
                  <a:gd name="T10" fmla="*/ 116 w 129"/>
                  <a:gd name="T11" fmla="*/ 113 h 175"/>
                  <a:gd name="T12" fmla="*/ 78 w 129"/>
                  <a:gd name="T13" fmla="*/ 89 h 175"/>
                  <a:gd name="T14" fmla="*/ 65 w 129"/>
                  <a:gd name="T15" fmla="*/ 3 h 175"/>
                  <a:gd name="T16" fmla="*/ 0 w 129"/>
                  <a:gd name="T17" fmla="*/ 45 h 175"/>
                  <a:gd name="T18" fmla="*/ 0 w 129"/>
                  <a:gd name="T19" fmla="*/ 149 h 175"/>
                  <a:gd name="T20" fmla="*/ 65 w 129"/>
                  <a:gd name="T21" fmla="*/ 175 h 175"/>
                  <a:gd name="T22" fmla="*/ 122 w 129"/>
                  <a:gd name="T23" fmla="*/ 161 h 175"/>
                  <a:gd name="T24" fmla="*/ 129 w 129"/>
                  <a:gd name="T25" fmla="*/ 138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 h="175">
                    <a:moveTo>
                      <a:pt x="129" y="138"/>
                    </a:moveTo>
                    <a:cubicBezTo>
                      <a:pt x="129" y="117"/>
                      <a:pt x="129" y="89"/>
                      <a:pt x="129" y="89"/>
                    </a:cubicBezTo>
                    <a:cubicBezTo>
                      <a:pt x="129" y="89"/>
                      <a:pt x="127" y="75"/>
                      <a:pt x="121" y="58"/>
                    </a:cubicBezTo>
                    <a:cubicBezTo>
                      <a:pt x="112" y="33"/>
                      <a:pt x="95" y="3"/>
                      <a:pt x="65" y="3"/>
                    </a:cubicBezTo>
                    <a:cubicBezTo>
                      <a:pt x="116" y="78"/>
                      <a:pt x="116" y="78"/>
                      <a:pt x="116" y="78"/>
                    </a:cubicBezTo>
                    <a:cubicBezTo>
                      <a:pt x="116" y="113"/>
                      <a:pt x="116" y="113"/>
                      <a:pt x="116" y="113"/>
                    </a:cubicBezTo>
                    <a:cubicBezTo>
                      <a:pt x="78" y="89"/>
                      <a:pt x="78" y="89"/>
                      <a:pt x="78" y="89"/>
                    </a:cubicBezTo>
                    <a:cubicBezTo>
                      <a:pt x="65" y="3"/>
                      <a:pt x="65" y="3"/>
                      <a:pt x="65" y="3"/>
                    </a:cubicBezTo>
                    <a:cubicBezTo>
                      <a:pt x="65" y="3"/>
                      <a:pt x="0" y="0"/>
                      <a:pt x="0" y="45"/>
                    </a:cubicBezTo>
                    <a:cubicBezTo>
                      <a:pt x="0" y="90"/>
                      <a:pt x="0" y="149"/>
                      <a:pt x="0" y="149"/>
                    </a:cubicBezTo>
                    <a:cubicBezTo>
                      <a:pt x="0" y="149"/>
                      <a:pt x="8" y="175"/>
                      <a:pt x="65" y="175"/>
                    </a:cubicBezTo>
                    <a:cubicBezTo>
                      <a:pt x="97" y="175"/>
                      <a:pt x="114" y="170"/>
                      <a:pt x="122" y="161"/>
                    </a:cubicBezTo>
                    <a:cubicBezTo>
                      <a:pt x="128" y="155"/>
                      <a:pt x="129" y="147"/>
                      <a:pt x="129" y="1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sp>
            <p:nvSpPr>
              <p:cNvPr id="25" name="Oval 429"/>
              <p:cNvSpPr>
                <a:spLocks noChangeArrowheads="1"/>
              </p:cNvSpPr>
              <p:nvPr/>
            </p:nvSpPr>
            <p:spPr bwMode="auto">
              <a:xfrm>
                <a:off x="10055791" y="4607944"/>
                <a:ext cx="173829" cy="20340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grpSp>
      </p:grpSp>
      <p:grpSp>
        <p:nvGrpSpPr>
          <p:cNvPr id="30" name="组合 29"/>
          <p:cNvGrpSpPr/>
          <p:nvPr/>
        </p:nvGrpSpPr>
        <p:grpSpPr>
          <a:xfrm>
            <a:off x="4291045" y="3196263"/>
            <a:ext cx="1128795" cy="1091228"/>
            <a:chOff x="4291044" y="2967663"/>
            <a:chExt cx="1128795" cy="1091228"/>
          </a:xfrm>
        </p:grpSpPr>
        <p:grpSp>
          <p:nvGrpSpPr>
            <p:cNvPr id="31" name="组合 30"/>
            <p:cNvGrpSpPr/>
            <p:nvPr/>
          </p:nvGrpSpPr>
          <p:grpSpPr>
            <a:xfrm>
              <a:off x="4291044" y="2967663"/>
              <a:ext cx="1128795" cy="1091228"/>
              <a:chOff x="4565675" y="764773"/>
              <a:chExt cx="2003843" cy="1937151"/>
            </a:xfrm>
          </p:grpSpPr>
          <p:sp>
            <p:nvSpPr>
              <p:cNvPr id="49" name="椭圆 48"/>
              <p:cNvSpPr/>
              <p:nvPr/>
            </p:nvSpPr>
            <p:spPr>
              <a:xfrm>
                <a:off x="4565675" y="907548"/>
                <a:ext cx="1794376" cy="1794376"/>
              </a:xfrm>
              <a:prstGeom prst="ellipse">
                <a:avLst/>
              </a:prstGeom>
              <a:gradFill>
                <a:gsLst>
                  <a:gs pos="20000">
                    <a:schemeClr val="bg1"/>
                  </a:gs>
                  <a:gs pos="92000">
                    <a:srgbClr val="C7C8C4"/>
                  </a:gs>
                </a:gsLst>
                <a:lin ang="8400000" scaled="0"/>
              </a:gradFill>
              <a:ln>
                <a:noFill/>
              </a:ln>
              <a:effectLst>
                <a:outerShdw blurRad="165100" dist="762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0" name="椭圆 49"/>
              <p:cNvSpPr/>
              <p:nvPr/>
            </p:nvSpPr>
            <p:spPr>
              <a:xfrm>
                <a:off x="4776826" y="1118698"/>
                <a:ext cx="1372075" cy="1372076"/>
              </a:xfrm>
              <a:prstGeom prst="ellipse">
                <a:avLst/>
              </a:prstGeom>
              <a:solidFill>
                <a:schemeClr val="accent1">
                  <a:lumMod val="100000"/>
                </a:schemeClr>
              </a:solidFill>
              <a:ln w="15875">
                <a:gradFill>
                  <a:gsLst>
                    <a:gs pos="0">
                      <a:schemeClr val="bg1">
                        <a:lumMod val="65000"/>
                      </a:schemeClr>
                    </a:gs>
                    <a:gs pos="100000">
                      <a:schemeClr val="bg1"/>
                    </a:gs>
                  </a:gsLst>
                  <a:lin ang="84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1" name="椭圆 50"/>
              <p:cNvSpPr/>
              <p:nvPr/>
            </p:nvSpPr>
            <p:spPr>
              <a:xfrm>
                <a:off x="5484020" y="764773"/>
                <a:ext cx="1085498" cy="830792"/>
              </a:xfrm>
              <a:prstGeom prst="ellipse">
                <a:avLst/>
              </a:prstGeom>
              <a:gradFill flip="none" rotWithShape="1">
                <a:gsLst>
                  <a:gs pos="32000">
                    <a:srgbClr val="FFFFFF">
                      <a:alpha val="17000"/>
                    </a:srgbClr>
                  </a:gs>
                  <a:gs pos="6000">
                    <a:schemeClr val="bg1">
                      <a:alpha val="70000"/>
                    </a:schemeClr>
                  </a:gs>
                  <a:gs pos="67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2" name="任意多边形 51"/>
              <p:cNvSpPr/>
              <p:nvPr/>
            </p:nvSpPr>
            <p:spPr>
              <a:xfrm>
                <a:off x="4783198" y="1133314"/>
                <a:ext cx="1314800" cy="771793"/>
              </a:xfrm>
              <a:custGeom>
                <a:avLst/>
                <a:gdLst>
                  <a:gd name="connsiteX0" fmla="*/ 686038 w 1314800"/>
                  <a:gd name="connsiteY0" fmla="*/ 0 h 771793"/>
                  <a:gd name="connsiteX1" fmla="*/ 1254912 w 1314800"/>
                  <a:gd name="connsiteY1" fmla="*/ 302468 h 771793"/>
                  <a:gd name="connsiteX2" fmla="*/ 1314800 w 1314800"/>
                  <a:gd name="connsiteY2" fmla="*/ 412803 h 771793"/>
                  <a:gd name="connsiteX3" fmla="*/ 710447 w 1314800"/>
                  <a:gd name="connsiteY3" fmla="*/ 771229 h 771793"/>
                  <a:gd name="connsiteX4" fmla="*/ 686038 w 1314800"/>
                  <a:gd name="connsiteY4" fmla="*/ 771793 h 771793"/>
                  <a:gd name="connsiteX5" fmla="*/ 0 w 1314800"/>
                  <a:gd name="connsiteY5" fmla="*/ 686038 h 771793"/>
                  <a:gd name="connsiteX6" fmla="*/ 686038 w 1314800"/>
                  <a:gd name="connsiteY6" fmla="*/ 0 h 771793"/>
                  <a:gd name="connsiteX0-1" fmla="*/ 686038 w 1314800"/>
                  <a:gd name="connsiteY0-2" fmla="*/ 0 h 771793"/>
                  <a:gd name="connsiteX1-3" fmla="*/ 1254912 w 1314800"/>
                  <a:gd name="connsiteY1-4" fmla="*/ 302468 h 771793"/>
                  <a:gd name="connsiteX2-5" fmla="*/ 1314800 w 1314800"/>
                  <a:gd name="connsiteY2-6" fmla="*/ 412803 h 771793"/>
                  <a:gd name="connsiteX3-7" fmla="*/ 710447 w 1314800"/>
                  <a:gd name="connsiteY3-8" fmla="*/ 771229 h 771793"/>
                  <a:gd name="connsiteX4-9" fmla="*/ 686038 w 1314800"/>
                  <a:gd name="connsiteY4-10" fmla="*/ 771793 h 771793"/>
                  <a:gd name="connsiteX5-11" fmla="*/ 0 w 1314800"/>
                  <a:gd name="connsiteY5-12" fmla="*/ 686038 h 771793"/>
                  <a:gd name="connsiteX6-13" fmla="*/ 686038 w 1314800"/>
                  <a:gd name="connsiteY6-14" fmla="*/ 0 h 771793"/>
                  <a:gd name="connsiteX0-15" fmla="*/ 686038 w 1314800"/>
                  <a:gd name="connsiteY0-16" fmla="*/ 0 h 771793"/>
                  <a:gd name="connsiteX1-17" fmla="*/ 1254912 w 1314800"/>
                  <a:gd name="connsiteY1-18" fmla="*/ 302468 h 771793"/>
                  <a:gd name="connsiteX2-19" fmla="*/ 1314800 w 1314800"/>
                  <a:gd name="connsiteY2-20" fmla="*/ 412803 h 771793"/>
                  <a:gd name="connsiteX3-21" fmla="*/ 686038 w 1314800"/>
                  <a:gd name="connsiteY3-22" fmla="*/ 771793 h 771793"/>
                  <a:gd name="connsiteX4-23" fmla="*/ 0 w 1314800"/>
                  <a:gd name="connsiteY4-24" fmla="*/ 686038 h 771793"/>
                  <a:gd name="connsiteX5-25" fmla="*/ 686038 w 1314800"/>
                  <a:gd name="connsiteY5-26" fmla="*/ 0 h 771793"/>
                  <a:gd name="connsiteX0-27" fmla="*/ 686038 w 1314800"/>
                  <a:gd name="connsiteY0-28" fmla="*/ 0 h 771793"/>
                  <a:gd name="connsiteX1-29" fmla="*/ 1254912 w 1314800"/>
                  <a:gd name="connsiteY1-30" fmla="*/ 302468 h 771793"/>
                  <a:gd name="connsiteX2-31" fmla="*/ 1314800 w 1314800"/>
                  <a:gd name="connsiteY2-32" fmla="*/ 412803 h 771793"/>
                  <a:gd name="connsiteX3-33" fmla="*/ 686038 w 1314800"/>
                  <a:gd name="connsiteY3-34" fmla="*/ 771793 h 771793"/>
                  <a:gd name="connsiteX4-35" fmla="*/ 0 w 1314800"/>
                  <a:gd name="connsiteY4-36" fmla="*/ 686038 h 771793"/>
                  <a:gd name="connsiteX5-37" fmla="*/ 686038 w 1314800"/>
                  <a:gd name="connsiteY5-38" fmla="*/ 0 h 771793"/>
                  <a:gd name="connsiteX0-39" fmla="*/ 686038 w 1314800"/>
                  <a:gd name="connsiteY0-40" fmla="*/ 0 h 771793"/>
                  <a:gd name="connsiteX1-41" fmla="*/ 1254912 w 1314800"/>
                  <a:gd name="connsiteY1-42" fmla="*/ 302468 h 771793"/>
                  <a:gd name="connsiteX2-43" fmla="*/ 1314800 w 1314800"/>
                  <a:gd name="connsiteY2-44" fmla="*/ 412803 h 771793"/>
                  <a:gd name="connsiteX3-45" fmla="*/ 686038 w 1314800"/>
                  <a:gd name="connsiteY3-46" fmla="*/ 771793 h 771793"/>
                  <a:gd name="connsiteX4-47" fmla="*/ 0 w 1314800"/>
                  <a:gd name="connsiteY4-48" fmla="*/ 686038 h 771793"/>
                  <a:gd name="connsiteX5-49" fmla="*/ 686038 w 1314800"/>
                  <a:gd name="connsiteY5-50" fmla="*/ 0 h 77179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314800" h="771793">
                    <a:moveTo>
                      <a:pt x="686038" y="0"/>
                    </a:moveTo>
                    <a:cubicBezTo>
                      <a:pt x="922843" y="0"/>
                      <a:pt x="1131626" y="119981"/>
                      <a:pt x="1254912" y="302468"/>
                    </a:cubicBezTo>
                    <a:lnTo>
                      <a:pt x="1314800" y="412803"/>
                    </a:lnTo>
                    <a:cubicBezTo>
                      <a:pt x="1219988" y="491024"/>
                      <a:pt x="928793" y="749877"/>
                      <a:pt x="686038" y="771793"/>
                    </a:cubicBezTo>
                    <a:cubicBezTo>
                      <a:pt x="371604" y="771793"/>
                      <a:pt x="57170" y="743208"/>
                      <a:pt x="0" y="686038"/>
                    </a:cubicBezTo>
                    <a:cubicBezTo>
                      <a:pt x="0" y="307150"/>
                      <a:pt x="307150" y="0"/>
                      <a:pt x="686038" y="0"/>
                    </a:cubicBezTo>
                    <a:close/>
                  </a:path>
                </a:pathLst>
              </a:custGeom>
              <a:solidFill>
                <a:schemeClr val="bg1">
                  <a:alpha val="10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32" name="组合 31"/>
            <p:cNvGrpSpPr/>
            <p:nvPr/>
          </p:nvGrpSpPr>
          <p:grpSpPr>
            <a:xfrm>
              <a:off x="4608433" y="3368167"/>
              <a:ext cx="372722" cy="337930"/>
              <a:chOff x="10054349" y="2685014"/>
              <a:chExt cx="726328" cy="658528"/>
            </a:xfrm>
            <a:solidFill>
              <a:schemeClr val="bg1"/>
            </a:solidFill>
            <a:effectLst/>
          </p:grpSpPr>
          <p:sp>
            <p:nvSpPr>
              <p:cNvPr id="33" name="Oval 440"/>
              <p:cNvSpPr>
                <a:spLocks noChangeArrowheads="1"/>
              </p:cNvSpPr>
              <p:nvPr/>
            </p:nvSpPr>
            <p:spPr bwMode="auto">
              <a:xfrm>
                <a:off x="10639307" y="2954772"/>
                <a:ext cx="132715" cy="15507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4" name="Freeform 441"/>
              <p:cNvSpPr/>
              <p:nvPr/>
            </p:nvSpPr>
            <p:spPr bwMode="auto">
              <a:xfrm>
                <a:off x="10606849" y="2685014"/>
                <a:ext cx="119011" cy="119732"/>
              </a:xfrm>
              <a:custGeom>
                <a:avLst/>
                <a:gdLst>
                  <a:gd name="T0" fmla="*/ 55 w 70"/>
                  <a:gd name="T1" fmla="*/ 70 h 70"/>
                  <a:gd name="T2" fmla="*/ 70 w 70"/>
                  <a:gd name="T3" fmla="*/ 70 h 70"/>
                  <a:gd name="T4" fmla="*/ 0 w 70"/>
                  <a:gd name="T5" fmla="*/ 0 h 70"/>
                  <a:gd name="T6" fmla="*/ 0 w 70"/>
                  <a:gd name="T7" fmla="*/ 14 h 70"/>
                  <a:gd name="T8" fmla="*/ 55 w 70"/>
                  <a:gd name="T9" fmla="*/ 70 h 70"/>
                </a:gdLst>
                <a:ahLst/>
                <a:cxnLst>
                  <a:cxn ang="0">
                    <a:pos x="T0" y="T1"/>
                  </a:cxn>
                  <a:cxn ang="0">
                    <a:pos x="T2" y="T3"/>
                  </a:cxn>
                  <a:cxn ang="0">
                    <a:pos x="T4" y="T5"/>
                  </a:cxn>
                  <a:cxn ang="0">
                    <a:pos x="T6" y="T7"/>
                  </a:cxn>
                  <a:cxn ang="0">
                    <a:pos x="T8" y="T9"/>
                  </a:cxn>
                </a:cxnLst>
                <a:rect l="0" t="0" r="r" b="b"/>
                <a:pathLst>
                  <a:path w="70" h="70">
                    <a:moveTo>
                      <a:pt x="55" y="70"/>
                    </a:moveTo>
                    <a:cubicBezTo>
                      <a:pt x="70" y="70"/>
                      <a:pt x="70" y="70"/>
                      <a:pt x="70" y="70"/>
                    </a:cubicBezTo>
                    <a:cubicBezTo>
                      <a:pt x="70" y="31"/>
                      <a:pt x="39" y="0"/>
                      <a:pt x="0" y="0"/>
                    </a:cubicBezTo>
                    <a:cubicBezTo>
                      <a:pt x="0" y="14"/>
                      <a:pt x="0" y="14"/>
                      <a:pt x="0" y="14"/>
                    </a:cubicBezTo>
                    <a:cubicBezTo>
                      <a:pt x="31" y="14"/>
                      <a:pt x="55" y="39"/>
                      <a:pt x="55"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5" name="Freeform 442"/>
              <p:cNvSpPr/>
              <p:nvPr/>
            </p:nvSpPr>
            <p:spPr bwMode="auto">
              <a:xfrm>
                <a:off x="10606849" y="2727569"/>
                <a:ext cx="76456" cy="77177"/>
              </a:xfrm>
              <a:custGeom>
                <a:avLst/>
                <a:gdLst>
                  <a:gd name="T0" fmla="*/ 33 w 45"/>
                  <a:gd name="T1" fmla="*/ 45 h 45"/>
                  <a:gd name="T2" fmla="*/ 45 w 45"/>
                  <a:gd name="T3" fmla="*/ 45 h 45"/>
                  <a:gd name="T4" fmla="*/ 0 w 45"/>
                  <a:gd name="T5" fmla="*/ 0 h 45"/>
                  <a:gd name="T6" fmla="*/ 0 w 45"/>
                  <a:gd name="T7" fmla="*/ 12 h 45"/>
                  <a:gd name="T8" fmla="*/ 33 w 45"/>
                  <a:gd name="T9" fmla="*/ 45 h 45"/>
                </a:gdLst>
                <a:ahLst/>
                <a:cxnLst>
                  <a:cxn ang="0">
                    <a:pos x="T0" y="T1"/>
                  </a:cxn>
                  <a:cxn ang="0">
                    <a:pos x="T2" y="T3"/>
                  </a:cxn>
                  <a:cxn ang="0">
                    <a:pos x="T4" y="T5"/>
                  </a:cxn>
                  <a:cxn ang="0">
                    <a:pos x="T6" y="T7"/>
                  </a:cxn>
                  <a:cxn ang="0">
                    <a:pos x="T8" y="T9"/>
                  </a:cxn>
                </a:cxnLst>
                <a:rect l="0" t="0" r="r" b="b"/>
                <a:pathLst>
                  <a:path w="45" h="45">
                    <a:moveTo>
                      <a:pt x="33" y="45"/>
                    </a:moveTo>
                    <a:cubicBezTo>
                      <a:pt x="45" y="45"/>
                      <a:pt x="45" y="45"/>
                      <a:pt x="45" y="45"/>
                    </a:cubicBezTo>
                    <a:cubicBezTo>
                      <a:pt x="45" y="20"/>
                      <a:pt x="25" y="0"/>
                      <a:pt x="0" y="0"/>
                    </a:cubicBezTo>
                    <a:cubicBezTo>
                      <a:pt x="0" y="12"/>
                      <a:pt x="0" y="12"/>
                      <a:pt x="0" y="12"/>
                    </a:cubicBezTo>
                    <a:cubicBezTo>
                      <a:pt x="18" y="12"/>
                      <a:pt x="33" y="27"/>
                      <a:pt x="33"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6" name="Freeform 443"/>
              <p:cNvSpPr/>
              <p:nvPr/>
            </p:nvSpPr>
            <p:spPr bwMode="auto">
              <a:xfrm>
                <a:off x="10606849" y="2762190"/>
                <a:ext cx="42556" cy="42556"/>
              </a:xfrm>
              <a:custGeom>
                <a:avLst/>
                <a:gdLst>
                  <a:gd name="T0" fmla="*/ 13 w 25"/>
                  <a:gd name="T1" fmla="*/ 25 h 25"/>
                  <a:gd name="T2" fmla="*/ 25 w 25"/>
                  <a:gd name="T3" fmla="*/ 25 h 25"/>
                  <a:gd name="T4" fmla="*/ 0 w 25"/>
                  <a:gd name="T5" fmla="*/ 0 h 25"/>
                  <a:gd name="T6" fmla="*/ 0 w 25"/>
                  <a:gd name="T7" fmla="*/ 12 h 25"/>
                  <a:gd name="T8" fmla="*/ 13 w 25"/>
                  <a:gd name="T9" fmla="*/ 25 h 25"/>
                </a:gdLst>
                <a:ahLst/>
                <a:cxnLst>
                  <a:cxn ang="0">
                    <a:pos x="T0" y="T1"/>
                  </a:cxn>
                  <a:cxn ang="0">
                    <a:pos x="T2" y="T3"/>
                  </a:cxn>
                  <a:cxn ang="0">
                    <a:pos x="T4" y="T5"/>
                  </a:cxn>
                  <a:cxn ang="0">
                    <a:pos x="T6" y="T7"/>
                  </a:cxn>
                  <a:cxn ang="0">
                    <a:pos x="T8" y="T9"/>
                  </a:cxn>
                </a:cxnLst>
                <a:rect l="0" t="0" r="r" b="b"/>
                <a:pathLst>
                  <a:path w="25" h="25">
                    <a:moveTo>
                      <a:pt x="13" y="25"/>
                    </a:moveTo>
                    <a:cubicBezTo>
                      <a:pt x="25" y="25"/>
                      <a:pt x="25" y="25"/>
                      <a:pt x="25" y="25"/>
                    </a:cubicBezTo>
                    <a:cubicBezTo>
                      <a:pt x="25" y="11"/>
                      <a:pt x="14" y="0"/>
                      <a:pt x="0" y="0"/>
                    </a:cubicBezTo>
                    <a:cubicBezTo>
                      <a:pt x="0" y="12"/>
                      <a:pt x="0" y="12"/>
                      <a:pt x="0" y="12"/>
                    </a:cubicBezTo>
                    <a:cubicBezTo>
                      <a:pt x="7" y="12"/>
                      <a:pt x="13" y="18"/>
                      <a:pt x="13"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7" name="Freeform 444"/>
              <p:cNvSpPr/>
              <p:nvPr/>
            </p:nvSpPr>
            <p:spPr bwMode="auto">
              <a:xfrm>
                <a:off x="10611898" y="3114896"/>
                <a:ext cx="168779" cy="228646"/>
              </a:xfrm>
              <a:custGeom>
                <a:avLst/>
                <a:gdLst>
                  <a:gd name="T0" fmla="*/ 49 w 99"/>
                  <a:gd name="T1" fmla="*/ 2 h 134"/>
                  <a:gd name="T2" fmla="*/ 40 w 99"/>
                  <a:gd name="T3" fmla="*/ 68 h 134"/>
                  <a:gd name="T4" fmla="*/ 10 w 99"/>
                  <a:gd name="T5" fmla="*/ 87 h 134"/>
                  <a:gd name="T6" fmla="*/ 10 w 99"/>
                  <a:gd name="T7" fmla="*/ 60 h 134"/>
                  <a:gd name="T8" fmla="*/ 49 w 99"/>
                  <a:gd name="T9" fmla="*/ 2 h 134"/>
                  <a:gd name="T10" fmla="*/ 0 w 99"/>
                  <a:gd name="T11" fmla="*/ 68 h 134"/>
                  <a:gd name="T12" fmla="*/ 0 w 99"/>
                  <a:gd name="T13" fmla="*/ 106 h 134"/>
                  <a:gd name="T14" fmla="*/ 49 w 99"/>
                  <a:gd name="T15" fmla="*/ 134 h 134"/>
                  <a:gd name="T16" fmla="*/ 99 w 99"/>
                  <a:gd name="T17" fmla="*/ 115 h 134"/>
                  <a:gd name="T18" fmla="*/ 99 w 99"/>
                  <a:gd name="T19" fmla="*/ 35 h 134"/>
                  <a:gd name="T20" fmla="*/ 49 w 99"/>
                  <a:gd name="T21" fmla="*/ 2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134">
                    <a:moveTo>
                      <a:pt x="49" y="2"/>
                    </a:moveTo>
                    <a:cubicBezTo>
                      <a:pt x="40" y="68"/>
                      <a:pt x="40" y="68"/>
                      <a:pt x="40" y="68"/>
                    </a:cubicBezTo>
                    <a:cubicBezTo>
                      <a:pt x="10" y="87"/>
                      <a:pt x="10" y="87"/>
                      <a:pt x="10" y="87"/>
                    </a:cubicBezTo>
                    <a:cubicBezTo>
                      <a:pt x="10" y="60"/>
                      <a:pt x="10" y="60"/>
                      <a:pt x="10" y="60"/>
                    </a:cubicBezTo>
                    <a:cubicBezTo>
                      <a:pt x="49" y="2"/>
                      <a:pt x="49" y="2"/>
                      <a:pt x="49" y="2"/>
                    </a:cubicBezTo>
                    <a:cubicBezTo>
                      <a:pt x="11" y="2"/>
                      <a:pt x="0" y="68"/>
                      <a:pt x="0" y="68"/>
                    </a:cubicBezTo>
                    <a:cubicBezTo>
                      <a:pt x="0" y="68"/>
                      <a:pt x="0" y="90"/>
                      <a:pt x="0" y="106"/>
                    </a:cubicBezTo>
                    <a:cubicBezTo>
                      <a:pt x="0" y="122"/>
                      <a:pt x="5" y="134"/>
                      <a:pt x="49" y="134"/>
                    </a:cubicBezTo>
                    <a:cubicBezTo>
                      <a:pt x="94" y="134"/>
                      <a:pt x="99" y="115"/>
                      <a:pt x="99" y="115"/>
                    </a:cubicBezTo>
                    <a:cubicBezTo>
                      <a:pt x="99" y="115"/>
                      <a:pt x="99" y="69"/>
                      <a:pt x="99" y="35"/>
                    </a:cubicBezTo>
                    <a:cubicBezTo>
                      <a:pt x="99" y="0"/>
                      <a:pt x="49" y="2"/>
                      <a:pt x="4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8" name="Freeform 445"/>
              <p:cNvSpPr/>
              <p:nvPr/>
            </p:nvSpPr>
            <p:spPr bwMode="auto">
              <a:xfrm>
                <a:off x="10344303" y="3058636"/>
                <a:ext cx="170222" cy="22360"/>
              </a:xfrm>
              <a:custGeom>
                <a:avLst/>
                <a:gdLst>
                  <a:gd name="T0" fmla="*/ 94 w 100"/>
                  <a:gd name="T1" fmla="*/ 0 h 13"/>
                  <a:gd name="T2" fmla="*/ 7 w 100"/>
                  <a:gd name="T3" fmla="*/ 0 h 13"/>
                  <a:gd name="T4" fmla="*/ 2 w 100"/>
                  <a:gd name="T5" fmla="*/ 2 h 13"/>
                  <a:gd name="T6" fmla="*/ 0 w 100"/>
                  <a:gd name="T7" fmla="*/ 6 h 13"/>
                  <a:gd name="T8" fmla="*/ 7 w 100"/>
                  <a:gd name="T9" fmla="*/ 13 h 13"/>
                  <a:gd name="T10" fmla="*/ 94 w 100"/>
                  <a:gd name="T11" fmla="*/ 13 h 13"/>
                  <a:gd name="T12" fmla="*/ 100 w 100"/>
                  <a:gd name="T13" fmla="*/ 6 h 13"/>
                  <a:gd name="T14" fmla="*/ 94 w 100"/>
                  <a:gd name="T15" fmla="*/ 0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0" h="13">
                    <a:moveTo>
                      <a:pt x="94" y="0"/>
                    </a:moveTo>
                    <a:cubicBezTo>
                      <a:pt x="7" y="0"/>
                      <a:pt x="7" y="0"/>
                      <a:pt x="7" y="0"/>
                    </a:cubicBezTo>
                    <a:cubicBezTo>
                      <a:pt x="5" y="0"/>
                      <a:pt x="4" y="0"/>
                      <a:pt x="2" y="2"/>
                    </a:cubicBezTo>
                    <a:cubicBezTo>
                      <a:pt x="1" y="3"/>
                      <a:pt x="0" y="4"/>
                      <a:pt x="0" y="6"/>
                    </a:cubicBezTo>
                    <a:cubicBezTo>
                      <a:pt x="0" y="10"/>
                      <a:pt x="3" y="13"/>
                      <a:pt x="7" y="13"/>
                    </a:cubicBezTo>
                    <a:cubicBezTo>
                      <a:pt x="94" y="13"/>
                      <a:pt x="94" y="13"/>
                      <a:pt x="94" y="13"/>
                    </a:cubicBezTo>
                    <a:cubicBezTo>
                      <a:pt x="97" y="13"/>
                      <a:pt x="100" y="10"/>
                      <a:pt x="100" y="6"/>
                    </a:cubicBezTo>
                    <a:cubicBezTo>
                      <a:pt x="100" y="3"/>
                      <a:pt x="97" y="0"/>
                      <a:pt x="9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9" name="Freeform 446"/>
              <p:cNvSpPr/>
              <p:nvPr/>
            </p:nvSpPr>
            <p:spPr bwMode="auto">
              <a:xfrm>
                <a:off x="10465478" y="2847301"/>
                <a:ext cx="56260" cy="64915"/>
              </a:xfrm>
              <a:custGeom>
                <a:avLst/>
                <a:gdLst>
                  <a:gd name="T0" fmla="*/ 17 w 33"/>
                  <a:gd name="T1" fmla="*/ 38 h 38"/>
                  <a:gd name="T2" fmla="*/ 33 w 33"/>
                  <a:gd name="T3" fmla="*/ 24 h 38"/>
                  <a:gd name="T4" fmla="*/ 33 w 33"/>
                  <a:gd name="T5" fmla="*/ 19 h 38"/>
                  <a:gd name="T6" fmla="*/ 18 w 33"/>
                  <a:gd name="T7" fmla="*/ 0 h 38"/>
                  <a:gd name="T8" fmla="*/ 17 w 33"/>
                  <a:gd name="T9" fmla="*/ 0 h 38"/>
                  <a:gd name="T10" fmla="*/ 0 w 33"/>
                  <a:gd name="T11" fmla="*/ 19 h 38"/>
                  <a:gd name="T12" fmla="*/ 17 w 3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3" h="38">
                    <a:moveTo>
                      <a:pt x="17" y="38"/>
                    </a:moveTo>
                    <a:cubicBezTo>
                      <a:pt x="24" y="38"/>
                      <a:pt x="31" y="32"/>
                      <a:pt x="33" y="24"/>
                    </a:cubicBezTo>
                    <a:cubicBezTo>
                      <a:pt x="33" y="22"/>
                      <a:pt x="33" y="21"/>
                      <a:pt x="33" y="19"/>
                    </a:cubicBezTo>
                    <a:cubicBezTo>
                      <a:pt x="33" y="9"/>
                      <a:pt x="26" y="0"/>
                      <a:pt x="18" y="0"/>
                    </a:cubicBezTo>
                    <a:cubicBezTo>
                      <a:pt x="17" y="0"/>
                      <a:pt x="17" y="0"/>
                      <a:pt x="17" y="0"/>
                    </a:cubicBezTo>
                    <a:cubicBezTo>
                      <a:pt x="7" y="0"/>
                      <a:pt x="0" y="8"/>
                      <a:pt x="0" y="19"/>
                    </a:cubicBezTo>
                    <a:cubicBezTo>
                      <a:pt x="0" y="30"/>
                      <a:pt x="7" y="38"/>
                      <a:pt x="17"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0" name="Freeform 447"/>
              <p:cNvSpPr/>
              <p:nvPr/>
            </p:nvSpPr>
            <p:spPr bwMode="auto">
              <a:xfrm>
                <a:off x="10434463" y="2918708"/>
                <a:ext cx="117569" cy="68522"/>
              </a:xfrm>
              <a:custGeom>
                <a:avLst/>
                <a:gdLst>
                  <a:gd name="T0" fmla="*/ 50 w 69"/>
                  <a:gd name="T1" fmla="*/ 0 h 40"/>
                  <a:gd name="T2" fmla="*/ 36 w 69"/>
                  <a:gd name="T3" fmla="*/ 5 h 40"/>
                  <a:gd name="T4" fmla="*/ 42 w 69"/>
                  <a:gd name="T5" fmla="*/ 25 h 40"/>
                  <a:gd name="T6" fmla="*/ 36 w 69"/>
                  <a:gd name="T7" fmla="*/ 35 h 40"/>
                  <a:gd name="T8" fmla="*/ 29 w 69"/>
                  <a:gd name="T9" fmla="*/ 25 h 40"/>
                  <a:gd name="T10" fmla="*/ 36 w 69"/>
                  <a:gd name="T11" fmla="*/ 5 h 40"/>
                  <a:gd name="T12" fmla="*/ 19 w 69"/>
                  <a:gd name="T13" fmla="*/ 0 h 40"/>
                  <a:gd name="T14" fmla="*/ 0 w 69"/>
                  <a:gd name="T15" fmla="*/ 20 h 40"/>
                  <a:gd name="T16" fmla="*/ 0 w 69"/>
                  <a:gd name="T17" fmla="*/ 40 h 40"/>
                  <a:gd name="T18" fmla="*/ 32 w 69"/>
                  <a:gd name="T19" fmla="*/ 40 h 40"/>
                  <a:gd name="T20" fmla="*/ 37 w 69"/>
                  <a:gd name="T21" fmla="*/ 40 h 40"/>
                  <a:gd name="T22" fmla="*/ 69 w 69"/>
                  <a:gd name="T23" fmla="*/ 40 h 40"/>
                  <a:gd name="T24" fmla="*/ 69 w 69"/>
                  <a:gd name="T25" fmla="*/ 20 h 40"/>
                  <a:gd name="T26" fmla="*/ 50 w 69"/>
                  <a:gd name="T27"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9" h="40">
                    <a:moveTo>
                      <a:pt x="50" y="0"/>
                    </a:moveTo>
                    <a:cubicBezTo>
                      <a:pt x="36" y="5"/>
                      <a:pt x="36" y="5"/>
                      <a:pt x="36" y="5"/>
                    </a:cubicBezTo>
                    <a:cubicBezTo>
                      <a:pt x="42" y="25"/>
                      <a:pt x="42" y="25"/>
                      <a:pt x="42" y="25"/>
                    </a:cubicBezTo>
                    <a:cubicBezTo>
                      <a:pt x="36" y="35"/>
                      <a:pt x="36" y="35"/>
                      <a:pt x="36" y="35"/>
                    </a:cubicBezTo>
                    <a:cubicBezTo>
                      <a:pt x="29" y="25"/>
                      <a:pt x="29" y="25"/>
                      <a:pt x="29" y="25"/>
                    </a:cubicBezTo>
                    <a:cubicBezTo>
                      <a:pt x="36" y="5"/>
                      <a:pt x="36" y="5"/>
                      <a:pt x="36" y="5"/>
                    </a:cubicBezTo>
                    <a:cubicBezTo>
                      <a:pt x="19" y="0"/>
                      <a:pt x="19" y="0"/>
                      <a:pt x="19" y="0"/>
                    </a:cubicBezTo>
                    <a:cubicBezTo>
                      <a:pt x="10" y="3"/>
                      <a:pt x="0" y="8"/>
                      <a:pt x="0" y="20"/>
                    </a:cubicBezTo>
                    <a:cubicBezTo>
                      <a:pt x="0" y="40"/>
                      <a:pt x="0" y="40"/>
                      <a:pt x="0" y="40"/>
                    </a:cubicBezTo>
                    <a:cubicBezTo>
                      <a:pt x="32" y="40"/>
                      <a:pt x="32" y="40"/>
                      <a:pt x="32" y="40"/>
                    </a:cubicBezTo>
                    <a:cubicBezTo>
                      <a:pt x="37" y="40"/>
                      <a:pt x="37" y="40"/>
                      <a:pt x="37" y="40"/>
                    </a:cubicBezTo>
                    <a:cubicBezTo>
                      <a:pt x="69" y="40"/>
                      <a:pt x="69" y="40"/>
                      <a:pt x="69" y="40"/>
                    </a:cubicBezTo>
                    <a:cubicBezTo>
                      <a:pt x="69" y="40"/>
                      <a:pt x="69" y="40"/>
                      <a:pt x="69" y="20"/>
                    </a:cubicBezTo>
                    <a:cubicBezTo>
                      <a:pt x="69" y="8"/>
                      <a:pt x="59" y="3"/>
                      <a:pt x="5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1" name="Freeform 448"/>
              <p:cNvSpPr/>
              <p:nvPr/>
            </p:nvSpPr>
            <p:spPr bwMode="auto">
              <a:xfrm>
                <a:off x="10280831" y="2814844"/>
                <a:ext cx="119732" cy="196188"/>
              </a:xfrm>
              <a:custGeom>
                <a:avLst/>
                <a:gdLst>
                  <a:gd name="T0" fmla="*/ 66 w 70"/>
                  <a:gd name="T1" fmla="*/ 0 h 115"/>
                  <a:gd name="T2" fmla="*/ 61 w 70"/>
                  <a:gd name="T3" fmla="*/ 4 h 115"/>
                  <a:gd name="T4" fmla="*/ 61 w 70"/>
                  <a:gd name="T5" fmla="*/ 56 h 115"/>
                  <a:gd name="T6" fmla="*/ 3 w 70"/>
                  <a:gd name="T7" fmla="*/ 56 h 115"/>
                  <a:gd name="T8" fmla="*/ 1 w 70"/>
                  <a:gd name="T9" fmla="*/ 57 h 115"/>
                  <a:gd name="T10" fmla="*/ 0 w 70"/>
                  <a:gd name="T11" fmla="*/ 61 h 115"/>
                  <a:gd name="T12" fmla="*/ 3 w 70"/>
                  <a:gd name="T13" fmla="*/ 65 h 115"/>
                  <a:gd name="T14" fmla="*/ 29 w 70"/>
                  <a:gd name="T15" fmla="*/ 65 h 115"/>
                  <a:gd name="T16" fmla="*/ 61 w 70"/>
                  <a:gd name="T17" fmla="*/ 65 h 115"/>
                  <a:gd name="T18" fmla="*/ 61 w 70"/>
                  <a:gd name="T19" fmla="*/ 111 h 115"/>
                  <a:gd name="T20" fmla="*/ 63 w 70"/>
                  <a:gd name="T21" fmla="*/ 114 h 115"/>
                  <a:gd name="T22" fmla="*/ 66 w 70"/>
                  <a:gd name="T23" fmla="*/ 115 h 115"/>
                  <a:gd name="T24" fmla="*/ 70 w 70"/>
                  <a:gd name="T25" fmla="*/ 111 h 115"/>
                  <a:gd name="T26" fmla="*/ 70 w 70"/>
                  <a:gd name="T27" fmla="*/ 61 h 115"/>
                  <a:gd name="T28" fmla="*/ 70 w 70"/>
                  <a:gd name="T29" fmla="*/ 4 h 115"/>
                  <a:gd name="T30" fmla="*/ 69 w 70"/>
                  <a:gd name="T31" fmla="*/ 1 h 115"/>
                  <a:gd name="T32" fmla="*/ 66 w 70"/>
                  <a:gd name="T33"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0" h="115">
                    <a:moveTo>
                      <a:pt x="66" y="0"/>
                    </a:moveTo>
                    <a:cubicBezTo>
                      <a:pt x="63" y="0"/>
                      <a:pt x="61" y="2"/>
                      <a:pt x="61" y="4"/>
                    </a:cubicBezTo>
                    <a:cubicBezTo>
                      <a:pt x="61" y="56"/>
                      <a:pt x="61" y="56"/>
                      <a:pt x="61" y="56"/>
                    </a:cubicBezTo>
                    <a:cubicBezTo>
                      <a:pt x="3" y="56"/>
                      <a:pt x="3" y="56"/>
                      <a:pt x="3" y="56"/>
                    </a:cubicBezTo>
                    <a:cubicBezTo>
                      <a:pt x="2" y="56"/>
                      <a:pt x="1" y="57"/>
                      <a:pt x="1" y="57"/>
                    </a:cubicBezTo>
                    <a:cubicBezTo>
                      <a:pt x="0" y="58"/>
                      <a:pt x="0" y="59"/>
                      <a:pt x="0" y="61"/>
                    </a:cubicBezTo>
                    <a:cubicBezTo>
                      <a:pt x="0" y="63"/>
                      <a:pt x="1" y="65"/>
                      <a:pt x="3" y="65"/>
                    </a:cubicBezTo>
                    <a:cubicBezTo>
                      <a:pt x="29" y="65"/>
                      <a:pt x="29" y="65"/>
                      <a:pt x="29" y="65"/>
                    </a:cubicBezTo>
                    <a:cubicBezTo>
                      <a:pt x="61" y="65"/>
                      <a:pt x="61" y="65"/>
                      <a:pt x="61" y="65"/>
                    </a:cubicBezTo>
                    <a:cubicBezTo>
                      <a:pt x="61" y="111"/>
                      <a:pt x="61" y="111"/>
                      <a:pt x="61" y="111"/>
                    </a:cubicBezTo>
                    <a:cubicBezTo>
                      <a:pt x="61" y="112"/>
                      <a:pt x="62" y="113"/>
                      <a:pt x="63" y="114"/>
                    </a:cubicBezTo>
                    <a:cubicBezTo>
                      <a:pt x="63" y="115"/>
                      <a:pt x="65" y="115"/>
                      <a:pt x="66" y="115"/>
                    </a:cubicBezTo>
                    <a:cubicBezTo>
                      <a:pt x="68" y="115"/>
                      <a:pt x="70" y="113"/>
                      <a:pt x="70" y="111"/>
                    </a:cubicBezTo>
                    <a:cubicBezTo>
                      <a:pt x="70" y="61"/>
                      <a:pt x="70" y="61"/>
                      <a:pt x="70" y="61"/>
                    </a:cubicBezTo>
                    <a:cubicBezTo>
                      <a:pt x="70" y="4"/>
                      <a:pt x="70" y="4"/>
                      <a:pt x="70" y="4"/>
                    </a:cubicBezTo>
                    <a:cubicBezTo>
                      <a:pt x="70" y="3"/>
                      <a:pt x="70" y="2"/>
                      <a:pt x="69" y="1"/>
                    </a:cubicBezTo>
                    <a:cubicBezTo>
                      <a:pt x="68" y="0"/>
                      <a:pt x="67" y="0"/>
                      <a:pt x="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2" name="Freeform 449"/>
              <p:cNvSpPr/>
              <p:nvPr/>
            </p:nvSpPr>
            <p:spPr bwMode="auto">
              <a:xfrm>
                <a:off x="10298141" y="2974968"/>
                <a:ext cx="62752" cy="37507"/>
              </a:xfrm>
              <a:custGeom>
                <a:avLst/>
                <a:gdLst>
                  <a:gd name="T0" fmla="*/ 27 w 37"/>
                  <a:gd name="T1" fmla="*/ 0 h 22"/>
                  <a:gd name="T2" fmla="*/ 19 w 37"/>
                  <a:gd name="T3" fmla="*/ 3 h 22"/>
                  <a:gd name="T4" fmla="*/ 23 w 37"/>
                  <a:gd name="T5" fmla="*/ 14 h 22"/>
                  <a:gd name="T6" fmla="*/ 19 w 37"/>
                  <a:gd name="T7" fmla="*/ 19 h 22"/>
                  <a:gd name="T8" fmla="*/ 15 w 37"/>
                  <a:gd name="T9" fmla="*/ 14 h 22"/>
                  <a:gd name="T10" fmla="*/ 19 w 37"/>
                  <a:gd name="T11" fmla="*/ 3 h 22"/>
                  <a:gd name="T12" fmla="*/ 15 w 37"/>
                  <a:gd name="T13" fmla="*/ 2 h 22"/>
                  <a:gd name="T14" fmla="*/ 10 w 37"/>
                  <a:gd name="T15" fmla="*/ 0 h 22"/>
                  <a:gd name="T16" fmla="*/ 0 w 37"/>
                  <a:gd name="T17" fmla="*/ 11 h 22"/>
                  <a:gd name="T18" fmla="*/ 0 w 37"/>
                  <a:gd name="T19" fmla="*/ 22 h 22"/>
                  <a:gd name="T20" fmla="*/ 17 w 37"/>
                  <a:gd name="T21" fmla="*/ 22 h 22"/>
                  <a:gd name="T22" fmla="*/ 19 w 37"/>
                  <a:gd name="T23" fmla="*/ 22 h 22"/>
                  <a:gd name="T24" fmla="*/ 20 w 37"/>
                  <a:gd name="T25" fmla="*/ 22 h 22"/>
                  <a:gd name="T26" fmla="*/ 37 w 37"/>
                  <a:gd name="T27" fmla="*/ 22 h 22"/>
                  <a:gd name="T28" fmla="*/ 37 w 37"/>
                  <a:gd name="T29" fmla="*/ 11 h 22"/>
                  <a:gd name="T30" fmla="*/ 27 w 37"/>
                  <a:gd name="T31"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 h="22">
                    <a:moveTo>
                      <a:pt x="27" y="0"/>
                    </a:moveTo>
                    <a:cubicBezTo>
                      <a:pt x="19" y="3"/>
                      <a:pt x="19" y="3"/>
                      <a:pt x="19" y="3"/>
                    </a:cubicBezTo>
                    <a:cubicBezTo>
                      <a:pt x="23" y="14"/>
                      <a:pt x="23" y="14"/>
                      <a:pt x="23" y="14"/>
                    </a:cubicBezTo>
                    <a:cubicBezTo>
                      <a:pt x="19" y="19"/>
                      <a:pt x="19" y="19"/>
                      <a:pt x="19" y="19"/>
                    </a:cubicBezTo>
                    <a:cubicBezTo>
                      <a:pt x="15" y="14"/>
                      <a:pt x="15" y="14"/>
                      <a:pt x="15" y="14"/>
                    </a:cubicBezTo>
                    <a:cubicBezTo>
                      <a:pt x="19" y="3"/>
                      <a:pt x="19" y="3"/>
                      <a:pt x="19" y="3"/>
                    </a:cubicBezTo>
                    <a:cubicBezTo>
                      <a:pt x="15" y="2"/>
                      <a:pt x="15" y="2"/>
                      <a:pt x="15" y="2"/>
                    </a:cubicBezTo>
                    <a:cubicBezTo>
                      <a:pt x="10" y="0"/>
                      <a:pt x="10" y="0"/>
                      <a:pt x="10" y="0"/>
                    </a:cubicBezTo>
                    <a:cubicBezTo>
                      <a:pt x="5" y="2"/>
                      <a:pt x="0" y="5"/>
                      <a:pt x="0" y="11"/>
                    </a:cubicBezTo>
                    <a:cubicBezTo>
                      <a:pt x="0" y="22"/>
                      <a:pt x="0" y="22"/>
                      <a:pt x="0" y="22"/>
                    </a:cubicBezTo>
                    <a:cubicBezTo>
                      <a:pt x="17" y="22"/>
                      <a:pt x="17" y="22"/>
                      <a:pt x="17" y="22"/>
                    </a:cubicBezTo>
                    <a:cubicBezTo>
                      <a:pt x="19" y="22"/>
                      <a:pt x="19" y="22"/>
                      <a:pt x="19" y="22"/>
                    </a:cubicBezTo>
                    <a:cubicBezTo>
                      <a:pt x="20" y="22"/>
                      <a:pt x="20" y="22"/>
                      <a:pt x="20" y="22"/>
                    </a:cubicBezTo>
                    <a:cubicBezTo>
                      <a:pt x="37" y="22"/>
                      <a:pt x="37" y="22"/>
                      <a:pt x="37" y="22"/>
                    </a:cubicBezTo>
                    <a:cubicBezTo>
                      <a:pt x="37" y="22"/>
                      <a:pt x="37" y="22"/>
                      <a:pt x="37" y="11"/>
                    </a:cubicBezTo>
                    <a:cubicBezTo>
                      <a:pt x="37" y="5"/>
                      <a:pt x="32" y="2"/>
                      <a:pt x="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3" name="Freeform 450"/>
              <p:cNvSpPr/>
              <p:nvPr/>
            </p:nvSpPr>
            <p:spPr bwMode="auto">
              <a:xfrm>
                <a:off x="10313288" y="2936019"/>
                <a:ext cx="32458" cy="35343"/>
              </a:xfrm>
              <a:custGeom>
                <a:avLst/>
                <a:gdLst>
                  <a:gd name="T0" fmla="*/ 8 w 19"/>
                  <a:gd name="T1" fmla="*/ 21 h 21"/>
                  <a:gd name="T2" fmla="*/ 10 w 19"/>
                  <a:gd name="T3" fmla="*/ 21 h 21"/>
                  <a:gd name="T4" fmla="*/ 19 w 19"/>
                  <a:gd name="T5" fmla="*/ 10 h 21"/>
                  <a:gd name="T6" fmla="*/ 10 w 19"/>
                  <a:gd name="T7" fmla="*/ 0 h 21"/>
                  <a:gd name="T8" fmla="*/ 0 w 19"/>
                  <a:gd name="T9" fmla="*/ 10 h 21"/>
                  <a:gd name="T10" fmla="*/ 8 w 19"/>
                  <a:gd name="T11" fmla="*/ 21 h 21"/>
                </a:gdLst>
                <a:ahLst/>
                <a:cxnLst>
                  <a:cxn ang="0">
                    <a:pos x="T0" y="T1"/>
                  </a:cxn>
                  <a:cxn ang="0">
                    <a:pos x="T2" y="T3"/>
                  </a:cxn>
                  <a:cxn ang="0">
                    <a:pos x="T4" y="T5"/>
                  </a:cxn>
                  <a:cxn ang="0">
                    <a:pos x="T6" y="T7"/>
                  </a:cxn>
                  <a:cxn ang="0">
                    <a:pos x="T8" y="T9"/>
                  </a:cxn>
                  <a:cxn ang="0">
                    <a:pos x="T10" y="T11"/>
                  </a:cxn>
                </a:cxnLst>
                <a:rect l="0" t="0" r="r" b="b"/>
                <a:pathLst>
                  <a:path w="19" h="21">
                    <a:moveTo>
                      <a:pt x="8" y="21"/>
                    </a:moveTo>
                    <a:cubicBezTo>
                      <a:pt x="8" y="21"/>
                      <a:pt x="9" y="21"/>
                      <a:pt x="10" y="21"/>
                    </a:cubicBezTo>
                    <a:cubicBezTo>
                      <a:pt x="15" y="21"/>
                      <a:pt x="19" y="16"/>
                      <a:pt x="19" y="10"/>
                    </a:cubicBezTo>
                    <a:cubicBezTo>
                      <a:pt x="19" y="4"/>
                      <a:pt x="15" y="0"/>
                      <a:pt x="10" y="0"/>
                    </a:cubicBezTo>
                    <a:cubicBezTo>
                      <a:pt x="4" y="0"/>
                      <a:pt x="0" y="4"/>
                      <a:pt x="0" y="10"/>
                    </a:cubicBezTo>
                    <a:cubicBezTo>
                      <a:pt x="0" y="15"/>
                      <a:pt x="3" y="20"/>
                      <a:pt x="8"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4" name="Oval 451"/>
              <p:cNvSpPr>
                <a:spLocks noChangeArrowheads="1"/>
              </p:cNvSpPr>
              <p:nvPr/>
            </p:nvSpPr>
            <p:spPr bwMode="auto">
              <a:xfrm>
                <a:off x="10313288" y="2816286"/>
                <a:ext cx="31015" cy="3750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5" name="Freeform 452"/>
              <p:cNvSpPr/>
              <p:nvPr/>
            </p:nvSpPr>
            <p:spPr bwMode="auto">
              <a:xfrm>
                <a:off x="10296699" y="2857399"/>
                <a:ext cx="64194" cy="36064"/>
              </a:xfrm>
              <a:custGeom>
                <a:avLst/>
                <a:gdLst>
                  <a:gd name="T0" fmla="*/ 20 w 38"/>
                  <a:gd name="T1" fmla="*/ 21 h 21"/>
                  <a:gd name="T2" fmla="*/ 20 w 38"/>
                  <a:gd name="T3" fmla="*/ 21 h 21"/>
                  <a:gd name="T4" fmla="*/ 38 w 38"/>
                  <a:gd name="T5" fmla="*/ 21 h 21"/>
                  <a:gd name="T6" fmla="*/ 38 w 38"/>
                  <a:gd name="T7" fmla="*/ 10 h 21"/>
                  <a:gd name="T8" fmla="*/ 28 w 38"/>
                  <a:gd name="T9" fmla="*/ 0 h 21"/>
                  <a:gd name="T10" fmla="*/ 20 w 38"/>
                  <a:gd name="T11" fmla="*/ 3 h 21"/>
                  <a:gd name="T12" fmla="*/ 23 w 38"/>
                  <a:gd name="T13" fmla="*/ 13 h 21"/>
                  <a:gd name="T14" fmla="*/ 20 w 38"/>
                  <a:gd name="T15" fmla="*/ 19 h 21"/>
                  <a:gd name="T16" fmla="*/ 16 w 38"/>
                  <a:gd name="T17" fmla="*/ 13 h 21"/>
                  <a:gd name="T18" fmla="*/ 20 w 38"/>
                  <a:gd name="T19" fmla="*/ 3 h 21"/>
                  <a:gd name="T20" fmla="*/ 10 w 38"/>
                  <a:gd name="T21" fmla="*/ 0 h 21"/>
                  <a:gd name="T22" fmla="*/ 0 w 38"/>
                  <a:gd name="T23" fmla="*/ 10 h 21"/>
                  <a:gd name="T24" fmla="*/ 0 w 38"/>
                  <a:gd name="T25" fmla="*/ 21 h 21"/>
                  <a:gd name="T26" fmla="*/ 18 w 38"/>
                  <a:gd name="T27" fmla="*/ 21 h 21"/>
                  <a:gd name="T28" fmla="*/ 20 w 38"/>
                  <a:gd name="T29"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 h="21">
                    <a:moveTo>
                      <a:pt x="20" y="21"/>
                    </a:moveTo>
                    <a:cubicBezTo>
                      <a:pt x="20" y="21"/>
                      <a:pt x="20" y="21"/>
                      <a:pt x="20" y="21"/>
                    </a:cubicBezTo>
                    <a:cubicBezTo>
                      <a:pt x="38" y="21"/>
                      <a:pt x="38" y="21"/>
                      <a:pt x="38" y="21"/>
                    </a:cubicBezTo>
                    <a:cubicBezTo>
                      <a:pt x="38" y="21"/>
                      <a:pt x="38" y="21"/>
                      <a:pt x="38" y="10"/>
                    </a:cubicBezTo>
                    <a:cubicBezTo>
                      <a:pt x="38" y="4"/>
                      <a:pt x="32" y="1"/>
                      <a:pt x="28" y="0"/>
                    </a:cubicBezTo>
                    <a:cubicBezTo>
                      <a:pt x="20" y="3"/>
                      <a:pt x="20" y="3"/>
                      <a:pt x="20" y="3"/>
                    </a:cubicBezTo>
                    <a:cubicBezTo>
                      <a:pt x="23" y="13"/>
                      <a:pt x="23" y="13"/>
                      <a:pt x="23" y="13"/>
                    </a:cubicBezTo>
                    <a:cubicBezTo>
                      <a:pt x="20" y="19"/>
                      <a:pt x="20" y="19"/>
                      <a:pt x="20" y="19"/>
                    </a:cubicBezTo>
                    <a:cubicBezTo>
                      <a:pt x="16" y="13"/>
                      <a:pt x="16" y="13"/>
                      <a:pt x="16" y="13"/>
                    </a:cubicBezTo>
                    <a:cubicBezTo>
                      <a:pt x="20" y="3"/>
                      <a:pt x="20" y="3"/>
                      <a:pt x="20" y="3"/>
                    </a:cubicBezTo>
                    <a:cubicBezTo>
                      <a:pt x="10" y="0"/>
                      <a:pt x="10" y="0"/>
                      <a:pt x="10" y="0"/>
                    </a:cubicBezTo>
                    <a:cubicBezTo>
                      <a:pt x="6" y="1"/>
                      <a:pt x="0" y="4"/>
                      <a:pt x="0" y="10"/>
                    </a:cubicBezTo>
                    <a:cubicBezTo>
                      <a:pt x="0" y="21"/>
                      <a:pt x="0" y="21"/>
                      <a:pt x="0" y="21"/>
                    </a:cubicBezTo>
                    <a:cubicBezTo>
                      <a:pt x="18" y="21"/>
                      <a:pt x="18" y="21"/>
                      <a:pt x="18" y="21"/>
                    </a:cubicBezTo>
                    <a:lnTo>
                      <a:pt x="20" y="2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6" name="Freeform 453"/>
              <p:cNvSpPr>
                <a:spLocks noEditPoints="1"/>
              </p:cNvSpPr>
              <p:nvPr/>
            </p:nvSpPr>
            <p:spPr bwMode="auto">
              <a:xfrm>
                <a:off x="10238275" y="2785993"/>
                <a:ext cx="383721" cy="262546"/>
              </a:xfrm>
              <a:custGeom>
                <a:avLst/>
                <a:gdLst>
                  <a:gd name="T0" fmla="*/ 225 w 225"/>
                  <a:gd name="T1" fmla="*/ 137 h 154"/>
                  <a:gd name="T2" fmla="*/ 225 w 225"/>
                  <a:gd name="T3" fmla="*/ 80 h 154"/>
                  <a:gd name="T4" fmla="*/ 225 w 225"/>
                  <a:gd name="T5" fmla="*/ 66 h 154"/>
                  <a:gd name="T6" fmla="*/ 225 w 225"/>
                  <a:gd name="T7" fmla="*/ 56 h 154"/>
                  <a:gd name="T8" fmla="*/ 225 w 225"/>
                  <a:gd name="T9" fmla="*/ 42 h 154"/>
                  <a:gd name="T10" fmla="*/ 225 w 225"/>
                  <a:gd name="T11" fmla="*/ 35 h 154"/>
                  <a:gd name="T12" fmla="*/ 225 w 225"/>
                  <a:gd name="T13" fmla="*/ 21 h 154"/>
                  <a:gd name="T14" fmla="*/ 225 w 225"/>
                  <a:gd name="T15" fmla="*/ 18 h 154"/>
                  <a:gd name="T16" fmla="*/ 223 w 225"/>
                  <a:gd name="T17" fmla="*/ 11 h 154"/>
                  <a:gd name="T18" fmla="*/ 216 w 225"/>
                  <a:gd name="T19" fmla="*/ 3 h 154"/>
                  <a:gd name="T20" fmla="*/ 209 w 225"/>
                  <a:gd name="T21" fmla="*/ 0 h 154"/>
                  <a:gd name="T22" fmla="*/ 207 w 225"/>
                  <a:gd name="T23" fmla="*/ 0 h 154"/>
                  <a:gd name="T24" fmla="*/ 193 w 225"/>
                  <a:gd name="T25" fmla="*/ 0 h 154"/>
                  <a:gd name="T26" fmla="*/ 185 w 225"/>
                  <a:gd name="T27" fmla="*/ 0 h 154"/>
                  <a:gd name="T28" fmla="*/ 172 w 225"/>
                  <a:gd name="T29" fmla="*/ 0 h 154"/>
                  <a:gd name="T30" fmla="*/ 161 w 225"/>
                  <a:gd name="T31" fmla="*/ 0 h 154"/>
                  <a:gd name="T32" fmla="*/ 147 w 225"/>
                  <a:gd name="T33" fmla="*/ 0 h 154"/>
                  <a:gd name="T34" fmla="*/ 18 w 225"/>
                  <a:gd name="T35" fmla="*/ 0 h 154"/>
                  <a:gd name="T36" fmla="*/ 0 w 225"/>
                  <a:gd name="T37" fmla="*/ 18 h 154"/>
                  <a:gd name="T38" fmla="*/ 0 w 225"/>
                  <a:gd name="T39" fmla="*/ 137 h 154"/>
                  <a:gd name="T40" fmla="*/ 18 w 225"/>
                  <a:gd name="T41" fmla="*/ 154 h 154"/>
                  <a:gd name="T42" fmla="*/ 207 w 225"/>
                  <a:gd name="T43" fmla="*/ 154 h 154"/>
                  <a:gd name="T44" fmla="*/ 225 w 225"/>
                  <a:gd name="T45" fmla="*/ 137 h 154"/>
                  <a:gd name="T46" fmla="*/ 211 w 225"/>
                  <a:gd name="T47" fmla="*/ 126 h 154"/>
                  <a:gd name="T48" fmla="*/ 196 w 225"/>
                  <a:gd name="T49" fmla="*/ 141 h 154"/>
                  <a:gd name="T50" fmla="*/ 55 w 225"/>
                  <a:gd name="T51" fmla="*/ 141 h 154"/>
                  <a:gd name="T52" fmla="*/ 29 w 225"/>
                  <a:gd name="T53" fmla="*/ 141 h 154"/>
                  <a:gd name="T54" fmla="*/ 13 w 225"/>
                  <a:gd name="T55" fmla="*/ 126 h 154"/>
                  <a:gd name="T56" fmla="*/ 13 w 225"/>
                  <a:gd name="T57" fmla="*/ 26 h 154"/>
                  <a:gd name="T58" fmla="*/ 29 w 225"/>
                  <a:gd name="T59" fmla="*/ 11 h 154"/>
                  <a:gd name="T60" fmla="*/ 91 w 225"/>
                  <a:gd name="T61" fmla="*/ 11 h 154"/>
                  <a:gd name="T62" fmla="*/ 146 w 225"/>
                  <a:gd name="T63" fmla="*/ 11 h 154"/>
                  <a:gd name="T64" fmla="*/ 160 w 225"/>
                  <a:gd name="T65" fmla="*/ 11 h 154"/>
                  <a:gd name="T66" fmla="*/ 170 w 225"/>
                  <a:gd name="T67" fmla="*/ 11 h 154"/>
                  <a:gd name="T68" fmla="*/ 183 w 225"/>
                  <a:gd name="T69" fmla="*/ 11 h 154"/>
                  <a:gd name="T70" fmla="*/ 191 w 225"/>
                  <a:gd name="T71" fmla="*/ 11 h 154"/>
                  <a:gd name="T72" fmla="*/ 196 w 225"/>
                  <a:gd name="T73" fmla="*/ 11 h 154"/>
                  <a:gd name="T74" fmla="*/ 203 w 225"/>
                  <a:gd name="T75" fmla="*/ 13 h 154"/>
                  <a:gd name="T76" fmla="*/ 211 w 225"/>
                  <a:gd name="T77" fmla="*/ 23 h 154"/>
                  <a:gd name="T78" fmla="*/ 211 w 225"/>
                  <a:gd name="T79" fmla="*/ 26 h 154"/>
                  <a:gd name="T80" fmla="*/ 211 w 225"/>
                  <a:gd name="T81" fmla="*/ 36 h 154"/>
                  <a:gd name="T82" fmla="*/ 211 w 225"/>
                  <a:gd name="T83" fmla="*/ 43 h 154"/>
                  <a:gd name="T84" fmla="*/ 211 w 225"/>
                  <a:gd name="T85" fmla="*/ 57 h 154"/>
                  <a:gd name="T86" fmla="*/ 211 w 225"/>
                  <a:gd name="T87" fmla="*/ 66 h 154"/>
                  <a:gd name="T88" fmla="*/ 211 w 225"/>
                  <a:gd name="T89" fmla="*/ 81 h 154"/>
                  <a:gd name="T90" fmla="*/ 211 w 225"/>
                  <a:gd name="T91" fmla="*/ 126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25" h="154">
                    <a:moveTo>
                      <a:pt x="225" y="137"/>
                    </a:moveTo>
                    <a:cubicBezTo>
                      <a:pt x="225" y="80"/>
                      <a:pt x="225" y="80"/>
                      <a:pt x="225" y="80"/>
                    </a:cubicBezTo>
                    <a:cubicBezTo>
                      <a:pt x="225" y="66"/>
                      <a:pt x="225" y="66"/>
                      <a:pt x="225" y="66"/>
                    </a:cubicBezTo>
                    <a:cubicBezTo>
                      <a:pt x="225" y="56"/>
                      <a:pt x="225" y="56"/>
                      <a:pt x="225" y="56"/>
                    </a:cubicBezTo>
                    <a:cubicBezTo>
                      <a:pt x="225" y="42"/>
                      <a:pt x="225" y="42"/>
                      <a:pt x="225" y="42"/>
                    </a:cubicBezTo>
                    <a:cubicBezTo>
                      <a:pt x="225" y="35"/>
                      <a:pt x="225" y="35"/>
                      <a:pt x="225" y="35"/>
                    </a:cubicBezTo>
                    <a:cubicBezTo>
                      <a:pt x="225" y="21"/>
                      <a:pt x="225" y="21"/>
                      <a:pt x="225" y="21"/>
                    </a:cubicBezTo>
                    <a:cubicBezTo>
                      <a:pt x="225" y="18"/>
                      <a:pt x="225" y="18"/>
                      <a:pt x="225" y="18"/>
                    </a:cubicBezTo>
                    <a:cubicBezTo>
                      <a:pt x="225" y="15"/>
                      <a:pt x="224" y="13"/>
                      <a:pt x="223" y="11"/>
                    </a:cubicBezTo>
                    <a:cubicBezTo>
                      <a:pt x="222" y="7"/>
                      <a:pt x="219" y="5"/>
                      <a:pt x="216" y="3"/>
                    </a:cubicBezTo>
                    <a:cubicBezTo>
                      <a:pt x="214" y="1"/>
                      <a:pt x="212" y="1"/>
                      <a:pt x="209" y="0"/>
                    </a:cubicBezTo>
                    <a:cubicBezTo>
                      <a:pt x="208" y="0"/>
                      <a:pt x="208" y="0"/>
                      <a:pt x="207" y="0"/>
                    </a:cubicBezTo>
                    <a:cubicBezTo>
                      <a:pt x="193" y="0"/>
                      <a:pt x="193" y="0"/>
                      <a:pt x="193" y="0"/>
                    </a:cubicBezTo>
                    <a:cubicBezTo>
                      <a:pt x="185" y="0"/>
                      <a:pt x="185" y="0"/>
                      <a:pt x="185" y="0"/>
                    </a:cubicBezTo>
                    <a:cubicBezTo>
                      <a:pt x="172" y="0"/>
                      <a:pt x="172" y="0"/>
                      <a:pt x="172" y="0"/>
                    </a:cubicBezTo>
                    <a:cubicBezTo>
                      <a:pt x="161" y="0"/>
                      <a:pt x="161" y="0"/>
                      <a:pt x="161" y="0"/>
                    </a:cubicBezTo>
                    <a:cubicBezTo>
                      <a:pt x="147" y="0"/>
                      <a:pt x="147" y="0"/>
                      <a:pt x="147" y="0"/>
                    </a:cubicBezTo>
                    <a:cubicBezTo>
                      <a:pt x="18" y="0"/>
                      <a:pt x="18" y="0"/>
                      <a:pt x="18" y="0"/>
                    </a:cubicBezTo>
                    <a:cubicBezTo>
                      <a:pt x="8" y="0"/>
                      <a:pt x="0" y="8"/>
                      <a:pt x="0" y="18"/>
                    </a:cubicBezTo>
                    <a:cubicBezTo>
                      <a:pt x="0" y="137"/>
                      <a:pt x="0" y="137"/>
                      <a:pt x="0" y="137"/>
                    </a:cubicBezTo>
                    <a:cubicBezTo>
                      <a:pt x="0" y="146"/>
                      <a:pt x="8" y="154"/>
                      <a:pt x="18" y="154"/>
                    </a:cubicBezTo>
                    <a:cubicBezTo>
                      <a:pt x="207" y="154"/>
                      <a:pt x="207" y="154"/>
                      <a:pt x="207" y="154"/>
                    </a:cubicBezTo>
                    <a:cubicBezTo>
                      <a:pt x="217" y="154"/>
                      <a:pt x="225" y="146"/>
                      <a:pt x="225" y="137"/>
                    </a:cubicBezTo>
                    <a:close/>
                    <a:moveTo>
                      <a:pt x="211" y="126"/>
                    </a:moveTo>
                    <a:cubicBezTo>
                      <a:pt x="211" y="135"/>
                      <a:pt x="204" y="141"/>
                      <a:pt x="196" y="141"/>
                    </a:cubicBezTo>
                    <a:cubicBezTo>
                      <a:pt x="55" y="141"/>
                      <a:pt x="55" y="141"/>
                      <a:pt x="55" y="141"/>
                    </a:cubicBezTo>
                    <a:cubicBezTo>
                      <a:pt x="29" y="141"/>
                      <a:pt x="29" y="141"/>
                      <a:pt x="29" y="141"/>
                    </a:cubicBezTo>
                    <a:cubicBezTo>
                      <a:pt x="20" y="141"/>
                      <a:pt x="13" y="135"/>
                      <a:pt x="13" y="126"/>
                    </a:cubicBezTo>
                    <a:cubicBezTo>
                      <a:pt x="13" y="26"/>
                      <a:pt x="13" y="26"/>
                      <a:pt x="13" y="26"/>
                    </a:cubicBezTo>
                    <a:cubicBezTo>
                      <a:pt x="13" y="18"/>
                      <a:pt x="20" y="11"/>
                      <a:pt x="29" y="11"/>
                    </a:cubicBezTo>
                    <a:cubicBezTo>
                      <a:pt x="91" y="11"/>
                      <a:pt x="91" y="11"/>
                      <a:pt x="91" y="11"/>
                    </a:cubicBezTo>
                    <a:cubicBezTo>
                      <a:pt x="146" y="11"/>
                      <a:pt x="146" y="11"/>
                      <a:pt x="146" y="11"/>
                    </a:cubicBezTo>
                    <a:cubicBezTo>
                      <a:pt x="160" y="11"/>
                      <a:pt x="160" y="11"/>
                      <a:pt x="160" y="11"/>
                    </a:cubicBezTo>
                    <a:cubicBezTo>
                      <a:pt x="170" y="11"/>
                      <a:pt x="170" y="11"/>
                      <a:pt x="170" y="11"/>
                    </a:cubicBezTo>
                    <a:cubicBezTo>
                      <a:pt x="183" y="11"/>
                      <a:pt x="183" y="11"/>
                      <a:pt x="183" y="11"/>
                    </a:cubicBezTo>
                    <a:cubicBezTo>
                      <a:pt x="191" y="11"/>
                      <a:pt x="191" y="11"/>
                      <a:pt x="191" y="11"/>
                    </a:cubicBezTo>
                    <a:cubicBezTo>
                      <a:pt x="196" y="11"/>
                      <a:pt x="196" y="11"/>
                      <a:pt x="196" y="11"/>
                    </a:cubicBezTo>
                    <a:cubicBezTo>
                      <a:pt x="198" y="11"/>
                      <a:pt x="201" y="12"/>
                      <a:pt x="203" y="13"/>
                    </a:cubicBezTo>
                    <a:cubicBezTo>
                      <a:pt x="207" y="15"/>
                      <a:pt x="210" y="19"/>
                      <a:pt x="211" y="23"/>
                    </a:cubicBezTo>
                    <a:cubicBezTo>
                      <a:pt x="211" y="24"/>
                      <a:pt x="211" y="25"/>
                      <a:pt x="211" y="26"/>
                    </a:cubicBezTo>
                    <a:cubicBezTo>
                      <a:pt x="211" y="36"/>
                      <a:pt x="211" y="36"/>
                      <a:pt x="211" y="36"/>
                    </a:cubicBezTo>
                    <a:cubicBezTo>
                      <a:pt x="211" y="43"/>
                      <a:pt x="211" y="43"/>
                      <a:pt x="211" y="43"/>
                    </a:cubicBezTo>
                    <a:cubicBezTo>
                      <a:pt x="211" y="57"/>
                      <a:pt x="211" y="57"/>
                      <a:pt x="211" y="57"/>
                    </a:cubicBezTo>
                    <a:cubicBezTo>
                      <a:pt x="211" y="66"/>
                      <a:pt x="211" y="66"/>
                      <a:pt x="211" y="66"/>
                    </a:cubicBezTo>
                    <a:cubicBezTo>
                      <a:pt x="211" y="81"/>
                      <a:pt x="211" y="81"/>
                      <a:pt x="211" y="81"/>
                    </a:cubicBezTo>
                    <a:lnTo>
                      <a:pt x="211" y="1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7" name="Freeform 454"/>
              <p:cNvSpPr/>
              <p:nvPr/>
            </p:nvSpPr>
            <p:spPr bwMode="auto">
              <a:xfrm>
                <a:off x="10054349" y="3114896"/>
                <a:ext cx="168779" cy="228646"/>
              </a:xfrm>
              <a:custGeom>
                <a:avLst/>
                <a:gdLst>
                  <a:gd name="T0" fmla="*/ 50 w 99"/>
                  <a:gd name="T1" fmla="*/ 2 h 134"/>
                  <a:gd name="T2" fmla="*/ 89 w 99"/>
                  <a:gd name="T3" fmla="*/ 59 h 134"/>
                  <a:gd name="T4" fmla="*/ 89 w 99"/>
                  <a:gd name="T5" fmla="*/ 86 h 134"/>
                  <a:gd name="T6" fmla="*/ 59 w 99"/>
                  <a:gd name="T7" fmla="*/ 68 h 134"/>
                  <a:gd name="T8" fmla="*/ 50 w 99"/>
                  <a:gd name="T9" fmla="*/ 2 h 134"/>
                  <a:gd name="T10" fmla="*/ 0 w 99"/>
                  <a:gd name="T11" fmla="*/ 34 h 134"/>
                  <a:gd name="T12" fmla="*/ 0 w 99"/>
                  <a:gd name="T13" fmla="*/ 114 h 134"/>
                  <a:gd name="T14" fmla="*/ 50 w 99"/>
                  <a:gd name="T15" fmla="*/ 134 h 134"/>
                  <a:gd name="T16" fmla="*/ 99 w 99"/>
                  <a:gd name="T17" fmla="*/ 105 h 134"/>
                  <a:gd name="T18" fmla="*/ 99 w 99"/>
                  <a:gd name="T19" fmla="*/ 68 h 134"/>
                  <a:gd name="T20" fmla="*/ 50 w 99"/>
                  <a:gd name="T21" fmla="*/ 2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134">
                    <a:moveTo>
                      <a:pt x="50" y="2"/>
                    </a:moveTo>
                    <a:cubicBezTo>
                      <a:pt x="89" y="59"/>
                      <a:pt x="89" y="59"/>
                      <a:pt x="89" y="59"/>
                    </a:cubicBezTo>
                    <a:cubicBezTo>
                      <a:pt x="89" y="86"/>
                      <a:pt x="89" y="86"/>
                      <a:pt x="89" y="86"/>
                    </a:cubicBezTo>
                    <a:cubicBezTo>
                      <a:pt x="59" y="68"/>
                      <a:pt x="59" y="68"/>
                      <a:pt x="59" y="68"/>
                    </a:cubicBezTo>
                    <a:cubicBezTo>
                      <a:pt x="50" y="2"/>
                      <a:pt x="50" y="2"/>
                      <a:pt x="50" y="2"/>
                    </a:cubicBezTo>
                    <a:cubicBezTo>
                      <a:pt x="50" y="2"/>
                      <a:pt x="0" y="0"/>
                      <a:pt x="0" y="34"/>
                    </a:cubicBezTo>
                    <a:cubicBezTo>
                      <a:pt x="0" y="68"/>
                      <a:pt x="0" y="114"/>
                      <a:pt x="0" y="114"/>
                    </a:cubicBezTo>
                    <a:cubicBezTo>
                      <a:pt x="0" y="114"/>
                      <a:pt x="5" y="134"/>
                      <a:pt x="50" y="134"/>
                    </a:cubicBezTo>
                    <a:cubicBezTo>
                      <a:pt x="94" y="134"/>
                      <a:pt x="99" y="121"/>
                      <a:pt x="99" y="105"/>
                    </a:cubicBezTo>
                    <a:cubicBezTo>
                      <a:pt x="99" y="89"/>
                      <a:pt x="99" y="68"/>
                      <a:pt x="99" y="68"/>
                    </a:cubicBezTo>
                    <a:cubicBezTo>
                      <a:pt x="99" y="68"/>
                      <a:pt x="88" y="2"/>
                      <a:pt x="5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8" name="Oval 455"/>
              <p:cNvSpPr>
                <a:spLocks noChangeArrowheads="1"/>
              </p:cNvSpPr>
              <p:nvPr/>
            </p:nvSpPr>
            <p:spPr bwMode="auto">
              <a:xfrm>
                <a:off x="10063004" y="2954772"/>
                <a:ext cx="132715" cy="15507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grpSp>
        <p:nvGrpSpPr>
          <p:cNvPr id="53" name="组合 52"/>
          <p:cNvGrpSpPr/>
          <p:nvPr/>
        </p:nvGrpSpPr>
        <p:grpSpPr>
          <a:xfrm>
            <a:off x="7588592" y="3196263"/>
            <a:ext cx="1128795" cy="1091228"/>
            <a:chOff x="7588591" y="2967663"/>
            <a:chExt cx="1128795" cy="1091228"/>
          </a:xfrm>
        </p:grpSpPr>
        <p:grpSp>
          <p:nvGrpSpPr>
            <p:cNvPr id="54" name="组合 53"/>
            <p:cNvGrpSpPr/>
            <p:nvPr/>
          </p:nvGrpSpPr>
          <p:grpSpPr>
            <a:xfrm>
              <a:off x="7588591" y="2967663"/>
              <a:ext cx="1128795" cy="1091228"/>
              <a:chOff x="4565675" y="764773"/>
              <a:chExt cx="2003843" cy="1937151"/>
            </a:xfrm>
          </p:grpSpPr>
          <p:sp>
            <p:nvSpPr>
              <p:cNvPr id="60" name="椭圆 59"/>
              <p:cNvSpPr/>
              <p:nvPr/>
            </p:nvSpPr>
            <p:spPr>
              <a:xfrm>
                <a:off x="4565675" y="907548"/>
                <a:ext cx="1794376" cy="1794376"/>
              </a:xfrm>
              <a:prstGeom prst="ellipse">
                <a:avLst/>
              </a:prstGeom>
              <a:gradFill>
                <a:gsLst>
                  <a:gs pos="20000">
                    <a:schemeClr val="bg1"/>
                  </a:gs>
                  <a:gs pos="92000">
                    <a:srgbClr val="C7C8C4"/>
                  </a:gs>
                </a:gsLst>
                <a:lin ang="8400000" scaled="0"/>
              </a:gradFill>
              <a:ln>
                <a:noFill/>
              </a:ln>
              <a:effectLst>
                <a:outerShdw blurRad="165100" dist="762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1" name="椭圆 60"/>
              <p:cNvSpPr/>
              <p:nvPr/>
            </p:nvSpPr>
            <p:spPr>
              <a:xfrm>
                <a:off x="4776826" y="1118698"/>
                <a:ext cx="1372075" cy="1372076"/>
              </a:xfrm>
              <a:prstGeom prst="ellipse">
                <a:avLst/>
              </a:prstGeom>
              <a:solidFill>
                <a:schemeClr val="accent1">
                  <a:lumMod val="100000"/>
                </a:schemeClr>
              </a:solidFill>
              <a:ln w="15875">
                <a:gradFill>
                  <a:gsLst>
                    <a:gs pos="0">
                      <a:schemeClr val="bg1">
                        <a:lumMod val="65000"/>
                      </a:schemeClr>
                    </a:gs>
                    <a:gs pos="100000">
                      <a:schemeClr val="bg1"/>
                    </a:gs>
                  </a:gsLst>
                  <a:lin ang="84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2" name="椭圆 61"/>
              <p:cNvSpPr/>
              <p:nvPr/>
            </p:nvSpPr>
            <p:spPr>
              <a:xfrm>
                <a:off x="5484020" y="764773"/>
                <a:ext cx="1085498" cy="830792"/>
              </a:xfrm>
              <a:prstGeom prst="ellipse">
                <a:avLst/>
              </a:prstGeom>
              <a:gradFill flip="none" rotWithShape="1">
                <a:gsLst>
                  <a:gs pos="32000">
                    <a:srgbClr val="FFFFFF">
                      <a:alpha val="17000"/>
                    </a:srgbClr>
                  </a:gs>
                  <a:gs pos="6000">
                    <a:schemeClr val="bg1">
                      <a:alpha val="70000"/>
                    </a:schemeClr>
                  </a:gs>
                  <a:gs pos="67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3" name="任意多边形 62"/>
              <p:cNvSpPr/>
              <p:nvPr/>
            </p:nvSpPr>
            <p:spPr>
              <a:xfrm>
                <a:off x="4783198" y="1133314"/>
                <a:ext cx="1314800" cy="771793"/>
              </a:xfrm>
              <a:custGeom>
                <a:avLst/>
                <a:gdLst>
                  <a:gd name="connsiteX0" fmla="*/ 686038 w 1314800"/>
                  <a:gd name="connsiteY0" fmla="*/ 0 h 771793"/>
                  <a:gd name="connsiteX1" fmla="*/ 1254912 w 1314800"/>
                  <a:gd name="connsiteY1" fmla="*/ 302468 h 771793"/>
                  <a:gd name="connsiteX2" fmla="*/ 1314800 w 1314800"/>
                  <a:gd name="connsiteY2" fmla="*/ 412803 h 771793"/>
                  <a:gd name="connsiteX3" fmla="*/ 710447 w 1314800"/>
                  <a:gd name="connsiteY3" fmla="*/ 771229 h 771793"/>
                  <a:gd name="connsiteX4" fmla="*/ 686038 w 1314800"/>
                  <a:gd name="connsiteY4" fmla="*/ 771793 h 771793"/>
                  <a:gd name="connsiteX5" fmla="*/ 0 w 1314800"/>
                  <a:gd name="connsiteY5" fmla="*/ 686038 h 771793"/>
                  <a:gd name="connsiteX6" fmla="*/ 686038 w 1314800"/>
                  <a:gd name="connsiteY6" fmla="*/ 0 h 771793"/>
                  <a:gd name="connsiteX0-1" fmla="*/ 686038 w 1314800"/>
                  <a:gd name="connsiteY0-2" fmla="*/ 0 h 771793"/>
                  <a:gd name="connsiteX1-3" fmla="*/ 1254912 w 1314800"/>
                  <a:gd name="connsiteY1-4" fmla="*/ 302468 h 771793"/>
                  <a:gd name="connsiteX2-5" fmla="*/ 1314800 w 1314800"/>
                  <a:gd name="connsiteY2-6" fmla="*/ 412803 h 771793"/>
                  <a:gd name="connsiteX3-7" fmla="*/ 710447 w 1314800"/>
                  <a:gd name="connsiteY3-8" fmla="*/ 771229 h 771793"/>
                  <a:gd name="connsiteX4-9" fmla="*/ 686038 w 1314800"/>
                  <a:gd name="connsiteY4-10" fmla="*/ 771793 h 771793"/>
                  <a:gd name="connsiteX5-11" fmla="*/ 0 w 1314800"/>
                  <a:gd name="connsiteY5-12" fmla="*/ 686038 h 771793"/>
                  <a:gd name="connsiteX6-13" fmla="*/ 686038 w 1314800"/>
                  <a:gd name="connsiteY6-14" fmla="*/ 0 h 771793"/>
                  <a:gd name="connsiteX0-15" fmla="*/ 686038 w 1314800"/>
                  <a:gd name="connsiteY0-16" fmla="*/ 0 h 771793"/>
                  <a:gd name="connsiteX1-17" fmla="*/ 1254912 w 1314800"/>
                  <a:gd name="connsiteY1-18" fmla="*/ 302468 h 771793"/>
                  <a:gd name="connsiteX2-19" fmla="*/ 1314800 w 1314800"/>
                  <a:gd name="connsiteY2-20" fmla="*/ 412803 h 771793"/>
                  <a:gd name="connsiteX3-21" fmla="*/ 686038 w 1314800"/>
                  <a:gd name="connsiteY3-22" fmla="*/ 771793 h 771793"/>
                  <a:gd name="connsiteX4-23" fmla="*/ 0 w 1314800"/>
                  <a:gd name="connsiteY4-24" fmla="*/ 686038 h 771793"/>
                  <a:gd name="connsiteX5-25" fmla="*/ 686038 w 1314800"/>
                  <a:gd name="connsiteY5-26" fmla="*/ 0 h 771793"/>
                  <a:gd name="connsiteX0-27" fmla="*/ 686038 w 1314800"/>
                  <a:gd name="connsiteY0-28" fmla="*/ 0 h 771793"/>
                  <a:gd name="connsiteX1-29" fmla="*/ 1254912 w 1314800"/>
                  <a:gd name="connsiteY1-30" fmla="*/ 302468 h 771793"/>
                  <a:gd name="connsiteX2-31" fmla="*/ 1314800 w 1314800"/>
                  <a:gd name="connsiteY2-32" fmla="*/ 412803 h 771793"/>
                  <a:gd name="connsiteX3-33" fmla="*/ 686038 w 1314800"/>
                  <a:gd name="connsiteY3-34" fmla="*/ 771793 h 771793"/>
                  <a:gd name="connsiteX4-35" fmla="*/ 0 w 1314800"/>
                  <a:gd name="connsiteY4-36" fmla="*/ 686038 h 771793"/>
                  <a:gd name="connsiteX5-37" fmla="*/ 686038 w 1314800"/>
                  <a:gd name="connsiteY5-38" fmla="*/ 0 h 771793"/>
                  <a:gd name="connsiteX0-39" fmla="*/ 686038 w 1314800"/>
                  <a:gd name="connsiteY0-40" fmla="*/ 0 h 771793"/>
                  <a:gd name="connsiteX1-41" fmla="*/ 1254912 w 1314800"/>
                  <a:gd name="connsiteY1-42" fmla="*/ 302468 h 771793"/>
                  <a:gd name="connsiteX2-43" fmla="*/ 1314800 w 1314800"/>
                  <a:gd name="connsiteY2-44" fmla="*/ 412803 h 771793"/>
                  <a:gd name="connsiteX3-45" fmla="*/ 686038 w 1314800"/>
                  <a:gd name="connsiteY3-46" fmla="*/ 771793 h 771793"/>
                  <a:gd name="connsiteX4-47" fmla="*/ 0 w 1314800"/>
                  <a:gd name="connsiteY4-48" fmla="*/ 686038 h 771793"/>
                  <a:gd name="connsiteX5-49" fmla="*/ 686038 w 1314800"/>
                  <a:gd name="connsiteY5-50" fmla="*/ 0 h 77179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314800" h="771793">
                    <a:moveTo>
                      <a:pt x="686038" y="0"/>
                    </a:moveTo>
                    <a:cubicBezTo>
                      <a:pt x="922843" y="0"/>
                      <a:pt x="1131626" y="119981"/>
                      <a:pt x="1254912" y="302468"/>
                    </a:cubicBezTo>
                    <a:lnTo>
                      <a:pt x="1314800" y="412803"/>
                    </a:lnTo>
                    <a:cubicBezTo>
                      <a:pt x="1219988" y="491024"/>
                      <a:pt x="928793" y="749877"/>
                      <a:pt x="686038" y="771793"/>
                    </a:cubicBezTo>
                    <a:cubicBezTo>
                      <a:pt x="371604" y="771793"/>
                      <a:pt x="57170" y="743208"/>
                      <a:pt x="0" y="686038"/>
                    </a:cubicBezTo>
                    <a:cubicBezTo>
                      <a:pt x="0" y="307150"/>
                      <a:pt x="307150" y="0"/>
                      <a:pt x="686038" y="0"/>
                    </a:cubicBezTo>
                    <a:close/>
                  </a:path>
                </a:pathLst>
              </a:custGeom>
              <a:solidFill>
                <a:schemeClr val="bg1">
                  <a:alpha val="10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55" name="组合 54"/>
            <p:cNvGrpSpPr/>
            <p:nvPr/>
          </p:nvGrpSpPr>
          <p:grpSpPr>
            <a:xfrm>
              <a:off x="7941651" y="3349411"/>
              <a:ext cx="271565" cy="405922"/>
              <a:chOff x="10182016" y="3597432"/>
              <a:chExt cx="481093" cy="719115"/>
            </a:xfrm>
            <a:solidFill>
              <a:schemeClr val="bg1"/>
            </a:solidFill>
            <a:effectLst/>
          </p:grpSpPr>
          <p:sp>
            <p:nvSpPr>
              <p:cNvPr id="56" name="Freeform 456"/>
              <p:cNvSpPr>
                <a:spLocks noEditPoints="1"/>
              </p:cNvSpPr>
              <p:nvPr/>
            </p:nvSpPr>
            <p:spPr bwMode="auto">
              <a:xfrm>
                <a:off x="10274339" y="3841224"/>
                <a:ext cx="388770" cy="347657"/>
              </a:xfrm>
              <a:custGeom>
                <a:avLst/>
                <a:gdLst>
                  <a:gd name="T0" fmla="*/ 148 w 228"/>
                  <a:gd name="T1" fmla="*/ 0 h 204"/>
                  <a:gd name="T2" fmla="*/ 148 w 228"/>
                  <a:gd name="T3" fmla="*/ 0 h 204"/>
                  <a:gd name="T4" fmla="*/ 114 w 228"/>
                  <a:gd name="T5" fmla="*/ 13 h 204"/>
                  <a:gd name="T6" fmla="*/ 80 w 228"/>
                  <a:gd name="T7" fmla="*/ 0 h 204"/>
                  <a:gd name="T8" fmla="*/ 0 w 228"/>
                  <a:gd name="T9" fmla="*/ 80 h 204"/>
                  <a:gd name="T10" fmla="*/ 0 w 228"/>
                  <a:gd name="T11" fmla="*/ 98 h 204"/>
                  <a:gd name="T12" fmla="*/ 7 w 228"/>
                  <a:gd name="T13" fmla="*/ 84 h 204"/>
                  <a:gd name="T14" fmla="*/ 17 w 228"/>
                  <a:gd name="T15" fmla="*/ 84 h 204"/>
                  <a:gd name="T16" fmla="*/ 93 w 228"/>
                  <a:gd name="T17" fmla="*/ 137 h 204"/>
                  <a:gd name="T18" fmla="*/ 93 w 228"/>
                  <a:gd name="T19" fmla="*/ 204 h 204"/>
                  <a:gd name="T20" fmla="*/ 104 w 228"/>
                  <a:gd name="T21" fmla="*/ 204 h 204"/>
                  <a:gd name="T22" fmla="*/ 124 w 228"/>
                  <a:gd name="T23" fmla="*/ 204 h 204"/>
                  <a:gd name="T24" fmla="*/ 228 w 228"/>
                  <a:gd name="T25" fmla="*/ 167 h 204"/>
                  <a:gd name="T26" fmla="*/ 228 w 228"/>
                  <a:gd name="T27" fmla="*/ 80 h 204"/>
                  <a:gd name="T28" fmla="*/ 148 w 228"/>
                  <a:gd name="T29" fmla="*/ 0 h 204"/>
                  <a:gd name="T30" fmla="*/ 114 w 228"/>
                  <a:gd name="T31" fmla="*/ 151 h 204"/>
                  <a:gd name="T32" fmla="*/ 101 w 228"/>
                  <a:gd name="T33" fmla="*/ 132 h 204"/>
                  <a:gd name="T34" fmla="*/ 87 w 228"/>
                  <a:gd name="T35" fmla="*/ 112 h 204"/>
                  <a:gd name="T36" fmla="*/ 114 w 228"/>
                  <a:gd name="T37" fmla="*/ 13 h 204"/>
                  <a:gd name="T38" fmla="*/ 141 w 228"/>
                  <a:gd name="T39" fmla="*/ 112 h 204"/>
                  <a:gd name="T40" fmla="*/ 114 w 228"/>
                  <a:gd name="T41" fmla="*/ 151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8" h="204">
                    <a:moveTo>
                      <a:pt x="148" y="0"/>
                    </a:moveTo>
                    <a:cubicBezTo>
                      <a:pt x="148" y="0"/>
                      <a:pt x="148" y="0"/>
                      <a:pt x="148" y="0"/>
                    </a:cubicBezTo>
                    <a:cubicBezTo>
                      <a:pt x="114" y="13"/>
                      <a:pt x="114" y="13"/>
                      <a:pt x="114" y="13"/>
                    </a:cubicBezTo>
                    <a:cubicBezTo>
                      <a:pt x="80" y="0"/>
                      <a:pt x="80" y="0"/>
                      <a:pt x="80" y="0"/>
                    </a:cubicBezTo>
                    <a:cubicBezTo>
                      <a:pt x="50" y="9"/>
                      <a:pt x="0" y="30"/>
                      <a:pt x="0" y="80"/>
                    </a:cubicBezTo>
                    <a:cubicBezTo>
                      <a:pt x="0" y="87"/>
                      <a:pt x="0" y="92"/>
                      <a:pt x="0" y="98"/>
                    </a:cubicBezTo>
                    <a:cubicBezTo>
                      <a:pt x="5" y="90"/>
                      <a:pt x="7" y="84"/>
                      <a:pt x="7" y="84"/>
                    </a:cubicBezTo>
                    <a:cubicBezTo>
                      <a:pt x="17" y="84"/>
                      <a:pt x="17" y="84"/>
                      <a:pt x="17" y="84"/>
                    </a:cubicBezTo>
                    <a:cubicBezTo>
                      <a:pt x="17" y="84"/>
                      <a:pt x="33" y="137"/>
                      <a:pt x="93" y="137"/>
                    </a:cubicBezTo>
                    <a:cubicBezTo>
                      <a:pt x="93" y="204"/>
                      <a:pt x="93" y="204"/>
                      <a:pt x="93" y="204"/>
                    </a:cubicBezTo>
                    <a:cubicBezTo>
                      <a:pt x="97" y="204"/>
                      <a:pt x="100" y="204"/>
                      <a:pt x="104" y="204"/>
                    </a:cubicBezTo>
                    <a:cubicBezTo>
                      <a:pt x="124" y="204"/>
                      <a:pt x="124" y="204"/>
                      <a:pt x="124" y="204"/>
                    </a:cubicBezTo>
                    <a:cubicBezTo>
                      <a:pt x="225" y="204"/>
                      <a:pt x="228" y="167"/>
                      <a:pt x="228" y="167"/>
                    </a:cubicBezTo>
                    <a:cubicBezTo>
                      <a:pt x="228" y="167"/>
                      <a:pt x="228" y="154"/>
                      <a:pt x="228" y="80"/>
                    </a:cubicBezTo>
                    <a:cubicBezTo>
                      <a:pt x="228" y="30"/>
                      <a:pt x="178" y="9"/>
                      <a:pt x="148" y="0"/>
                    </a:cubicBezTo>
                    <a:close/>
                    <a:moveTo>
                      <a:pt x="114" y="151"/>
                    </a:moveTo>
                    <a:cubicBezTo>
                      <a:pt x="101" y="132"/>
                      <a:pt x="101" y="132"/>
                      <a:pt x="101" y="132"/>
                    </a:cubicBezTo>
                    <a:cubicBezTo>
                      <a:pt x="87" y="112"/>
                      <a:pt x="87" y="112"/>
                      <a:pt x="87" y="112"/>
                    </a:cubicBezTo>
                    <a:cubicBezTo>
                      <a:pt x="114" y="13"/>
                      <a:pt x="114" y="13"/>
                      <a:pt x="114" y="13"/>
                    </a:cubicBezTo>
                    <a:cubicBezTo>
                      <a:pt x="141" y="112"/>
                      <a:pt x="141" y="112"/>
                      <a:pt x="141" y="112"/>
                    </a:cubicBezTo>
                    <a:lnTo>
                      <a:pt x="114" y="15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7" name="Oval 457"/>
              <p:cNvSpPr>
                <a:spLocks noChangeArrowheads="1"/>
              </p:cNvSpPr>
              <p:nvPr/>
            </p:nvSpPr>
            <p:spPr bwMode="auto">
              <a:xfrm>
                <a:off x="10371712" y="3597432"/>
                <a:ext cx="195467" cy="22792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8" name="Freeform 458"/>
              <p:cNvSpPr/>
              <p:nvPr/>
            </p:nvSpPr>
            <p:spPr bwMode="auto">
              <a:xfrm>
                <a:off x="10241882" y="4125408"/>
                <a:ext cx="108913" cy="109634"/>
              </a:xfrm>
              <a:custGeom>
                <a:avLst/>
                <a:gdLst>
                  <a:gd name="T0" fmla="*/ 20 w 64"/>
                  <a:gd name="T1" fmla="*/ 2 h 64"/>
                  <a:gd name="T2" fmla="*/ 0 w 64"/>
                  <a:gd name="T3" fmla="*/ 32 h 64"/>
                  <a:gd name="T4" fmla="*/ 32 w 64"/>
                  <a:gd name="T5" fmla="*/ 64 h 64"/>
                  <a:gd name="T6" fmla="*/ 64 w 64"/>
                  <a:gd name="T7" fmla="*/ 32 h 64"/>
                  <a:gd name="T8" fmla="*/ 64 w 64"/>
                  <a:gd name="T9" fmla="*/ 31 h 64"/>
                  <a:gd name="T10" fmla="*/ 32 w 64"/>
                  <a:gd name="T11" fmla="*/ 0 h 64"/>
                  <a:gd name="T12" fmla="*/ 20 w 64"/>
                  <a:gd name="T13" fmla="*/ 2 h 64"/>
                </a:gdLst>
                <a:ahLst/>
                <a:cxnLst>
                  <a:cxn ang="0">
                    <a:pos x="T0" y="T1"/>
                  </a:cxn>
                  <a:cxn ang="0">
                    <a:pos x="T2" y="T3"/>
                  </a:cxn>
                  <a:cxn ang="0">
                    <a:pos x="T4" y="T5"/>
                  </a:cxn>
                  <a:cxn ang="0">
                    <a:pos x="T6" y="T7"/>
                  </a:cxn>
                  <a:cxn ang="0">
                    <a:pos x="T8" y="T9"/>
                  </a:cxn>
                  <a:cxn ang="0">
                    <a:pos x="T10" y="T11"/>
                  </a:cxn>
                  <a:cxn ang="0">
                    <a:pos x="T12" y="T13"/>
                  </a:cxn>
                </a:cxnLst>
                <a:rect l="0" t="0" r="r" b="b"/>
                <a:pathLst>
                  <a:path w="64" h="64">
                    <a:moveTo>
                      <a:pt x="20" y="2"/>
                    </a:moveTo>
                    <a:cubicBezTo>
                      <a:pt x="8" y="7"/>
                      <a:pt x="0" y="18"/>
                      <a:pt x="0" y="32"/>
                    </a:cubicBezTo>
                    <a:cubicBezTo>
                      <a:pt x="0" y="49"/>
                      <a:pt x="14" y="64"/>
                      <a:pt x="32" y="64"/>
                    </a:cubicBezTo>
                    <a:cubicBezTo>
                      <a:pt x="50" y="64"/>
                      <a:pt x="64" y="49"/>
                      <a:pt x="64" y="32"/>
                    </a:cubicBezTo>
                    <a:cubicBezTo>
                      <a:pt x="64" y="32"/>
                      <a:pt x="64" y="31"/>
                      <a:pt x="64" y="31"/>
                    </a:cubicBezTo>
                    <a:cubicBezTo>
                      <a:pt x="64" y="14"/>
                      <a:pt x="49" y="0"/>
                      <a:pt x="32" y="0"/>
                    </a:cubicBezTo>
                    <a:cubicBezTo>
                      <a:pt x="28" y="0"/>
                      <a:pt x="24" y="1"/>
                      <a:pt x="2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9" name="Freeform 459"/>
              <p:cNvSpPr>
                <a:spLocks noEditPoints="1"/>
              </p:cNvSpPr>
              <p:nvPr/>
            </p:nvSpPr>
            <p:spPr bwMode="auto">
              <a:xfrm>
                <a:off x="10182016" y="4011446"/>
                <a:ext cx="228646" cy="305101"/>
              </a:xfrm>
              <a:custGeom>
                <a:avLst/>
                <a:gdLst>
                  <a:gd name="T0" fmla="*/ 66 w 134"/>
                  <a:gd name="T1" fmla="*/ 0 h 179"/>
                  <a:gd name="T2" fmla="*/ 54 w 134"/>
                  <a:gd name="T3" fmla="*/ 18 h 179"/>
                  <a:gd name="T4" fmla="*/ 0 w 134"/>
                  <a:gd name="T5" fmla="*/ 48 h 179"/>
                  <a:gd name="T6" fmla="*/ 0 w 134"/>
                  <a:gd name="T7" fmla="*/ 117 h 179"/>
                  <a:gd name="T8" fmla="*/ 66 w 134"/>
                  <a:gd name="T9" fmla="*/ 179 h 179"/>
                  <a:gd name="T10" fmla="*/ 134 w 134"/>
                  <a:gd name="T11" fmla="*/ 116 h 179"/>
                  <a:gd name="T12" fmla="*/ 134 w 134"/>
                  <a:gd name="T13" fmla="*/ 104 h 179"/>
                  <a:gd name="T14" fmla="*/ 134 w 134"/>
                  <a:gd name="T15" fmla="*/ 48 h 179"/>
                  <a:gd name="T16" fmla="*/ 66 w 134"/>
                  <a:gd name="T17" fmla="*/ 0 h 179"/>
                  <a:gd name="T18" fmla="*/ 107 w 134"/>
                  <a:gd name="T19" fmla="*/ 99 h 179"/>
                  <a:gd name="T20" fmla="*/ 107 w 134"/>
                  <a:gd name="T21" fmla="*/ 100 h 179"/>
                  <a:gd name="T22" fmla="*/ 67 w 134"/>
                  <a:gd name="T23" fmla="*/ 139 h 179"/>
                  <a:gd name="T24" fmla="*/ 27 w 134"/>
                  <a:gd name="T25" fmla="*/ 99 h 179"/>
                  <a:gd name="T26" fmla="*/ 54 w 134"/>
                  <a:gd name="T27" fmla="*/ 60 h 179"/>
                  <a:gd name="T28" fmla="*/ 67 w 134"/>
                  <a:gd name="T29" fmla="*/ 58 h 179"/>
                  <a:gd name="T30" fmla="*/ 107 w 134"/>
                  <a:gd name="T31" fmla="*/ 9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4" h="179">
                    <a:moveTo>
                      <a:pt x="66" y="0"/>
                    </a:moveTo>
                    <a:cubicBezTo>
                      <a:pt x="66" y="0"/>
                      <a:pt x="62" y="9"/>
                      <a:pt x="54" y="18"/>
                    </a:cubicBezTo>
                    <a:cubicBezTo>
                      <a:pt x="44" y="30"/>
                      <a:pt x="27" y="45"/>
                      <a:pt x="0" y="48"/>
                    </a:cubicBezTo>
                    <a:cubicBezTo>
                      <a:pt x="0" y="117"/>
                      <a:pt x="0" y="117"/>
                      <a:pt x="0" y="117"/>
                    </a:cubicBezTo>
                    <a:cubicBezTo>
                      <a:pt x="0" y="153"/>
                      <a:pt x="66" y="179"/>
                      <a:pt x="66" y="179"/>
                    </a:cubicBezTo>
                    <a:cubicBezTo>
                      <a:pt x="124" y="164"/>
                      <a:pt x="134" y="116"/>
                      <a:pt x="134" y="116"/>
                    </a:cubicBezTo>
                    <a:cubicBezTo>
                      <a:pt x="134" y="104"/>
                      <a:pt x="134" y="104"/>
                      <a:pt x="134" y="104"/>
                    </a:cubicBezTo>
                    <a:cubicBezTo>
                      <a:pt x="134" y="48"/>
                      <a:pt x="134" y="48"/>
                      <a:pt x="134" y="48"/>
                    </a:cubicBezTo>
                    <a:cubicBezTo>
                      <a:pt x="81" y="46"/>
                      <a:pt x="66" y="0"/>
                      <a:pt x="66" y="0"/>
                    </a:cubicBezTo>
                    <a:close/>
                    <a:moveTo>
                      <a:pt x="107" y="99"/>
                    </a:moveTo>
                    <a:cubicBezTo>
                      <a:pt x="107" y="99"/>
                      <a:pt x="107" y="100"/>
                      <a:pt x="107" y="100"/>
                    </a:cubicBezTo>
                    <a:cubicBezTo>
                      <a:pt x="106" y="122"/>
                      <a:pt x="89" y="139"/>
                      <a:pt x="67" y="139"/>
                    </a:cubicBezTo>
                    <a:cubicBezTo>
                      <a:pt x="45" y="139"/>
                      <a:pt x="27" y="121"/>
                      <a:pt x="27" y="99"/>
                    </a:cubicBezTo>
                    <a:cubicBezTo>
                      <a:pt x="27" y="81"/>
                      <a:pt x="38" y="66"/>
                      <a:pt x="54" y="60"/>
                    </a:cubicBezTo>
                    <a:cubicBezTo>
                      <a:pt x="58" y="59"/>
                      <a:pt x="63" y="58"/>
                      <a:pt x="67" y="58"/>
                    </a:cubicBezTo>
                    <a:cubicBezTo>
                      <a:pt x="89" y="58"/>
                      <a:pt x="107" y="76"/>
                      <a:pt x="107"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sp>
        <p:nvSpPr>
          <p:cNvPr id="64" name="文本框 63"/>
          <p:cNvSpPr txBox="1"/>
          <p:nvPr/>
        </p:nvSpPr>
        <p:spPr>
          <a:xfrm>
            <a:off x="2315637" y="3272247"/>
            <a:ext cx="1742449" cy="1104533"/>
          </a:xfrm>
          <a:prstGeom prst="rect">
            <a:avLst/>
          </a:prstGeom>
          <a:noFill/>
        </p:spPr>
        <p:txBody>
          <a:bodyPr wrap="square"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5" name="文本框 64"/>
          <p:cNvSpPr txBox="1"/>
          <p:nvPr/>
        </p:nvSpPr>
        <p:spPr>
          <a:xfrm>
            <a:off x="5609205" y="3272247"/>
            <a:ext cx="1742449" cy="1104533"/>
          </a:xfrm>
          <a:prstGeom prst="rect">
            <a:avLst/>
          </a:prstGeom>
          <a:noFill/>
        </p:spPr>
        <p:txBody>
          <a:bodyPr wrap="square"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6" name="文本框 65"/>
          <p:cNvSpPr txBox="1"/>
          <p:nvPr/>
        </p:nvSpPr>
        <p:spPr>
          <a:xfrm>
            <a:off x="8899314" y="3272247"/>
            <a:ext cx="1742449" cy="1104533"/>
          </a:xfrm>
          <a:prstGeom prst="rect">
            <a:avLst/>
          </a:prstGeom>
          <a:noFill/>
        </p:spPr>
        <p:txBody>
          <a:bodyPr wrap="square"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6" name="Text Box 4">
            <a:extLst>
              <a:ext uri="{FF2B5EF4-FFF2-40B4-BE49-F238E27FC236}">
                <a16:creationId xmlns:a16="http://schemas.microsoft.com/office/drawing/2014/main" id="{F89D8395-E6C2-BA47-9C9D-E6CA04A3CC8F}"/>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7" name="Half Frame 12">
            <a:extLst>
              <a:ext uri="{FF2B5EF4-FFF2-40B4-BE49-F238E27FC236}">
                <a16:creationId xmlns:a16="http://schemas.microsoft.com/office/drawing/2014/main" id="{CA96F347-7A26-DA46-89F7-BA6D581E4921}"/>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78" name="直线连接符 77">
            <a:extLst>
              <a:ext uri="{FF2B5EF4-FFF2-40B4-BE49-F238E27FC236}">
                <a16:creationId xmlns:a16="http://schemas.microsoft.com/office/drawing/2014/main" id="{C850FD13-973C-B842-9F12-680FE8141D3D}"/>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advTm="0">
        <p14:prism isInverted="1"/>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0000" fill="hold" grpId="0" nodeType="afterEffect" p14:presetBounceEnd="40000">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14:bounceEnd="40000">
                                          <p:cBhvr additive="base">
                                            <p:cTn id="7" dur="1500" fill="hold"/>
                                            <p:tgtEl>
                                              <p:spTgt spid="6"/>
                                            </p:tgtEl>
                                            <p:attrNameLst>
                                              <p:attrName>ppt_x</p:attrName>
                                            </p:attrNameLst>
                                          </p:cBhvr>
                                          <p:tavLst>
                                            <p:tav tm="0">
                                              <p:val>
                                                <p:strVal val="0-#ppt_w/2"/>
                                              </p:val>
                                            </p:tav>
                                            <p:tav tm="100000">
                                              <p:val>
                                                <p:strVal val="#ppt_x"/>
                                              </p:val>
                                            </p:tav>
                                          </p:tavLst>
                                        </p:anim>
                                        <p:anim calcmode="lin" valueType="num" p14:bounceEnd="40000">
                                          <p:cBhvr additive="base">
                                            <p:cTn id="8" dur="1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accel="40000" fill="hold" grpId="0" nodeType="withEffect" p14:presetBounceEnd="40000">
                                      <p:stCondLst>
                                        <p:cond delay="250"/>
                                      </p:stCondLst>
                                      <p:childTnLst>
                                        <p:set>
                                          <p:cBhvr>
                                            <p:cTn id="10" dur="1" fill="hold">
                                              <p:stCondLst>
                                                <p:cond delay="0"/>
                                              </p:stCondLst>
                                            </p:cTn>
                                            <p:tgtEl>
                                              <p:spTgt spid="5"/>
                                            </p:tgtEl>
                                            <p:attrNameLst>
                                              <p:attrName>style.visibility</p:attrName>
                                            </p:attrNameLst>
                                          </p:cBhvr>
                                          <p:to>
                                            <p:strVal val="visible"/>
                                          </p:to>
                                        </p:set>
                                        <p:anim calcmode="lin" valueType="num" p14:bounceEnd="40000">
                                          <p:cBhvr additive="base">
                                            <p:cTn id="11" dur="1500" fill="hold"/>
                                            <p:tgtEl>
                                              <p:spTgt spid="5"/>
                                            </p:tgtEl>
                                            <p:attrNameLst>
                                              <p:attrName>ppt_x</p:attrName>
                                            </p:attrNameLst>
                                          </p:cBhvr>
                                          <p:tavLst>
                                            <p:tav tm="0">
                                              <p:val>
                                                <p:strVal val="0-#ppt_w/2"/>
                                              </p:val>
                                            </p:tav>
                                            <p:tav tm="100000">
                                              <p:val>
                                                <p:strVal val="#ppt_x"/>
                                              </p:val>
                                            </p:tav>
                                          </p:tavLst>
                                        </p:anim>
                                        <p:anim calcmode="lin" valueType="num" p14:bounceEnd="40000">
                                          <p:cBhvr additive="base">
                                            <p:cTn id="12" dur="1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8" accel="40000" fill="hold" grpId="0" nodeType="withEffect" p14:presetBounceEnd="40000">
                                      <p:stCondLst>
                                        <p:cond delay="500"/>
                                      </p:stCondLst>
                                      <p:childTnLst>
                                        <p:set>
                                          <p:cBhvr>
                                            <p:cTn id="14" dur="1" fill="hold">
                                              <p:stCondLst>
                                                <p:cond delay="0"/>
                                              </p:stCondLst>
                                            </p:cTn>
                                            <p:tgtEl>
                                              <p:spTgt spid="3"/>
                                            </p:tgtEl>
                                            <p:attrNameLst>
                                              <p:attrName>style.visibility</p:attrName>
                                            </p:attrNameLst>
                                          </p:cBhvr>
                                          <p:to>
                                            <p:strVal val="visible"/>
                                          </p:to>
                                        </p:set>
                                        <p:anim calcmode="lin" valueType="num" p14:bounceEnd="40000">
                                          <p:cBhvr additive="base">
                                            <p:cTn id="15" dur="1500" fill="hold"/>
                                            <p:tgtEl>
                                              <p:spTgt spid="3"/>
                                            </p:tgtEl>
                                            <p:attrNameLst>
                                              <p:attrName>ppt_x</p:attrName>
                                            </p:attrNameLst>
                                          </p:cBhvr>
                                          <p:tavLst>
                                            <p:tav tm="0">
                                              <p:val>
                                                <p:strVal val="0-#ppt_w/2"/>
                                              </p:val>
                                            </p:tav>
                                            <p:tav tm="100000">
                                              <p:val>
                                                <p:strVal val="#ppt_x"/>
                                              </p:val>
                                            </p:tav>
                                          </p:tavLst>
                                        </p:anim>
                                        <p:anim calcmode="lin" valueType="num" p14:bounceEnd="40000">
                                          <p:cBhvr additive="base">
                                            <p:cTn id="16" dur="1500" fill="hold"/>
                                            <p:tgtEl>
                                              <p:spTgt spid="3"/>
                                            </p:tgtEl>
                                            <p:attrNameLst>
                                              <p:attrName>ppt_y</p:attrName>
                                            </p:attrNameLst>
                                          </p:cBhvr>
                                          <p:tavLst>
                                            <p:tav tm="0">
                                              <p:val>
                                                <p:strVal val="#ppt_y"/>
                                              </p:val>
                                            </p:tav>
                                            <p:tav tm="100000">
                                              <p:val>
                                                <p:strVal val="#ppt_y"/>
                                              </p:val>
                                            </p:tav>
                                          </p:tavLst>
                                        </p:anim>
                                      </p:childTnLst>
                                    </p:cTn>
                                  </p:par>
                                  <p:par>
                                    <p:cTn id="17" presetID="2" presetClass="entr" presetSubtype="8" accel="40000" fill="hold" nodeType="withEffect" p14:presetBounceEnd="40000">
                                      <p:stCondLst>
                                        <p:cond delay="750"/>
                                      </p:stCondLst>
                                      <p:childTnLst>
                                        <p:set>
                                          <p:cBhvr>
                                            <p:cTn id="18" dur="1" fill="hold">
                                              <p:stCondLst>
                                                <p:cond delay="0"/>
                                              </p:stCondLst>
                                            </p:cTn>
                                            <p:tgtEl>
                                              <p:spTgt spid="53"/>
                                            </p:tgtEl>
                                            <p:attrNameLst>
                                              <p:attrName>style.visibility</p:attrName>
                                            </p:attrNameLst>
                                          </p:cBhvr>
                                          <p:to>
                                            <p:strVal val="visible"/>
                                          </p:to>
                                        </p:set>
                                        <p:anim calcmode="lin" valueType="num" p14:bounceEnd="40000">
                                          <p:cBhvr additive="base">
                                            <p:cTn id="19" dur="1500" fill="hold"/>
                                            <p:tgtEl>
                                              <p:spTgt spid="53"/>
                                            </p:tgtEl>
                                            <p:attrNameLst>
                                              <p:attrName>ppt_x</p:attrName>
                                            </p:attrNameLst>
                                          </p:cBhvr>
                                          <p:tavLst>
                                            <p:tav tm="0">
                                              <p:val>
                                                <p:strVal val="0-#ppt_w/2"/>
                                              </p:val>
                                            </p:tav>
                                            <p:tav tm="100000">
                                              <p:val>
                                                <p:strVal val="#ppt_x"/>
                                              </p:val>
                                            </p:tav>
                                          </p:tavLst>
                                        </p:anim>
                                        <p:anim calcmode="lin" valueType="num" p14:bounceEnd="40000">
                                          <p:cBhvr additive="base">
                                            <p:cTn id="20" dur="1500" fill="hold"/>
                                            <p:tgtEl>
                                              <p:spTgt spid="53"/>
                                            </p:tgtEl>
                                            <p:attrNameLst>
                                              <p:attrName>ppt_y</p:attrName>
                                            </p:attrNameLst>
                                          </p:cBhvr>
                                          <p:tavLst>
                                            <p:tav tm="0">
                                              <p:val>
                                                <p:strVal val="#ppt_y"/>
                                              </p:val>
                                            </p:tav>
                                            <p:tav tm="100000">
                                              <p:val>
                                                <p:strVal val="#ppt_y"/>
                                              </p:val>
                                            </p:tav>
                                          </p:tavLst>
                                        </p:anim>
                                      </p:childTnLst>
                                    </p:cTn>
                                  </p:par>
                                  <p:par>
                                    <p:cTn id="21" presetID="2" presetClass="entr" presetSubtype="8" accel="40000" fill="hold" nodeType="withEffect" p14:presetBounceEnd="40000">
                                      <p:stCondLst>
                                        <p:cond delay="1000"/>
                                      </p:stCondLst>
                                      <p:childTnLst>
                                        <p:set>
                                          <p:cBhvr>
                                            <p:cTn id="22" dur="1" fill="hold">
                                              <p:stCondLst>
                                                <p:cond delay="0"/>
                                              </p:stCondLst>
                                            </p:cTn>
                                            <p:tgtEl>
                                              <p:spTgt spid="30"/>
                                            </p:tgtEl>
                                            <p:attrNameLst>
                                              <p:attrName>style.visibility</p:attrName>
                                            </p:attrNameLst>
                                          </p:cBhvr>
                                          <p:to>
                                            <p:strVal val="visible"/>
                                          </p:to>
                                        </p:set>
                                        <p:anim calcmode="lin" valueType="num" p14:bounceEnd="40000">
                                          <p:cBhvr additive="base">
                                            <p:cTn id="23" dur="1500" fill="hold"/>
                                            <p:tgtEl>
                                              <p:spTgt spid="30"/>
                                            </p:tgtEl>
                                            <p:attrNameLst>
                                              <p:attrName>ppt_x</p:attrName>
                                            </p:attrNameLst>
                                          </p:cBhvr>
                                          <p:tavLst>
                                            <p:tav tm="0">
                                              <p:val>
                                                <p:strVal val="0-#ppt_w/2"/>
                                              </p:val>
                                            </p:tav>
                                            <p:tav tm="100000">
                                              <p:val>
                                                <p:strVal val="#ppt_x"/>
                                              </p:val>
                                            </p:tav>
                                          </p:tavLst>
                                        </p:anim>
                                        <p:anim calcmode="lin" valueType="num" p14:bounceEnd="40000">
                                          <p:cBhvr additive="base">
                                            <p:cTn id="24" dur="1500" fill="hold"/>
                                            <p:tgtEl>
                                              <p:spTgt spid="30"/>
                                            </p:tgtEl>
                                            <p:attrNameLst>
                                              <p:attrName>ppt_y</p:attrName>
                                            </p:attrNameLst>
                                          </p:cBhvr>
                                          <p:tavLst>
                                            <p:tav tm="0">
                                              <p:val>
                                                <p:strVal val="#ppt_y"/>
                                              </p:val>
                                            </p:tav>
                                            <p:tav tm="100000">
                                              <p:val>
                                                <p:strVal val="#ppt_y"/>
                                              </p:val>
                                            </p:tav>
                                          </p:tavLst>
                                        </p:anim>
                                      </p:childTnLst>
                                    </p:cTn>
                                  </p:par>
                                  <p:par>
                                    <p:cTn id="25" presetID="2" presetClass="entr" presetSubtype="8" accel="40000" fill="hold" nodeType="withEffect" p14:presetBounceEnd="40000">
                                      <p:stCondLst>
                                        <p:cond delay="1250"/>
                                      </p:stCondLst>
                                      <p:childTnLst>
                                        <p:set>
                                          <p:cBhvr>
                                            <p:cTn id="26" dur="1" fill="hold">
                                              <p:stCondLst>
                                                <p:cond delay="0"/>
                                              </p:stCondLst>
                                            </p:cTn>
                                            <p:tgtEl>
                                              <p:spTgt spid="16"/>
                                            </p:tgtEl>
                                            <p:attrNameLst>
                                              <p:attrName>style.visibility</p:attrName>
                                            </p:attrNameLst>
                                          </p:cBhvr>
                                          <p:to>
                                            <p:strVal val="visible"/>
                                          </p:to>
                                        </p:set>
                                        <p:anim calcmode="lin" valueType="num" p14:bounceEnd="40000">
                                          <p:cBhvr additive="base">
                                            <p:cTn id="27" dur="1500" fill="hold"/>
                                            <p:tgtEl>
                                              <p:spTgt spid="16"/>
                                            </p:tgtEl>
                                            <p:attrNameLst>
                                              <p:attrName>ppt_x</p:attrName>
                                            </p:attrNameLst>
                                          </p:cBhvr>
                                          <p:tavLst>
                                            <p:tav tm="0">
                                              <p:val>
                                                <p:strVal val="0-#ppt_w/2"/>
                                              </p:val>
                                            </p:tav>
                                            <p:tav tm="100000">
                                              <p:val>
                                                <p:strVal val="#ppt_x"/>
                                              </p:val>
                                            </p:tav>
                                          </p:tavLst>
                                        </p:anim>
                                        <p:anim calcmode="lin" valueType="num" p14:bounceEnd="40000">
                                          <p:cBhvr additive="base">
                                            <p:cTn id="28" dur="1500" fill="hold"/>
                                            <p:tgtEl>
                                              <p:spTgt spid="16"/>
                                            </p:tgtEl>
                                            <p:attrNameLst>
                                              <p:attrName>ppt_y</p:attrName>
                                            </p:attrNameLst>
                                          </p:cBhvr>
                                          <p:tavLst>
                                            <p:tav tm="0">
                                              <p:val>
                                                <p:strVal val="#ppt_y"/>
                                              </p:val>
                                            </p:tav>
                                            <p:tav tm="100000">
                                              <p:val>
                                                <p:strVal val="#ppt_y"/>
                                              </p:val>
                                            </p:tav>
                                          </p:tavLst>
                                        </p:anim>
                                      </p:childTnLst>
                                    </p:cTn>
                                  </p:par>
                                </p:childTnLst>
                              </p:cTn>
                            </p:par>
                            <p:par>
                              <p:cTn id="29" fill="hold">
                                <p:stCondLst>
                                  <p:cond delay="1500"/>
                                </p:stCondLst>
                                <p:childTnLst>
                                  <p:par>
                                    <p:cTn id="30" presetID="22" presetClass="entr" presetSubtype="8" fill="hold" nodeType="after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par>
                              <p:cTn id="33" fill="hold">
                                <p:stCondLst>
                                  <p:cond delay="2000"/>
                                </p:stCondLst>
                                <p:childTnLst>
                                  <p:par>
                                    <p:cTn id="34" presetID="22" presetClass="entr" presetSubtype="8" fill="hold"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left)">
                                          <p:cBhvr>
                                            <p:cTn id="36" dur="500"/>
                                            <p:tgtEl>
                                              <p:spTgt spid="10"/>
                                            </p:tgtEl>
                                          </p:cBhvr>
                                        </p:animEffect>
                                      </p:childTnLst>
                                    </p:cTn>
                                  </p:par>
                                </p:childTnLst>
                              </p:cTn>
                            </p:par>
                            <p:par>
                              <p:cTn id="37" fill="hold">
                                <p:stCondLst>
                                  <p:cond delay="2500"/>
                                </p:stCondLst>
                                <p:childTnLst>
                                  <p:par>
                                    <p:cTn id="38" presetID="22" presetClass="entr" presetSubtype="8" fill="hold"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500"/>
                                            <p:tgtEl>
                                              <p:spTgt spid="13"/>
                                            </p:tgtEl>
                                          </p:cBhvr>
                                        </p:animEffect>
                                      </p:childTnLst>
                                    </p:cTn>
                                  </p:par>
                                </p:childTnLst>
                              </p:cTn>
                            </p:par>
                            <p:par>
                              <p:cTn id="41" fill="hold">
                                <p:stCondLst>
                                  <p:cond delay="3000"/>
                                </p:stCondLst>
                                <p:childTnLst>
                                  <p:par>
                                    <p:cTn id="42" presetID="10" presetClass="entr" presetSubtype="0" fill="hold" grpId="0" nodeType="afterEffect">
                                      <p:stCondLst>
                                        <p:cond delay="0"/>
                                      </p:stCondLst>
                                      <p:iterate type="lt">
                                        <p:tmPct val="10000"/>
                                      </p:iterate>
                                      <p:childTnLst>
                                        <p:set>
                                          <p:cBhvr>
                                            <p:cTn id="43" dur="1" fill="hold">
                                              <p:stCondLst>
                                                <p:cond delay="0"/>
                                              </p:stCondLst>
                                            </p:cTn>
                                            <p:tgtEl>
                                              <p:spTgt spid="64"/>
                                            </p:tgtEl>
                                            <p:attrNameLst>
                                              <p:attrName>style.visibility</p:attrName>
                                            </p:attrNameLst>
                                          </p:cBhvr>
                                          <p:to>
                                            <p:strVal val="visible"/>
                                          </p:to>
                                        </p:set>
                                        <p:animEffect transition="in" filter="fade">
                                          <p:cBhvr>
                                            <p:cTn id="44" dur="500"/>
                                            <p:tgtEl>
                                              <p:spTgt spid="64"/>
                                            </p:tgtEl>
                                          </p:cBhvr>
                                        </p:animEffect>
                                      </p:childTnLst>
                                    </p:cTn>
                                  </p:par>
                                  <p:par>
                                    <p:cTn id="45" presetID="10" presetClass="entr" presetSubtype="0" fill="hold" grpId="0" nodeType="withEffect">
                                      <p:stCondLst>
                                        <p:cond delay="0"/>
                                      </p:stCondLst>
                                      <p:iterate type="lt">
                                        <p:tmPct val="10000"/>
                                      </p:iterate>
                                      <p:childTnLst>
                                        <p:set>
                                          <p:cBhvr>
                                            <p:cTn id="46" dur="1" fill="hold">
                                              <p:stCondLst>
                                                <p:cond delay="0"/>
                                              </p:stCondLst>
                                            </p:cTn>
                                            <p:tgtEl>
                                              <p:spTgt spid="65"/>
                                            </p:tgtEl>
                                            <p:attrNameLst>
                                              <p:attrName>style.visibility</p:attrName>
                                            </p:attrNameLst>
                                          </p:cBhvr>
                                          <p:to>
                                            <p:strVal val="visible"/>
                                          </p:to>
                                        </p:set>
                                        <p:animEffect transition="in" filter="fade">
                                          <p:cBhvr>
                                            <p:cTn id="47" dur="500"/>
                                            <p:tgtEl>
                                              <p:spTgt spid="65"/>
                                            </p:tgtEl>
                                          </p:cBhvr>
                                        </p:animEffect>
                                      </p:childTnLst>
                                    </p:cTn>
                                  </p:par>
                                  <p:par>
                                    <p:cTn id="48" presetID="10" presetClass="entr" presetSubtype="0" fill="hold" grpId="0" nodeType="withEffect">
                                      <p:stCondLst>
                                        <p:cond delay="0"/>
                                      </p:stCondLst>
                                      <p:iterate type="lt">
                                        <p:tmPct val="10000"/>
                                      </p:iterate>
                                      <p:childTnLst>
                                        <p:set>
                                          <p:cBhvr>
                                            <p:cTn id="49" dur="1" fill="hold">
                                              <p:stCondLst>
                                                <p:cond delay="0"/>
                                              </p:stCondLst>
                                            </p:cTn>
                                            <p:tgtEl>
                                              <p:spTgt spid="66"/>
                                            </p:tgtEl>
                                            <p:attrNameLst>
                                              <p:attrName>style.visibility</p:attrName>
                                            </p:attrNameLst>
                                          </p:cBhvr>
                                          <p:to>
                                            <p:strVal val="visible"/>
                                          </p:to>
                                        </p:set>
                                        <p:animEffect transition="in" filter="fade">
                                          <p:cBhvr>
                                            <p:cTn id="50" dur="500"/>
                                            <p:tgtEl>
                                              <p:spTgt spid="66"/>
                                            </p:tgtEl>
                                          </p:cBhvr>
                                        </p:animEffect>
                                      </p:childTnLst>
                                    </p:cTn>
                                  </p:par>
                                  <p:par>
                                    <p:cTn id="51" presetID="2" presetClass="entr" presetSubtype="1" fill="hold" grpId="0" nodeType="withEffect" p14:presetBounceEnd="81000">
                                      <p:stCondLst>
                                        <p:cond delay="0"/>
                                      </p:stCondLst>
                                      <p:childTnLst>
                                        <p:set>
                                          <p:cBhvr>
                                            <p:cTn id="52" dur="1" fill="hold">
                                              <p:stCondLst>
                                                <p:cond delay="0"/>
                                              </p:stCondLst>
                                            </p:cTn>
                                            <p:tgtEl>
                                              <p:spTgt spid="76"/>
                                            </p:tgtEl>
                                            <p:attrNameLst>
                                              <p:attrName>style.visibility</p:attrName>
                                            </p:attrNameLst>
                                          </p:cBhvr>
                                          <p:to>
                                            <p:strVal val="visible"/>
                                          </p:to>
                                        </p:set>
                                        <p:anim calcmode="lin" valueType="num" p14:bounceEnd="81000">
                                          <p:cBhvr additive="base">
                                            <p:cTn id="53" dur="1000" fill="hold"/>
                                            <p:tgtEl>
                                              <p:spTgt spid="76"/>
                                            </p:tgtEl>
                                            <p:attrNameLst>
                                              <p:attrName>ppt_x</p:attrName>
                                            </p:attrNameLst>
                                          </p:cBhvr>
                                          <p:tavLst>
                                            <p:tav tm="0">
                                              <p:val>
                                                <p:strVal val="#ppt_x"/>
                                              </p:val>
                                            </p:tav>
                                            <p:tav tm="100000">
                                              <p:val>
                                                <p:strVal val="#ppt_x"/>
                                              </p:val>
                                            </p:tav>
                                          </p:tavLst>
                                        </p:anim>
                                        <p:anim calcmode="lin" valueType="num" p14:bounceEnd="81000">
                                          <p:cBhvr additive="base">
                                            <p:cTn id="54" dur="1000" fill="hold"/>
                                            <p:tgtEl>
                                              <p:spTgt spid="76"/>
                                            </p:tgtEl>
                                            <p:attrNameLst>
                                              <p:attrName>ppt_y</p:attrName>
                                            </p:attrNameLst>
                                          </p:cBhvr>
                                          <p:tavLst>
                                            <p:tav tm="0">
                                              <p:val>
                                                <p:strVal val="0-#ppt_h/2"/>
                                              </p:val>
                                            </p:tav>
                                            <p:tav tm="100000">
                                              <p:val>
                                                <p:strVal val="#ppt_y"/>
                                              </p:val>
                                            </p:tav>
                                          </p:tavLst>
                                        </p:anim>
                                      </p:childTnLst>
                                    </p:cTn>
                                  </p:par>
                                </p:childTnLst>
                              </p:cTn>
                            </p:par>
                            <p:par>
                              <p:cTn id="55" fill="hold">
                                <p:stCondLst>
                                  <p:cond delay="4800"/>
                                </p:stCondLst>
                                <p:childTnLst>
                                  <p:par>
                                    <p:cTn id="56" presetID="22" presetClass="entr" presetSubtype="8" fill="hold" nodeType="afterEffect">
                                      <p:stCondLst>
                                        <p:cond delay="0"/>
                                      </p:stCondLst>
                                      <p:childTnLst>
                                        <p:set>
                                          <p:cBhvr>
                                            <p:cTn id="57" dur="1" fill="hold">
                                              <p:stCondLst>
                                                <p:cond delay="0"/>
                                              </p:stCondLst>
                                            </p:cTn>
                                            <p:tgtEl>
                                              <p:spTgt spid="77"/>
                                            </p:tgtEl>
                                            <p:attrNameLst>
                                              <p:attrName>style.visibility</p:attrName>
                                            </p:attrNameLst>
                                          </p:cBhvr>
                                          <p:to>
                                            <p:strVal val="visible"/>
                                          </p:to>
                                        </p:set>
                                        <p:animEffect transition="in" filter="wipe(left)">
                                          <p:cBhvr>
                                            <p:cTn id="58"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64" grpId="0"/>
          <p:bldP spid="65" grpId="0"/>
          <p:bldP spid="66" grpId="0"/>
          <p:bldP spid="7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000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500" fill="hold"/>
                                            <p:tgtEl>
                                              <p:spTgt spid="6"/>
                                            </p:tgtEl>
                                            <p:attrNameLst>
                                              <p:attrName>ppt_x</p:attrName>
                                            </p:attrNameLst>
                                          </p:cBhvr>
                                          <p:tavLst>
                                            <p:tav tm="0">
                                              <p:val>
                                                <p:strVal val="0-#ppt_w/2"/>
                                              </p:val>
                                            </p:tav>
                                            <p:tav tm="100000">
                                              <p:val>
                                                <p:strVal val="#ppt_x"/>
                                              </p:val>
                                            </p:tav>
                                          </p:tavLst>
                                        </p:anim>
                                        <p:anim calcmode="lin" valueType="num">
                                          <p:cBhvr additive="base">
                                            <p:cTn id="8" dur="1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accel="40000" fill="hold" grpId="0" nodeType="withEffect">
                                      <p:stCondLst>
                                        <p:cond delay="25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500" fill="hold"/>
                                            <p:tgtEl>
                                              <p:spTgt spid="5"/>
                                            </p:tgtEl>
                                            <p:attrNameLst>
                                              <p:attrName>ppt_x</p:attrName>
                                            </p:attrNameLst>
                                          </p:cBhvr>
                                          <p:tavLst>
                                            <p:tav tm="0">
                                              <p:val>
                                                <p:strVal val="0-#ppt_w/2"/>
                                              </p:val>
                                            </p:tav>
                                            <p:tav tm="100000">
                                              <p:val>
                                                <p:strVal val="#ppt_x"/>
                                              </p:val>
                                            </p:tav>
                                          </p:tavLst>
                                        </p:anim>
                                        <p:anim calcmode="lin" valueType="num">
                                          <p:cBhvr additive="base">
                                            <p:cTn id="12" dur="1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8" accel="40000" fill="hold" grpId="0" nodeType="withEffect">
                                      <p:stCondLst>
                                        <p:cond delay="50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1500" fill="hold"/>
                                            <p:tgtEl>
                                              <p:spTgt spid="3"/>
                                            </p:tgtEl>
                                            <p:attrNameLst>
                                              <p:attrName>ppt_x</p:attrName>
                                            </p:attrNameLst>
                                          </p:cBhvr>
                                          <p:tavLst>
                                            <p:tav tm="0">
                                              <p:val>
                                                <p:strVal val="0-#ppt_w/2"/>
                                              </p:val>
                                            </p:tav>
                                            <p:tav tm="100000">
                                              <p:val>
                                                <p:strVal val="#ppt_x"/>
                                              </p:val>
                                            </p:tav>
                                          </p:tavLst>
                                        </p:anim>
                                        <p:anim calcmode="lin" valueType="num">
                                          <p:cBhvr additive="base">
                                            <p:cTn id="16" dur="1500" fill="hold"/>
                                            <p:tgtEl>
                                              <p:spTgt spid="3"/>
                                            </p:tgtEl>
                                            <p:attrNameLst>
                                              <p:attrName>ppt_y</p:attrName>
                                            </p:attrNameLst>
                                          </p:cBhvr>
                                          <p:tavLst>
                                            <p:tav tm="0">
                                              <p:val>
                                                <p:strVal val="#ppt_y"/>
                                              </p:val>
                                            </p:tav>
                                            <p:tav tm="100000">
                                              <p:val>
                                                <p:strVal val="#ppt_y"/>
                                              </p:val>
                                            </p:tav>
                                          </p:tavLst>
                                        </p:anim>
                                      </p:childTnLst>
                                    </p:cTn>
                                  </p:par>
                                  <p:par>
                                    <p:cTn id="17" presetID="2" presetClass="entr" presetSubtype="8" accel="40000" fill="hold" nodeType="withEffect">
                                      <p:stCondLst>
                                        <p:cond delay="750"/>
                                      </p:stCondLst>
                                      <p:childTnLst>
                                        <p:set>
                                          <p:cBhvr>
                                            <p:cTn id="18" dur="1" fill="hold">
                                              <p:stCondLst>
                                                <p:cond delay="0"/>
                                              </p:stCondLst>
                                            </p:cTn>
                                            <p:tgtEl>
                                              <p:spTgt spid="53"/>
                                            </p:tgtEl>
                                            <p:attrNameLst>
                                              <p:attrName>style.visibility</p:attrName>
                                            </p:attrNameLst>
                                          </p:cBhvr>
                                          <p:to>
                                            <p:strVal val="visible"/>
                                          </p:to>
                                        </p:set>
                                        <p:anim calcmode="lin" valueType="num">
                                          <p:cBhvr additive="base">
                                            <p:cTn id="19" dur="1500" fill="hold"/>
                                            <p:tgtEl>
                                              <p:spTgt spid="53"/>
                                            </p:tgtEl>
                                            <p:attrNameLst>
                                              <p:attrName>ppt_x</p:attrName>
                                            </p:attrNameLst>
                                          </p:cBhvr>
                                          <p:tavLst>
                                            <p:tav tm="0">
                                              <p:val>
                                                <p:strVal val="0-#ppt_w/2"/>
                                              </p:val>
                                            </p:tav>
                                            <p:tav tm="100000">
                                              <p:val>
                                                <p:strVal val="#ppt_x"/>
                                              </p:val>
                                            </p:tav>
                                          </p:tavLst>
                                        </p:anim>
                                        <p:anim calcmode="lin" valueType="num">
                                          <p:cBhvr additive="base">
                                            <p:cTn id="20" dur="1500" fill="hold"/>
                                            <p:tgtEl>
                                              <p:spTgt spid="53"/>
                                            </p:tgtEl>
                                            <p:attrNameLst>
                                              <p:attrName>ppt_y</p:attrName>
                                            </p:attrNameLst>
                                          </p:cBhvr>
                                          <p:tavLst>
                                            <p:tav tm="0">
                                              <p:val>
                                                <p:strVal val="#ppt_y"/>
                                              </p:val>
                                            </p:tav>
                                            <p:tav tm="100000">
                                              <p:val>
                                                <p:strVal val="#ppt_y"/>
                                              </p:val>
                                            </p:tav>
                                          </p:tavLst>
                                        </p:anim>
                                      </p:childTnLst>
                                    </p:cTn>
                                  </p:par>
                                  <p:par>
                                    <p:cTn id="21" presetID="2" presetClass="entr" presetSubtype="8" accel="40000" fill="hold" nodeType="withEffect">
                                      <p:stCondLst>
                                        <p:cond delay="1000"/>
                                      </p:stCondLst>
                                      <p:childTnLst>
                                        <p:set>
                                          <p:cBhvr>
                                            <p:cTn id="22" dur="1" fill="hold">
                                              <p:stCondLst>
                                                <p:cond delay="0"/>
                                              </p:stCondLst>
                                            </p:cTn>
                                            <p:tgtEl>
                                              <p:spTgt spid="30"/>
                                            </p:tgtEl>
                                            <p:attrNameLst>
                                              <p:attrName>style.visibility</p:attrName>
                                            </p:attrNameLst>
                                          </p:cBhvr>
                                          <p:to>
                                            <p:strVal val="visible"/>
                                          </p:to>
                                        </p:set>
                                        <p:anim calcmode="lin" valueType="num">
                                          <p:cBhvr additive="base">
                                            <p:cTn id="23" dur="1500" fill="hold"/>
                                            <p:tgtEl>
                                              <p:spTgt spid="30"/>
                                            </p:tgtEl>
                                            <p:attrNameLst>
                                              <p:attrName>ppt_x</p:attrName>
                                            </p:attrNameLst>
                                          </p:cBhvr>
                                          <p:tavLst>
                                            <p:tav tm="0">
                                              <p:val>
                                                <p:strVal val="0-#ppt_w/2"/>
                                              </p:val>
                                            </p:tav>
                                            <p:tav tm="100000">
                                              <p:val>
                                                <p:strVal val="#ppt_x"/>
                                              </p:val>
                                            </p:tav>
                                          </p:tavLst>
                                        </p:anim>
                                        <p:anim calcmode="lin" valueType="num">
                                          <p:cBhvr additive="base">
                                            <p:cTn id="24" dur="1500" fill="hold"/>
                                            <p:tgtEl>
                                              <p:spTgt spid="30"/>
                                            </p:tgtEl>
                                            <p:attrNameLst>
                                              <p:attrName>ppt_y</p:attrName>
                                            </p:attrNameLst>
                                          </p:cBhvr>
                                          <p:tavLst>
                                            <p:tav tm="0">
                                              <p:val>
                                                <p:strVal val="#ppt_y"/>
                                              </p:val>
                                            </p:tav>
                                            <p:tav tm="100000">
                                              <p:val>
                                                <p:strVal val="#ppt_y"/>
                                              </p:val>
                                            </p:tav>
                                          </p:tavLst>
                                        </p:anim>
                                      </p:childTnLst>
                                    </p:cTn>
                                  </p:par>
                                  <p:par>
                                    <p:cTn id="25" presetID="2" presetClass="entr" presetSubtype="8" accel="40000" fill="hold" nodeType="withEffect">
                                      <p:stCondLst>
                                        <p:cond delay="125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1500" fill="hold"/>
                                            <p:tgtEl>
                                              <p:spTgt spid="16"/>
                                            </p:tgtEl>
                                            <p:attrNameLst>
                                              <p:attrName>ppt_x</p:attrName>
                                            </p:attrNameLst>
                                          </p:cBhvr>
                                          <p:tavLst>
                                            <p:tav tm="0">
                                              <p:val>
                                                <p:strVal val="0-#ppt_w/2"/>
                                              </p:val>
                                            </p:tav>
                                            <p:tav tm="100000">
                                              <p:val>
                                                <p:strVal val="#ppt_x"/>
                                              </p:val>
                                            </p:tav>
                                          </p:tavLst>
                                        </p:anim>
                                        <p:anim calcmode="lin" valueType="num">
                                          <p:cBhvr additive="base">
                                            <p:cTn id="28" dur="1500" fill="hold"/>
                                            <p:tgtEl>
                                              <p:spTgt spid="16"/>
                                            </p:tgtEl>
                                            <p:attrNameLst>
                                              <p:attrName>ppt_y</p:attrName>
                                            </p:attrNameLst>
                                          </p:cBhvr>
                                          <p:tavLst>
                                            <p:tav tm="0">
                                              <p:val>
                                                <p:strVal val="#ppt_y"/>
                                              </p:val>
                                            </p:tav>
                                            <p:tav tm="100000">
                                              <p:val>
                                                <p:strVal val="#ppt_y"/>
                                              </p:val>
                                            </p:tav>
                                          </p:tavLst>
                                        </p:anim>
                                      </p:childTnLst>
                                    </p:cTn>
                                  </p:par>
                                </p:childTnLst>
                              </p:cTn>
                            </p:par>
                            <p:par>
                              <p:cTn id="29" fill="hold">
                                <p:stCondLst>
                                  <p:cond delay="1500"/>
                                </p:stCondLst>
                                <p:childTnLst>
                                  <p:par>
                                    <p:cTn id="30" presetID="22" presetClass="entr" presetSubtype="8" fill="hold" nodeType="after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par>
                              <p:cTn id="33" fill="hold">
                                <p:stCondLst>
                                  <p:cond delay="2000"/>
                                </p:stCondLst>
                                <p:childTnLst>
                                  <p:par>
                                    <p:cTn id="34" presetID="22" presetClass="entr" presetSubtype="8" fill="hold"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left)">
                                          <p:cBhvr>
                                            <p:cTn id="36" dur="500"/>
                                            <p:tgtEl>
                                              <p:spTgt spid="10"/>
                                            </p:tgtEl>
                                          </p:cBhvr>
                                        </p:animEffect>
                                      </p:childTnLst>
                                    </p:cTn>
                                  </p:par>
                                </p:childTnLst>
                              </p:cTn>
                            </p:par>
                            <p:par>
                              <p:cTn id="37" fill="hold">
                                <p:stCondLst>
                                  <p:cond delay="2500"/>
                                </p:stCondLst>
                                <p:childTnLst>
                                  <p:par>
                                    <p:cTn id="38" presetID="22" presetClass="entr" presetSubtype="8" fill="hold"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500"/>
                                            <p:tgtEl>
                                              <p:spTgt spid="13"/>
                                            </p:tgtEl>
                                          </p:cBhvr>
                                        </p:animEffect>
                                      </p:childTnLst>
                                    </p:cTn>
                                  </p:par>
                                </p:childTnLst>
                              </p:cTn>
                            </p:par>
                            <p:par>
                              <p:cTn id="41" fill="hold">
                                <p:stCondLst>
                                  <p:cond delay="3000"/>
                                </p:stCondLst>
                                <p:childTnLst>
                                  <p:par>
                                    <p:cTn id="42" presetID="10" presetClass="entr" presetSubtype="0" fill="hold" grpId="0" nodeType="afterEffect">
                                      <p:stCondLst>
                                        <p:cond delay="0"/>
                                      </p:stCondLst>
                                      <p:iterate type="lt">
                                        <p:tmPct val="10000"/>
                                      </p:iterate>
                                      <p:childTnLst>
                                        <p:set>
                                          <p:cBhvr>
                                            <p:cTn id="43" dur="1" fill="hold">
                                              <p:stCondLst>
                                                <p:cond delay="0"/>
                                              </p:stCondLst>
                                            </p:cTn>
                                            <p:tgtEl>
                                              <p:spTgt spid="64"/>
                                            </p:tgtEl>
                                            <p:attrNameLst>
                                              <p:attrName>style.visibility</p:attrName>
                                            </p:attrNameLst>
                                          </p:cBhvr>
                                          <p:to>
                                            <p:strVal val="visible"/>
                                          </p:to>
                                        </p:set>
                                        <p:animEffect transition="in" filter="fade">
                                          <p:cBhvr>
                                            <p:cTn id="44" dur="500"/>
                                            <p:tgtEl>
                                              <p:spTgt spid="64"/>
                                            </p:tgtEl>
                                          </p:cBhvr>
                                        </p:animEffect>
                                      </p:childTnLst>
                                    </p:cTn>
                                  </p:par>
                                  <p:par>
                                    <p:cTn id="45" presetID="10" presetClass="entr" presetSubtype="0" fill="hold" grpId="0" nodeType="withEffect">
                                      <p:stCondLst>
                                        <p:cond delay="0"/>
                                      </p:stCondLst>
                                      <p:iterate type="lt">
                                        <p:tmPct val="10000"/>
                                      </p:iterate>
                                      <p:childTnLst>
                                        <p:set>
                                          <p:cBhvr>
                                            <p:cTn id="46" dur="1" fill="hold">
                                              <p:stCondLst>
                                                <p:cond delay="0"/>
                                              </p:stCondLst>
                                            </p:cTn>
                                            <p:tgtEl>
                                              <p:spTgt spid="65"/>
                                            </p:tgtEl>
                                            <p:attrNameLst>
                                              <p:attrName>style.visibility</p:attrName>
                                            </p:attrNameLst>
                                          </p:cBhvr>
                                          <p:to>
                                            <p:strVal val="visible"/>
                                          </p:to>
                                        </p:set>
                                        <p:animEffect transition="in" filter="fade">
                                          <p:cBhvr>
                                            <p:cTn id="47" dur="500"/>
                                            <p:tgtEl>
                                              <p:spTgt spid="65"/>
                                            </p:tgtEl>
                                          </p:cBhvr>
                                        </p:animEffect>
                                      </p:childTnLst>
                                    </p:cTn>
                                  </p:par>
                                  <p:par>
                                    <p:cTn id="48" presetID="10" presetClass="entr" presetSubtype="0" fill="hold" grpId="0" nodeType="withEffect">
                                      <p:stCondLst>
                                        <p:cond delay="0"/>
                                      </p:stCondLst>
                                      <p:iterate type="lt">
                                        <p:tmPct val="10000"/>
                                      </p:iterate>
                                      <p:childTnLst>
                                        <p:set>
                                          <p:cBhvr>
                                            <p:cTn id="49" dur="1" fill="hold">
                                              <p:stCondLst>
                                                <p:cond delay="0"/>
                                              </p:stCondLst>
                                            </p:cTn>
                                            <p:tgtEl>
                                              <p:spTgt spid="66"/>
                                            </p:tgtEl>
                                            <p:attrNameLst>
                                              <p:attrName>style.visibility</p:attrName>
                                            </p:attrNameLst>
                                          </p:cBhvr>
                                          <p:to>
                                            <p:strVal val="visible"/>
                                          </p:to>
                                        </p:set>
                                        <p:animEffect transition="in" filter="fade">
                                          <p:cBhvr>
                                            <p:cTn id="50" dur="500"/>
                                            <p:tgtEl>
                                              <p:spTgt spid="66"/>
                                            </p:tgtEl>
                                          </p:cBhvr>
                                        </p:animEffect>
                                      </p:childTnLst>
                                    </p:cTn>
                                  </p:par>
                                  <p:par>
                                    <p:cTn id="51" presetID="2" presetClass="entr" presetSubtype="1" fill="hold" grpId="0" nodeType="withEffect">
                                      <p:stCondLst>
                                        <p:cond delay="0"/>
                                      </p:stCondLst>
                                      <p:childTnLst>
                                        <p:set>
                                          <p:cBhvr>
                                            <p:cTn id="52" dur="1" fill="hold">
                                              <p:stCondLst>
                                                <p:cond delay="0"/>
                                              </p:stCondLst>
                                            </p:cTn>
                                            <p:tgtEl>
                                              <p:spTgt spid="76"/>
                                            </p:tgtEl>
                                            <p:attrNameLst>
                                              <p:attrName>style.visibility</p:attrName>
                                            </p:attrNameLst>
                                          </p:cBhvr>
                                          <p:to>
                                            <p:strVal val="visible"/>
                                          </p:to>
                                        </p:set>
                                        <p:anim calcmode="lin" valueType="num">
                                          <p:cBhvr additive="base">
                                            <p:cTn id="53" dur="1000" fill="hold"/>
                                            <p:tgtEl>
                                              <p:spTgt spid="76"/>
                                            </p:tgtEl>
                                            <p:attrNameLst>
                                              <p:attrName>ppt_x</p:attrName>
                                            </p:attrNameLst>
                                          </p:cBhvr>
                                          <p:tavLst>
                                            <p:tav tm="0">
                                              <p:val>
                                                <p:strVal val="#ppt_x"/>
                                              </p:val>
                                            </p:tav>
                                            <p:tav tm="100000">
                                              <p:val>
                                                <p:strVal val="#ppt_x"/>
                                              </p:val>
                                            </p:tav>
                                          </p:tavLst>
                                        </p:anim>
                                        <p:anim calcmode="lin" valueType="num">
                                          <p:cBhvr additive="base">
                                            <p:cTn id="54" dur="1000" fill="hold"/>
                                            <p:tgtEl>
                                              <p:spTgt spid="76"/>
                                            </p:tgtEl>
                                            <p:attrNameLst>
                                              <p:attrName>ppt_y</p:attrName>
                                            </p:attrNameLst>
                                          </p:cBhvr>
                                          <p:tavLst>
                                            <p:tav tm="0">
                                              <p:val>
                                                <p:strVal val="0-#ppt_h/2"/>
                                              </p:val>
                                            </p:tav>
                                            <p:tav tm="100000">
                                              <p:val>
                                                <p:strVal val="#ppt_y"/>
                                              </p:val>
                                            </p:tav>
                                          </p:tavLst>
                                        </p:anim>
                                      </p:childTnLst>
                                    </p:cTn>
                                  </p:par>
                                </p:childTnLst>
                              </p:cTn>
                            </p:par>
                            <p:par>
                              <p:cTn id="55" fill="hold">
                                <p:stCondLst>
                                  <p:cond delay="4800"/>
                                </p:stCondLst>
                                <p:childTnLst>
                                  <p:par>
                                    <p:cTn id="56" presetID="22" presetClass="entr" presetSubtype="8" fill="hold" nodeType="afterEffect">
                                      <p:stCondLst>
                                        <p:cond delay="0"/>
                                      </p:stCondLst>
                                      <p:childTnLst>
                                        <p:set>
                                          <p:cBhvr>
                                            <p:cTn id="57" dur="1" fill="hold">
                                              <p:stCondLst>
                                                <p:cond delay="0"/>
                                              </p:stCondLst>
                                            </p:cTn>
                                            <p:tgtEl>
                                              <p:spTgt spid="77"/>
                                            </p:tgtEl>
                                            <p:attrNameLst>
                                              <p:attrName>style.visibility</p:attrName>
                                            </p:attrNameLst>
                                          </p:cBhvr>
                                          <p:to>
                                            <p:strVal val="visible"/>
                                          </p:to>
                                        </p:set>
                                        <p:animEffect transition="in" filter="wipe(left)">
                                          <p:cBhvr>
                                            <p:cTn id="58"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64" grpId="0"/>
          <p:bldP spid="65" grpId="0"/>
          <p:bldP spid="66" grpId="0"/>
          <p:bldP spid="76" grpId="0"/>
        </p:bldLst>
      </p:timing>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2162148" y="1667258"/>
            <a:ext cx="2288945" cy="4163108"/>
          </a:xfrm>
          <a:prstGeom prst="roundRect">
            <a:avLst>
              <a:gd name="adj" fmla="val 50000"/>
            </a:avLst>
          </a:prstGeom>
          <a:solidFill>
            <a:schemeClr val="bg1">
              <a:lumMod val="95000"/>
            </a:schemeClr>
          </a:solidFill>
          <a:ln w="50800">
            <a:noFill/>
          </a:ln>
          <a:effectLst>
            <a:outerShdw blurRad="139700" dist="50800" dir="2700000" algn="tl" rotWithShape="0">
              <a:schemeClr val="tx1">
                <a:alpha val="29000"/>
              </a:schemeClr>
            </a:outerShdw>
          </a:effectLst>
          <a:scene3d>
            <a:camera prst="orthographicFront"/>
            <a:lightRig rig="threePt" dir="t"/>
          </a:scene3d>
          <a:sp3d prstMaterial="softEdge">
            <a:bevelT w="3810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 name="圆角矩形 5"/>
          <p:cNvSpPr/>
          <p:nvPr/>
        </p:nvSpPr>
        <p:spPr>
          <a:xfrm>
            <a:off x="7740910" y="1667258"/>
            <a:ext cx="2288945" cy="4163108"/>
          </a:xfrm>
          <a:prstGeom prst="roundRect">
            <a:avLst>
              <a:gd name="adj" fmla="val 50000"/>
            </a:avLst>
          </a:prstGeom>
          <a:solidFill>
            <a:schemeClr val="bg1">
              <a:lumMod val="95000"/>
            </a:schemeClr>
          </a:solidFill>
          <a:ln w="50800">
            <a:noFill/>
          </a:ln>
          <a:effectLst>
            <a:outerShdw blurRad="139700" dist="50800" dir="2700000" algn="tl" rotWithShape="0">
              <a:schemeClr val="tx1">
                <a:alpha val="29000"/>
              </a:schemeClr>
            </a:outerShdw>
          </a:effectLst>
          <a:scene3d>
            <a:camera prst="orthographicFront"/>
            <a:lightRig rig="threePt" dir="t"/>
          </a:scene3d>
          <a:sp3d prstMaterial="softEdge">
            <a:bevelT w="3810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2141818" y="1610725"/>
            <a:ext cx="2329599" cy="2329599"/>
            <a:chOff x="4184106" y="2952206"/>
            <a:chExt cx="3823790" cy="3823790"/>
          </a:xfrm>
        </p:grpSpPr>
        <p:sp>
          <p:nvSpPr>
            <p:cNvPr id="8" name="椭圆 7"/>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9" name="组合 8"/>
            <p:cNvGrpSpPr/>
            <p:nvPr/>
          </p:nvGrpSpPr>
          <p:grpSpPr>
            <a:xfrm>
              <a:off x="4710169" y="3478269"/>
              <a:ext cx="2771663" cy="2771663"/>
              <a:chOff x="2193191" y="1899415"/>
              <a:chExt cx="2421376" cy="2421376"/>
            </a:xfrm>
            <a:effectLst/>
          </p:grpSpPr>
          <p:sp>
            <p:nvSpPr>
              <p:cNvPr id="10" name="椭圆 9"/>
              <p:cNvSpPr/>
              <p:nvPr/>
            </p:nvSpPr>
            <p:spPr>
              <a:xfrm>
                <a:off x="2193191" y="1899415"/>
                <a:ext cx="2421376" cy="2421376"/>
              </a:xfrm>
              <a:prstGeom prst="ellipse">
                <a:avLst/>
              </a:prstGeom>
              <a:solidFill>
                <a:schemeClr val="accent1">
                  <a:lumMod val="100000"/>
                </a:schemeClr>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1">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1" name="椭圆 10"/>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1">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sp>
        <p:nvSpPr>
          <p:cNvPr id="13" name="文本框 12"/>
          <p:cNvSpPr txBox="1"/>
          <p:nvPr/>
        </p:nvSpPr>
        <p:spPr bwMode="auto">
          <a:xfrm>
            <a:off x="2287152" y="4451630"/>
            <a:ext cx="2038928" cy="849015"/>
          </a:xfrm>
          <a:prstGeom prst="rect">
            <a:avLst/>
          </a:prstGeom>
          <a:noFill/>
        </p:spPr>
        <p:txBody>
          <a:bodyPr wrap="square">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2490331" y="4108984"/>
            <a:ext cx="1632572" cy="0"/>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16" name="组合 15"/>
          <p:cNvGrpSpPr/>
          <p:nvPr/>
        </p:nvGrpSpPr>
        <p:grpSpPr>
          <a:xfrm>
            <a:off x="7718934" y="1610725"/>
            <a:ext cx="2329599" cy="2329599"/>
            <a:chOff x="4184106" y="2952206"/>
            <a:chExt cx="3823790" cy="3823790"/>
          </a:xfrm>
        </p:grpSpPr>
        <p:sp>
          <p:nvSpPr>
            <p:cNvPr id="17" name="椭圆 16"/>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18" name="组合 17"/>
            <p:cNvGrpSpPr/>
            <p:nvPr/>
          </p:nvGrpSpPr>
          <p:grpSpPr>
            <a:xfrm>
              <a:off x="4710169" y="3478269"/>
              <a:ext cx="2771663" cy="2771663"/>
              <a:chOff x="2193191" y="1899415"/>
              <a:chExt cx="2421376" cy="2421376"/>
            </a:xfrm>
            <a:effectLst/>
          </p:grpSpPr>
          <p:sp>
            <p:nvSpPr>
              <p:cNvPr id="19" name="椭圆 18"/>
              <p:cNvSpPr/>
              <p:nvPr/>
            </p:nvSpPr>
            <p:spPr>
              <a:xfrm>
                <a:off x="2193191" y="1899415"/>
                <a:ext cx="2421376" cy="2421376"/>
              </a:xfrm>
              <a:prstGeom prst="ellipse">
                <a:avLst/>
              </a:prstGeom>
              <a:solidFill>
                <a:schemeClr val="accent1">
                  <a:lumMod val="100000"/>
                </a:schemeClr>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0" name="椭圆 19"/>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3">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sp>
        <p:nvSpPr>
          <p:cNvPr id="22" name="文本框 21"/>
          <p:cNvSpPr txBox="1"/>
          <p:nvPr/>
        </p:nvSpPr>
        <p:spPr bwMode="auto">
          <a:xfrm>
            <a:off x="7864269" y="4451627"/>
            <a:ext cx="2038928" cy="849015"/>
          </a:xfrm>
          <a:prstGeom prst="rect">
            <a:avLst/>
          </a:prstGeom>
          <a:noFill/>
        </p:spPr>
        <p:txBody>
          <a:bodyPr wrap="square">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cxnSp>
        <p:nvCxnSpPr>
          <p:cNvPr id="24" name="直接连接符 23"/>
          <p:cNvCxnSpPr/>
          <p:nvPr/>
        </p:nvCxnSpPr>
        <p:spPr>
          <a:xfrm>
            <a:off x="8067447" y="4108984"/>
            <a:ext cx="1632572" cy="0"/>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5" name="右箭头 24"/>
          <p:cNvSpPr/>
          <p:nvPr/>
        </p:nvSpPr>
        <p:spPr>
          <a:xfrm flipH="1">
            <a:off x="4905969" y="2576403"/>
            <a:ext cx="2380065" cy="341259"/>
          </a:xfrm>
          <a:prstGeom prst="rightArrow">
            <a:avLst>
              <a:gd name="adj1" fmla="val 55075"/>
              <a:gd name="adj2" fmla="val 61841"/>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6" name="右箭头 25"/>
          <p:cNvSpPr/>
          <p:nvPr/>
        </p:nvSpPr>
        <p:spPr>
          <a:xfrm>
            <a:off x="4905969" y="4579961"/>
            <a:ext cx="2380065" cy="341259"/>
          </a:xfrm>
          <a:prstGeom prst="rightArrow">
            <a:avLst>
              <a:gd name="adj1" fmla="val 55075"/>
              <a:gd name="adj2" fmla="val 61841"/>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27" name="组合 26"/>
          <p:cNvGrpSpPr/>
          <p:nvPr/>
        </p:nvGrpSpPr>
        <p:grpSpPr>
          <a:xfrm>
            <a:off x="4958618" y="3195915"/>
            <a:ext cx="2274767" cy="1227362"/>
            <a:chOff x="1502659" y="4629752"/>
            <a:chExt cx="2067969" cy="1227359"/>
          </a:xfrm>
        </p:grpSpPr>
        <p:sp>
          <p:nvSpPr>
            <p:cNvPr id="28" name="文本框 27"/>
            <p:cNvSpPr txBox="1"/>
            <p:nvPr/>
          </p:nvSpPr>
          <p:spPr bwMode="auto">
            <a:xfrm>
              <a:off x="1502659" y="5008098"/>
              <a:ext cx="2067969" cy="849013"/>
            </a:xfrm>
            <a:prstGeom prst="rect">
              <a:avLst/>
            </a:prstGeom>
            <a:noFill/>
          </p:spPr>
          <p:txBody>
            <a:bodyPr wrap="square">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9" name="文本框 28"/>
            <p:cNvSpPr txBox="1"/>
            <p:nvPr/>
          </p:nvSpPr>
          <p:spPr bwMode="auto">
            <a:xfrm>
              <a:off x="1555947" y="4629752"/>
              <a:ext cx="1961390" cy="460374"/>
            </a:xfrm>
            <a:prstGeom prst="rect">
              <a:avLst/>
            </a:prstGeom>
            <a:noFill/>
          </p:spPr>
          <p:txBody>
            <a:bodyPr wrap="square">
              <a:spAutoFit/>
            </a:bodyPr>
            <a:lstStyle/>
            <a:p>
              <a:pPr algn="ctr">
                <a:defRPr/>
              </a:pPr>
              <a:r>
                <a:rPr lang="zh-CN" altLang="en-US" sz="2400" spc="100" dirty="0">
                  <a:solidFill>
                    <a:schemeClr val="tx1">
                      <a:lumMod val="95000"/>
                      <a:lumOff val="5000"/>
                    </a:schemeClr>
                  </a:solidFill>
                  <a:latin typeface="微软雅黑" panose="020B0503020204020204" pitchFamily="34" charset="-122"/>
                  <a:ea typeface="微软雅黑" panose="020B0503020204020204" pitchFamily="34" charset="-122"/>
                </a:rPr>
                <a:t>输入标题</a:t>
              </a:r>
            </a:p>
          </p:txBody>
        </p:sp>
      </p:grpSp>
      <p:grpSp>
        <p:nvGrpSpPr>
          <p:cNvPr id="30" name="组合 29"/>
          <p:cNvGrpSpPr/>
          <p:nvPr/>
        </p:nvGrpSpPr>
        <p:grpSpPr>
          <a:xfrm>
            <a:off x="8562660" y="2472581"/>
            <a:ext cx="642147" cy="605887"/>
            <a:chOff x="3098700" y="5569159"/>
            <a:chExt cx="642147" cy="605886"/>
          </a:xfrm>
          <a:solidFill>
            <a:schemeClr val="accent1">
              <a:lumMod val="75000"/>
            </a:schemeClr>
          </a:solidFill>
        </p:grpSpPr>
        <p:sp>
          <p:nvSpPr>
            <p:cNvPr id="31" name="Freeform 349"/>
            <p:cNvSpPr/>
            <p:nvPr/>
          </p:nvSpPr>
          <p:spPr bwMode="auto">
            <a:xfrm>
              <a:off x="3119543" y="5569159"/>
              <a:ext cx="621304" cy="392027"/>
            </a:xfrm>
            <a:custGeom>
              <a:avLst/>
              <a:gdLst>
                <a:gd name="T0" fmla="*/ 880 w 921"/>
                <a:gd name="T1" fmla="*/ 447 h 581"/>
                <a:gd name="T2" fmla="*/ 879 w 921"/>
                <a:gd name="T3" fmla="*/ 427 h 581"/>
                <a:gd name="T4" fmla="*/ 431 w 921"/>
                <a:gd name="T5" fmla="*/ 0 h 581"/>
                <a:gd name="T6" fmla="*/ 3 w 921"/>
                <a:gd name="T7" fmla="*/ 317 h 581"/>
                <a:gd name="T8" fmla="*/ 0 w 921"/>
                <a:gd name="T9" fmla="*/ 326 h 581"/>
                <a:gd name="T10" fmla="*/ 108 w 921"/>
                <a:gd name="T11" fmla="*/ 326 h 581"/>
                <a:gd name="T12" fmla="*/ 109 w 921"/>
                <a:gd name="T13" fmla="*/ 322 h 581"/>
                <a:gd name="T14" fmla="*/ 431 w 921"/>
                <a:gd name="T15" fmla="*/ 102 h 581"/>
                <a:gd name="T16" fmla="*/ 776 w 921"/>
                <a:gd name="T17" fmla="*/ 424 h 581"/>
                <a:gd name="T18" fmla="*/ 778 w 921"/>
                <a:gd name="T19" fmla="*/ 447 h 581"/>
                <a:gd name="T20" fmla="*/ 729 w 921"/>
                <a:gd name="T21" fmla="*/ 447 h 581"/>
                <a:gd name="T22" fmla="*/ 826 w 921"/>
                <a:gd name="T23" fmla="*/ 581 h 581"/>
                <a:gd name="T24" fmla="*/ 921 w 921"/>
                <a:gd name="T25" fmla="*/ 447 h 581"/>
                <a:gd name="T26" fmla="*/ 880 w 921"/>
                <a:gd name="T27" fmla="*/ 447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21" h="581">
                  <a:moveTo>
                    <a:pt x="880" y="447"/>
                  </a:moveTo>
                  <a:cubicBezTo>
                    <a:pt x="879" y="427"/>
                    <a:pt x="879" y="427"/>
                    <a:pt x="879" y="427"/>
                  </a:cubicBezTo>
                  <a:cubicBezTo>
                    <a:pt x="867" y="187"/>
                    <a:pt x="670" y="0"/>
                    <a:pt x="431" y="0"/>
                  </a:cubicBezTo>
                  <a:cubicBezTo>
                    <a:pt x="236" y="0"/>
                    <a:pt x="60" y="130"/>
                    <a:pt x="3" y="317"/>
                  </a:cubicBezTo>
                  <a:cubicBezTo>
                    <a:pt x="0" y="326"/>
                    <a:pt x="0" y="326"/>
                    <a:pt x="0" y="326"/>
                  </a:cubicBezTo>
                  <a:cubicBezTo>
                    <a:pt x="108" y="326"/>
                    <a:pt x="108" y="326"/>
                    <a:pt x="108" y="326"/>
                  </a:cubicBezTo>
                  <a:cubicBezTo>
                    <a:pt x="109" y="322"/>
                    <a:pt x="109" y="322"/>
                    <a:pt x="109" y="322"/>
                  </a:cubicBezTo>
                  <a:cubicBezTo>
                    <a:pt x="162" y="188"/>
                    <a:pt x="288" y="102"/>
                    <a:pt x="431" y="102"/>
                  </a:cubicBezTo>
                  <a:cubicBezTo>
                    <a:pt x="612" y="102"/>
                    <a:pt x="763" y="244"/>
                    <a:pt x="776" y="424"/>
                  </a:cubicBezTo>
                  <a:cubicBezTo>
                    <a:pt x="778" y="447"/>
                    <a:pt x="778" y="447"/>
                    <a:pt x="778" y="447"/>
                  </a:cubicBezTo>
                  <a:cubicBezTo>
                    <a:pt x="729" y="447"/>
                    <a:pt x="729" y="447"/>
                    <a:pt x="729" y="447"/>
                  </a:cubicBezTo>
                  <a:cubicBezTo>
                    <a:pt x="826" y="581"/>
                    <a:pt x="826" y="581"/>
                    <a:pt x="826" y="581"/>
                  </a:cubicBezTo>
                  <a:cubicBezTo>
                    <a:pt x="921" y="447"/>
                    <a:pt x="921" y="447"/>
                    <a:pt x="921" y="447"/>
                  </a:cubicBezTo>
                  <a:lnTo>
                    <a:pt x="880" y="44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2" name="Freeform 350"/>
            <p:cNvSpPr/>
            <p:nvPr/>
          </p:nvSpPr>
          <p:spPr bwMode="auto">
            <a:xfrm>
              <a:off x="3098700" y="5880953"/>
              <a:ext cx="565341" cy="294092"/>
            </a:xfrm>
            <a:custGeom>
              <a:avLst/>
              <a:gdLst>
                <a:gd name="T0" fmla="*/ 704 w 838"/>
                <a:gd name="T1" fmla="*/ 235 h 436"/>
                <a:gd name="T2" fmla="*/ 462 w 838"/>
                <a:gd name="T3" fmla="*/ 334 h 436"/>
                <a:gd name="T4" fmla="*/ 166 w 838"/>
                <a:gd name="T5" fmla="*/ 166 h 436"/>
                <a:gd name="T6" fmla="*/ 147 w 838"/>
                <a:gd name="T7" fmla="*/ 134 h 436"/>
                <a:gd name="T8" fmla="*/ 192 w 838"/>
                <a:gd name="T9" fmla="*/ 134 h 436"/>
                <a:gd name="T10" fmla="*/ 95 w 838"/>
                <a:gd name="T11" fmla="*/ 0 h 436"/>
                <a:gd name="T12" fmla="*/ 0 w 838"/>
                <a:gd name="T13" fmla="*/ 134 h 436"/>
                <a:gd name="T14" fmla="*/ 38 w 838"/>
                <a:gd name="T15" fmla="*/ 134 h 436"/>
                <a:gd name="T16" fmla="*/ 43 w 838"/>
                <a:gd name="T17" fmla="*/ 147 h 436"/>
                <a:gd name="T18" fmla="*/ 462 w 838"/>
                <a:gd name="T19" fmla="*/ 436 h 436"/>
                <a:gd name="T20" fmla="*/ 830 w 838"/>
                <a:gd name="T21" fmla="*/ 244 h 436"/>
                <a:gd name="T22" fmla="*/ 838 w 838"/>
                <a:gd name="T23" fmla="*/ 233 h 436"/>
                <a:gd name="T24" fmla="*/ 706 w 838"/>
                <a:gd name="T25" fmla="*/ 233 h 436"/>
                <a:gd name="T26" fmla="*/ 704 w 838"/>
                <a:gd name="T27" fmla="*/ 235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38" h="436">
                  <a:moveTo>
                    <a:pt x="704" y="235"/>
                  </a:moveTo>
                  <a:cubicBezTo>
                    <a:pt x="640" y="298"/>
                    <a:pt x="551" y="334"/>
                    <a:pt x="462" y="334"/>
                  </a:cubicBezTo>
                  <a:cubicBezTo>
                    <a:pt x="342" y="334"/>
                    <a:pt x="228" y="270"/>
                    <a:pt x="166" y="166"/>
                  </a:cubicBezTo>
                  <a:cubicBezTo>
                    <a:pt x="147" y="134"/>
                    <a:pt x="147" y="134"/>
                    <a:pt x="147" y="134"/>
                  </a:cubicBezTo>
                  <a:cubicBezTo>
                    <a:pt x="192" y="134"/>
                    <a:pt x="192" y="134"/>
                    <a:pt x="192" y="134"/>
                  </a:cubicBezTo>
                  <a:cubicBezTo>
                    <a:pt x="95" y="0"/>
                    <a:pt x="95" y="0"/>
                    <a:pt x="95" y="0"/>
                  </a:cubicBezTo>
                  <a:cubicBezTo>
                    <a:pt x="0" y="134"/>
                    <a:pt x="0" y="134"/>
                    <a:pt x="0" y="134"/>
                  </a:cubicBezTo>
                  <a:cubicBezTo>
                    <a:pt x="38" y="134"/>
                    <a:pt x="38" y="134"/>
                    <a:pt x="38" y="134"/>
                  </a:cubicBezTo>
                  <a:cubicBezTo>
                    <a:pt x="43" y="147"/>
                    <a:pt x="43" y="147"/>
                    <a:pt x="43" y="147"/>
                  </a:cubicBezTo>
                  <a:cubicBezTo>
                    <a:pt x="109" y="320"/>
                    <a:pt x="278" y="436"/>
                    <a:pt x="462" y="436"/>
                  </a:cubicBezTo>
                  <a:cubicBezTo>
                    <a:pt x="609" y="436"/>
                    <a:pt x="746" y="364"/>
                    <a:pt x="830" y="244"/>
                  </a:cubicBezTo>
                  <a:cubicBezTo>
                    <a:pt x="838" y="233"/>
                    <a:pt x="838" y="233"/>
                    <a:pt x="838" y="233"/>
                  </a:cubicBezTo>
                  <a:cubicBezTo>
                    <a:pt x="706" y="233"/>
                    <a:pt x="706" y="233"/>
                    <a:pt x="706" y="233"/>
                  </a:cubicBezTo>
                  <a:lnTo>
                    <a:pt x="704" y="2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3" name="Freeform 351"/>
            <p:cNvSpPr>
              <a:spLocks noEditPoints="1"/>
            </p:cNvSpPr>
            <p:nvPr/>
          </p:nvSpPr>
          <p:spPr bwMode="auto">
            <a:xfrm>
              <a:off x="3217193" y="5689366"/>
              <a:ext cx="380606" cy="371184"/>
            </a:xfrm>
            <a:custGeom>
              <a:avLst/>
              <a:gdLst>
                <a:gd name="T0" fmla="*/ 0 w 564"/>
                <a:gd name="T1" fmla="*/ 227 h 550"/>
                <a:gd name="T2" fmla="*/ 0 w 564"/>
                <a:gd name="T3" fmla="*/ 327 h 550"/>
                <a:gd name="T4" fmla="*/ 46 w 564"/>
                <a:gd name="T5" fmla="*/ 327 h 550"/>
                <a:gd name="T6" fmla="*/ 80 w 564"/>
                <a:gd name="T7" fmla="*/ 407 h 550"/>
                <a:gd name="T8" fmla="*/ 48 w 564"/>
                <a:gd name="T9" fmla="*/ 439 h 550"/>
                <a:gd name="T10" fmla="*/ 119 w 564"/>
                <a:gd name="T11" fmla="*/ 510 h 550"/>
                <a:gd name="T12" fmla="*/ 151 w 564"/>
                <a:gd name="T13" fmla="*/ 478 h 550"/>
                <a:gd name="T14" fmla="*/ 230 w 564"/>
                <a:gd name="T15" fmla="*/ 511 h 550"/>
                <a:gd name="T16" fmla="*/ 230 w 564"/>
                <a:gd name="T17" fmla="*/ 550 h 550"/>
                <a:gd name="T18" fmla="*/ 330 w 564"/>
                <a:gd name="T19" fmla="*/ 550 h 550"/>
                <a:gd name="T20" fmla="*/ 330 w 564"/>
                <a:gd name="T21" fmla="*/ 512 h 550"/>
                <a:gd name="T22" fmla="*/ 414 w 564"/>
                <a:gd name="T23" fmla="*/ 478 h 550"/>
                <a:gd name="T24" fmla="*/ 444 w 564"/>
                <a:gd name="T25" fmla="*/ 509 h 550"/>
                <a:gd name="T26" fmla="*/ 515 w 564"/>
                <a:gd name="T27" fmla="*/ 438 h 550"/>
                <a:gd name="T28" fmla="*/ 485 w 564"/>
                <a:gd name="T29" fmla="*/ 408 h 550"/>
                <a:gd name="T30" fmla="*/ 520 w 564"/>
                <a:gd name="T31" fmla="*/ 327 h 550"/>
                <a:gd name="T32" fmla="*/ 564 w 564"/>
                <a:gd name="T33" fmla="*/ 327 h 550"/>
                <a:gd name="T34" fmla="*/ 564 w 564"/>
                <a:gd name="T35" fmla="*/ 227 h 550"/>
                <a:gd name="T36" fmla="*/ 521 w 564"/>
                <a:gd name="T37" fmla="*/ 227 h 550"/>
                <a:gd name="T38" fmla="*/ 486 w 564"/>
                <a:gd name="T39" fmla="*/ 143 h 550"/>
                <a:gd name="T40" fmla="*/ 518 w 564"/>
                <a:gd name="T41" fmla="*/ 111 h 550"/>
                <a:gd name="T42" fmla="*/ 447 w 564"/>
                <a:gd name="T43" fmla="*/ 40 h 550"/>
                <a:gd name="T44" fmla="*/ 415 w 564"/>
                <a:gd name="T45" fmla="*/ 72 h 550"/>
                <a:gd name="T46" fmla="*/ 330 w 564"/>
                <a:gd name="T47" fmla="*/ 38 h 550"/>
                <a:gd name="T48" fmla="*/ 330 w 564"/>
                <a:gd name="T49" fmla="*/ 0 h 550"/>
                <a:gd name="T50" fmla="*/ 230 w 564"/>
                <a:gd name="T51" fmla="*/ 0 h 550"/>
                <a:gd name="T52" fmla="*/ 230 w 564"/>
                <a:gd name="T53" fmla="*/ 39 h 550"/>
                <a:gd name="T54" fmla="*/ 150 w 564"/>
                <a:gd name="T55" fmla="*/ 73 h 550"/>
                <a:gd name="T56" fmla="*/ 116 w 564"/>
                <a:gd name="T57" fmla="*/ 39 h 550"/>
                <a:gd name="T58" fmla="*/ 45 w 564"/>
                <a:gd name="T59" fmla="*/ 110 h 550"/>
                <a:gd name="T60" fmla="*/ 79 w 564"/>
                <a:gd name="T61" fmla="*/ 144 h 550"/>
                <a:gd name="T62" fmla="*/ 45 w 564"/>
                <a:gd name="T63" fmla="*/ 227 h 550"/>
                <a:gd name="T64" fmla="*/ 0 w 564"/>
                <a:gd name="T65" fmla="*/ 227 h 550"/>
                <a:gd name="T66" fmla="*/ 283 w 564"/>
                <a:gd name="T67" fmla="*/ 104 h 550"/>
                <a:gd name="T68" fmla="*/ 456 w 564"/>
                <a:gd name="T69" fmla="*/ 275 h 550"/>
                <a:gd name="T70" fmla="*/ 283 w 564"/>
                <a:gd name="T71" fmla="*/ 446 h 550"/>
                <a:gd name="T72" fmla="*/ 110 w 564"/>
                <a:gd name="T73" fmla="*/ 275 h 550"/>
                <a:gd name="T74" fmla="*/ 283 w 564"/>
                <a:gd name="T75" fmla="*/ 104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64" h="550">
                  <a:moveTo>
                    <a:pt x="0" y="227"/>
                  </a:moveTo>
                  <a:cubicBezTo>
                    <a:pt x="0" y="327"/>
                    <a:pt x="0" y="327"/>
                    <a:pt x="0" y="327"/>
                  </a:cubicBezTo>
                  <a:cubicBezTo>
                    <a:pt x="46" y="327"/>
                    <a:pt x="46" y="327"/>
                    <a:pt x="46" y="327"/>
                  </a:cubicBezTo>
                  <a:cubicBezTo>
                    <a:pt x="52" y="356"/>
                    <a:pt x="64" y="383"/>
                    <a:pt x="80" y="407"/>
                  </a:cubicBezTo>
                  <a:cubicBezTo>
                    <a:pt x="48" y="439"/>
                    <a:pt x="48" y="439"/>
                    <a:pt x="48" y="439"/>
                  </a:cubicBezTo>
                  <a:cubicBezTo>
                    <a:pt x="119" y="510"/>
                    <a:pt x="119" y="510"/>
                    <a:pt x="119" y="510"/>
                  </a:cubicBezTo>
                  <a:cubicBezTo>
                    <a:pt x="151" y="478"/>
                    <a:pt x="151" y="478"/>
                    <a:pt x="151" y="478"/>
                  </a:cubicBezTo>
                  <a:cubicBezTo>
                    <a:pt x="175" y="493"/>
                    <a:pt x="202" y="504"/>
                    <a:pt x="230" y="511"/>
                  </a:cubicBezTo>
                  <a:cubicBezTo>
                    <a:pt x="230" y="550"/>
                    <a:pt x="230" y="550"/>
                    <a:pt x="230" y="550"/>
                  </a:cubicBezTo>
                  <a:cubicBezTo>
                    <a:pt x="330" y="550"/>
                    <a:pt x="330" y="550"/>
                    <a:pt x="330" y="550"/>
                  </a:cubicBezTo>
                  <a:cubicBezTo>
                    <a:pt x="330" y="512"/>
                    <a:pt x="330" y="512"/>
                    <a:pt x="330" y="512"/>
                  </a:cubicBezTo>
                  <a:cubicBezTo>
                    <a:pt x="360" y="506"/>
                    <a:pt x="389" y="494"/>
                    <a:pt x="414" y="478"/>
                  </a:cubicBezTo>
                  <a:cubicBezTo>
                    <a:pt x="444" y="509"/>
                    <a:pt x="444" y="509"/>
                    <a:pt x="444" y="509"/>
                  </a:cubicBezTo>
                  <a:cubicBezTo>
                    <a:pt x="515" y="438"/>
                    <a:pt x="515" y="438"/>
                    <a:pt x="515" y="438"/>
                  </a:cubicBezTo>
                  <a:cubicBezTo>
                    <a:pt x="485" y="408"/>
                    <a:pt x="485" y="408"/>
                    <a:pt x="485" y="408"/>
                  </a:cubicBezTo>
                  <a:cubicBezTo>
                    <a:pt x="502" y="384"/>
                    <a:pt x="514" y="356"/>
                    <a:pt x="520" y="327"/>
                  </a:cubicBezTo>
                  <a:cubicBezTo>
                    <a:pt x="564" y="327"/>
                    <a:pt x="564" y="327"/>
                    <a:pt x="564" y="327"/>
                  </a:cubicBezTo>
                  <a:cubicBezTo>
                    <a:pt x="564" y="227"/>
                    <a:pt x="564" y="227"/>
                    <a:pt x="564" y="227"/>
                  </a:cubicBezTo>
                  <a:cubicBezTo>
                    <a:pt x="521" y="227"/>
                    <a:pt x="521" y="227"/>
                    <a:pt x="521" y="227"/>
                  </a:cubicBezTo>
                  <a:cubicBezTo>
                    <a:pt x="515" y="196"/>
                    <a:pt x="503" y="168"/>
                    <a:pt x="486" y="143"/>
                  </a:cubicBezTo>
                  <a:cubicBezTo>
                    <a:pt x="518" y="111"/>
                    <a:pt x="518" y="111"/>
                    <a:pt x="518" y="111"/>
                  </a:cubicBezTo>
                  <a:cubicBezTo>
                    <a:pt x="447" y="40"/>
                    <a:pt x="447" y="40"/>
                    <a:pt x="447" y="40"/>
                  </a:cubicBezTo>
                  <a:cubicBezTo>
                    <a:pt x="415" y="72"/>
                    <a:pt x="415" y="72"/>
                    <a:pt x="415" y="72"/>
                  </a:cubicBezTo>
                  <a:cubicBezTo>
                    <a:pt x="389" y="56"/>
                    <a:pt x="361" y="44"/>
                    <a:pt x="330" y="38"/>
                  </a:cubicBezTo>
                  <a:cubicBezTo>
                    <a:pt x="330" y="0"/>
                    <a:pt x="330" y="0"/>
                    <a:pt x="330" y="0"/>
                  </a:cubicBezTo>
                  <a:cubicBezTo>
                    <a:pt x="230" y="0"/>
                    <a:pt x="230" y="0"/>
                    <a:pt x="230" y="0"/>
                  </a:cubicBezTo>
                  <a:cubicBezTo>
                    <a:pt x="230" y="39"/>
                    <a:pt x="230" y="39"/>
                    <a:pt x="230" y="39"/>
                  </a:cubicBezTo>
                  <a:cubicBezTo>
                    <a:pt x="201" y="46"/>
                    <a:pt x="174" y="57"/>
                    <a:pt x="150" y="73"/>
                  </a:cubicBezTo>
                  <a:cubicBezTo>
                    <a:pt x="116" y="39"/>
                    <a:pt x="116" y="39"/>
                    <a:pt x="116" y="39"/>
                  </a:cubicBezTo>
                  <a:cubicBezTo>
                    <a:pt x="45" y="110"/>
                    <a:pt x="45" y="110"/>
                    <a:pt x="45" y="110"/>
                  </a:cubicBezTo>
                  <a:cubicBezTo>
                    <a:pt x="79" y="144"/>
                    <a:pt x="79" y="144"/>
                    <a:pt x="79" y="144"/>
                  </a:cubicBezTo>
                  <a:cubicBezTo>
                    <a:pt x="63" y="169"/>
                    <a:pt x="51" y="197"/>
                    <a:pt x="45" y="227"/>
                  </a:cubicBezTo>
                  <a:lnTo>
                    <a:pt x="0" y="227"/>
                  </a:lnTo>
                  <a:close/>
                  <a:moveTo>
                    <a:pt x="283" y="104"/>
                  </a:moveTo>
                  <a:cubicBezTo>
                    <a:pt x="378" y="104"/>
                    <a:pt x="456" y="181"/>
                    <a:pt x="456" y="275"/>
                  </a:cubicBezTo>
                  <a:cubicBezTo>
                    <a:pt x="456" y="369"/>
                    <a:pt x="378" y="446"/>
                    <a:pt x="283" y="446"/>
                  </a:cubicBezTo>
                  <a:cubicBezTo>
                    <a:pt x="188" y="446"/>
                    <a:pt x="110" y="369"/>
                    <a:pt x="110" y="275"/>
                  </a:cubicBezTo>
                  <a:cubicBezTo>
                    <a:pt x="110" y="181"/>
                    <a:pt x="188" y="104"/>
                    <a:pt x="283"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4" name="Freeform 352"/>
            <p:cNvSpPr>
              <a:spLocks noEditPoints="1"/>
            </p:cNvSpPr>
            <p:nvPr/>
          </p:nvSpPr>
          <p:spPr bwMode="auto">
            <a:xfrm>
              <a:off x="3319126" y="5787872"/>
              <a:ext cx="176170" cy="174742"/>
            </a:xfrm>
            <a:custGeom>
              <a:avLst/>
              <a:gdLst>
                <a:gd name="T0" fmla="*/ 131 w 261"/>
                <a:gd name="T1" fmla="*/ 259 h 259"/>
                <a:gd name="T2" fmla="*/ 261 w 261"/>
                <a:gd name="T3" fmla="*/ 129 h 259"/>
                <a:gd name="T4" fmla="*/ 131 w 261"/>
                <a:gd name="T5" fmla="*/ 0 h 259"/>
                <a:gd name="T6" fmla="*/ 0 w 261"/>
                <a:gd name="T7" fmla="*/ 129 h 259"/>
                <a:gd name="T8" fmla="*/ 131 w 261"/>
                <a:gd name="T9" fmla="*/ 259 h 259"/>
                <a:gd name="T10" fmla="*/ 131 w 261"/>
                <a:gd name="T11" fmla="*/ 42 h 259"/>
                <a:gd name="T12" fmla="*/ 219 w 261"/>
                <a:gd name="T13" fmla="*/ 129 h 259"/>
                <a:gd name="T14" fmla="*/ 131 w 261"/>
                <a:gd name="T15" fmla="*/ 217 h 259"/>
                <a:gd name="T16" fmla="*/ 42 w 261"/>
                <a:gd name="T17" fmla="*/ 129 h 259"/>
                <a:gd name="T18" fmla="*/ 131 w 261"/>
                <a:gd name="T19" fmla="*/ 42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 h="259">
                  <a:moveTo>
                    <a:pt x="131" y="259"/>
                  </a:moveTo>
                  <a:cubicBezTo>
                    <a:pt x="203" y="259"/>
                    <a:pt x="261" y="201"/>
                    <a:pt x="261" y="129"/>
                  </a:cubicBezTo>
                  <a:cubicBezTo>
                    <a:pt x="261" y="58"/>
                    <a:pt x="203" y="0"/>
                    <a:pt x="131" y="0"/>
                  </a:cubicBezTo>
                  <a:cubicBezTo>
                    <a:pt x="58" y="0"/>
                    <a:pt x="0" y="58"/>
                    <a:pt x="0" y="129"/>
                  </a:cubicBezTo>
                  <a:cubicBezTo>
                    <a:pt x="0" y="201"/>
                    <a:pt x="58" y="259"/>
                    <a:pt x="131" y="259"/>
                  </a:cubicBezTo>
                  <a:close/>
                  <a:moveTo>
                    <a:pt x="131" y="42"/>
                  </a:moveTo>
                  <a:cubicBezTo>
                    <a:pt x="179" y="42"/>
                    <a:pt x="219" y="81"/>
                    <a:pt x="219" y="129"/>
                  </a:cubicBezTo>
                  <a:cubicBezTo>
                    <a:pt x="219" y="177"/>
                    <a:pt x="179" y="217"/>
                    <a:pt x="131" y="217"/>
                  </a:cubicBezTo>
                  <a:cubicBezTo>
                    <a:pt x="82" y="217"/>
                    <a:pt x="42" y="177"/>
                    <a:pt x="42" y="129"/>
                  </a:cubicBezTo>
                  <a:cubicBezTo>
                    <a:pt x="42" y="81"/>
                    <a:pt x="82" y="42"/>
                    <a:pt x="131"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5" name="Oval 353"/>
            <p:cNvSpPr>
              <a:spLocks noChangeArrowheads="1"/>
            </p:cNvSpPr>
            <p:nvPr/>
          </p:nvSpPr>
          <p:spPr bwMode="auto">
            <a:xfrm>
              <a:off x="3375945" y="5844406"/>
              <a:ext cx="62530" cy="6081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6" name="组合 35"/>
          <p:cNvGrpSpPr/>
          <p:nvPr/>
        </p:nvGrpSpPr>
        <p:grpSpPr>
          <a:xfrm>
            <a:off x="3075189" y="2485317"/>
            <a:ext cx="517287" cy="580417"/>
            <a:chOff x="3199776" y="780891"/>
            <a:chExt cx="470261" cy="527652"/>
          </a:xfrm>
          <a:solidFill>
            <a:schemeClr val="accent1">
              <a:lumMod val="75000"/>
            </a:schemeClr>
          </a:solidFill>
        </p:grpSpPr>
        <p:sp>
          <p:nvSpPr>
            <p:cNvPr id="37" name="Freeform 433"/>
            <p:cNvSpPr>
              <a:spLocks noEditPoints="1"/>
            </p:cNvSpPr>
            <p:nvPr/>
          </p:nvSpPr>
          <p:spPr bwMode="auto">
            <a:xfrm>
              <a:off x="3262591" y="927080"/>
              <a:ext cx="64814" cy="65671"/>
            </a:xfrm>
            <a:custGeom>
              <a:avLst/>
              <a:gdLst>
                <a:gd name="T0" fmla="*/ 96 w 96"/>
                <a:gd name="T1" fmla="*/ 48 h 97"/>
                <a:gd name="T2" fmla="*/ 48 w 96"/>
                <a:gd name="T3" fmla="*/ 0 h 97"/>
                <a:gd name="T4" fmla="*/ 0 w 96"/>
                <a:gd name="T5" fmla="*/ 48 h 97"/>
                <a:gd name="T6" fmla="*/ 48 w 96"/>
                <a:gd name="T7" fmla="*/ 97 h 97"/>
                <a:gd name="T8" fmla="*/ 96 w 96"/>
                <a:gd name="T9" fmla="*/ 48 h 97"/>
                <a:gd name="T10" fmla="*/ 28 w 96"/>
                <a:gd name="T11" fmla="*/ 71 h 97"/>
                <a:gd name="T12" fmla="*/ 31 w 96"/>
                <a:gd name="T13" fmla="*/ 61 h 97"/>
                <a:gd name="T14" fmla="*/ 45 w 96"/>
                <a:gd name="T15" fmla="*/ 65 h 97"/>
                <a:gd name="T16" fmla="*/ 53 w 96"/>
                <a:gd name="T17" fmla="*/ 60 h 97"/>
                <a:gd name="T18" fmla="*/ 44 w 96"/>
                <a:gd name="T19" fmla="*/ 52 h 97"/>
                <a:gd name="T20" fmla="*/ 29 w 96"/>
                <a:gd name="T21" fmla="*/ 37 h 97"/>
                <a:gd name="T22" fmla="*/ 43 w 96"/>
                <a:gd name="T23" fmla="*/ 21 h 97"/>
                <a:gd name="T24" fmla="*/ 43 w 96"/>
                <a:gd name="T25" fmla="*/ 13 h 97"/>
                <a:gd name="T26" fmla="*/ 52 w 96"/>
                <a:gd name="T27" fmla="*/ 13 h 97"/>
                <a:gd name="T28" fmla="*/ 52 w 96"/>
                <a:gd name="T29" fmla="*/ 21 h 97"/>
                <a:gd name="T30" fmla="*/ 64 w 96"/>
                <a:gd name="T31" fmla="*/ 24 h 97"/>
                <a:gd name="T32" fmla="*/ 62 w 96"/>
                <a:gd name="T33" fmla="*/ 33 h 97"/>
                <a:gd name="T34" fmla="*/ 49 w 96"/>
                <a:gd name="T35" fmla="*/ 30 h 97"/>
                <a:gd name="T36" fmla="*/ 42 w 96"/>
                <a:gd name="T37" fmla="*/ 35 h 97"/>
                <a:gd name="T38" fmla="*/ 52 w 96"/>
                <a:gd name="T39" fmla="*/ 42 h 97"/>
                <a:gd name="T40" fmla="*/ 66 w 96"/>
                <a:gd name="T41" fmla="*/ 58 h 97"/>
                <a:gd name="T42" fmla="*/ 51 w 96"/>
                <a:gd name="T43" fmla="*/ 74 h 97"/>
                <a:gd name="T44" fmla="*/ 51 w 96"/>
                <a:gd name="T45" fmla="*/ 83 h 97"/>
                <a:gd name="T46" fmla="*/ 43 w 96"/>
                <a:gd name="T47" fmla="*/ 83 h 97"/>
                <a:gd name="T48" fmla="*/ 43 w 96"/>
                <a:gd name="T49" fmla="*/ 75 h 97"/>
                <a:gd name="T50" fmla="*/ 28 w 96"/>
                <a:gd name="T51" fmla="*/ 7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6" h="97">
                  <a:moveTo>
                    <a:pt x="96" y="48"/>
                  </a:moveTo>
                  <a:cubicBezTo>
                    <a:pt x="96" y="21"/>
                    <a:pt x="75" y="0"/>
                    <a:pt x="48" y="0"/>
                  </a:cubicBezTo>
                  <a:cubicBezTo>
                    <a:pt x="22" y="0"/>
                    <a:pt x="0" y="21"/>
                    <a:pt x="0" y="48"/>
                  </a:cubicBezTo>
                  <a:cubicBezTo>
                    <a:pt x="0" y="75"/>
                    <a:pt x="22" y="97"/>
                    <a:pt x="48" y="97"/>
                  </a:cubicBezTo>
                  <a:cubicBezTo>
                    <a:pt x="75" y="97"/>
                    <a:pt x="96" y="75"/>
                    <a:pt x="96" y="48"/>
                  </a:cubicBezTo>
                  <a:close/>
                  <a:moveTo>
                    <a:pt x="28" y="71"/>
                  </a:moveTo>
                  <a:cubicBezTo>
                    <a:pt x="31" y="61"/>
                    <a:pt x="31" y="61"/>
                    <a:pt x="31" y="61"/>
                  </a:cubicBezTo>
                  <a:cubicBezTo>
                    <a:pt x="34" y="63"/>
                    <a:pt x="39" y="65"/>
                    <a:pt x="45" y="65"/>
                  </a:cubicBezTo>
                  <a:cubicBezTo>
                    <a:pt x="50" y="65"/>
                    <a:pt x="53" y="63"/>
                    <a:pt x="53" y="60"/>
                  </a:cubicBezTo>
                  <a:cubicBezTo>
                    <a:pt x="53" y="56"/>
                    <a:pt x="51" y="54"/>
                    <a:pt x="44" y="52"/>
                  </a:cubicBezTo>
                  <a:cubicBezTo>
                    <a:pt x="35" y="49"/>
                    <a:pt x="29" y="45"/>
                    <a:pt x="29" y="37"/>
                  </a:cubicBezTo>
                  <a:cubicBezTo>
                    <a:pt x="29" y="29"/>
                    <a:pt x="34" y="23"/>
                    <a:pt x="43" y="21"/>
                  </a:cubicBezTo>
                  <a:cubicBezTo>
                    <a:pt x="43" y="13"/>
                    <a:pt x="43" y="13"/>
                    <a:pt x="43" y="13"/>
                  </a:cubicBezTo>
                  <a:cubicBezTo>
                    <a:pt x="52" y="13"/>
                    <a:pt x="52" y="13"/>
                    <a:pt x="52" y="13"/>
                  </a:cubicBezTo>
                  <a:cubicBezTo>
                    <a:pt x="52" y="21"/>
                    <a:pt x="52" y="21"/>
                    <a:pt x="52" y="21"/>
                  </a:cubicBezTo>
                  <a:cubicBezTo>
                    <a:pt x="57" y="21"/>
                    <a:pt x="61" y="22"/>
                    <a:pt x="64" y="24"/>
                  </a:cubicBezTo>
                  <a:cubicBezTo>
                    <a:pt x="62" y="33"/>
                    <a:pt x="62" y="33"/>
                    <a:pt x="62" y="33"/>
                  </a:cubicBezTo>
                  <a:cubicBezTo>
                    <a:pt x="59" y="32"/>
                    <a:pt x="55" y="30"/>
                    <a:pt x="49" y="30"/>
                  </a:cubicBezTo>
                  <a:cubicBezTo>
                    <a:pt x="44" y="30"/>
                    <a:pt x="42" y="33"/>
                    <a:pt x="42" y="35"/>
                  </a:cubicBezTo>
                  <a:cubicBezTo>
                    <a:pt x="42" y="38"/>
                    <a:pt x="45" y="40"/>
                    <a:pt x="52" y="42"/>
                  </a:cubicBezTo>
                  <a:cubicBezTo>
                    <a:pt x="62" y="46"/>
                    <a:pt x="66" y="51"/>
                    <a:pt x="66" y="58"/>
                  </a:cubicBezTo>
                  <a:cubicBezTo>
                    <a:pt x="66" y="66"/>
                    <a:pt x="61" y="73"/>
                    <a:pt x="51" y="74"/>
                  </a:cubicBezTo>
                  <a:cubicBezTo>
                    <a:pt x="51" y="83"/>
                    <a:pt x="51" y="83"/>
                    <a:pt x="51" y="83"/>
                  </a:cubicBezTo>
                  <a:cubicBezTo>
                    <a:pt x="43" y="83"/>
                    <a:pt x="43" y="83"/>
                    <a:pt x="43" y="83"/>
                  </a:cubicBezTo>
                  <a:cubicBezTo>
                    <a:pt x="43" y="75"/>
                    <a:pt x="43" y="75"/>
                    <a:pt x="43" y="75"/>
                  </a:cubicBezTo>
                  <a:cubicBezTo>
                    <a:pt x="37" y="75"/>
                    <a:pt x="32" y="73"/>
                    <a:pt x="28" y="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8" name="Freeform 434"/>
            <p:cNvSpPr>
              <a:spLocks noEditPoints="1"/>
            </p:cNvSpPr>
            <p:nvPr/>
          </p:nvSpPr>
          <p:spPr bwMode="auto">
            <a:xfrm>
              <a:off x="3367094" y="867120"/>
              <a:ext cx="140479" cy="141621"/>
            </a:xfrm>
            <a:custGeom>
              <a:avLst/>
              <a:gdLst>
                <a:gd name="T0" fmla="*/ 104 w 208"/>
                <a:gd name="T1" fmla="*/ 0 h 210"/>
                <a:gd name="T2" fmla="*/ 0 w 208"/>
                <a:gd name="T3" fmla="*/ 105 h 210"/>
                <a:gd name="T4" fmla="*/ 104 w 208"/>
                <a:gd name="T5" fmla="*/ 210 h 210"/>
                <a:gd name="T6" fmla="*/ 208 w 208"/>
                <a:gd name="T7" fmla="*/ 105 h 210"/>
                <a:gd name="T8" fmla="*/ 104 w 208"/>
                <a:gd name="T9" fmla="*/ 0 h 210"/>
                <a:gd name="T10" fmla="*/ 111 w 208"/>
                <a:gd name="T11" fmla="*/ 161 h 210"/>
                <a:gd name="T12" fmla="*/ 111 w 208"/>
                <a:gd name="T13" fmla="*/ 180 h 210"/>
                <a:gd name="T14" fmla="*/ 92 w 208"/>
                <a:gd name="T15" fmla="*/ 180 h 210"/>
                <a:gd name="T16" fmla="*/ 92 w 208"/>
                <a:gd name="T17" fmla="*/ 163 h 210"/>
                <a:gd name="T18" fmla="*/ 61 w 208"/>
                <a:gd name="T19" fmla="*/ 155 h 210"/>
                <a:gd name="T20" fmla="*/ 66 w 208"/>
                <a:gd name="T21" fmla="*/ 133 h 210"/>
                <a:gd name="T22" fmla="*/ 97 w 208"/>
                <a:gd name="T23" fmla="*/ 141 h 210"/>
                <a:gd name="T24" fmla="*/ 115 w 208"/>
                <a:gd name="T25" fmla="*/ 130 h 210"/>
                <a:gd name="T26" fmla="*/ 95 w 208"/>
                <a:gd name="T27" fmla="*/ 114 h 210"/>
                <a:gd name="T28" fmla="*/ 62 w 208"/>
                <a:gd name="T29" fmla="*/ 80 h 210"/>
                <a:gd name="T30" fmla="*/ 93 w 208"/>
                <a:gd name="T31" fmla="*/ 47 h 210"/>
                <a:gd name="T32" fmla="*/ 93 w 208"/>
                <a:gd name="T33" fmla="*/ 30 h 210"/>
                <a:gd name="T34" fmla="*/ 111 w 208"/>
                <a:gd name="T35" fmla="*/ 30 h 210"/>
                <a:gd name="T36" fmla="*/ 111 w 208"/>
                <a:gd name="T37" fmla="*/ 46 h 210"/>
                <a:gd name="T38" fmla="*/ 138 w 208"/>
                <a:gd name="T39" fmla="*/ 52 h 210"/>
                <a:gd name="T40" fmla="*/ 133 w 208"/>
                <a:gd name="T41" fmla="*/ 73 h 210"/>
                <a:gd name="T42" fmla="*/ 106 w 208"/>
                <a:gd name="T43" fmla="*/ 66 h 210"/>
                <a:gd name="T44" fmla="*/ 90 w 208"/>
                <a:gd name="T45" fmla="*/ 77 h 210"/>
                <a:gd name="T46" fmla="*/ 113 w 208"/>
                <a:gd name="T47" fmla="*/ 93 h 210"/>
                <a:gd name="T48" fmla="*/ 143 w 208"/>
                <a:gd name="T49" fmla="*/ 127 h 210"/>
                <a:gd name="T50" fmla="*/ 111 w 208"/>
                <a:gd name="T51" fmla="*/ 161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8" h="210">
                  <a:moveTo>
                    <a:pt x="104" y="0"/>
                  </a:moveTo>
                  <a:cubicBezTo>
                    <a:pt x="47" y="0"/>
                    <a:pt x="0" y="47"/>
                    <a:pt x="0" y="105"/>
                  </a:cubicBezTo>
                  <a:cubicBezTo>
                    <a:pt x="0" y="163"/>
                    <a:pt x="47" y="210"/>
                    <a:pt x="104" y="210"/>
                  </a:cubicBezTo>
                  <a:cubicBezTo>
                    <a:pt x="162" y="210"/>
                    <a:pt x="208" y="163"/>
                    <a:pt x="208" y="105"/>
                  </a:cubicBezTo>
                  <a:cubicBezTo>
                    <a:pt x="208" y="47"/>
                    <a:pt x="162" y="0"/>
                    <a:pt x="104" y="0"/>
                  </a:cubicBezTo>
                  <a:close/>
                  <a:moveTo>
                    <a:pt x="111" y="161"/>
                  </a:moveTo>
                  <a:cubicBezTo>
                    <a:pt x="111" y="180"/>
                    <a:pt x="111" y="180"/>
                    <a:pt x="111" y="180"/>
                  </a:cubicBezTo>
                  <a:cubicBezTo>
                    <a:pt x="92" y="180"/>
                    <a:pt x="92" y="180"/>
                    <a:pt x="92" y="180"/>
                  </a:cubicBezTo>
                  <a:cubicBezTo>
                    <a:pt x="92" y="163"/>
                    <a:pt x="92" y="163"/>
                    <a:pt x="92" y="163"/>
                  </a:cubicBezTo>
                  <a:cubicBezTo>
                    <a:pt x="80" y="162"/>
                    <a:pt x="68" y="159"/>
                    <a:pt x="61" y="155"/>
                  </a:cubicBezTo>
                  <a:cubicBezTo>
                    <a:pt x="66" y="133"/>
                    <a:pt x="66" y="133"/>
                    <a:pt x="66" y="133"/>
                  </a:cubicBezTo>
                  <a:cubicBezTo>
                    <a:pt x="74" y="138"/>
                    <a:pt x="85" y="141"/>
                    <a:pt x="97" y="141"/>
                  </a:cubicBezTo>
                  <a:cubicBezTo>
                    <a:pt x="108" y="141"/>
                    <a:pt x="115" y="137"/>
                    <a:pt x="115" y="130"/>
                  </a:cubicBezTo>
                  <a:cubicBezTo>
                    <a:pt x="115" y="123"/>
                    <a:pt x="109" y="118"/>
                    <a:pt x="95" y="114"/>
                  </a:cubicBezTo>
                  <a:cubicBezTo>
                    <a:pt x="76" y="107"/>
                    <a:pt x="62" y="98"/>
                    <a:pt x="62" y="80"/>
                  </a:cubicBezTo>
                  <a:cubicBezTo>
                    <a:pt x="62" y="64"/>
                    <a:pt x="74" y="51"/>
                    <a:pt x="93" y="47"/>
                  </a:cubicBezTo>
                  <a:cubicBezTo>
                    <a:pt x="93" y="30"/>
                    <a:pt x="93" y="30"/>
                    <a:pt x="93" y="30"/>
                  </a:cubicBezTo>
                  <a:cubicBezTo>
                    <a:pt x="111" y="30"/>
                    <a:pt x="111" y="30"/>
                    <a:pt x="111" y="30"/>
                  </a:cubicBezTo>
                  <a:cubicBezTo>
                    <a:pt x="111" y="46"/>
                    <a:pt x="111" y="46"/>
                    <a:pt x="111" y="46"/>
                  </a:cubicBezTo>
                  <a:cubicBezTo>
                    <a:pt x="124" y="46"/>
                    <a:pt x="132" y="49"/>
                    <a:pt x="138" y="52"/>
                  </a:cubicBezTo>
                  <a:cubicBezTo>
                    <a:pt x="133" y="73"/>
                    <a:pt x="133" y="73"/>
                    <a:pt x="133" y="73"/>
                  </a:cubicBezTo>
                  <a:cubicBezTo>
                    <a:pt x="128" y="71"/>
                    <a:pt x="120" y="66"/>
                    <a:pt x="106" y="66"/>
                  </a:cubicBezTo>
                  <a:cubicBezTo>
                    <a:pt x="94" y="66"/>
                    <a:pt x="90" y="72"/>
                    <a:pt x="90" y="77"/>
                  </a:cubicBezTo>
                  <a:cubicBezTo>
                    <a:pt x="90" y="83"/>
                    <a:pt x="97" y="87"/>
                    <a:pt x="113" y="93"/>
                  </a:cubicBezTo>
                  <a:cubicBezTo>
                    <a:pt x="135" y="100"/>
                    <a:pt x="143" y="111"/>
                    <a:pt x="143" y="127"/>
                  </a:cubicBezTo>
                  <a:cubicBezTo>
                    <a:pt x="143" y="144"/>
                    <a:pt x="132" y="158"/>
                    <a:pt x="111" y="1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9" name="Freeform 435"/>
            <p:cNvSpPr>
              <a:spLocks noEditPoints="1"/>
            </p:cNvSpPr>
            <p:nvPr/>
          </p:nvSpPr>
          <p:spPr bwMode="auto">
            <a:xfrm>
              <a:off x="3282007" y="1022446"/>
              <a:ext cx="89941" cy="91083"/>
            </a:xfrm>
            <a:custGeom>
              <a:avLst/>
              <a:gdLst>
                <a:gd name="T0" fmla="*/ 67 w 133"/>
                <a:gd name="T1" fmla="*/ 0 h 135"/>
                <a:gd name="T2" fmla="*/ 0 w 133"/>
                <a:gd name="T3" fmla="*/ 68 h 135"/>
                <a:gd name="T4" fmla="*/ 67 w 133"/>
                <a:gd name="T5" fmla="*/ 135 h 135"/>
                <a:gd name="T6" fmla="*/ 133 w 133"/>
                <a:gd name="T7" fmla="*/ 68 h 135"/>
                <a:gd name="T8" fmla="*/ 67 w 133"/>
                <a:gd name="T9" fmla="*/ 0 h 135"/>
                <a:gd name="T10" fmla="*/ 71 w 133"/>
                <a:gd name="T11" fmla="*/ 104 h 135"/>
                <a:gd name="T12" fmla="*/ 71 w 133"/>
                <a:gd name="T13" fmla="*/ 116 h 135"/>
                <a:gd name="T14" fmla="*/ 59 w 133"/>
                <a:gd name="T15" fmla="*/ 116 h 135"/>
                <a:gd name="T16" fmla="*/ 59 w 133"/>
                <a:gd name="T17" fmla="*/ 105 h 135"/>
                <a:gd name="T18" fmla="*/ 39 w 133"/>
                <a:gd name="T19" fmla="*/ 100 h 135"/>
                <a:gd name="T20" fmla="*/ 43 w 133"/>
                <a:gd name="T21" fmla="*/ 86 h 135"/>
                <a:gd name="T22" fmla="*/ 62 w 133"/>
                <a:gd name="T23" fmla="*/ 91 h 135"/>
                <a:gd name="T24" fmla="*/ 74 w 133"/>
                <a:gd name="T25" fmla="*/ 84 h 135"/>
                <a:gd name="T26" fmla="*/ 61 w 133"/>
                <a:gd name="T27" fmla="*/ 73 h 135"/>
                <a:gd name="T28" fmla="*/ 40 w 133"/>
                <a:gd name="T29" fmla="*/ 52 h 135"/>
                <a:gd name="T30" fmla="*/ 60 w 133"/>
                <a:gd name="T31" fmla="*/ 31 h 135"/>
                <a:gd name="T32" fmla="*/ 60 w 133"/>
                <a:gd name="T33" fmla="*/ 20 h 135"/>
                <a:gd name="T34" fmla="*/ 72 w 133"/>
                <a:gd name="T35" fmla="*/ 20 h 135"/>
                <a:gd name="T36" fmla="*/ 72 w 133"/>
                <a:gd name="T37" fmla="*/ 30 h 135"/>
                <a:gd name="T38" fmla="*/ 89 w 133"/>
                <a:gd name="T39" fmla="*/ 34 h 135"/>
                <a:gd name="T40" fmla="*/ 85 w 133"/>
                <a:gd name="T41" fmla="*/ 47 h 135"/>
                <a:gd name="T42" fmla="*/ 68 w 133"/>
                <a:gd name="T43" fmla="*/ 43 h 135"/>
                <a:gd name="T44" fmla="*/ 58 w 133"/>
                <a:gd name="T45" fmla="*/ 50 h 135"/>
                <a:gd name="T46" fmla="*/ 72 w 133"/>
                <a:gd name="T47" fmla="*/ 60 h 135"/>
                <a:gd name="T48" fmla="*/ 92 w 133"/>
                <a:gd name="T49" fmla="*/ 82 h 135"/>
                <a:gd name="T50" fmla="*/ 71 w 133"/>
                <a:gd name="T51" fmla="*/ 104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3" h="135">
                  <a:moveTo>
                    <a:pt x="67" y="0"/>
                  </a:moveTo>
                  <a:cubicBezTo>
                    <a:pt x="30" y="0"/>
                    <a:pt x="0" y="31"/>
                    <a:pt x="0" y="68"/>
                  </a:cubicBezTo>
                  <a:cubicBezTo>
                    <a:pt x="0" y="105"/>
                    <a:pt x="30" y="135"/>
                    <a:pt x="67" y="135"/>
                  </a:cubicBezTo>
                  <a:cubicBezTo>
                    <a:pt x="104" y="135"/>
                    <a:pt x="133" y="105"/>
                    <a:pt x="133" y="68"/>
                  </a:cubicBezTo>
                  <a:cubicBezTo>
                    <a:pt x="133" y="31"/>
                    <a:pt x="104" y="0"/>
                    <a:pt x="67" y="0"/>
                  </a:cubicBezTo>
                  <a:close/>
                  <a:moveTo>
                    <a:pt x="71" y="104"/>
                  </a:moveTo>
                  <a:cubicBezTo>
                    <a:pt x="71" y="116"/>
                    <a:pt x="71" y="116"/>
                    <a:pt x="71" y="116"/>
                  </a:cubicBezTo>
                  <a:cubicBezTo>
                    <a:pt x="59" y="116"/>
                    <a:pt x="59" y="116"/>
                    <a:pt x="59" y="116"/>
                  </a:cubicBezTo>
                  <a:cubicBezTo>
                    <a:pt x="59" y="105"/>
                    <a:pt x="59" y="105"/>
                    <a:pt x="59" y="105"/>
                  </a:cubicBezTo>
                  <a:cubicBezTo>
                    <a:pt x="51" y="104"/>
                    <a:pt x="44" y="102"/>
                    <a:pt x="39" y="100"/>
                  </a:cubicBezTo>
                  <a:cubicBezTo>
                    <a:pt x="43" y="86"/>
                    <a:pt x="43" y="86"/>
                    <a:pt x="43" y="86"/>
                  </a:cubicBezTo>
                  <a:cubicBezTo>
                    <a:pt x="48" y="88"/>
                    <a:pt x="55" y="91"/>
                    <a:pt x="62" y="91"/>
                  </a:cubicBezTo>
                  <a:cubicBezTo>
                    <a:pt x="69" y="91"/>
                    <a:pt x="74" y="88"/>
                    <a:pt x="74" y="84"/>
                  </a:cubicBezTo>
                  <a:cubicBezTo>
                    <a:pt x="74" y="79"/>
                    <a:pt x="70" y="76"/>
                    <a:pt x="61" y="73"/>
                  </a:cubicBezTo>
                  <a:cubicBezTo>
                    <a:pt x="49" y="69"/>
                    <a:pt x="40" y="63"/>
                    <a:pt x="40" y="52"/>
                  </a:cubicBezTo>
                  <a:cubicBezTo>
                    <a:pt x="40" y="41"/>
                    <a:pt x="47" y="33"/>
                    <a:pt x="60" y="31"/>
                  </a:cubicBezTo>
                  <a:cubicBezTo>
                    <a:pt x="60" y="20"/>
                    <a:pt x="60" y="20"/>
                    <a:pt x="60" y="20"/>
                  </a:cubicBezTo>
                  <a:cubicBezTo>
                    <a:pt x="72" y="20"/>
                    <a:pt x="72" y="20"/>
                    <a:pt x="72" y="20"/>
                  </a:cubicBezTo>
                  <a:cubicBezTo>
                    <a:pt x="72" y="30"/>
                    <a:pt x="72" y="30"/>
                    <a:pt x="72" y="30"/>
                  </a:cubicBezTo>
                  <a:cubicBezTo>
                    <a:pt x="79" y="30"/>
                    <a:pt x="85" y="32"/>
                    <a:pt x="89" y="34"/>
                  </a:cubicBezTo>
                  <a:cubicBezTo>
                    <a:pt x="85" y="47"/>
                    <a:pt x="85" y="47"/>
                    <a:pt x="85" y="47"/>
                  </a:cubicBezTo>
                  <a:cubicBezTo>
                    <a:pt x="82" y="46"/>
                    <a:pt x="77" y="43"/>
                    <a:pt x="68" y="43"/>
                  </a:cubicBezTo>
                  <a:cubicBezTo>
                    <a:pt x="61" y="43"/>
                    <a:pt x="58" y="46"/>
                    <a:pt x="58" y="50"/>
                  </a:cubicBezTo>
                  <a:cubicBezTo>
                    <a:pt x="58" y="54"/>
                    <a:pt x="62" y="56"/>
                    <a:pt x="72" y="60"/>
                  </a:cubicBezTo>
                  <a:cubicBezTo>
                    <a:pt x="86" y="65"/>
                    <a:pt x="92" y="71"/>
                    <a:pt x="92" y="82"/>
                  </a:cubicBezTo>
                  <a:cubicBezTo>
                    <a:pt x="92" y="93"/>
                    <a:pt x="85" y="101"/>
                    <a:pt x="71"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0" name="Freeform 436"/>
            <p:cNvSpPr>
              <a:spLocks noEditPoints="1"/>
            </p:cNvSpPr>
            <p:nvPr/>
          </p:nvSpPr>
          <p:spPr bwMode="auto">
            <a:xfrm>
              <a:off x="3199776" y="780891"/>
              <a:ext cx="470261" cy="527652"/>
            </a:xfrm>
            <a:custGeom>
              <a:avLst/>
              <a:gdLst>
                <a:gd name="T0" fmla="*/ 652 w 697"/>
                <a:gd name="T1" fmla="*/ 426 h 782"/>
                <a:gd name="T2" fmla="*/ 601 w 697"/>
                <a:gd name="T3" fmla="*/ 366 h 782"/>
                <a:gd name="T4" fmla="*/ 603 w 697"/>
                <a:gd name="T5" fmla="*/ 267 h 782"/>
                <a:gd name="T6" fmla="*/ 585 w 697"/>
                <a:gd name="T7" fmla="*/ 182 h 782"/>
                <a:gd name="T8" fmla="*/ 509 w 697"/>
                <a:gd name="T9" fmla="*/ 80 h 782"/>
                <a:gd name="T10" fmla="*/ 298 w 697"/>
                <a:gd name="T11" fmla="*/ 0 h 782"/>
                <a:gd name="T12" fmla="*/ 0 w 697"/>
                <a:gd name="T13" fmla="*/ 273 h 782"/>
                <a:gd name="T14" fmla="*/ 2 w 697"/>
                <a:gd name="T15" fmla="*/ 302 h 782"/>
                <a:gd name="T16" fmla="*/ 82 w 697"/>
                <a:gd name="T17" fmla="*/ 533 h 782"/>
                <a:gd name="T18" fmla="*/ 0 w 697"/>
                <a:gd name="T19" fmla="*/ 781 h 782"/>
                <a:gd name="T20" fmla="*/ 362 w 697"/>
                <a:gd name="T21" fmla="*/ 782 h 782"/>
                <a:gd name="T22" fmla="*/ 433 w 697"/>
                <a:gd name="T23" fmla="*/ 674 h 782"/>
                <a:gd name="T24" fmla="*/ 545 w 697"/>
                <a:gd name="T25" fmla="*/ 675 h 782"/>
                <a:gd name="T26" fmla="*/ 563 w 697"/>
                <a:gd name="T27" fmla="*/ 673 h 782"/>
                <a:gd name="T28" fmla="*/ 564 w 697"/>
                <a:gd name="T29" fmla="*/ 673 h 782"/>
                <a:gd name="T30" fmla="*/ 564 w 697"/>
                <a:gd name="T31" fmla="*/ 673 h 782"/>
                <a:gd name="T32" fmla="*/ 571 w 697"/>
                <a:gd name="T33" fmla="*/ 601 h 782"/>
                <a:gd name="T34" fmla="*/ 595 w 697"/>
                <a:gd name="T35" fmla="*/ 577 h 782"/>
                <a:gd name="T36" fmla="*/ 595 w 697"/>
                <a:gd name="T37" fmla="*/ 575 h 782"/>
                <a:gd name="T38" fmla="*/ 561 w 697"/>
                <a:gd name="T39" fmla="*/ 554 h 782"/>
                <a:gd name="T40" fmla="*/ 570 w 697"/>
                <a:gd name="T41" fmla="*/ 554 h 782"/>
                <a:gd name="T42" fmla="*/ 598 w 697"/>
                <a:gd name="T43" fmla="*/ 536 h 782"/>
                <a:gd name="T44" fmla="*/ 598 w 697"/>
                <a:gd name="T45" fmla="*/ 535 h 782"/>
                <a:gd name="T46" fmla="*/ 595 w 697"/>
                <a:gd name="T47" fmla="*/ 527 h 782"/>
                <a:gd name="T48" fmla="*/ 611 w 697"/>
                <a:gd name="T49" fmla="*/ 461 h 782"/>
                <a:gd name="T50" fmla="*/ 652 w 697"/>
                <a:gd name="T51" fmla="*/ 426 h 782"/>
                <a:gd name="T52" fmla="*/ 78 w 697"/>
                <a:gd name="T53" fmla="*/ 265 h 782"/>
                <a:gd name="T54" fmla="*/ 141 w 697"/>
                <a:gd name="T55" fmla="*/ 201 h 782"/>
                <a:gd name="T56" fmla="*/ 205 w 697"/>
                <a:gd name="T57" fmla="*/ 265 h 782"/>
                <a:gd name="T58" fmla="*/ 141 w 697"/>
                <a:gd name="T59" fmla="*/ 329 h 782"/>
                <a:gd name="T60" fmla="*/ 78 w 697"/>
                <a:gd name="T61" fmla="*/ 265 h 782"/>
                <a:gd name="T62" fmla="*/ 189 w 697"/>
                <a:gd name="T63" fmla="*/ 514 h 782"/>
                <a:gd name="T64" fmla="*/ 101 w 697"/>
                <a:gd name="T65" fmla="*/ 426 h 782"/>
                <a:gd name="T66" fmla="*/ 189 w 697"/>
                <a:gd name="T67" fmla="*/ 337 h 782"/>
                <a:gd name="T68" fmla="*/ 276 w 697"/>
                <a:gd name="T69" fmla="*/ 426 h 782"/>
                <a:gd name="T70" fmla="*/ 189 w 697"/>
                <a:gd name="T71" fmla="*/ 514 h 782"/>
                <a:gd name="T72" fmla="*/ 352 w 697"/>
                <a:gd name="T73" fmla="*/ 371 h 782"/>
                <a:gd name="T74" fmla="*/ 215 w 697"/>
                <a:gd name="T75" fmla="*/ 233 h 782"/>
                <a:gd name="T76" fmla="*/ 352 w 697"/>
                <a:gd name="T77" fmla="*/ 95 h 782"/>
                <a:gd name="T78" fmla="*/ 489 w 697"/>
                <a:gd name="T79" fmla="*/ 233 h 782"/>
                <a:gd name="T80" fmla="*/ 352 w 697"/>
                <a:gd name="T81" fmla="*/ 371 h 7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97" h="782">
                  <a:moveTo>
                    <a:pt x="652" y="426"/>
                  </a:moveTo>
                  <a:cubicBezTo>
                    <a:pt x="636" y="408"/>
                    <a:pt x="611" y="388"/>
                    <a:pt x="601" y="366"/>
                  </a:cubicBezTo>
                  <a:cubicBezTo>
                    <a:pt x="587" y="333"/>
                    <a:pt x="603" y="301"/>
                    <a:pt x="603" y="267"/>
                  </a:cubicBezTo>
                  <a:cubicBezTo>
                    <a:pt x="602" y="240"/>
                    <a:pt x="594" y="207"/>
                    <a:pt x="585" y="182"/>
                  </a:cubicBezTo>
                  <a:cubicBezTo>
                    <a:pt x="570" y="141"/>
                    <a:pt x="543" y="107"/>
                    <a:pt x="509" y="80"/>
                  </a:cubicBezTo>
                  <a:cubicBezTo>
                    <a:pt x="456" y="31"/>
                    <a:pt x="381" y="0"/>
                    <a:pt x="298" y="0"/>
                  </a:cubicBezTo>
                  <a:cubicBezTo>
                    <a:pt x="133" y="0"/>
                    <a:pt x="0" y="122"/>
                    <a:pt x="0" y="273"/>
                  </a:cubicBezTo>
                  <a:cubicBezTo>
                    <a:pt x="0" y="283"/>
                    <a:pt x="1" y="293"/>
                    <a:pt x="2" y="302"/>
                  </a:cubicBezTo>
                  <a:cubicBezTo>
                    <a:pt x="3" y="368"/>
                    <a:pt x="23" y="446"/>
                    <a:pt x="82" y="533"/>
                  </a:cubicBezTo>
                  <a:cubicBezTo>
                    <a:pt x="82" y="533"/>
                    <a:pt x="164" y="697"/>
                    <a:pt x="0" y="781"/>
                  </a:cubicBezTo>
                  <a:cubicBezTo>
                    <a:pt x="362" y="782"/>
                    <a:pt x="362" y="782"/>
                    <a:pt x="362" y="782"/>
                  </a:cubicBezTo>
                  <a:cubicBezTo>
                    <a:pt x="362" y="782"/>
                    <a:pt x="389" y="674"/>
                    <a:pt x="433" y="674"/>
                  </a:cubicBezTo>
                  <a:cubicBezTo>
                    <a:pt x="470" y="674"/>
                    <a:pt x="508" y="677"/>
                    <a:pt x="545" y="675"/>
                  </a:cubicBezTo>
                  <a:cubicBezTo>
                    <a:pt x="553" y="676"/>
                    <a:pt x="558" y="675"/>
                    <a:pt x="563" y="673"/>
                  </a:cubicBezTo>
                  <a:cubicBezTo>
                    <a:pt x="564" y="673"/>
                    <a:pt x="564" y="673"/>
                    <a:pt x="564" y="673"/>
                  </a:cubicBezTo>
                  <a:cubicBezTo>
                    <a:pt x="564" y="673"/>
                    <a:pt x="564" y="673"/>
                    <a:pt x="564" y="673"/>
                  </a:cubicBezTo>
                  <a:cubicBezTo>
                    <a:pt x="589" y="660"/>
                    <a:pt x="571" y="601"/>
                    <a:pt x="571" y="601"/>
                  </a:cubicBezTo>
                  <a:cubicBezTo>
                    <a:pt x="586" y="595"/>
                    <a:pt x="595" y="585"/>
                    <a:pt x="595" y="577"/>
                  </a:cubicBezTo>
                  <a:cubicBezTo>
                    <a:pt x="595" y="575"/>
                    <a:pt x="595" y="575"/>
                    <a:pt x="595" y="575"/>
                  </a:cubicBezTo>
                  <a:cubicBezTo>
                    <a:pt x="595" y="565"/>
                    <a:pt x="581" y="557"/>
                    <a:pt x="561" y="554"/>
                  </a:cubicBezTo>
                  <a:cubicBezTo>
                    <a:pt x="570" y="554"/>
                    <a:pt x="570" y="554"/>
                    <a:pt x="570" y="554"/>
                  </a:cubicBezTo>
                  <a:cubicBezTo>
                    <a:pt x="585" y="554"/>
                    <a:pt x="598" y="546"/>
                    <a:pt x="598" y="536"/>
                  </a:cubicBezTo>
                  <a:cubicBezTo>
                    <a:pt x="598" y="535"/>
                    <a:pt x="598" y="535"/>
                    <a:pt x="598" y="535"/>
                  </a:cubicBezTo>
                  <a:cubicBezTo>
                    <a:pt x="598" y="532"/>
                    <a:pt x="597" y="529"/>
                    <a:pt x="595" y="527"/>
                  </a:cubicBezTo>
                  <a:cubicBezTo>
                    <a:pt x="598" y="514"/>
                    <a:pt x="609" y="461"/>
                    <a:pt x="611" y="461"/>
                  </a:cubicBezTo>
                  <a:cubicBezTo>
                    <a:pt x="697" y="457"/>
                    <a:pt x="652" y="426"/>
                    <a:pt x="652" y="426"/>
                  </a:cubicBezTo>
                  <a:close/>
                  <a:moveTo>
                    <a:pt x="78" y="265"/>
                  </a:moveTo>
                  <a:cubicBezTo>
                    <a:pt x="78" y="230"/>
                    <a:pt x="106" y="201"/>
                    <a:pt x="141" y="201"/>
                  </a:cubicBezTo>
                  <a:cubicBezTo>
                    <a:pt x="176" y="201"/>
                    <a:pt x="205" y="230"/>
                    <a:pt x="205" y="265"/>
                  </a:cubicBezTo>
                  <a:cubicBezTo>
                    <a:pt x="205" y="300"/>
                    <a:pt x="176" y="329"/>
                    <a:pt x="141" y="329"/>
                  </a:cubicBezTo>
                  <a:cubicBezTo>
                    <a:pt x="106" y="329"/>
                    <a:pt x="78" y="300"/>
                    <a:pt x="78" y="265"/>
                  </a:cubicBezTo>
                  <a:close/>
                  <a:moveTo>
                    <a:pt x="189" y="514"/>
                  </a:moveTo>
                  <a:cubicBezTo>
                    <a:pt x="141" y="514"/>
                    <a:pt x="101" y="474"/>
                    <a:pt x="101" y="426"/>
                  </a:cubicBezTo>
                  <a:cubicBezTo>
                    <a:pt x="101" y="377"/>
                    <a:pt x="141" y="337"/>
                    <a:pt x="189" y="337"/>
                  </a:cubicBezTo>
                  <a:cubicBezTo>
                    <a:pt x="237" y="337"/>
                    <a:pt x="276" y="377"/>
                    <a:pt x="276" y="426"/>
                  </a:cubicBezTo>
                  <a:cubicBezTo>
                    <a:pt x="276" y="474"/>
                    <a:pt x="237" y="514"/>
                    <a:pt x="189" y="514"/>
                  </a:cubicBezTo>
                  <a:close/>
                  <a:moveTo>
                    <a:pt x="352" y="371"/>
                  </a:moveTo>
                  <a:cubicBezTo>
                    <a:pt x="276" y="371"/>
                    <a:pt x="215" y="309"/>
                    <a:pt x="215" y="233"/>
                  </a:cubicBezTo>
                  <a:cubicBezTo>
                    <a:pt x="215" y="157"/>
                    <a:pt x="276" y="95"/>
                    <a:pt x="352" y="95"/>
                  </a:cubicBezTo>
                  <a:cubicBezTo>
                    <a:pt x="428" y="95"/>
                    <a:pt x="489" y="157"/>
                    <a:pt x="489" y="233"/>
                  </a:cubicBezTo>
                  <a:cubicBezTo>
                    <a:pt x="489" y="309"/>
                    <a:pt x="428" y="371"/>
                    <a:pt x="352" y="3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41" name="Text Box 4">
            <a:extLst>
              <a:ext uri="{FF2B5EF4-FFF2-40B4-BE49-F238E27FC236}">
                <a16:creationId xmlns:a16="http://schemas.microsoft.com/office/drawing/2014/main" id="{8FD36EDC-221B-654D-B03B-754156E0E036}"/>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2" name="Half Frame 12">
            <a:extLst>
              <a:ext uri="{FF2B5EF4-FFF2-40B4-BE49-F238E27FC236}">
                <a16:creationId xmlns:a16="http://schemas.microsoft.com/office/drawing/2014/main" id="{F848BD9D-61B2-8249-ACDE-9FC8E9BFF901}"/>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47" name="直线连接符 46">
            <a:extLst>
              <a:ext uri="{FF2B5EF4-FFF2-40B4-BE49-F238E27FC236}">
                <a16:creationId xmlns:a16="http://schemas.microsoft.com/office/drawing/2014/main" id="{FDDC6F53-A047-164A-B456-F8D80A34CB45}"/>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50" advTm="0">
        <p14:flip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60000" fill="hold" grpId="0" nodeType="afterEffect" p14:presetBounceEnd="4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40000">
                                          <p:cBhvr additive="base">
                                            <p:cTn id="7" dur="500" fill="hold"/>
                                            <p:tgtEl>
                                              <p:spTgt spid="5"/>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accel="60000" fill="hold" grpId="0" nodeType="withEffect" p14:presetBounceEnd="40000">
                                      <p:stCondLst>
                                        <p:cond delay="300"/>
                                      </p:stCondLst>
                                      <p:childTnLst>
                                        <p:set>
                                          <p:cBhvr>
                                            <p:cTn id="10" dur="1" fill="hold">
                                              <p:stCondLst>
                                                <p:cond delay="0"/>
                                              </p:stCondLst>
                                            </p:cTn>
                                            <p:tgtEl>
                                              <p:spTgt spid="6"/>
                                            </p:tgtEl>
                                            <p:attrNameLst>
                                              <p:attrName>style.visibility</p:attrName>
                                            </p:attrNameLst>
                                          </p:cBhvr>
                                          <p:to>
                                            <p:strVal val="visible"/>
                                          </p:to>
                                        </p:set>
                                        <p:anim calcmode="lin" valueType="num" p14:bounceEnd="40000">
                                          <p:cBhvr additive="base">
                                            <p:cTn id="11" dur="500" fill="hold"/>
                                            <p:tgtEl>
                                              <p:spTgt spid="6"/>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500" fill="hold"/>
                                            <p:tgtEl>
                                              <p:spTgt spid="7"/>
                                            </p:tgtEl>
                                            <p:attrNameLst>
                                              <p:attrName>ppt_w</p:attrName>
                                            </p:attrNameLst>
                                          </p:cBhvr>
                                          <p:tavLst>
                                            <p:tav tm="0">
                                              <p:val>
                                                <p:fltVal val="0"/>
                                              </p:val>
                                            </p:tav>
                                            <p:tav tm="100000">
                                              <p:val>
                                                <p:strVal val="#ppt_w"/>
                                              </p:val>
                                            </p:tav>
                                          </p:tavLst>
                                        </p:anim>
                                        <p:anim calcmode="lin" valueType="num">
                                          <p:cBhvr>
                                            <p:cTn id="17" dur="500" fill="hold"/>
                                            <p:tgtEl>
                                              <p:spTgt spid="7"/>
                                            </p:tgtEl>
                                            <p:attrNameLst>
                                              <p:attrName>ppt_h</p:attrName>
                                            </p:attrNameLst>
                                          </p:cBhvr>
                                          <p:tavLst>
                                            <p:tav tm="0">
                                              <p:val>
                                                <p:fltVal val="0"/>
                                              </p:val>
                                            </p:tav>
                                            <p:tav tm="100000">
                                              <p:val>
                                                <p:strVal val="#ppt_h"/>
                                              </p:val>
                                            </p:tav>
                                          </p:tavLst>
                                        </p:anim>
                                        <p:animEffect transition="in" filter="fade">
                                          <p:cBhvr>
                                            <p:cTn id="18" dur="500"/>
                                            <p:tgtEl>
                                              <p:spTgt spid="7"/>
                                            </p:tgtEl>
                                          </p:cBhvr>
                                        </p:animEffect>
                                      </p:childTnLst>
                                    </p:cTn>
                                  </p:par>
                                </p:childTnLst>
                              </p:cTn>
                            </p:par>
                            <p:par>
                              <p:cTn id="19" fill="hold">
                                <p:stCondLst>
                                  <p:cond delay="1000"/>
                                </p:stCondLst>
                                <p:childTnLst>
                                  <p:par>
                                    <p:cTn id="20" presetID="45" presetClass="entr" presetSubtype="0" fill="hold" nodeType="after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500"/>
                                            <p:tgtEl>
                                              <p:spTgt spid="36"/>
                                            </p:tgtEl>
                                          </p:cBhvr>
                                        </p:animEffect>
                                        <p:anim calcmode="lin" valueType="num">
                                          <p:cBhvr>
                                            <p:cTn id="23" dur="500" fill="hold"/>
                                            <p:tgtEl>
                                              <p:spTgt spid="36"/>
                                            </p:tgtEl>
                                            <p:attrNameLst>
                                              <p:attrName>ppt_w</p:attrName>
                                            </p:attrNameLst>
                                          </p:cBhvr>
                                          <p:tavLst>
                                            <p:tav tm="0" fmla="#ppt_w*sin(2.5*pi*$)">
                                              <p:val>
                                                <p:fltVal val="0"/>
                                              </p:val>
                                            </p:tav>
                                            <p:tav tm="100000">
                                              <p:val>
                                                <p:fltVal val="1"/>
                                              </p:val>
                                            </p:tav>
                                          </p:tavLst>
                                        </p:anim>
                                        <p:anim calcmode="lin" valueType="num">
                                          <p:cBhvr>
                                            <p:cTn id="24" dur="500" fill="hold"/>
                                            <p:tgtEl>
                                              <p:spTgt spid="36"/>
                                            </p:tgtEl>
                                            <p:attrNameLst>
                                              <p:attrName>ppt_h</p:attrName>
                                            </p:attrNameLst>
                                          </p:cBhvr>
                                          <p:tavLst>
                                            <p:tav tm="0">
                                              <p:val>
                                                <p:strVal val="#ppt_h"/>
                                              </p:val>
                                            </p:tav>
                                            <p:tav tm="100000">
                                              <p:val>
                                                <p:strVal val="#ppt_h"/>
                                              </p:val>
                                            </p:tav>
                                          </p:tavLst>
                                        </p:anim>
                                      </p:childTnLst>
                                    </p:cTn>
                                  </p:par>
                                  <p:par>
                                    <p:cTn id="25" presetID="22" presetClass="entr" presetSubtype="8"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par>
                              <p:cTn id="28" fill="hold">
                                <p:stCondLst>
                                  <p:cond delay="1500"/>
                                </p:stCondLst>
                                <p:childTnLst>
                                  <p:par>
                                    <p:cTn id="29" presetID="53" presetClass="entr" presetSubtype="16" fill="hold" nodeType="after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p:cTn id="31" dur="500" fill="hold"/>
                                            <p:tgtEl>
                                              <p:spTgt spid="16"/>
                                            </p:tgtEl>
                                            <p:attrNameLst>
                                              <p:attrName>ppt_w</p:attrName>
                                            </p:attrNameLst>
                                          </p:cBhvr>
                                          <p:tavLst>
                                            <p:tav tm="0">
                                              <p:val>
                                                <p:fltVal val="0"/>
                                              </p:val>
                                            </p:tav>
                                            <p:tav tm="100000">
                                              <p:val>
                                                <p:strVal val="#ppt_w"/>
                                              </p:val>
                                            </p:tav>
                                          </p:tavLst>
                                        </p:anim>
                                        <p:anim calcmode="lin" valueType="num">
                                          <p:cBhvr>
                                            <p:cTn id="32" dur="500" fill="hold"/>
                                            <p:tgtEl>
                                              <p:spTgt spid="16"/>
                                            </p:tgtEl>
                                            <p:attrNameLst>
                                              <p:attrName>ppt_h</p:attrName>
                                            </p:attrNameLst>
                                          </p:cBhvr>
                                          <p:tavLst>
                                            <p:tav tm="0">
                                              <p:val>
                                                <p:fltVal val="0"/>
                                              </p:val>
                                            </p:tav>
                                            <p:tav tm="100000">
                                              <p:val>
                                                <p:strVal val="#ppt_h"/>
                                              </p:val>
                                            </p:tav>
                                          </p:tavLst>
                                        </p:anim>
                                        <p:animEffect transition="in" filter="fade">
                                          <p:cBhvr>
                                            <p:cTn id="33" dur="500"/>
                                            <p:tgtEl>
                                              <p:spTgt spid="16"/>
                                            </p:tgtEl>
                                          </p:cBhvr>
                                        </p:animEffect>
                                      </p:childTnLst>
                                    </p:cTn>
                                  </p:par>
                                </p:childTnLst>
                              </p:cTn>
                            </p:par>
                            <p:par>
                              <p:cTn id="34" fill="hold">
                                <p:stCondLst>
                                  <p:cond delay="2000"/>
                                </p:stCondLst>
                                <p:childTnLst>
                                  <p:par>
                                    <p:cTn id="35" presetID="45" presetClass="entr" presetSubtype="0" fill="hold" nodeType="after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anim calcmode="lin" valueType="num">
                                          <p:cBhvr>
                                            <p:cTn id="38" dur="500" fill="hold"/>
                                            <p:tgtEl>
                                              <p:spTgt spid="30"/>
                                            </p:tgtEl>
                                            <p:attrNameLst>
                                              <p:attrName>ppt_w</p:attrName>
                                            </p:attrNameLst>
                                          </p:cBhvr>
                                          <p:tavLst>
                                            <p:tav tm="0" fmla="#ppt_w*sin(2.5*pi*$)">
                                              <p:val>
                                                <p:fltVal val="0"/>
                                              </p:val>
                                            </p:tav>
                                            <p:tav tm="100000">
                                              <p:val>
                                                <p:fltVal val="1"/>
                                              </p:val>
                                            </p:tav>
                                          </p:tavLst>
                                        </p:anim>
                                        <p:anim calcmode="lin" valueType="num">
                                          <p:cBhvr>
                                            <p:cTn id="39" dur="500" fill="hold"/>
                                            <p:tgtEl>
                                              <p:spTgt spid="30"/>
                                            </p:tgtEl>
                                            <p:attrNameLst>
                                              <p:attrName>ppt_h</p:attrName>
                                            </p:attrNameLst>
                                          </p:cBhvr>
                                          <p:tavLst>
                                            <p:tav tm="0">
                                              <p:val>
                                                <p:strVal val="#ppt_h"/>
                                              </p:val>
                                            </p:tav>
                                            <p:tav tm="100000">
                                              <p:val>
                                                <p:strVal val="#ppt_h"/>
                                              </p:val>
                                            </p:tav>
                                          </p:tavLst>
                                        </p:anim>
                                      </p:childTnLst>
                                    </p:cTn>
                                  </p:par>
                                  <p:par>
                                    <p:cTn id="40" presetID="22" presetClass="entr" presetSubtype="8" fill="hold"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left)">
                                          <p:cBhvr>
                                            <p:cTn id="42" dur="500"/>
                                            <p:tgtEl>
                                              <p:spTgt spid="24"/>
                                            </p:tgtEl>
                                          </p:cBhvr>
                                        </p:animEffect>
                                      </p:childTnLst>
                                    </p:cTn>
                                  </p:par>
                                </p:childTnLst>
                              </p:cTn>
                            </p:par>
                            <p:par>
                              <p:cTn id="43" fill="hold">
                                <p:stCondLst>
                                  <p:cond delay="2500"/>
                                </p:stCondLst>
                                <p:childTnLst>
                                  <p:par>
                                    <p:cTn id="44" presetID="22" presetClass="entr" presetSubtype="2" fill="hold" grpId="0" nodeType="after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wipe(right)">
                                          <p:cBhvr>
                                            <p:cTn id="46" dur="500"/>
                                            <p:tgtEl>
                                              <p:spTgt spid="25"/>
                                            </p:tgtEl>
                                          </p:cBhvr>
                                        </p:animEffect>
                                      </p:childTnLst>
                                    </p:cTn>
                                  </p:par>
                                  <p:par>
                                    <p:cTn id="47" presetID="22" presetClass="entr" presetSubtype="8" fill="hold" grpId="0" nodeType="withEffect">
                                      <p:stCondLst>
                                        <p:cond delay="300"/>
                                      </p:stCondLst>
                                      <p:childTnLst>
                                        <p:set>
                                          <p:cBhvr>
                                            <p:cTn id="48" dur="1" fill="hold">
                                              <p:stCondLst>
                                                <p:cond delay="0"/>
                                              </p:stCondLst>
                                            </p:cTn>
                                            <p:tgtEl>
                                              <p:spTgt spid="26"/>
                                            </p:tgtEl>
                                            <p:attrNameLst>
                                              <p:attrName>style.visibility</p:attrName>
                                            </p:attrNameLst>
                                          </p:cBhvr>
                                          <p:to>
                                            <p:strVal val="visible"/>
                                          </p:to>
                                        </p:set>
                                        <p:animEffect transition="in" filter="wipe(left)">
                                          <p:cBhvr>
                                            <p:cTn id="49" dur="500"/>
                                            <p:tgtEl>
                                              <p:spTgt spid="26"/>
                                            </p:tgtEl>
                                          </p:cBhvr>
                                        </p:animEffect>
                                      </p:childTnLst>
                                    </p:cTn>
                                  </p:par>
                                </p:childTnLst>
                              </p:cTn>
                            </p:par>
                            <p:par>
                              <p:cTn id="50" fill="hold">
                                <p:stCondLst>
                                  <p:cond delay="3300"/>
                                </p:stCondLst>
                                <p:childTnLst>
                                  <p:par>
                                    <p:cTn id="51" presetID="22" presetClass="entr" presetSubtype="1" fill="hold" nodeType="after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wipe(up)">
                                          <p:cBhvr>
                                            <p:cTn id="53" dur="500"/>
                                            <p:tgtEl>
                                              <p:spTgt spid="27"/>
                                            </p:tgtEl>
                                          </p:cBhvr>
                                        </p:animEffect>
                                      </p:childTnLst>
                                    </p:cTn>
                                  </p:par>
                                  <p:par>
                                    <p:cTn id="54" presetID="2" presetClass="entr" presetSubtype="1" fill="hold" grpId="0" nodeType="withEffect" p14:presetBounceEnd="81000">
                                      <p:stCondLst>
                                        <p:cond delay="0"/>
                                      </p:stCondLst>
                                      <p:childTnLst>
                                        <p:set>
                                          <p:cBhvr>
                                            <p:cTn id="55" dur="1" fill="hold">
                                              <p:stCondLst>
                                                <p:cond delay="0"/>
                                              </p:stCondLst>
                                            </p:cTn>
                                            <p:tgtEl>
                                              <p:spTgt spid="41"/>
                                            </p:tgtEl>
                                            <p:attrNameLst>
                                              <p:attrName>style.visibility</p:attrName>
                                            </p:attrNameLst>
                                          </p:cBhvr>
                                          <p:to>
                                            <p:strVal val="visible"/>
                                          </p:to>
                                        </p:set>
                                        <p:anim calcmode="lin" valueType="num" p14:bounceEnd="81000">
                                          <p:cBhvr additive="base">
                                            <p:cTn id="56" dur="1000" fill="hold"/>
                                            <p:tgtEl>
                                              <p:spTgt spid="41"/>
                                            </p:tgtEl>
                                            <p:attrNameLst>
                                              <p:attrName>ppt_x</p:attrName>
                                            </p:attrNameLst>
                                          </p:cBhvr>
                                          <p:tavLst>
                                            <p:tav tm="0">
                                              <p:val>
                                                <p:strVal val="#ppt_x"/>
                                              </p:val>
                                            </p:tav>
                                            <p:tav tm="100000">
                                              <p:val>
                                                <p:strVal val="#ppt_x"/>
                                              </p:val>
                                            </p:tav>
                                          </p:tavLst>
                                        </p:anim>
                                        <p:anim calcmode="lin" valueType="num" p14:bounceEnd="81000">
                                          <p:cBhvr additive="base">
                                            <p:cTn id="57" dur="1000" fill="hold"/>
                                            <p:tgtEl>
                                              <p:spTgt spid="41"/>
                                            </p:tgtEl>
                                            <p:attrNameLst>
                                              <p:attrName>ppt_y</p:attrName>
                                            </p:attrNameLst>
                                          </p:cBhvr>
                                          <p:tavLst>
                                            <p:tav tm="0">
                                              <p:val>
                                                <p:strVal val="0-#ppt_h/2"/>
                                              </p:val>
                                            </p:tav>
                                            <p:tav tm="100000">
                                              <p:val>
                                                <p:strVal val="#ppt_y"/>
                                              </p:val>
                                            </p:tav>
                                          </p:tavLst>
                                        </p:anim>
                                      </p:childTnLst>
                                    </p:cTn>
                                  </p:par>
                                </p:childTnLst>
                              </p:cTn>
                            </p:par>
                            <p:par>
                              <p:cTn id="58" fill="hold">
                                <p:stCondLst>
                                  <p:cond delay="4300"/>
                                </p:stCondLst>
                                <p:childTnLst>
                                  <p:par>
                                    <p:cTn id="59" presetID="22" presetClass="entr" presetSubtype="8" fill="hold" nodeType="after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wipe(left)">
                                          <p:cBhvr>
                                            <p:cTn id="61"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25" grpId="0" animBg="1"/>
          <p:bldP spid="26" grpId="0" animBg="1"/>
          <p:bldP spid="4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600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accel="60000" fill="hold" grpId="0" nodeType="withEffect">
                                      <p:stCondLst>
                                        <p:cond delay="30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500" fill="hold"/>
                                            <p:tgtEl>
                                              <p:spTgt spid="7"/>
                                            </p:tgtEl>
                                            <p:attrNameLst>
                                              <p:attrName>ppt_w</p:attrName>
                                            </p:attrNameLst>
                                          </p:cBhvr>
                                          <p:tavLst>
                                            <p:tav tm="0">
                                              <p:val>
                                                <p:fltVal val="0"/>
                                              </p:val>
                                            </p:tav>
                                            <p:tav tm="100000">
                                              <p:val>
                                                <p:strVal val="#ppt_w"/>
                                              </p:val>
                                            </p:tav>
                                          </p:tavLst>
                                        </p:anim>
                                        <p:anim calcmode="lin" valueType="num">
                                          <p:cBhvr>
                                            <p:cTn id="17" dur="500" fill="hold"/>
                                            <p:tgtEl>
                                              <p:spTgt spid="7"/>
                                            </p:tgtEl>
                                            <p:attrNameLst>
                                              <p:attrName>ppt_h</p:attrName>
                                            </p:attrNameLst>
                                          </p:cBhvr>
                                          <p:tavLst>
                                            <p:tav tm="0">
                                              <p:val>
                                                <p:fltVal val="0"/>
                                              </p:val>
                                            </p:tav>
                                            <p:tav tm="100000">
                                              <p:val>
                                                <p:strVal val="#ppt_h"/>
                                              </p:val>
                                            </p:tav>
                                          </p:tavLst>
                                        </p:anim>
                                        <p:animEffect transition="in" filter="fade">
                                          <p:cBhvr>
                                            <p:cTn id="18" dur="500"/>
                                            <p:tgtEl>
                                              <p:spTgt spid="7"/>
                                            </p:tgtEl>
                                          </p:cBhvr>
                                        </p:animEffect>
                                      </p:childTnLst>
                                    </p:cTn>
                                  </p:par>
                                </p:childTnLst>
                              </p:cTn>
                            </p:par>
                            <p:par>
                              <p:cTn id="19" fill="hold">
                                <p:stCondLst>
                                  <p:cond delay="1000"/>
                                </p:stCondLst>
                                <p:childTnLst>
                                  <p:par>
                                    <p:cTn id="20" presetID="45" presetClass="entr" presetSubtype="0" fill="hold" nodeType="after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500"/>
                                            <p:tgtEl>
                                              <p:spTgt spid="36"/>
                                            </p:tgtEl>
                                          </p:cBhvr>
                                        </p:animEffect>
                                        <p:anim calcmode="lin" valueType="num">
                                          <p:cBhvr>
                                            <p:cTn id="23" dur="500" fill="hold"/>
                                            <p:tgtEl>
                                              <p:spTgt spid="36"/>
                                            </p:tgtEl>
                                            <p:attrNameLst>
                                              <p:attrName>ppt_w</p:attrName>
                                            </p:attrNameLst>
                                          </p:cBhvr>
                                          <p:tavLst>
                                            <p:tav tm="0" fmla="#ppt_w*sin(2.5*pi*$)">
                                              <p:val>
                                                <p:fltVal val="0"/>
                                              </p:val>
                                            </p:tav>
                                            <p:tav tm="100000">
                                              <p:val>
                                                <p:fltVal val="1"/>
                                              </p:val>
                                            </p:tav>
                                          </p:tavLst>
                                        </p:anim>
                                        <p:anim calcmode="lin" valueType="num">
                                          <p:cBhvr>
                                            <p:cTn id="24" dur="500" fill="hold"/>
                                            <p:tgtEl>
                                              <p:spTgt spid="36"/>
                                            </p:tgtEl>
                                            <p:attrNameLst>
                                              <p:attrName>ppt_h</p:attrName>
                                            </p:attrNameLst>
                                          </p:cBhvr>
                                          <p:tavLst>
                                            <p:tav tm="0">
                                              <p:val>
                                                <p:strVal val="#ppt_h"/>
                                              </p:val>
                                            </p:tav>
                                            <p:tav tm="100000">
                                              <p:val>
                                                <p:strVal val="#ppt_h"/>
                                              </p:val>
                                            </p:tav>
                                          </p:tavLst>
                                        </p:anim>
                                      </p:childTnLst>
                                    </p:cTn>
                                  </p:par>
                                  <p:par>
                                    <p:cTn id="25" presetID="22" presetClass="entr" presetSubtype="8"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par>
                              <p:cTn id="28" fill="hold">
                                <p:stCondLst>
                                  <p:cond delay="1500"/>
                                </p:stCondLst>
                                <p:childTnLst>
                                  <p:par>
                                    <p:cTn id="29" presetID="53" presetClass="entr" presetSubtype="16" fill="hold" nodeType="after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p:cTn id="31" dur="500" fill="hold"/>
                                            <p:tgtEl>
                                              <p:spTgt spid="16"/>
                                            </p:tgtEl>
                                            <p:attrNameLst>
                                              <p:attrName>ppt_w</p:attrName>
                                            </p:attrNameLst>
                                          </p:cBhvr>
                                          <p:tavLst>
                                            <p:tav tm="0">
                                              <p:val>
                                                <p:fltVal val="0"/>
                                              </p:val>
                                            </p:tav>
                                            <p:tav tm="100000">
                                              <p:val>
                                                <p:strVal val="#ppt_w"/>
                                              </p:val>
                                            </p:tav>
                                          </p:tavLst>
                                        </p:anim>
                                        <p:anim calcmode="lin" valueType="num">
                                          <p:cBhvr>
                                            <p:cTn id="32" dur="500" fill="hold"/>
                                            <p:tgtEl>
                                              <p:spTgt spid="16"/>
                                            </p:tgtEl>
                                            <p:attrNameLst>
                                              <p:attrName>ppt_h</p:attrName>
                                            </p:attrNameLst>
                                          </p:cBhvr>
                                          <p:tavLst>
                                            <p:tav tm="0">
                                              <p:val>
                                                <p:fltVal val="0"/>
                                              </p:val>
                                            </p:tav>
                                            <p:tav tm="100000">
                                              <p:val>
                                                <p:strVal val="#ppt_h"/>
                                              </p:val>
                                            </p:tav>
                                          </p:tavLst>
                                        </p:anim>
                                        <p:animEffect transition="in" filter="fade">
                                          <p:cBhvr>
                                            <p:cTn id="33" dur="500"/>
                                            <p:tgtEl>
                                              <p:spTgt spid="16"/>
                                            </p:tgtEl>
                                          </p:cBhvr>
                                        </p:animEffect>
                                      </p:childTnLst>
                                    </p:cTn>
                                  </p:par>
                                </p:childTnLst>
                              </p:cTn>
                            </p:par>
                            <p:par>
                              <p:cTn id="34" fill="hold">
                                <p:stCondLst>
                                  <p:cond delay="2000"/>
                                </p:stCondLst>
                                <p:childTnLst>
                                  <p:par>
                                    <p:cTn id="35" presetID="45" presetClass="entr" presetSubtype="0" fill="hold" nodeType="after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anim calcmode="lin" valueType="num">
                                          <p:cBhvr>
                                            <p:cTn id="38" dur="500" fill="hold"/>
                                            <p:tgtEl>
                                              <p:spTgt spid="30"/>
                                            </p:tgtEl>
                                            <p:attrNameLst>
                                              <p:attrName>ppt_w</p:attrName>
                                            </p:attrNameLst>
                                          </p:cBhvr>
                                          <p:tavLst>
                                            <p:tav tm="0" fmla="#ppt_w*sin(2.5*pi*$)">
                                              <p:val>
                                                <p:fltVal val="0"/>
                                              </p:val>
                                            </p:tav>
                                            <p:tav tm="100000">
                                              <p:val>
                                                <p:fltVal val="1"/>
                                              </p:val>
                                            </p:tav>
                                          </p:tavLst>
                                        </p:anim>
                                        <p:anim calcmode="lin" valueType="num">
                                          <p:cBhvr>
                                            <p:cTn id="39" dur="500" fill="hold"/>
                                            <p:tgtEl>
                                              <p:spTgt spid="30"/>
                                            </p:tgtEl>
                                            <p:attrNameLst>
                                              <p:attrName>ppt_h</p:attrName>
                                            </p:attrNameLst>
                                          </p:cBhvr>
                                          <p:tavLst>
                                            <p:tav tm="0">
                                              <p:val>
                                                <p:strVal val="#ppt_h"/>
                                              </p:val>
                                            </p:tav>
                                            <p:tav tm="100000">
                                              <p:val>
                                                <p:strVal val="#ppt_h"/>
                                              </p:val>
                                            </p:tav>
                                          </p:tavLst>
                                        </p:anim>
                                      </p:childTnLst>
                                    </p:cTn>
                                  </p:par>
                                  <p:par>
                                    <p:cTn id="40" presetID="22" presetClass="entr" presetSubtype="8" fill="hold"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left)">
                                          <p:cBhvr>
                                            <p:cTn id="42" dur="500"/>
                                            <p:tgtEl>
                                              <p:spTgt spid="24"/>
                                            </p:tgtEl>
                                          </p:cBhvr>
                                        </p:animEffect>
                                      </p:childTnLst>
                                    </p:cTn>
                                  </p:par>
                                </p:childTnLst>
                              </p:cTn>
                            </p:par>
                            <p:par>
                              <p:cTn id="43" fill="hold">
                                <p:stCondLst>
                                  <p:cond delay="2500"/>
                                </p:stCondLst>
                                <p:childTnLst>
                                  <p:par>
                                    <p:cTn id="44" presetID="22" presetClass="entr" presetSubtype="2" fill="hold" grpId="0" nodeType="after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wipe(right)">
                                          <p:cBhvr>
                                            <p:cTn id="46" dur="500"/>
                                            <p:tgtEl>
                                              <p:spTgt spid="25"/>
                                            </p:tgtEl>
                                          </p:cBhvr>
                                        </p:animEffect>
                                      </p:childTnLst>
                                    </p:cTn>
                                  </p:par>
                                  <p:par>
                                    <p:cTn id="47" presetID="22" presetClass="entr" presetSubtype="8" fill="hold" grpId="0" nodeType="withEffect">
                                      <p:stCondLst>
                                        <p:cond delay="300"/>
                                      </p:stCondLst>
                                      <p:childTnLst>
                                        <p:set>
                                          <p:cBhvr>
                                            <p:cTn id="48" dur="1" fill="hold">
                                              <p:stCondLst>
                                                <p:cond delay="0"/>
                                              </p:stCondLst>
                                            </p:cTn>
                                            <p:tgtEl>
                                              <p:spTgt spid="26"/>
                                            </p:tgtEl>
                                            <p:attrNameLst>
                                              <p:attrName>style.visibility</p:attrName>
                                            </p:attrNameLst>
                                          </p:cBhvr>
                                          <p:to>
                                            <p:strVal val="visible"/>
                                          </p:to>
                                        </p:set>
                                        <p:animEffect transition="in" filter="wipe(left)">
                                          <p:cBhvr>
                                            <p:cTn id="49" dur="500"/>
                                            <p:tgtEl>
                                              <p:spTgt spid="26"/>
                                            </p:tgtEl>
                                          </p:cBhvr>
                                        </p:animEffect>
                                      </p:childTnLst>
                                    </p:cTn>
                                  </p:par>
                                </p:childTnLst>
                              </p:cTn>
                            </p:par>
                            <p:par>
                              <p:cTn id="50" fill="hold">
                                <p:stCondLst>
                                  <p:cond delay="3300"/>
                                </p:stCondLst>
                                <p:childTnLst>
                                  <p:par>
                                    <p:cTn id="51" presetID="22" presetClass="entr" presetSubtype="1" fill="hold" nodeType="after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wipe(up)">
                                          <p:cBhvr>
                                            <p:cTn id="53" dur="500"/>
                                            <p:tgtEl>
                                              <p:spTgt spid="27"/>
                                            </p:tgtEl>
                                          </p:cBhvr>
                                        </p:animEffect>
                                      </p:childTnLst>
                                    </p:cTn>
                                  </p:par>
                                  <p:par>
                                    <p:cTn id="54" presetID="2" presetClass="entr" presetSubtype="1" fill="hold" grpId="0" nodeType="withEffect">
                                      <p:stCondLst>
                                        <p:cond delay="0"/>
                                      </p:stCondLst>
                                      <p:childTnLst>
                                        <p:set>
                                          <p:cBhvr>
                                            <p:cTn id="55" dur="1" fill="hold">
                                              <p:stCondLst>
                                                <p:cond delay="0"/>
                                              </p:stCondLst>
                                            </p:cTn>
                                            <p:tgtEl>
                                              <p:spTgt spid="41"/>
                                            </p:tgtEl>
                                            <p:attrNameLst>
                                              <p:attrName>style.visibility</p:attrName>
                                            </p:attrNameLst>
                                          </p:cBhvr>
                                          <p:to>
                                            <p:strVal val="visible"/>
                                          </p:to>
                                        </p:set>
                                        <p:anim calcmode="lin" valueType="num">
                                          <p:cBhvr additive="base">
                                            <p:cTn id="56" dur="1000" fill="hold"/>
                                            <p:tgtEl>
                                              <p:spTgt spid="41"/>
                                            </p:tgtEl>
                                            <p:attrNameLst>
                                              <p:attrName>ppt_x</p:attrName>
                                            </p:attrNameLst>
                                          </p:cBhvr>
                                          <p:tavLst>
                                            <p:tav tm="0">
                                              <p:val>
                                                <p:strVal val="#ppt_x"/>
                                              </p:val>
                                            </p:tav>
                                            <p:tav tm="100000">
                                              <p:val>
                                                <p:strVal val="#ppt_x"/>
                                              </p:val>
                                            </p:tav>
                                          </p:tavLst>
                                        </p:anim>
                                        <p:anim calcmode="lin" valueType="num">
                                          <p:cBhvr additive="base">
                                            <p:cTn id="57" dur="1000" fill="hold"/>
                                            <p:tgtEl>
                                              <p:spTgt spid="41"/>
                                            </p:tgtEl>
                                            <p:attrNameLst>
                                              <p:attrName>ppt_y</p:attrName>
                                            </p:attrNameLst>
                                          </p:cBhvr>
                                          <p:tavLst>
                                            <p:tav tm="0">
                                              <p:val>
                                                <p:strVal val="0-#ppt_h/2"/>
                                              </p:val>
                                            </p:tav>
                                            <p:tav tm="100000">
                                              <p:val>
                                                <p:strVal val="#ppt_y"/>
                                              </p:val>
                                            </p:tav>
                                          </p:tavLst>
                                        </p:anim>
                                      </p:childTnLst>
                                    </p:cTn>
                                  </p:par>
                                </p:childTnLst>
                              </p:cTn>
                            </p:par>
                            <p:par>
                              <p:cTn id="58" fill="hold">
                                <p:stCondLst>
                                  <p:cond delay="4300"/>
                                </p:stCondLst>
                                <p:childTnLst>
                                  <p:par>
                                    <p:cTn id="59" presetID="22" presetClass="entr" presetSubtype="8" fill="hold" nodeType="after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wipe(left)">
                                          <p:cBhvr>
                                            <p:cTn id="61"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25" grpId="0" animBg="1"/>
          <p:bldP spid="26" grpId="0" animBg="1"/>
          <p:bldP spid="41" grpId="0"/>
        </p:bldLst>
      </p:timing>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rot="5400000">
            <a:off x="3427516" y="4143507"/>
            <a:ext cx="2791377" cy="1548108"/>
          </a:xfrm>
          <a:prstGeom prst="roundRect">
            <a:avLst>
              <a:gd name="adj" fmla="val 50000"/>
            </a:avLst>
          </a:prstGeom>
          <a:solidFill>
            <a:schemeClr val="accent1">
              <a:lumMod val="100000"/>
            </a:schemeClr>
          </a:solidFill>
          <a:ln>
            <a:noFill/>
          </a:ln>
          <a:effectLst>
            <a:outerShdw blurRad="4445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nvGrpSpPr>
          <p:cNvPr id="5" name="组合 4"/>
          <p:cNvGrpSpPr/>
          <p:nvPr/>
        </p:nvGrpSpPr>
        <p:grpSpPr>
          <a:xfrm>
            <a:off x="4245857" y="5039524"/>
            <a:ext cx="1182195" cy="1182195"/>
            <a:chOff x="304800" y="673100"/>
            <a:chExt cx="4000500" cy="4000500"/>
          </a:xfrm>
          <a:effectLst>
            <a:outerShdw blurRad="444500" dist="254000" dir="8100000" algn="tr" rotWithShape="0">
              <a:prstClr val="black">
                <a:alpha val="50000"/>
              </a:prstClr>
            </a:outerShdw>
          </a:effectLst>
        </p:grpSpPr>
        <p:sp>
          <p:nvSpPr>
            <p:cNvPr id="6" name="同心圆 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7" name="椭圆 6"/>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2077955" y="2758411"/>
            <a:ext cx="1548108" cy="3554839"/>
            <a:chOff x="4013612" y="985436"/>
            <a:chExt cx="1443428" cy="3314468"/>
          </a:xfrm>
        </p:grpSpPr>
        <p:sp>
          <p:nvSpPr>
            <p:cNvPr id="9" name="圆角矩形 8"/>
            <p:cNvSpPr/>
            <p:nvPr/>
          </p:nvSpPr>
          <p:spPr>
            <a:xfrm rot="5400000">
              <a:off x="3078092" y="1920956"/>
              <a:ext cx="3314468" cy="1443428"/>
            </a:xfrm>
            <a:prstGeom prst="roundRect">
              <a:avLst>
                <a:gd name="adj" fmla="val 50000"/>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a:effectLst>
              <a:outerShdw blurRad="4445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10" name="圆角矩形 9"/>
            <p:cNvSpPr/>
            <p:nvPr/>
          </p:nvSpPr>
          <p:spPr>
            <a:xfrm rot="5400000">
              <a:off x="3109761" y="1976006"/>
              <a:ext cx="3251129" cy="1352701"/>
            </a:xfrm>
            <a:prstGeom prst="roundRect">
              <a:avLst>
                <a:gd name="adj" fmla="val 50000"/>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sp>
        <p:nvSpPr>
          <p:cNvPr id="11" name="椭圆 10"/>
          <p:cNvSpPr/>
          <p:nvPr/>
        </p:nvSpPr>
        <p:spPr>
          <a:xfrm>
            <a:off x="2262598" y="5030635"/>
            <a:ext cx="1199975" cy="1199975"/>
          </a:xfrm>
          <a:prstGeom prst="ellipse">
            <a:avLst/>
          </a:prstGeom>
          <a:solidFill>
            <a:schemeClr val="accent1">
              <a:lumMod val="100000"/>
            </a:schemeClr>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12" name="圆角矩形 11"/>
          <p:cNvSpPr/>
          <p:nvPr/>
        </p:nvSpPr>
        <p:spPr>
          <a:xfrm rot="5400000">
            <a:off x="7048706" y="3822309"/>
            <a:ext cx="3433775" cy="1548108"/>
          </a:xfrm>
          <a:prstGeom prst="roundRect">
            <a:avLst>
              <a:gd name="adj" fmla="val 50000"/>
            </a:avLst>
          </a:prstGeom>
          <a:solidFill>
            <a:schemeClr val="accent1">
              <a:lumMod val="100000"/>
            </a:schemeClr>
          </a:solidFill>
          <a:ln>
            <a:noFill/>
          </a:ln>
          <a:effectLst>
            <a:outerShdw blurRad="4445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nvGrpSpPr>
          <p:cNvPr id="13" name="组合 12"/>
          <p:cNvGrpSpPr/>
          <p:nvPr/>
        </p:nvGrpSpPr>
        <p:grpSpPr>
          <a:xfrm>
            <a:off x="8194595" y="5039524"/>
            <a:ext cx="1182195" cy="1182195"/>
            <a:chOff x="304800" y="673100"/>
            <a:chExt cx="4000500" cy="4000500"/>
          </a:xfrm>
          <a:effectLst>
            <a:outerShdw blurRad="444500" dist="254000" dir="8100000" algn="tr" rotWithShape="0">
              <a:prstClr val="black">
                <a:alpha val="50000"/>
              </a:prstClr>
            </a:outerShdw>
          </a:effectLst>
        </p:grpSpPr>
        <p:sp>
          <p:nvSpPr>
            <p:cNvPr id="14" name="同心圆 13"/>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15" name="椭圆 14"/>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grpSp>
        <p:nvGrpSpPr>
          <p:cNvPr id="16" name="组合 15"/>
          <p:cNvGrpSpPr/>
          <p:nvPr/>
        </p:nvGrpSpPr>
        <p:grpSpPr>
          <a:xfrm>
            <a:off x="6020345" y="2758411"/>
            <a:ext cx="1548108" cy="3554839"/>
            <a:chOff x="4013612" y="985436"/>
            <a:chExt cx="1443428" cy="3314468"/>
          </a:xfrm>
        </p:grpSpPr>
        <p:sp>
          <p:nvSpPr>
            <p:cNvPr id="17" name="圆角矩形 16"/>
            <p:cNvSpPr/>
            <p:nvPr/>
          </p:nvSpPr>
          <p:spPr>
            <a:xfrm rot="5400000">
              <a:off x="3078092" y="1920956"/>
              <a:ext cx="3314468" cy="1443428"/>
            </a:xfrm>
            <a:prstGeom prst="roundRect">
              <a:avLst>
                <a:gd name="adj" fmla="val 50000"/>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a:effectLst>
              <a:outerShdw blurRad="4445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18" name="圆角矩形 17"/>
            <p:cNvSpPr/>
            <p:nvPr/>
          </p:nvSpPr>
          <p:spPr>
            <a:xfrm rot="5400000">
              <a:off x="3109761" y="1976006"/>
              <a:ext cx="3251129" cy="1352701"/>
            </a:xfrm>
            <a:prstGeom prst="roundRect">
              <a:avLst>
                <a:gd name="adj" fmla="val 50000"/>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sp>
        <p:nvSpPr>
          <p:cNvPr id="19" name="椭圆 18"/>
          <p:cNvSpPr/>
          <p:nvPr/>
        </p:nvSpPr>
        <p:spPr>
          <a:xfrm>
            <a:off x="6211337" y="5030635"/>
            <a:ext cx="1199975" cy="1199975"/>
          </a:xfrm>
          <a:prstGeom prst="ellipse">
            <a:avLst/>
          </a:prstGeom>
          <a:solidFill>
            <a:schemeClr val="accent1">
              <a:lumMod val="100000"/>
            </a:schemeClr>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20" name="TextBox 123"/>
          <p:cNvSpPr txBox="1"/>
          <p:nvPr/>
        </p:nvSpPr>
        <p:spPr>
          <a:xfrm>
            <a:off x="6388679" y="3304232"/>
            <a:ext cx="821059" cy="461665"/>
          </a:xfrm>
          <a:prstGeom prst="rect">
            <a:avLst/>
          </a:prstGeom>
          <a:noFill/>
        </p:spPr>
        <p:txBody>
          <a:bodyPr wrap="none" rtlCol="0">
            <a:spAutoFit/>
          </a:bodyPr>
          <a:lstStyle/>
          <a:p>
            <a:r>
              <a:rPr lang="en-US" altLang="zh-CN" sz="2400" dirty="0">
                <a:latin typeface="微软雅黑" panose="020B0503020204020204" pitchFamily="34" charset="-122"/>
                <a:ea typeface="微软雅黑" panose="020B0503020204020204" pitchFamily="34" charset="-122"/>
              </a:rPr>
              <a:t>25%</a:t>
            </a:r>
            <a:endParaRPr lang="zh-CN" altLang="en-US" sz="2400" dirty="0">
              <a:latin typeface="微软雅黑" panose="020B0503020204020204" pitchFamily="34" charset="-122"/>
              <a:ea typeface="微软雅黑" panose="020B0503020204020204" pitchFamily="34" charset="-122"/>
            </a:endParaRPr>
          </a:p>
        </p:txBody>
      </p:sp>
      <p:sp>
        <p:nvSpPr>
          <p:cNvPr id="21" name="TextBox 124"/>
          <p:cNvSpPr txBox="1"/>
          <p:nvPr/>
        </p:nvSpPr>
        <p:spPr>
          <a:xfrm>
            <a:off x="2446289" y="3304232"/>
            <a:ext cx="821059" cy="461665"/>
          </a:xfrm>
          <a:prstGeom prst="rect">
            <a:avLst/>
          </a:prstGeom>
          <a:noFill/>
        </p:spPr>
        <p:txBody>
          <a:bodyPr wrap="none" rtlCol="0">
            <a:spAutoFit/>
          </a:bodyPr>
          <a:lstStyle/>
          <a:p>
            <a:r>
              <a:rPr lang="en-US" altLang="zh-CN" sz="2400" dirty="0">
                <a:latin typeface="微软雅黑" panose="020B0503020204020204" pitchFamily="34" charset="-122"/>
                <a:ea typeface="微软雅黑" panose="020B0503020204020204" pitchFamily="34" charset="-122"/>
              </a:rPr>
              <a:t>25%</a:t>
            </a:r>
            <a:endParaRPr lang="zh-CN" altLang="en-US" sz="2400" dirty="0">
              <a:latin typeface="微软雅黑" panose="020B0503020204020204" pitchFamily="34" charset="-122"/>
              <a:ea typeface="微软雅黑" panose="020B0503020204020204" pitchFamily="34" charset="-122"/>
            </a:endParaRPr>
          </a:p>
        </p:txBody>
      </p:sp>
      <p:sp>
        <p:nvSpPr>
          <p:cNvPr id="22" name="TextBox 127"/>
          <p:cNvSpPr txBox="1"/>
          <p:nvPr/>
        </p:nvSpPr>
        <p:spPr>
          <a:xfrm>
            <a:off x="4417484" y="3983762"/>
            <a:ext cx="821059" cy="461665"/>
          </a:xfrm>
          <a:prstGeom prst="rect">
            <a:avLst/>
          </a:prstGeom>
          <a:noFill/>
        </p:spPr>
        <p:txBody>
          <a:bodyPr wrap="non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15%</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3" name="TextBox 128"/>
          <p:cNvSpPr txBox="1"/>
          <p:nvPr/>
        </p:nvSpPr>
        <p:spPr>
          <a:xfrm>
            <a:off x="8359873" y="3304232"/>
            <a:ext cx="821059" cy="461665"/>
          </a:xfrm>
          <a:prstGeom prst="rect">
            <a:avLst/>
          </a:prstGeom>
          <a:noFill/>
        </p:spPr>
        <p:txBody>
          <a:bodyPr wrap="non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25%</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4" name="TextBox 131"/>
          <p:cNvSpPr txBox="1"/>
          <p:nvPr/>
        </p:nvSpPr>
        <p:spPr>
          <a:xfrm>
            <a:off x="2255573" y="1377171"/>
            <a:ext cx="1210588"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输入内容</a:t>
            </a:r>
          </a:p>
        </p:txBody>
      </p:sp>
      <p:sp>
        <p:nvSpPr>
          <p:cNvPr id="25" name="TextBox 132"/>
          <p:cNvSpPr txBox="1"/>
          <p:nvPr/>
        </p:nvSpPr>
        <p:spPr>
          <a:xfrm>
            <a:off x="2244432" y="1732617"/>
            <a:ext cx="5032147" cy="849848"/>
          </a:xfrm>
          <a:prstGeom prst="rect">
            <a:avLst/>
          </a:prstGeom>
          <a:noFill/>
        </p:spPr>
        <p:txBody>
          <a:bodyPr wrap="none" rtlCol="0">
            <a:spAutoFit/>
          </a:bodyPr>
          <a:lstStyle/>
          <a:p>
            <a:pPr>
              <a:lnSpc>
                <a:spcPct val="120000"/>
              </a:lnSpc>
            </a:pPr>
            <a:r>
              <a:rPr lang="zh-CN" altLang="en-US" sz="1400" dirty="0">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latin typeface="微软雅黑" panose="020B0503020204020204" pitchFamily="34" charset="-122"/>
              <a:ea typeface="微软雅黑" panose="020B0503020204020204" pitchFamily="34" charset="-122"/>
            </a:endParaRPr>
          </a:p>
          <a:p>
            <a:pPr>
              <a:lnSpc>
                <a:spcPct val="120000"/>
              </a:lnSpc>
            </a:pPr>
            <a:r>
              <a:rPr lang="zh-CN" altLang="en-US" sz="1400" dirty="0">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latin typeface="微软雅黑" panose="020B0503020204020204" pitchFamily="34" charset="-122"/>
              <a:ea typeface="微软雅黑" panose="020B0503020204020204" pitchFamily="34" charset="-122"/>
            </a:endParaRPr>
          </a:p>
          <a:p>
            <a:pPr>
              <a:lnSpc>
                <a:spcPct val="120000"/>
              </a:lnSpc>
            </a:pPr>
            <a:endParaRPr lang="en-US" altLang="zh-CN" sz="1400" dirty="0">
              <a:latin typeface="微软雅黑" panose="020B0503020204020204" pitchFamily="34" charset="-122"/>
              <a:ea typeface="微软雅黑" panose="020B0503020204020204" pitchFamily="34" charset="-122"/>
            </a:endParaRPr>
          </a:p>
        </p:txBody>
      </p:sp>
      <p:cxnSp>
        <p:nvCxnSpPr>
          <p:cNvPr id="26" name="直接连接符 25"/>
          <p:cNvCxnSpPr/>
          <p:nvPr/>
        </p:nvCxnSpPr>
        <p:spPr>
          <a:xfrm flipV="1">
            <a:off x="2084079" y="1390491"/>
            <a:ext cx="0" cy="768691"/>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3" name="Text Box 4">
            <a:extLst>
              <a:ext uri="{FF2B5EF4-FFF2-40B4-BE49-F238E27FC236}">
                <a16:creationId xmlns:a16="http://schemas.microsoft.com/office/drawing/2014/main" id="{754035FC-6B53-E34D-874E-57C3E2796F7D}"/>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4" name="Half Frame 12">
            <a:extLst>
              <a:ext uri="{FF2B5EF4-FFF2-40B4-BE49-F238E27FC236}">
                <a16:creationId xmlns:a16="http://schemas.microsoft.com/office/drawing/2014/main" id="{821B955D-7BD8-6248-BBE0-AF5A9E60F524}"/>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35" name="直线连接符 34">
            <a:extLst>
              <a:ext uri="{FF2B5EF4-FFF2-40B4-BE49-F238E27FC236}">
                <a16:creationId xmlns:a16="http://schemas.microsoft.com/office/drawing/2014/main" id="{227123E3-65E8-554E-8AE6-7DA39FC5DB1B}"/>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50" advTm="0">
        <p14:flip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50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p:tgtEl>
                                              <p:spTgt spid="26"/>
                                            </p:tgtEl>
                                            <p:attrNameLst>
                                              <p:attrName>ppt_x</p:attrName>
                                            </p:attrNameLst>
                                          </p:cBhvr>
                                          <p:tavLst>
                                            <p:tav tm="0">
                                              <p:val>
                                                <p:strVal val="#ppt_x-#ppt_w*1.125000"/>
                                              </p:val>
                                            </p:tav>
                                            <p:tav tm="100000">
                                              <p:val>
                                                <p:strVal val="#ppt_x"/>
                                              </p:val>
                                            </p:tav>
                                          </p:tavLst>
                                        </p:anim>
                                        <p:animEffect transition="in" filter="wipe(right)">
                                          <p:cBhvr>
                                            <p:cTn id="8" dur="500"/>
                                            <p:tgtEl>
                                              <p:spTgt spid="26"/>
                                            </p:tgtEl>
                                          </p:cBhvr>
                                        </p:animEffect>
                                      </p:childTnLst>
                                    </p:cTn>
                                  </p:par>
                                  <p:par>
                                    <p:cTn id="9" presetID="12" presetClass="entr" presetSubtype="8" fill="hold" grpId="0" nodeType="withEffect">
                                      <p:stCondLst>
                                        <p:cond delay="50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p:tgtEl>
                                              <p:spTgt spid="24"/>
                                            </p:tgtEl>
                                            <p:attrNameLst>
                                              <p:attrName>ppt_x</p:attrName>
                                            </p:attrNameLst>
                                          </p:cBhvr>
                                          <p:tavLst>
                                            <p:tav tm="0">
                                              <p:val>
                                                <p:strVal val="#ppt_x-#ppt_w*1.125000"/>
                                              </p:val>
                                            </p:tav>
                                            <p:tav tm="100000">
                                              <p:val>
                                                <p:strVal val="#ppt_x"/>
                                              </p:val>
                                            </p:tav>
                                          </p:tavLst>
                                        </p:anim>
                                        <p:animEffect transition="in" filter="wipe(right)">
                                          <p:cBhvr>
                                            <p:cTn id="12" dur="500"/>
                                            <p:tgtEl>
                                              <p:spTgt spid="24"/>
                                            </p:tgtEl>
                                          </p:cBhvr>
                                        </p:animEffect>
                                      </p:childTnLst>
                                    </p:cTn>
                                  </p:par>
                                  <p:par>
                                    <p:cTn id="13" presetID="12" presetClass="entr" presetSubtype="8" fill="hold" grpId="0" nodeType="withEffect">
                                      <p:stCondLst>
                                        <p:cond delay="50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p:tgtEl>
                                              <p:spTgt spid="25"/>
                                            </p:tgtEl>
                                            <p:attrNameLst>
                                              <p:attrName>ppt_x</p:attrName>
                                            </p:attrNameLst>
                                          </p:cBhvr>
                                          <p:tavLst>
                                            <p:tav tm="0">
                                              <p:val>
                                                <p:strVal val="#ppt_x-#ppt_w*1.125000"/>
                                              </p:val>
                                            </p:tav>
                                            <p:tav tm="100000">
                                              <p:val>
                                                <p:strVal val="#ppt_x"/>
                                              </p:val>
                                            </p:tav>
                                          </p:tavLst>
                                        </p:anim>
                                        <p:animEffect transition="in" filter="wipe(right)">
                                          <p:cBhvr>
                                            <p:cTn id="16" dur="500"/>
                                            <p:tgtEl>
                                              <p:spTgt spid="25"/>
                                            </p:tgtEl>
                                          </p:cBhvr>
                                        </p:animEffect>
                                      </p:childTnLst>
                                    </p:cTn>
                                  </p:par>
                                </p:childTnLst>
                              </p:cTn>
                            </p:par>
                            <p:par>
                              <p:cTn id="17" fill="hold">
                                <p:stCondLst>
                                  <p:cond delay="1000"/>
                                </p:stCondLst>
                                <p:childTnLst>
                                  <p:par>
                                    <p:cTn id="18" presetID="2" presetClass="entr" presetSubtype="4" fill="hold" grpId="0" nodeType="afterEffect" p14:presetBounceEnd="44000">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14:bounceEnd="44000">
                                          <p:cBhvr additive="base">
                                            <p:cTn id="20" dur="300" fill="hold"/>
                                            <p:tgtEl>
                                              <p:spTgt spid="11"/>
                                            </p:tgtEl>
                                            <p:attrNameLst>
                                              <p:attrName>ppt_x</p:attrName>
                                            </p:attrNameLst>
                                          </p:cBhvr>
                                          <p:tavLst>
                                            <p:tav tm="0">
                                              <p:val>
                                                <p:strVal val="#ppt_x"/>
                                              </p:val>
                                            </p:tav>
                                            <p:tav tm="100000">
                                              <p:val>
                                                <p:strVal val="#ppt_x"/>
                                              </p:val>
                                            </p:tav>
                                          </p:tavLst>
                                        </p:anim>
                                        <p:anim calcmode="lin" valueType="num" p14:bounceEnd="44000">
                                          <p:cBhvr additive="base">
                                            <p:cTn id="21" dur="300" fill="hold"/>
                                            <p:tgtEl>
                                              <p:spTgt spid="11"/>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14:presetBounceEnd="44000">
                                      <p:stCondLst>
                                        <p:cond delay="200"/>
                                      </p:stCondLst>
                                      <p:childTnLst>
                                        <p:set>
                                          <p:cBhvr>
                                            <p:cTn id="23" dur="1" fill="hold">
                                              <p:stCondLst>
                                                <p:cond delay="0"/>
                                              </p:stCondLst>
                                            </p:cTn>
                                            <p:tgtEl>
                                              <p:spTgt spid="5"/>
                                            </p:tgtEl>
                                            <p:attrNameLst>
                                              <p:attrName>style.visibility</p:attrName>
                                            </p:attrNameLst>
                                          </p:cBhvr>
                                          <p:to>
                                            <p:strVal val="visible"/>
                                          </p:to>
                                        </p:set>
                                        <p:anim calcmode="lin" valueType="num" p14:bounceEnd="44000">
                                          <p:cBhvr additive="base">
                                            <p:cTn id="24" dur="300" fill="hold"/>
                                            <p:tgtEl>
                                              <p:spTgt spid="5"/>
                                            </p:tgtEl>
                                            <p:attrNameLst>
                                              <p:attrName>ppt_x</p:attrName>
                                            </p:attrNameLst>
                                          </p:cBhvr>
                                          <p:tavLst>
                                            <p:tav tm="0">
                                              <p:val>
                                                <p:strVal val="#ppt_x"/>
                                              </p:val>
                                            </p:tav>
                                            <p:tav tm="100000">
                                              <p:val>
                                                <p:strVal val="#ppt_x"/>
                                              </p:val>
                                            </p:tav>
                                          </p:tavLst>
                                        </p:anim>
                                        <p:anim calcmode="lin" valueType="num" p14:bounceEnd="44000">
                                          <p:cBhvr additive="base">
                                            <p:cTn id="25" dur="300" fill="hold"/>
                                            <p:tgtEl>
                                              <p:spTgt spid="5"/>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14:presetBounceEnd="44000">
                                      <p:stCondLst>
                                        <p:cond delay="400"/>
                                      </p:stCondLst>
                                      <p:childTnLst>
                                        <p:set>
                                          <p:cBhvr>
                                            <p:cTn id="27" dur="1" fill="hold">
                                              <p:stCondLst>
                                                <p:cond delay="0"/>
                                              </p:stCondLst>
                                            </p:cTn>
                                            <p:tgtEl>
                                              <p:spTgt spid="19"/>
                                            </p:tgtEl>
                                            <p:attrNameLst>
                                              <p:attrName>style.visibility</p:attrName>
                                            </p:attrNameLst>
                                          </p:cBhvr>
                                          <p:to>
                                            <p:strVal val="visible"/>
                                          </p:to>
                                        </p:set>
                                        <p:anim calcmode="lin" valueType="num" p14:bounceEnd="44000">
                                          <p:cBhvr additive="base">
                                            <p:cTn id="28" dur="300" fill="hold"/>
                                            <p:tgtEl>
                                              <p:spTgt spid="19"/>
                                            </p:tgtEl>
                                            <p:attrNameLst>
                                              <p:attrName>ppt_x</p:attrName>
                                            </p:attrNameLst>
                                          </p:cBhvr>
                                          <p:tavLst>
                                            <p:tav tm="0">
                                              <p:val>
                                                <p:strVal val="#ppt_x"/>
                                              </p:val>
                                            </p:tav>
                                            <p:tav tm="100000">
                                              <p:val>
                                                <p:strVal val="#ppt_x"/>
                                              </p:val>
                                            </p:tav>
                                          </p:tavLst>
                                        </p:anim>
                                        <p:anim calcmode="lin" valueType="num" p14:bounceEnd="44000">
                                          <p:cBhvr additive="base">
                                            <p:cTn id="29" dur="300" fill="hold"/>
                                            <p:tgtEl>
                                              <p:spTgt spid="19"/>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14:presetBounceEnd="44000">
                                      <p:stCondLst>
                                        <p:cond delay="600"/>
                                      </p:stCondLst>
                                      <p:childTnLst>
                                        <p:set>
                                          <p:cBhvr>
                                            <p:cTn id="31" dur="1" fill="hold">
                                              <p:stCondLst>
                                                <p:cond delay="0"/>
                                              </p:stCondLst>
                                            </p:cTn>
                                            <p:tgtEl>
                                              <p:spTgt spid="13"/>
                                            </p:tgtEl>
                                            <p:attrNameLst>
                                              <p:attrName>style.visibility</p:attrName>
                                            </p:attrNameLst>
                                          </p:cBhvr>
                                          <p:to>
                                            <p:strVal val="visible"/>
                                          </p:to>
                                        </p:set>
                                        <p:anim calcmode="lin" valueType="num" p14:bounceEnd="44000">
                                          <p:cBhvr additive="base">
                                            <p:cTn id="32" dur="300" fill="hold"/>
                                            <p:tgtEl>
                                              <p:spTgt spid="13"/>
                                            </p:tgtEl>
                                            <p:attrNameLst>
                                              <p:attrName>ppt_x</p:attrName>
                                            </p:attrNameLst>
                                          </p:cBhvr>
                                          <p:tavLst>
                                            <p:tav tm="0">
                                              <p:val>
                                                <p:strVal val="#ppt_x"/>
                                              </p:val>
                                            </p:tav>
                                            <p:tav tm="100000">
                                              <p:val>
                                                <p:strVal val="#ppt_x"/>
                                              </p:val>
                                            </p:tav>
                                          </p:tavLst>
                                        </p:anim>
                                        <p:anim calcmode="lin" valueType="num" p14:bounceEnd="44000">
                                          <p:cBhvr additive="base">
                                            <p:cTn id="33" dur="300" fill="hold"/>
                                            <p:tgtEl>
                                              <p:spTgt spid="13"/>
                                            </p:tgtEl>
                                            <p:attrNameLst>
                                              <p:attrName>ppt_y</p:attrName>
                                            </p:attrNameLst>
                                          </p:cBhvr>
                                          <p:tavLst>
                                            <p:tav tm="0">
                                              <p:val>
                                                <p:strVal val="1+#ppt_h/2"/>
                                              </p:val>
                                            </p:tav>
                                            <p:tav tm="100000">
                                              <p:val>
                                                <p:strVal val="#ppt_y"/>
                                              </p:val>
                                            </p:tav>
                                          </p:tavLst>
                                        </p:anim>
                                      </p:childTnLst>
                                    </p:cTn>
                                  </p:par>
                                  <p:par>
                                    <p:cTn id="34" presetID="22" presetClass="entr" presetSubtype="4" fill="hold" nodeType="withEffect">
                                      <p:stCondLst>
                                        <p:cond delay="300"/>
                                      </p:stCondLst>
                                      <p:childTnLst>
                                        <p:set>
                                          <p:cBhvr>
                                            <p:cTn id="35" dur="1" fill="hold">
                                              <p:stCondLst>
                                                <p:cond delay="0"/>
                                              </p:stCondLst>
                                            </p:cTn>
                                            <p:tgtEl>
                                              <p:spTgt spid="8"/>
                                            </p:tgtEl>
                                            <p:attrNameLst>
                                              <p:attrName>style.visibility</p:attrName>
                                            </p:attrNameLst>
                                          </p:cBhvr>
                                          <p:to>
                                            <p:strVal val="visible"/>
                                          </p:to>
                                        </p:set>
                                        <p:animEffect transition="in" filter="wipe(down)">
                                          <p:cBhvr>
                                            <p:cTn id="36" dur="500"/>
                                            <p:tgtEl>
                                              <p:spTgt spid="8"/>
                                            </p:tgtEl>
                                          </p:cBhvr>
                                        </p:animEffect>
                                      </p:childTnLst>
                                    </p:cTn>
                                  </p:par>
                                  <p:par>
                                    <p:cTn id="37" presetID="22" presetClass="entr" presetSubtype="4" fill="hold" grpId="0" nodeType="withEffect">
                                      <p:stCondLst>
                                        <p:cond delay="500"/>
                                      </p:stCondLst>
                                      <p:childTnLst>
                                        <p:set>
                                          <p:cBhvr>
                                            <p:cTn id="38" dur="1" fill="hold">
                                              <p:stCondLst>
                                                <p:cond delay="0"/>
                                              </p:stCondLst>
                                            </p:cTn>
                                            <p:tgtEl>
                                              <p:spTgt spid="3"/>
                                            </p:tgtEl>
                                            <p:attrNameLst>
                                              <p:attrName>style.visibility</p:attrName>
                                            </p:attrNameLst>
                                          </p:cBhvr>
                                          <p:to>
                                            <p:strVal val="visible"/>
                                          </p:to>
                                        </p:set>
                                        <p:animEffect transition="in" filter="wipe(down)">
                                          <p:cBhvr>
                                            <p:cTn id="39" dur="500"/>
                                            <p:tgtEl>
                                              <p:spTgt spid="3"/>
                                            </p:tgtEl>
                                          </p:cBhvr>
                                        </p:animEffect>
                                      </p:childTnLst>
                                    </p:cTn>
                                  </p:par>
                                  <p:par>
                                    <p:cTn id="40" presetID="22" presetClass="entr" presetSubtype="4" fill="hold" nodeType="withEffect">
                                      <p:stCondLst>
                                        <p:cond delay="700"/>
                                      </p:stCondLst>
                                      <p:childTnLst>
                                        <p:set>
                                          <p:cBhvr>
                                            <p:cTn id="41" dur="1" fill="hold">
                                              <p:stCondLst>
                                                <p:cond delay="0"/>
                                              </p:stCondLst>
                                            </p:cTn>
                                            <p:tgtEl>
                                              <p:spTgt spid="16"/>
                                            </p:tgtEl>
                                            <p:attrNameLst>
                                              <p:attrName>style.visibility</p:attrName>
                                            </p:attrNameLst>
                                          </p:cBhvr>
                                          <p:to>
                                            <p:strVal val="visible"/>
                                          </p:to>
                                        </p:set>
                                        <p:animEffect transition="in" filter="wipe(down)">
                                          <p:cBhvr>
                                            <p:cTn id="42" dur="500"/>
                                            <p:tgtEl>
                                              <p:spTgt spid="16"/>
                                            </p:tgtEl>
                                          </p:cBhvr>
                                        </p:animEffect>
                                      </p:childTnLst>
                                    </p:cTn>
                                  </p:par>
                                  <p:par>
                                    <p:cTn id="43" presetID="22" presetClass="entr" presetSubtype="4" fill="hold" grpId="0" nodeType="withEffect">
                                      <p:stCondLst>
                                        <p:cond delay="900"/>
                                      </p:stCondLst>
                                      <p:childTnLst>
                                        <p:set>
                                          <p:cBhvr>
                                            <p:cTn id="44" dur="1" fill="hold">
                                              <p:stCondLst>
                                                <p:cond delay="0"/>
                                              </p:stCondLst>
                                            </p:cTn>
                                            <p:tgtEl>
                                              <p:spTgt spid="12"/>
                                            </p:tgtEl>
                                            <p:attrNameLst>
                                              <p:attrName>style.visibility</p:attrName>
                                            </p:attrNameLst>
                                          </p:cBhvr>
                                          <p:to>
                                            <p:strVal val="visible"/>
                                          </p:to>
                                        </p:set>
                                        <p:animEffect transition="in" filter="wipe(down)">
                                          <p:cBhvr>
                                            <p:cTn id="45" dur="500"/>
                                            <p:tgtEl>
                                              <p:spTgt spid="12"/>
                                            </p:tgtEl>
                                          </p:cBhvr>
                                        </p:animEffect>
                                      </p:childTnLst>
                                    </p:cTn>
                                  </p:par>
                                  <p:par>
                                    <p:cTn id="46" presetID="12" presetClass="entr" presetSubtype="1" fill="hold" grpId="0" nodeType="withEffect">
                                      <p:stCondLst>
                                        <p:cond delay="800"/>
                                      </p:stCondLst>
                                      <p:childTnLst>
                                        <p:set>
                                          <p:cBhvr>
                                            <p:cTn id="47" dur="1" fill="hold">
                                              <p:stCondLst>
                                                <p:cond delay="0"/>
                                              </p:stCondLst>
                                            </p:cTn>
                                            <p:tgtEl>
                                              <p:spTgt spid="21"/>
                                            </p:tgtEl>
                                            <p:attrNameLst>
                                              <p:attrName>style.visibility</p:attrName>
                                            </p:attrNameLst>
                                          </p:cBhvr>
                                          <p:to>
                                            <p:strVal val="visible"/>
                                          </p:to>
                                        </p:set>
                                        <p:anim calcmode="lin" valueType="num">
                                          <p:cBhvr additive="base">
                                            <p:cTn id="48" dur="500"/>
                                            <p:tgtEl>
                                              <p:spTgt spid="21"/>
                                            </p:tgtEl>
                                            <p:attrNameLst>
                                              <p:attrName>ppt_y</p:attrName>
                                            </p:attrNameLst>
                                          </p:cBhvr>
                                          <p:tavLst>
                                            <p:tav tm="0">
                                              <p:val>
                                                <p:strVal val="#ppt_y-#ppt_h*1.125000"/>
                                              </p:val>
                                            </p:tav>
                                            <p:tav tm="100000">
                                              <p:val>
                                                <p:strVal val="#ppt_y"/>
                                              </p:val>
                                            </p:tav>
                                          </p:tavLst>
                                        </p:anim>
                                        <p:animEffect transition="in" filter="wipe(down)">
                                          <p:cBhvr>
                                            <p:cTn id="49" dur="500"/>
                                            <p:tgtEl>
                                              <p:spTgt spid="21"/>
                                            </p:tgtEl>
                                          </p:cBhvr>
                                        </p:animEffect>
                                      </p:childTnLst>
                                    </p:cTn>
                                  </p:par>
                                  <p:par>
                                    <p:cTn id="50" presetID="12" presetClass="entr" presetSubtype="1" fill="hold" grpId="0" nodeType="withEffect">
                                      <p:stCondLst>
                                        <p:cond delay="1000"/>
                                      </p:stCondLst>
                                      <p:childTnLst>
                                        <p:set>
                                          <p:cBhvr>
                                            <p:cTn id="51" dur="1" fill="hold">
                                              <p:stCondLst>
                                                <p:cond delay="0"/>
                                              </p:stCondLst>
                                            </p:cTn>
                                            <p:tgtEl>
                                              <p:spTgt spid="22"/>
                                            </p:tgtEl>
                                            <p:attrNameLst>
                                              <p:attrName>style.visibility</p:attrName>
                                            </p:attrNameLst>
                                          </p:cBhvr>
                                          <p:to>
                                            <p:strVal val="visible"/>
                                          </p:to>
                                        </p:set>
                                        <p:anim calcmode="lin" valueType="num">
                                          <p:cBhvr additive="base">
                                            <p:cTn id="52" dur="500"/>
                                            <p:tgtEl>
                                              <p:spTgt spid="22"/>
                                            </p:tgtEl>
                                            <p:attrNameLst>
                                              <p:attrName>ppt_y</p:attrName>
                                            </p:attrNameLst>
                                          </p:cBhvr>
                                          <p:tavLst>
                                            <p:tav tm="0">
                                              <p:val>
                                                <p:strVal val="#ppt_y-#ppt_h*1.125000"/>
                                              </p:val>
                                            </p:tav>
                                            <p:tav tm="100000">
                                              <p:val>
                                                <p:strVal val="#ppt_y"/>
                                              </p:val>
                                            </p:tav>
                                          </p:tavLst>
                                        </p:anim>
                                        <p:animEffect transition="in" filter="wipe(down)">
                                          <p:cBhvr>
                                            <p:cTn id="53" dur="500"/>
                                            <p:tgtEl>
                                              <p:spTgt spid="22"/>
                                            </p:tgtEl>
                                          </p:cBhvr>
                                        </p:animEffect>
                                      </p:childTnLst>
                                    </p:cTn>
                                  </p:par>
                                  <p:par>
                                    <p:cTn id="54" presetID="12" presetClass="entr" presetSubtype="1" fill="hold" grpId="0" nodeType="withEffect">
                                      <p:stCondLst>
                                        <p:cond delay="1200"/>
                                      </p:stCondLst>
                                      <p:childTnLst>
                                        <p:set>
                                          <p:cBhvr>
                                            <p:cTn id="55" dur="1" fill="hold">
                                              <p:stCondLst>
                                                <p:cond delay="0"/>
                                              </p:stCondLst>
                                            </p:cTn>
                                            <p:tgtEl>
                                              <p:spTgt spid="20"/>
                                            </p:tgtEl>
                                            <p:attrNameLst>
                                              <p:attrName>style.visibility</p:attrName>
                                            </p:attrNameLst>
                                          </p:cBhvr>
                                          <p:to>
                                            <p:strVal val="visible"/>
                                          </p:to>
                                        </p:set>
                                        <p:anim calcmode="lin" valueType="num">
                                          <p:cBhvr additive="base">
                                            <p:cTn id="56" dur="500"/>
                                            <p:tgtEl>
                                              <p:spTgt spid="20"/>
                                            </p:tgtEl>
                                            <p:attrNameLst>
                                              <p:attrName>ppt_y</p:attrName>
                                            </p:attrNameLst>
                                          </p:cBhvr>
                                          <p:tavLst>
                                            <p:tav tm="0">
                                              <p:val>
                                                <p:strVal val="#ppt_y-#ppt_h*1.125000"/>
                                              </p:val>
                                            </p:tav>
                                            <p:tav tm="100000">
                                              <p:val>
                                                <p:strVal val="#ppt_y"/>
                                              </p:val>
                                            </p:tav>
                                          </p:tavLst>
                                        </p:anim>
                                        <p:animEffect transition="in" filter="wipe(down)">
                                          <p:cBhvr>
                                            <p:cTn id="57" dur="500"/>
                                            <p:tgtEl>
                                              <p:spTgt spid="20"/>
                                            </p:tgtEl>
                                          </p:cBhvr>
                                        </p:animEffect>
                                      </p:childTnLst>
                                    </p:cTn>
                                  </p:par>
                                  <p:par>
                                    <p:cTn id="58" presetID="12" presetClass="entr" presetSubtype="1" fill="hold" grpId="0" nodeType="withEffect">
                                      <p:stCondLst>
                                        <p:cond delay="1400"/>
                                      </p:stCondLst>
                                      <p:childTnLst>
                                        <p:set>
                                          <p:cBhvr>
                                            <p:cTn id="59" dur="1" fill="hold">
                                              <p:stCondLst>
                                                <p:cond delay="0"/>
                                              </p:stCondLst>
                                            </p:cTn>
                                            <p:tgtEl>
                                              <p:spTgt spid="23"/>
                                            </p:tgtEl>
                                            <p:attrNameLst>
                                              <p:attrName>style.visibility</p:attrName>
                                            </p:attrNameLst>
                                          </p:cBhvr>
                                          <p:to>
                                            <p:strVal val="visible"/>
                                          </p:to>
                                        </p:set>
                                        <p:anim calcmode="lin" valueType="num">
                                          <p:cBhvr additive="base">
                                            <p:cTn id="60" dur="500"/>
                                            <p:tgtEl>
                                              <p:spTgt spid="23"/>
                                            </p:tgtEl>
                                            <p:attrNameLst>
                                              <p:attrName>ppt_y</p:attrName>
                                            </p:attrNameLst>
                                          </p:cBhvr>
                                          <p:tavLst>
                                            <p:tav tm="0">
                                              <p:val>
                                                <p:strVal val="#ppt_y-#ppt_h*1.125000"/>
                                              </p:val>
                                            </p:tav>
                                            <p:tav tm="100000">
                                              <p:val>
                                                <p:strVal val="#ppt_y"/>
                                              </p:val>
                                            </p:tav>
                                          </p:tavLst>
                                        </p:anim>
                                        <p:animEffect transition="in" filter="wipe(down)">
                                          <p:cBhvr>
                                            <p:cTn id="61" dur="500"/>
                                            <p:tgtEl>
                                              <p:spTgt spid="23"/>
                                            </p:tgtEl>
                                          </p:cBhvr>
                                        </p:animEffect>
                                      </p:childTnLst>
                                    </p:cTn>
                                  </p:par>
                                  <p:par>
                                    <p:cTn id="62" presetID="2" presetClass="entr" presetSubtype="1" fill="hold" grpId="0" nodeType="withEffect" p14:presetBounceEnd="81000">
                                      <p:stCondLst>
                                        <p:cond delay="0"/>
                                      </p:stCondLst>
                                      <p:childTnLst>
                                        <p:set>
                                          <p:cBhvr>
                                            <p:cTn id="63" dur="1" fill="hold">
                                              <p:stCondLst>
                                                <p:cond delay="0"/>
                                              </p:stCondLst>
                                            </p:cTn>
                                            <p:tgtEl>
                                              <p:spTgt spid="33"/>
                                            </p:tgtEl>
                                            <p:attrNameLst>
                                              <p:attrName>style.visibility</p:attrName>
                                            </p:attrNameLst>
                                          </p:cBhvr>
                                          <p:to>
                                            <p:strVal val="visible"/>
                                          </p:to>
                                        </p:set>
                                        <p:anim calcmode="lin" valueType="num" p14:bounceEnd="81000">
                                          <p:cBhvr additive="base">
                                            <p:cTn id="64" dur="1000" fill="hold"/>
                                            <p:tgtEl>
                                              <p:spTgt spid="33"/>
                                            </p:tgtEl>
                                            <p:attrNameLst>
                                              <p:attrName>ppt_x</p:attrName>
                                            </p:attrNameLst>
                                          </p:cBhvr>
                                          <p:tavLst>
                                            <p:tav tm="0">
                                              <p:val>
                                                <p:strVal val="#ppt_x"/>
                                              </p:val>
                                            </p:tav>
                                            <p:tav tm="100000">
                                              <p:val>
                                                <p:strVal val="#ppt_x"/>
                                              </p:val>
                                            </p:tav>
                                          </p:tavLst>
                                        </p:anim>
                                        <p:anim calcmode="lin" valueType="num" p14:bounceEnd="81000">
                                          <p:cBhvr additive="base">
                                            <p:cTn id="65" dur="1000" fill="hold"/>
                                            <p:tgtEl>
                                              <p:spTgt spid="33"/>
                                            </p:tgtEl>
                                            <p:attrNameLst>
                                              <p:attrName>ppt_y</p:attrName>
                                            </p:attrNameLst>
                                          </p:cBhvr>
                                          <p:tavLst>
                                            <p:tav tm="0">
                                              <p:val>
                                                <p:strVal val="0-#ppt_h/2"/>
                                              </p:val>
                                            </p:tav>
                                            <p:tav tm="100000">
                                              <p:val>
                                                <p:strVal val="#ppt_y"/>
                                              </p:val>
                                            </p:tav>
                                          </p:tavLst>
                                        </p:anim>
                                      </p:childTnLst>
                                    </p:cTn>
                                  </p:par>
                                </p:childTnLst>
                              </p:cTn>
                            </p:par>
                            <p:par>
                              <p:cTn id="66" fill="hold">
                                <p:stCondLst>
                                  <p:cond delay="2900"/>
                                </p:stCondLst>
                                <p:childTnLst>
                                  <p:par>
                                    <p:cTn id="67" presetID="22" presetClass="entr" presetSubtype="8" fill="hold" nodeType="after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wipe(left)">
                                          <p:cBhvr>
                                            <p:cTn id="6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animBg="1"/>
          <p:bldP spid="12" grpId="0" animBg="1"/>
          <p:bldP spid="19" grpId="0" animBg="1"/>
          <p:bldP spid="20" grpId="0"/>
          <p:bldP spid="21" grpId="0"/>
          <p:bldP spid="22" grpId="0"/>
          <p:bldP spid="23" grpId="0"/>
          <p:bldP spid="24" grpId="0"/>
          <p:bldP spid="25" grpId="0"/>
          <p:bldP spid="3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50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p:tgtEl>
                                              <p:spTgt spid="26"/>
                                            </p:tgtEl>
                                            <p:attrNameLst>
                                              <p:attrName>ppt_x</p:attrName>
                                            </p:attrNameLst>
                                          </p:cBhvr>
                                          <p:tavLst>
                                            <p:tav tm="0">
                                              <p:val>
                                                <p:strVal val="#ppt_x-#ppt_w*1.125000"/>
                                              </p:val>
                                            </p:tav>
                                            <p:tav tm="100000">
                                              <p:val>
                                                <p:strVal val="#ppt_x"/>
                                              </p:val>
                                            </p:tav>
                                          </p:tavLst>
                                        </p:anim>
                                        <p:animEffect transition="in" filter="wipe(right)">
                                          <p:cBhvr>
                                            <p:cTn id="8" dur="500"/>
                                            <p:tgtEl>
                                              <p:spTgt spid="26"/>
                                            </p:tgtEl>
                                          </p:cBhvr>
                                        </p:animEffect>
                                      </p:childTnLst>
                                    </p:cTn>
                                  </p:par>
                                  <p:par>
                                    <p:cTn id="9" presetID="12" presetClass="entr" presetSubtype="8" fill="hold" grpId="0" nodeType="withEffect">
                                      <p:stCondLst>
                                        <p:cond delay="50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p:tgtEl>
                                              <p:spTgt spid="24"/>
                                            </p:tgtEl>
                                            <p:attrNameLst>
                                              <p:attrName>ppt_x</p:attrName>
                                            </p:attrNameLst>
                                          </p:cBhvr>
                                          <p:tavLst>
                                            <p:tav tm="0">
                                              <p:val>
                                                <p:strVal val="#ppt_x-#ppt_w*1.125000"/>
                                              </p:val>
                                            </p:tav>
                                            <p:tav tm="100000">
                                              <p:val>
                                                <p:strVal val="#ppt_x"/>
                                              </p:val>
                                            </p:tav>
                                          </p:tavLst>
                                        </p:anim>
                                        <p:animEffect transition="in" filter="wipe(right)">
                                          <p:cBhvr>
                                            <p:cTn id="12" dur="500"/>
                                            <p:tgtEl>
                                              <p:spTgt spid="24"/>
                                            </p:tgtEl>
                                          </p:cBhvr>
                                        </p:animEffect>
                                      </p:childTnLst>
                                    </p:cTn>
                                  </p:par>
                                  <p:par>
                                    <p:cTn id="13" presetID="12" presetClass="entr" presetSubtype="8" fill="hold" grpId="0" nodeType="withEffect">
                                      <p:stCondLst>
                                        <p:cond delay="50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p:tgtEl>
                                              <p:spTgt spid="25"/>
                                            </p:tgtEl>
                                            <p:attrNameLst>
                                              <p:attrName>ppt_x</p:attrName>
                                            </p:attrNameLst>
                                          </p:cBhvr>
                                          <p:tavLst>
                                            <p:tav tm="0">
                                              <p:val>
                                                <p:strVal val="#ppt_x-#ppt_w*1.125000"/>
                                              </p:val>
                                            </p:tav>
                                            <p:tav tm="100000">
                                              <p:val>
                                                <p:strVal val="#ppt_x"/>
                                              </p:val>
                                            </p:tav>
                                          </p:tavLst>
                                        </p:anim>
                                        <p:animEffect transition="in" filter="wipe(right)">
                                          <p:cBhvr>
                                            <p:cTn id="16" dur="500"/>
                                            <p:tgtEl>
                                              <p:spTgt spid="25"/>
                                            </p:tgtEl>
                                          </p:cBhvr>
                                        </p:animEffect>
                                      </p:childTnLst>
                                    </p:cTn>
                                  </p:par>
                                </p:childTnLst>
                              </p:cTn>
                            </p:par>
                            <p:par>
                              <p:cTn id="17" fill="hold">
                                <p:stCondLst>
                                  <p:cond delay="1000"/>
                                </p:stCondLst>
                                <p:childTnLst>
                                  <p:par>
                                    <p:cTn id="18" presetID="2" presetClass="entr" presetSubtype="4"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300" fill="hold"/>
                                            <p:tgtEl>
                                              <p:spTgt spid="11"/>
                                            </p:tgtEl>
                                            <p:attrNameLst>
                                              <p:attrName>ppt_x</p:attrName>
                                            </p:attrNameLst>
                                          </p:cBhvr>
                                          <p:tavLst>
                                            <p:tav tm="0">
                                              <p:val>
                                                <p:strVal val="#ppt_x"/>
                                              </p:val>
                                            </p:tav>
                                            <p:tav tm="100000">
                                              <p:val>
                                                <p:strVal val="#ppt_x"/>
                                              </p:val>
                                            </p:tav>
                                          </p:tavLst>
                                        </p:anim>
                                        <p:anim calcmode="lin" valueType="num">
                                          <p:cBhvr additive="base">
                                            <p:cTn id="21" dur="300" fill="hold"/>
                                            <p:tgtEl>
                                              <p:spTgt spid="11"/>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20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300" fill="hold"/>
                                            <p:tgtEl>
                                              <p:spTgt spid="5"/>
                                            </p:tgtEl>
                                            <p:attrNameLst>
                                              <p:attrName>ppt_x</p:attrName>
                                            </p:attrNameLst>
                                          </p:cBhvr>
                                          <p:tavLst>
                                            <p:tav tm="0">
                                              <p:val>
                                                <p:strVal val="#ppt_x"/>
                                              </p:val>
                                            </p:tav>
                                            <p:tav tm="100000">
                                              <p:val>
                                                <p:strVal val="#ppt_x"/>
                                              </p:val>
                                            </p:tav>
                                          </p:tavLst>
                                        </p:anim>
                                        <p:anim calcmode="lin" valueType="num">
                                          <p:cBhvr additive="base">
                                            <p:cTn id="25" dur="300" fill="hold"/>
                                            <p:tgtEl>
                                              <p:spTgt spid="5"/>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400"/>
                                      </p:stCondLst>
                                      <p:childTnLst>
                                        <p:set>
                                          <p:cBhvr>
                                            <p:cTn id="27" dur="1" fill="hold">
                                              <p:stCondLst>
                                                <p:cond delay="0"/>
                                              </p:stCondLst>
                                            </p:cTn>
                                            <p:tgtEl>
                                              <p:spTgt spid="19"/>
                                            </p:tgtEl>
                                            <p:attrNameLst>
                                              <p:attrName>style.visibility</p:attrName>
                                            </p:attrNameLst>
                                          </p:cBhvr>
                                          <p:to>
                                            <p:strVal val="visible"/>
                                          </p:to>
                                        </p:set>
                                        <p:anim calcmode="lin" valueType="num">
                                          <p:cBhvr additive="base">
                                            <p:cTn id="28" dur="300" fill="hold"/>
                                            <p:tgtEl>
                                              <p:spTgt spid="19"/>
                                            </p:tgtEl>
                                            <p:attrNameLst>
                                              <p:attrName>ppt_x</p:attrName>
                                            </p:attrNameLst>
                                          </p:cBhvr>
                                          <p:tavLst>
                                            <p:tav tm="0">
                                              <p:val>
                                                <p:strVal val="#ppt_x"/>
                                              </p:val>
                                            </p:tav>
                                            <p:tav tm="100000">
                                              <p:val>
                                                <p:strVal val="#ppt_x"/>
                                              </p:val>
                                            </p:tav>
                                          </p:tavLst>
                                        </p:anim>
                                        <p:anim calcmode="lin" valueType="num">
                                          <p:cBhvr additive="base">
                                            <p:cTn id="29" dur="300" fill="hold"/>
                                            <p:tgtEl>
                                              <p:spTgt spid="19"/>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60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300" fill="hold"/>
                                            <p:tgtEl>
                                              <p:spTgt spid="13"/>
                                            </p:tgtEl>
                                            <p:attrNameLst>
                                              <p:attrName>ppt_x</p:attrName>
                                            </p:attrNameLst>
                                          </p:cBhvr>
                                          <p:tavLst>
                                            <p:tav tm="0">
                                              <p:val>
                                                <p:strVal val="#ppt_x"/>
                                              </p:val>
                                            </p:tav>
                                            <p:tav tm="100000">
                                              <p:val>
                                                <p:strVal val="#ppt_x"/>
                                              </p:val>
                                            </p:tav>
                                          </p:tavLst>
                                        </p:anim>
                                        <p:anim calcmode="lin" valueType="num">
                                          <p:cBhvr additive="base">
                                            <p:cTn id="33" dur="300" fill="hold"/>
                                            <p:tgtEl>
                                              <p:spTgt spid="13"/>
                                            </p:tgtEl>
                                            <p:attrNameLst>
                                              <p:attrName>ppt_y</p:attrName>
                                            </p:attrNameLst>
                                          </p:cBhvr>
                                          <p:tavLst>
                                            <p:tav tm="0">
                                              <p:val>
                                                <p:strVal val="1+#ppt_h/2"/>
                                              </p:val>
                                            </p:tav>
                                            <p:tav tm="100000">
                                              <p:val>
                                                <p:strVal val="#ppt_y"/>
                                              </p:val>
                                            </p:tav>
                                          </p:tavLst>
                                        </p:anim>
                                      </p:childTnLst>
                                    </p:cTn>
                                  </p:par>
                                  <p:par>
                                    <p:cTn id="34" presetID="22" presetClass="entr" presetSubtype="4" fill="hold" nodeType="withEffect">
                                      <p:stCondLst>
                                        <p:cond delay="300"/>
                                      </p:stCondLst>
                                      <p:childTnLst>
                                        <p:set>
                                          <p:cBhvr>
                                            <p:cTn id="35" dur="1" fill="hold">
                                              <p:stCondLst>
                                                <p:cond delay="0"/>
                                              </p:stCondLst>
                                            </p:cTn>
                                            <p:tgtEl>
                                              <p:spTgt spid="8"/>
                                            </p:tgtEl>
                                            <p:attrNameLst>
                                              <p:attrName>style.visibility</p:attrName>
                                            </p:attrNameLst>
                                          </p:cBhvr>
                                          <p:to>
                                            <p:strVal val="visible"/>
                                          </p:to>
                                        </p:set>
                                        <p:animEffect transition="in" filter="wipe(down)">
                                          <p:cBhvr>
                                            <p:cTn id="36" dur="500"/>
                                            <p:tgtEl>
                                              <p:spTgt spid="8"/>
                                            </p:tgtEl>
                                          </p:cBhvr>
                                        </p:animEffect>
                                      </p:childTnLst>
                                    </p:cTn>
                                  </p:par>
                                  <p:par>
                                    <p:cTn id="37" presetID="22" presetClass="entr" presetSubtype="4" fill="hold" grpId="0" nodeType="withEffect">
                                      <p:stCondLst>
                                        <p:cond delay="500"/>
                                      </p:stCondLst>
                                      <p:childTnLst>
                                        <p:set>
                                          <p:cBhvr>
                                            <p:cTn id="38" dur="1" fill="hold">
                                              <p:stCondLst>
                                                <p:cond delay="0"/>
                                              </p:stCondLst>
                                            </p:cTn>
                                            <p:tgtEl>
                                              <p:spTgt spid="3"/>
                                            </p:tgtEl>
                                            <p:attrNameLst>
                                              <p:attrName>style.visibility</p:attrName>
                                            </p:attrNameLst>
                                          </p:cBhvr>
                                          <p:to>
                                            <p:strVal val="visible"/>
                                          </p:to>
                                        </p:set>
                                        <p:animEffect transition="in" filter="wipe(down)">
                                          <p:cBhvr>
                                            <p:cTn id="39" dur="500"/>
                                            <p:tgtEl>
                                              <p:spTgt spid="3"/>
                                            </p:tgtEl>
                                          </p:cBhvr>
                                        </p:animEffect>
                                      </p:childTnLst>
                                    </p:cTn>
                                  </p:par>
                                  <p:par>
                                    <p:cTn id="40" presetID="22" presetClass="entr" presetSubtype="4" fill="hold" nodeType="withEffect">
                                      <p:stCondLst>
                                        <p:cond delay="700"/>
                                      </p:stCondLst>
                                      <p:childTnLst>
                                        <p:set>
                                          <p:cBhvr>
                                            <p:cTn id="41" dur="1" fill="hold">
                                              <p:stCondLst>
                                                <p:cond delay="0"/>
                                              </p:stCondLst>
                                            </p:cTn>
                                            <p:tgtEl>
                                              <p:spTgt spid="16"/>
                                            </p:tgtEl>
                                            <p:attrNameLst>
                                              <p:attrName>style.visibility</p:attrName>
                                            </p:attrNameLst>
                                          </p:cBhvr>
                                          <p:to>
                                            <p:strVal val="visible"/>
                                          </p:to>
                                        </p:set>
                                        <p:animEffect transition="in" filter="wipe(down)">
                                          <p:cBhvr>
                                            <p:cTn id="42" dur="500"/>
                                            <p:tgtEl>
                                              <p:spTgt spid="16"/>
                                            </p:tgtEl>
                                          </p:cBhvr>
                                        </p:animEffect>
                                      </p:childTnLst>
                                    </p:cTn>
                                  </p:par>
                                  <p:par>
                                    <p:cTn id="43" presetID="22" presetClass="entr" presetSubtype="4" fill="hold" grpId="0" nodeType="withEffect">
                                      <p:stCondLst>
                                        <p:cond delay="900"/>
                                      </p:stCondLst>
                                      <p:childTnLst>
                                        <p:set>
                                          <p:cBhvr>
                                            <p:cTn id="44" dur="1" fill="hold">
                                              <p:stCondLst>
                                                <p:cond delay="0"/>
                                              </p:stCondLst>
                                            </p:cTn>
                                            <p:tgtEl>
                                              <p:spTgt spid="12"/>
                                            </p:tgtEl>
                                            <p:attrNameLst>
                                              <p:attrName>style.visibility</p:attrName>
                                            </p:attrNameLst>
                                          </p:cBhvr>
                                          <p:to>
                                            <p:strVal val="visible"/>
                                          </p:to>
                                        </p:set>
                                        <p:animEffect transition="in" filter="wipe(down)">
                                          <p:cBhvr>
                                            <p:cTn id="45" dur="500"/>
                                            <p:tgtEl>
                                              <p:spTgt spid="12"/>
                                            </p:tgtEl>
                                          </p:cBhvr>
                                        </p:animEffect>
                                      </p:childTnLst>
                                    </p:cTn>
                                  </p:par>
                                  <p:par>
                                    <p:cTn id="46" presetID="12" presetClass="entr" presetSubtype="1" fill="hold" grpId="0" nodeType="withEffect">
                                      <p:stCondLst>
                                        <p:cond delay="800"/>
                                      </p:stCondLst>
                                      <p:childTnLst>
                                        <p:set>
                                          <p:cBhvr>
                                            <p:cTn id="47" dur="1" fill="hold">
                                              <p:stCondLst>
                                                <p:cond delay="0"/>
                                              </p:stCondLst>
                                            </p:cTn>
                                            <p:tgtEl>
                                              <p:spTgt spid="21"/>
                                            </p:tgtEl>
                                            <p:attrNameLst>
                                              <p:attrName>style.visibility</p:attrName>
                                            </p:attrNameLst>
                                          </p:cBhvr>
                                          <p:to>
                                            <p:strVal val="visible"/>
                                          </p:to>
                                        </p:set>
                                        <p:anim calcmode="lin" valueType="num">
                                          <p:cBhvr additive="base">
                                            <p:cTn id="48" dur="500"/>
                                            <p:tgtEl>
                                              <p:spTgt spid="21"/>
                                            </p:tgtEl>
                                            <p:attrNameLst>
                                              <p:attrName>ppt_y</p:attrName>
                                            </p:attrNameLst>
                                          </p:cBhvr>
                                          <p:tavLst>
                                            <p:tav tm="0">
                                              <p:val>
                                                <p:strVal val="#ppt_y-#ppt_h*1.125000"/>
                                              </p:val>
                                            </p:tav>
                                            <p:tav tm="100000">
                                              <p:val>
                                                <p:strVal val="#ppt_y"/>
                                              </p:val>
                                            </p:tav>
                                          </p:tavLst>
                                        </p:anim>
                                        <p:animEffect transition="in" filter="wipe(down)">
                                          <p:cBhvr>
                                            <p:cTn id="49" dur="500"/>
                                            <p:tgtEl>
                                              <p:spTgt spid="21"/>
                                            </p:tgtEl>
                                          </p:cBhvr>
                                        </p:animEffect>
                                      </p:childTnLst>
                                    </p:cTn>
                                  </p:par>
                                  <p:par>
                                    <p:cTn id="50" presetID="12" presetClass="entr" presetSubtype="1" fill="hold" grpId="0" nodeType="withEffect">
                                      <p:stCondLst>
                                        <p:cond delay="1000"/>
                                      </p:stCondLst>
                                      <p:childTnLst>
                                        <p:set>
                                          <p:cBhvr>
                                            <p:cTn id="51" dur="1" fill="hold">
                                              <p:stCondLst>
                                                <p:cond delay="0"/>
                                              </p:stCondLst>
                                            </p:cTn>
                                            <p:tgtEl>
                                              <p:spTgt spid="22"/>
                                            </p:tgtEl>
                                            <p:attrNameLst>
                                              <p:attrName>style.visibility</p:attrName>
                                            </p:attrNameLst>
                                          </p:cBhvr>
                                          <p:to>
                                            <p:strVal val="visible"/>
                                          </p:to>
                                        </p:set>
                                        <p:anim calcmode="lin" valueType="num">
                                          <p:cBhvr additive="base">
                                            <p:cTn id="52" dur="500"/>
                                            <p:tgtEl>
                                              <p:spTgt spid="22"/>
                                            </p:tgtEl>
                                            <p:attrNameLst>
                                              <p:attrName>ppt_y</p:attrName>
                                            </p:attrNameLst>
                                          </p:cBhvr>
                                          <p:tavLst>
                                            <p:tav tm="0">
                                              <p:val>
                                                <p:strVal val="#ppt_y-#ppt_h*1.125000"/>
                                              </p:val>
                                            </p:tav>
                                            <p:tav tm="100000">
                                              <p:val>
                                                <p:strVal val="#ppt_y"/>
                                              </p:val>
                                            </p:tav>
                                          </p:tavLst>
                                        </p:anim>
                                        <p:animEffect transition="in" filter="wipe(down)">
                                          <p:cBhvr>
                                            <p:cTn id="53" dur="500"/>
                                            <p:tgtEl>
                                              <p:spTgt spid="22"/>
                                            </p:tgtEl>
                                          </p:cBhvr>
                                        </p:animEffect>
                                      </p:childTnLst>
                                    </p:cTn>
                                  </p:par>
                                  <p:par>
                                    <p:cTn id="54" presetID="12" presetClass="entr" presetSubtype="1" fill="hold" grpId="0" nodeType="withEffect">
                                      <p:stCondLst>
                                        <p:cond delay="1200"/>
                                      </p:stCondLst>
                                      <p:childTnLst>
                                        <p:set>
                                          <p:cBhvr>
                                            <p:cTn id="55" dur="1" fill="hold">
                                              <p:stCondLst>
                                                <p:cond delay="0"/>
                                              </p:stCondLst>
                                            </p:cTn>
                                            <p:tgtEl>
                                              <p:spTgt spid="20"/>
                                            </p:tgtEl>
                                            <p:attrNameLst>
                                              <p:attrName>style.visibility</p:attrName>
                                            </p:attrNameLst>
                                          </p:cBhvr>
                                          <p:to>
                                            <p:strVal val="visible"/>
                                          </p:to>
                                        </p:set>
                                        <p:anim calcmode="lin" valueType="num">
                                          <p:cBhvr additive="base">
                                            <p:cTn id="56" dur="500"/>
                                            <p:tgtEl>
                                              <p:spTgt spid="20"/>
                                            </p:tgtEl>
                                            <p:attrNameLst>
                                              <p:attrName>ppt_y</p:attrName>
                                            </p:attrNameLst>
                                          </p:cBhvr>
                                          <p:tavLst>
                                            <p:tav tm="0">
                                              <p:val>
                                                <p:strVal val="#ppt_y-#ppt_h*1.125000"/>
                                              </p:val>
                                            </p:tav>
                                            <p:tav tm="100000">
                                              <p:val>
                                                <p:strVal val="#ppt_y"/>
                                              </p:val>
                                            </p:tav>
                                          </p:tavLst>
                                        </p:anim>
                                        <p:animEffect transition="in" filter="wipe(down)">
                                          <p:cBhvr>
                                            <p:cTn id="57" dur="500"/>
                                            <p:tgtEl>
                                              <p:spTgt spid="20"/>
                                            </p:tgtEl>
                                          </p:cBhvr>
                                        </p:animEffect>
                                      </p:childTnLst>
                                    </p:cTn>
                                  </p:par>
                                  <p:par>
                                    <p:cTn id="58" presetID="12" presetClass="entr" presetSubtype="1" fill="hold" grpId="0" nodeType="withEffect">
                                      <p:stCondLst>
                                        <p:cond delay="1400"/>
                                      </p:stCondLst>
                                      <p:childTnLst>
                                        <p:set>
                                          <p:cBhvr>
                                            <p:cTn id="59" dur="1" fill="hold">
                                              <p:stCondLst>
                                                <p:cond delay="0"/>
                                              </p:stCondLst>
                                            </p:cTn>
                                            <p:tgtEl>
                                              <p:spTgt spid="23"/>
                                            </p:tgtEl>
                                            <p:attrNameLst>
                                              <p:attrName>style.visibility</p:attrName>
                                            </p:attrNameLst>
                                          </p:cBhvr>
                                          <p:to>
                                            <p:strVal val="visible"/>
                                          </p:to>
                                        </p:set>
                                        <p:anim calcmode="lin" valueType="num">
                                          <p:cBhvr additive="base">
                                            <p:cTn id="60" dur="500"/>
                                            <p:tgtEl>
                                              <p:spTgt spid="23"/>
                                            </p:tgtEl>
                                            <p:attrNameLst>
                                              <p:attrName>ppt_y</p:attrName>
                                            </p:attrNameLst>
                                          </p:cBhvr>
                                          <p:tavLst>
                                            <p:tav tm="0">
                                              <p:val>
                                                <p:strVal val="#ppt_y-#ppt_h*1.125000"/>
                                              </p:val>
                                            </p:tav>
                                            <p:tav tm="100000">
                                              <p:val>
                                                <p:strVal val="#ppt_y"/>
                                              </p:val>
                                            </p:tav>
                                          </p:tavLst>
                                        </p:anim>
                                        <p:animEffect transition="in" filter="wipe(down)">
                                          <p:cBhvr>
                                            <p:cTn id="61" dur="500"/>
                                            <p:tgtEl>
                                              <p:spTgt spid="23"/>
                                            </p:tgtEl>
                                          </p:cBhvr>
                                        </p:animEffect>
                                      </p:childTnLst>
                                    </p:cTn>
                                  </p:par>
                                  <p:par>
                                    <p:cTn id="62" presetID="2" presetClass="entr" presetSubtype="1" fill="hold" grpId="0" nodeType="withEffect">
                                      <p:stCondLst>
                                        <p:cond delay="0"/>
                                      </p:stCondLst>
                                      <p:childTnLst>
                                        <p:set>
                                          <p:cBhvr>
                                            <p:cTn id="63" dur="1" fill="hold">
                                              <p:stCondLst>
                                                <p:cond delay="0"/>
                                              </p:stCondLst>
                                            </p:cTn>
                                            <p:tgtEl>
                                              <p:spTgt spid="33"/>
                                            </p:tgtEl>
                                            <p:attrNameLst>
                                              <p:attrName>style.visibility</p:attrName>
                                            </p:attrNameLst>
                                          </p:cBhvr>
                                          <p:to>
                                            <p:strVal val="visible"/>
                                          </p:to>
                                        </p:set>
                                        <p:anim calcmode="lin" valueType="num">
                                          <p:cBhvr additive="base">
                                            <p:cTn id="64" dur="1000" fill="hold"/>
                                            <p:tgtEl>
                                              <p:spTgt spid="33"/>
                                            </p:tgtEl>
                                            <p:attrNameLst>
                                              <p:attrName>ppt_x</p:attrName>
                                            </p:attrNameLst>
                                          </p:cBhvr>
                                          <p:tavLst>
                                            <p:tav tm="0">
                                              <p:val>
                                                <p:strVal val="#ppt_x"/>
                                              </p:val>
                                            </p:tav>
                                            <p:tav tm="100000">
                                              <p:val>
                                                <p:strVal val="#ppt_x"/>
                                              </p:val>
                                            </p:tav>
                                          </p:tavLst>
                                        </p:anim>
                                        <p:anim calcmode="lin" valueType="num">
                                          <p:cBhvr additive="base">
                                            <p:cTn id="65" dur="1000" fill="hold"/>
                                            <p:tgtEl>
                                              <p:spTgt spid="33"/>
                                            </p:tgtEl>
                                            <p:attrNameLst>
                                              <p:attrName>ppt_y</p:attrName>
                                            </p:attrNameLst>
                                          </p:cBhvr>
                                          <p:tavLst>
                                            <p:tav tm="0">
                                              <p:val>
                                                <p:strVal val="0-#ppt_h/2"/>
                                              </p:val>
                                            </p:tav>
                                            <p:tav tm="100000">
                                              <p:val>
                                                <p:strVal val="#ppt_y"/>
                                              </p:val>
                                            </p:tav>
                                          </p:tavLst>
                                        </p:anim>
                                      </p:childTnLst>
                                    </p:cTn>
                                  </p:par>
                                </p:childTnLst>
                              </p:cTn>
                            </p:par>
                            <p:par>
                              <p:cTn id="66" fill="hold">
                                <p:stCondLst>
                                  <p:cond delay="2900"/>
                                </p:stCondLst>
                                <p:childTnLst>
                                  <p:par>
                                    <p:cTn id="67" presetID="22" presetClass="entr" presetSubtype="8" fill="hold" nodeType="after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wipe(left)">
                                          <p:cBhvr>
                                            <p:cTn id="6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animBg="1"/>
          <p:bldP spid="12" grpId="0" animBg="1"/>
          <p:bldP spid="19" grpId="0" animBg="1"/>
          <p:bldP spid="20" grpId="0"/>
          <p:bldP spid="21" grpId="0"/>
          <p:bldP spid="22" grpId="0"/>
          <p:bldP spid="23" grpId="0"/>
          <p:bldP spid="24" grpId="0"/>
          <p:bldP spid="25" grpId="0"/>
          <p:bldP spid="33" grpId="0"/>
        </p:bldLst>
      </p:timing>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
          <p:cNvSpPr/>
          <p:nvPr/>
        </p:nvSpPr>
        <p:spPr bwMode="auto">
          <a:xfrm flipH="1">
            <a:off x="7505389" y="6160382"/>
            <a:ext cx="893635" cy="192253"/>
          </a:xfrm>
          <a:custGeom>
            <a:avLst/>
            <a:gdLst>
              <a:gd name="T0" fmla="*/ 20 w 23"/>
              <a:gd name="T1" fmla="*/ 0 h 5"/>
              <a:gd name="T2" fmla="*/ 3 w 23"/>
              <a:gd name="T3" fmla="*/ 0 h 5"/>
              <a:gd name="T4" fmla="*/ 0 w 23"/>
              <a:gd name="T5" fmla="*/ 2 h 5"/>
              <a:gd name="T6" fmla="*/ 3 w 23"/>
              <a:gd name="T7" fmla="*/ 5 h 5"/>
              <a:gd name="T8" fmla="*/ 20 w 23"/>
              <a:gd name="T9" fmla="*/ 5 h 5"/>
              <a:gd name="T10" fmla="*/ 23 w 23"/>
              <a:gd name="T11" fmla="*/ 2 h 5"/>
              <a:gd name="T12" fmla="*/ 20 w 2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23" h="5">
                <a:moveTo>
                  <a:pt x="20" y="0"/>
                </a:moveTo>
                <a:cubicBezTo>
                  <a:pt x="3" y="0"/>
                  <a:pt x="3" y="0"/>
                  <a:pt x="3" y="0"/>
                </a:cubicBezTo>
                <a:cubicBezTo>
                  <a:pt x="1" y="0"/>
                  <a:pt x="0" y="1"/>
                  <a:pt x="0" y="2"/>
                </a:cubicBezTo>
                <a:cubicBezTo>
                  <a:pt x="0" y="4"/>
                  <a:pt x="1" y="5"/>
                  <a:pt x="3" y="5"/>
                </a:cubicBezTo>
                <a:cubicBezTo>
                  <a:pt x="20" y="5"/>
                  <a:pt x="20" y="5"/>
                  <a:pt x="20" y="5"/>
                </a:cubicBezTo>
                <a:cubicBezTo>
                  <a:pt x="22" y="5"/>
                  <a:pt x="23" y="4"/>
                  <a:pt x="23" y="2"/>
                </a:cubicBezTo>
                <a:cubicBezTo>
                  <a:pt x="23" y="1"/>
                  <a:pt x="22" y="0"/>
                  <a:pt x="20" y="0"/>
                </a:cubicBez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55">
              <a:latin typeface="zihun95hao-shoukesong" pitchFamily="2" charset="-122"/>
              <a:ea typeface="zihun95hao-shoukesong" pitchFamily="2" charset="-122"/>
            </a:endParaRPr>
          </a:p>
        </p:txBody>
      </p:sp>
      <p:sp>
        <p:nvSpPr>
          <p:cNvPr id="5" name="Freeform 24"/>
          <p:cNvSpPr/>
          <p:nvPr/>
        </p:nvSpPr>
        <p:spPr>
          <a:xfrm flipH="1">
            <a:off x="7271163" y="5763309"/>
            <a:ext cx="1362084" cy="397072"/>
          </a:xfrm>
          <a:custGeom>
            <a:avLst/>
            <a:gdLst>
              <a:gd name="connsiteX0" fmla="*/ 0 w 2645228"/>
              <a:gd name="connsiteY0" fmla="*/ 0 h 496975"/>
              <a:gd name="connsiteX1" fmla="*/ 2645228 w 2645228"/>
              <a:gd name="connsiteY1" fmla="*/ 0 h 496975"/>
              <a:gd name="connsiteX2" fmla="*/ 2645228 w 2645228"/>
              <a:gd name="connsiteY2" fmla="*/ 56095 h 496975"/>
              <a:gd name="connsiteX3" fmla="*/ 2204348 w 2645228"/>
              <a:gd name="connsiteY3" fmla="*/ 496975 h 496975"/>
              <a:gd name="connsiteX4" fmla="*/ 440880 w 2645228"/>
              <a:gd name="connsiteY4" fmla="*/ 496975 h 496975"/>
              <a:gd name="connsiteX5" fmla="*/ 0 w 2645228"/>
              <a:gd name="connsiteY5" fmla="*/ 56095 h 496975"/>
              <a:gd name="connsiteX6" fmla="*/ 0 w 2645228"/>
              <a:gd name="connsiteY6" fmla="*/ 0 h 496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45228" h="496975">
                <a:moveTo>
                  <a:pt x="0" y="0"/>
                </a:moveTo>
                <a:lnTo>
                  <a:pt x="2645228" y="0"/>
                </a:lnTo>
                <a:lnTo>
                  <a:pt x="2645228" y="56095"/>
                </a:lnTo>
                <a:cubicBezTo>
                  <a:pt x="2645228" y="299586"/>
                  <a:pt x="2447839" y="496975"/>
                  <a:pt x="2204348" y="496975"/>
                </a:cubicBezTo>
                <a:lnTo>
                  <a:pt x="440880" y="496975"/>
                </a:lnTo>
                <a:cubicBezTo>
                  <a:pt x="197389" y="496975"/>
                  <a:pt x="0" y="299586"/>
                  <a:pt x="0" y="56095"/>
                </a:cubicBezTo>
                <a:lnTo>
                  <a:pt x="0"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45">
              <a:solidFill>
                <a:schemeClr val="tx1"/>
              </a:solidFill>
              <a:latin typeface="zihun95hao-shoukesong" pitchFamily="2" charset="-122"/>
              <a:ea typeface="zihun95hao-shoukesong" pitchFamily="2" charset="-122"/>
            </a:endParaRPr>
          </a:p>
        </p:txBody>
      </p:sp>
      <p:sp>
        <p:nvSpPr>
          <p:cNvPr id="6" name="Freeform 25"/>
          <p:cNvSpPr/>
          <p:nvPr/>
        </p:nvSpPr>
        <p:spPr>
          <a:xfrm flipH="1">
            <a:off x="7648403" y="6432779"/>
            <a:ext cx="607608" cy="129708"/>
          </a:xfrm>
          <a:custGeom>
            <a:avLst/>
            <a:gdLst>
              <a:gd name="connsiteX0" fmla="*/ 0 w 694404"/>
              <a:gd name="connsiteY0" fmla="*/ 0 h 288475"/>
              <a:gd name="connsiteX1" fmla="*/ 694404 w 694404"/>
              <a:gd name="connsiteY1" fmla="*/ 0 h 288475"/>
              <a:gd name="connsiteX2" fmla="*/ 693800 w 694404"/>
              <a:gd name="connsiteY2" fmla="*/ 5989 h 288475"/>
              <a:gd name="connsiteX3" fmla="*/ 347202 w 694404"/>
              <a:gd name="connsiteY3" fmla="*/ 288475 h 288475"/>
              <a:gd name="connsiteX4" fmla="*/ 604 w 694404"/>
              <a:gd name="connsiteY4" fmla="*/ 5989 h 288475"/>
              <a:gd name="connsiteX5" fmla="*/ 0 w 694404"/>
              <a:gd name="connsiteY5" fmla="*/ 0 h 28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4404" h="288475">
                <a:moveTo>
                  <a:pt x="0" y="0"/>
                </a:moveTo>
                <a:lnTo>
                  <a:pt x="694404" y="0"/>
                </a:lnTo>
                <a:lnTo>
                  <a:pt x="693800" y="5989"/>
                </a:lnTo>
                <a:cubicBezTo>
                  <a:pt x="660811" y="167204"/>
                  <a:pt x="518169" y="288475"/>
                  <a:pt x="347202" y="288475"/>
                </a:cubicBezTo>
                <a:cubicBezTo>
                  <a:pt x="176235" y="288475"/>
                  <a:pt x="33593" y="167204"/>
                  <a:pt x="604" y="5989"/>
                </a:cubicBezTo>
                <a:lnTo>
                  <a:pt x="0" y="0"/>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45">
              <a:solidFill>
                <a:schemeClr val="tx1"/>
              </a:solidFill>
              <a:latin typeface="zihun95hao-shoukesong" pitchFamily="2" charset="-122"/>
              <a:ea typeface="zihun95hao-shoukesong" pitchFamily="2" charset="-122"/>
            </a:endParaRPr>
          </a:p>
        </p:txBody>
      </p:sp>
      <p:sp>
        <p:nvSpPr>
          <p:cNvPr id="7" name="Freeform 5"/>
          <p:cNvSpPr/>
          <p:nvPr/>
        </p:nvSpPr>
        <p:spPr bwMode="auto">
          <a:xfrm>
            <a:off x="7842902" y="4996094"/>
            <a:ext cx="177753" cy="525327"/>
          </a:xfrm>
          <a:custGeom>
            <a:avLst/>
            <a:gdLst>
              <a:gd name="T0" fmla="*/ 77 w 112"/>
              <a:gd name="T1" fmla="*/ 270 h 331"/>
              <a:gd name="T2" fmla="*/ 44 w 112"/>
              <a:gd name="T3" fmla="*/ 331 h 331"/>
              <a:gd name="T4" fmla="*/ 15 w 112"/>
              <a:gd name="T5" fmla="*/ 328 h 331"/>
              <a:gd name="T6" fmla="*/ 0 w 112"/>
              <a:gd name="T7" fmla="*/ 261 h 331"/>
              <a:gd name="T8" fmla="*/ 35 w 112"/>
              <a:gd name="T9" fmla="*/ 0 h 331"/>
              <a:gd name="T10" fmla="*/ 112 w 112"/>
              <a:gd name="T11" fmla="*/ 11 h 331"/>
              <a:gd name="T12" fmla="*/ 77 w 112"/>
              <a:gd name="T13" fmla="*/ 270 h 331"/>
            </a:gdLst>
            <a:ahLst/>
            <a:cxnLst>
              <a:cxn ang="0">
                <a:pos x="T0" y="T1"/>
              </a:cxn>
              <a:cxn ang="0">
                <a:pos x="T2" y="T3"/>
              </a:cxn>
              <a:cxn ang="0">
                <a:pos x="T4" y="T5"/>
              </a:cxn>
              <a:cxn ang="0">
                <a:pos x="T6" y="T7"/>
              </a:cxn>
              <a:cxn ang="0">
                <a:pos x="T8" y="T9"/>
              </a:cxn>
              <a:cxn ang="0">
                <a:pos x="T10" y="T11"/>
              </a:cxn>
              <a:cxn ang="0">
                <a:pos x="T12" y="T13"/>
              </a:cxn>
            </a:cxnLst>
            <a:rect l="0" t="0" r="r" b="b"/>
            <a:pathLst>
              <a:path w="112" h="331">
                <a:moveTo>
                  <a:pt x="77" y="270"/>
                </a:moveTo>
                <a:lnTo>
                  <a:pt x="44" y="331"/>
                </a:lnTo>
                <a:lnTo>
                  <a:pt x="15" y="328"/>
                </a:lnTo>
                <a:lnTo>
                  <a:pt x="0" y="261"/>
                </a:lnTo>
                <a:lnTo>
                  <a:pt x="35" y="0"/>
                </a:lnTo>
                <a:lnTo>
                  <a:pt x="112" y="11"/>
                </a:lnTo>
                <a:lnTo>
                  <a:pt x="77" y="27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 name="Freeform 6"/>
          <p:cNvSpPr/>
          <p:nvPr/>
        </p:nvSpPr>
        <p:spPr bwMode="auto">
          <a:xfrm>
            <a:off x="7893687" y="4902455"/>
            <a:ext cx="139664" cy="161883"/>
          </a:xfrm>
          <a:custGeom>
            <a:avLst/>
            <a:gdLst>
              <a:gd name="T0" fmla="*/ 58 w 64"/>
              <a:gd name="T1" fmla="*/ 48 h 74"/>
              <a:gd name="T2" fmla="*/ 27 w 64"/>
              <a:gd name="T3" fmla="*/ 72 h 74"/>
              <a:gd name="T4" fmla="*/ 26 w 64"/>
              <a:gd name="T5" fmla="*/ 72 h 74"/>
              <a:gd name="T6" fmla="*/ 2 w 64"/>
              <a:gd name="T7" fmla="*/ 41 h 74"/>
              <a:gd name="T8" fmla="*/ 6 w 64"/>
              <a:gd name="T9" fmla="*/ 15 h 74"/>
              <a:gd name="T10" fmla="*/ 35 w 64"/>
              <a:gd name="T11" fmla="*/ 7 h 74"/>
              <a:gd name="T12" fmla="*/ 36 w 64"/>
              <a:gd name="T13" fmla="*/ 7 h 74"/>
              <a:gd name="T14" fmla="*/ 62 w 64"/>
              <a:gd name="T15" fmla="*/ 22 h 74"/>
              <a:gd name="T16" fmla="*/ 58 w 64"/>
              <a:gd name="T17" fmla="*/ 4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74">
                <a:moveTo>
                  <a:pt x="58" y="48"/>
                </a:moveTo>
                <a:cubicBezTo>
                  <a:pt x="56" y="63"/>
                  <a:pt x="42" y="74"/>
                  <a:pt x="27" y="72"/>
                </a:cubicBezTo>
                <a:cubicBezTo>
                  <a:pt x="26" y="72"/>
                  <a:pt x="26" y="72"/>
                  <a:pt x="26" y="72"/>
                </a:cubicBezTo>
                <a:cubicBezTo>
                  <a:pt x="11" y="70"/>
                  <a:pt x="0" y="56"/>
                  <a:pt x="2" y="41"/>
                </a:cubicBezTo>
                <a:cubicBezTo>
                  <a:pt x="6" y="15"/>
                  <a:pt x="6" y="15"/>
                  <a:pt x="6" y="15"/>
                </a:cubicBezTo>
                <a:cubicBezTo>
                  <a:pt x="8" y="0"/>
                  <a:pt x="20" y="5"/>
                  <a:pt x="35" y="7"/>
                </a:cubicBezTo>
                <a:cubicBezTo>
                  <a:pt x="36" y="7"/>
                  <a:pt x="36" y="7"/>
                  <a:pt x="36" y="7"/>
                </a:cubicBezTo>
                <a:cubicBezTo>
                  <a:pt x="51" y="9"/>
                  <a:pt x="64" y="7"/>
                  <a:pt x="62" y="22"/>
                </a:cubicBezTo>
                <a:lnTo>
                  <a:pt x="58" y="48"/>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 name="Freeform 7"/>
          <p:cNvSpPr/>
          <p:nvPr/>
        </p:nvSpPr>
        <p:spPr bwMode="auto">
          <a:xfrm>
            <a:off x="7877817" y="4961176"/>
            <a:ext cx="152360" cy="147600"/>
          </a:xfrm>
          <a:custGeom>
            <a:avLst/>
            <a:gdLst>
              <a:gd name="T0" fmla="*/ 85 w 96"/>
              <a:gd name="T1" fmla="*/ 93 h 93"/>
              <a:gd name="T2" fmla="*/ 0 w 96"/>
              <a:gd name="T3" fmla="*/ 81 h 93"/>
              <a:gd name="T4" fmla="*/ 11 w 96"/>
              <a:gd name="T5" fmla="*/ 0 h 93"/>
              <a:gd name="T6" fmla="*/ 96 w 96"/>
              <a:gd name="T7" fmla="*/ 12 h 93"/>
              <a:gd name="T8" fmla="*/ 85 w 96"/>
              <a:gd name="T9" fmla="*/ 93 h 93"/>
            </a:gdLst>
            <a:ahLst/>
            <a:cxnLst>
              <a:cxn ang="0">
                <a:pos x="T0" y="T1"/>
              </a:cxn>
              <a:cxn ang="0">
                <a:pos x="T2" y="T3"/>
              </a:cxn>
              <a:cxn ang="0">
                <a:pos x="T4" y="T5"/>
              </a:cxn>
              <a:cxn ang="0">
                <a:pos x="T6" y="T7"/>
              </a:cxn>
              <a:cxn ang="0">
                <a:pos x="T8" y="T9"/>
              </a:cxn>
            </a:cxnLst>
            <a:rect l="0" t="0" r="r" b="b"/>
            <a:pathLst>
              <a:path w="96" h="93">
                <a:moveTo>
                  <a:pt x="85" y="93"/>
                </a:moveTo>
                <a:lnTo>
                  <a:pt x="0" y="81"/>
                </a:lnTo>
                <a:lnTo>
                  <a:pt x="11" y="0"/>
                </a:lnTo>
                <a:lnTo>
                  <a:pt x="96" y="12"/>
                </a:lnTo>
                <a:lnTo>
                  <a:pt x="85" y="9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0" name="Freeform 8"/>
          <p:cNvSpPr/>
          <p:nvPr/>
        </p:nvSpPr>
        <p:spPr bwMode="auto">
          <a:xfrm>
            <a:off x="7866707" y="5502374"/>
            <a:ext cx="46027" cy="76180"/>
          </a:xfrm>
          <a:custGeom>
            <a:avLst/>
            <a:gdLst>
              <a:gd name="T0" fmla="*/ 0 w 21"/>
              <a:gd name="T1" fmla="*/ 5 h 35"/>
              <a:gd name="T2" fmla="*/ 5 w 21"/>
              <a:gd name="T3" fmla="*/ 26 h 35"/>
              <a:gd name="T4" fmla="*/ 21 w 21"/>
              <a:gd name="T5" fmla="*/ 9 h 35"/>
              <a:gd name="T6" fmla="*/ 0 w 21"/>
              <a:gd name="T7" fmla="*/ 5 h 35"/>
            </a:gdLst>
            <a:ahLst/>
            <a:cxnLst>
              <a:cxn ang="0">
                <a:pos x="T0" y="T1"/>
              </a:cxn>
              <a:cxn ang="0">
                <a:pos x="T2" y="T3"/>
              </a:cxn>
              <a:cxn ang="0">
                <a:pos x="T4" y="T5"/>
              </a:cxn>
              <a:cxn ang="0">
                <a:pos x="T6" y="T7"/>
              </a:cxn>
            </a:cxnLst>
            <a:rect l="0" t="0" r="r" b="b"/>
            <a:pathLst>
              <a:path w="21" h="35">
                <a:moveTo>
                  <a:pt x="0" y="5"/>
                </a:moveTo>
                <a:cubicBezTo>
                  <a:pt x="0" y="5"/>
                  <a:pt x="3" y="22"/>
                  <a:pt x="5" y="26"/>
                </a:cubicBezTo>
                <a:cubicBezTo>
                  <a:pt x="6" y="31"/>
                  <a:pt x="9" y="35"/>
                  <a:pt x="21" y="9"/>
                </a:cubicBezTo>
                <a:cubicBezTo>
                  <a:pt x="21" y="9"/>
                  <a:pt x="13" y="0"/>
                  <a:pt x="0" y="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1" name="Freeform 9"/>
          <p:cNvSpPr/>
          <p:nvPr/>
        </p:nvSpPr>
        <p:spPr bwMode="auto">
          <a:xfrm>
            <a:off x="8027005" y="4994506"/>
            <a:ext cx="176167" cy="525327"/>
          </a:xfrm>
          <a:custGeom>
            <a:avLst/>
            <a:gdLst>
              <a:gd name="T0" fmla="*/ 75 w 111"/>
              <a:gd name="T1" fmla="*/ 269 h 331"/>
              <a:gd name="T2" fmla="*/ 44 w 111"/>
              <a:gd name="T3" fmla="*/ 331 h 331"/>
              <a:gd name="T4" fmla="*/ 15 w 111"/>
              <a:gd name="T5" fmla="*/ 326 h 331"/>
              <a:gd name="T6" fmla="*/ 0 w 111"/>
              <a:gd name="T7" fmla="*/ 259 h 331"/>
              <a:gd name="T8" fmla="*/ 34 w 111"/>
              <a:gd name="T9" fmla="*/ 0 h 331"/>
              <a:gd name="T10" fmla="*/ 111 w 111"/>
              <a:gd name="T11" fmla="*/ 9 h 331"/>
              <a:gd name="T12" fmla="*/ 75 w 111"/>
              <a:gd name="T13" fmla="*/ 269 h 331"/>
            </a:gdLst>
            <a:ahLst/>
            <a:cxnLst>
              <a:cxn ang="0">
                <a:pos x="T0" y="T1"/>
              </a:cxn>
              <a:cxn ang="0">
                <a:pos x="T2" y="T3"/>
              </a:cxn>
              <a:cxn ang="0">
                <a:pos x="T4" y="T5"/>
              </a:cxn>
              <a:cxn ang="0">
                <a:pos x="T6" y="T7"/>
              </a:cxn>
              <a:cxn ang="0">
                <a:pos x="T8" y="T9"/>
              </a:cxn>
              <a:cxn ang="0">
                <a:pos x="T10" y="T11"/>
              </a:cxn>
              <a:cxn ang="0">
                <a:pos x="T12" y="T13"/>
              </a:cxn>
            </a:cxnLst>
            <a:rect l="0" t="0" r="r" b="b"/>
            <a:pathLst>
              <a:path w="111" h="331">
                <a:moveTo>
                  <a:pt x="75" y="269"/>
                </a:moveTo>
                <a:lnTo>
                  <a:pt x="44" y="331"/>
                </a:lnTo>
                <a:lnTo>
                  <a:pt x="15" y="326"/>
                </a:lnTo>
                <a:lnTo>
                  <a:pt x="0" y="259"/>
                </a:lnTo>
                <a:lnTo>
                  <a:pt x="34" y="0"/>
                </a:lnTo>
                <a:lnTo>
                  <a:pt x="111" y="9"/>
                </a:lnTo>
                <a:lnTo>
                  <a:pt x="75" y="269"/>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2" name="Freeform 10"/>
          <p:cNvSpPr/>
          <p:nvPr/>
        </p:nvSpPr>
        <p:spPr bwMode="auto">
          <a:xfrm>
            <a:off x="8076203" y="4897693"/>
            <a:ext cx="139664" cy="161883"/>
          </a:xfrm>
          <a:custGeom>
            <a:avLst/>
            <a:gdLst>
              <a:gd name="T0" fmla="*/ 58 w 64"/>
              <a:gd name="T1" fmla="*/ 48 h 74"/>
              <a:gd name="T2" fmla="*/ 27 w 64"/>
              <a:gd name="T3" fmla="*/ 72 h 74"/>
              <a:gd name="T4" fmla="*/ 26 w 64"/>
              <a:gd name="T5" fmla="*/ 72 h 74"/>
              <a:gd name="T6" fmla="*/ 2 w 64"/>
              <a:gd name="T7" fmla="*/ 41 h 74"/>
              <a:gd name="T8" fmla="*/ 6 w 64"/>
              <a:gd name="T9" fmla="*/ 15 h 74"/>
              <a:gd name="T10" fmla="*/ 35 w 64"/>
              <a:gd name="T11" fmla="*/ 7 h 74"/>
              <a:gd name="T12" fmla="*/ 36 w 64"/>
              <a:gd name="T13" fmla="*/ 7 h 74"/>
              <a:gd name="T14" fmla="*/ 61 w 64"/>
              <a:gd name="T15" fmla="*/ 23 h 74"/>
              <a:gd name="T16" fmla="*/ 58 w 64"/>
              <a:gd name="T17" fmla="*/ 4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74">
                <a:moveTo>
                  <a:pt x="58" y="48"/>
                </a:moveTo>
                <a:cubicBezTo>
                  <a:pt x="56" y="64"/>
                  <a:pt x="42" y="74"/>
                  <a:pt x="27" y="72"/>
                </a:cubicBezTo>
                <a:cubicBezTo>
                  <a:pt x="26" y="72"/>
                  <a:pt x="26" y="72"/>
                  <a:pt x="26" y="72"/>
                </a:cubicBezTo>
                <a:cubicBezTo>
                  <a:pt x="11" y="70"/>
                  <a:pt x="0" y="56"/>
                  <a:pt x="2" y="41"/>
                </a:cubicBezTo>
                <a:cubicBezTo>
                  <a:pt x="6" y="15"/>
                  <a:pt x="6" y="15"/>
                  <a:pt x="6" y="15"/>
                </a:cubicBezTo>
                <a:cubicBezTo>
                  <a:pt x="8" y="0"/>
                  <a:pt x="20" y="5"/>
                  <a:pt x="35" y="7"/>
                </a:cubicBezTo>
                <a:cubicBezTo>
                  <a:pt x="36" y="7"/>
                  <a:pt x="36" y="7"/>
                  <a:pt x="36" y="7"/>
                </a:cubicBezTo>
                <a:cubicBezTo>
                  <a:pt x="51" y="9"/>
                  <a:pt x="64" y="7"/>
                  <a:pt x="61" y="23"/>
                </a:cubicBezTo>
                <a:lnTo>
                  <a:pt x="58" y="48"/>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3" name="Freeform 11"/>
          <p:cNvSpPr/>
          <p:nvPr/>
        </p:nvSpPr>
        <p:spPr bwMode="auto">
          <a:xfrm>
            <a:off x="8061919" y="4959590"/>
            <a:ext cx="152360" cy="146012"/>
          </a:xfrm>
          <a:custGeom>
            <a:avLst/>
            <a:gdLst>
              <a:gd name="T0" fmla="*/ 85 w 96"/>
              <a:gd name="T1" fmla="*/ 92 h 92"/>
              <a:gd name="T2" fmla="*/ 0 w 96"/>
              <a:gd name="T3" fmla="*/ 81 h 92"/>
              <a:gd name="T4" fmla="*/ 11 w 96"/>
              <a:gd name="T5" fmla="*/ 0 h 92"/>
              <a:gd name="T6" fmla="*/ 96 w 96"/>
              <a:gd name="T7" fmla="*/ 11 h 92"/>
              <a:gd name="T8" fmla="*/ 85 w 96"/>
              <a:gd name="T9" fmla="*/ 92 h 92"/>
            </a:gdLst>
            <a:ahLst/>
            <a:cxnLst>
              <a:cxn ang="0">
                <a:pos x="T0" y="T1"/>
              </a:cxn>
              <a:cxn ang="0">
                <a:pos x="T2" y="T3"/>
              </a:cxn>
              <a:cxn ang="0">
                <a:pos x="T4" y="T5"/>
              </a:cxn>
              <a:cxn ang="0">
                <a:pos x="T6" y="T7"/>
              </a:cxn>
              <a:cxn ang="0">
                <a:pos x="T8" y="T9"/>
              </a:cxn>
            </a:cxnLst>
            <a:rect l="0" t="0" r="r" b="b"/>
            <a:pathLst>
              <a:path w="96" h="92">
                <a:moveTo>
                  <a:pt x="85" y="92"/>
                </a:moveTo>
                <a:lnTo>
                  <a:pt x="0" y="81"/>
                </a:lnTo>
                <a:lnTo>
                  <a:pt x="11" y="0"/>
                </a:lnTo>
                <a:lnTo>
                  <a:pt x="96" y="11"/>
                </a:lnTo>
                <a:lnTo>
                  <a:pt x="85" y="92"/>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4" name="Freeform 12"/>
          <p:cNvSpPr/>
          <p:nvPr/>
        </p:nvSpPr>
        <p:spPr bwMode="auto">
          <a:xfrm>
            <a:off x="8050809" y="5497613"/>
            <a:ext cx="46027" cy="76180"/>
          </a:xfrm>
          <a:custGeom>
            <a:avLst/>
            <a:gdLst>
              <a:gd name="T0" fmla="*/ 0 w 21"/>
              <a:gd name="T1" fmla="*/ 6 h 35"/>
              <a:gd name="T2" fmla="*/ 5 w 21"/>
              <a:gd name="T3" fmla="*/ 27 h 35"/>
              <a:gd name="T4" fmla="*/ 21 w 21"/>
              <a:gd name="T5" fmla="*/ 10 h 35"/>
              <a:gd name="T6" fmla="*/ 0 w 21"/>
              <a:gd name="T7" fmla="*/ 6 h 35"/>
            </a:gdLst>
            <a:ahLst/>
            <a:cxnLst>
              <a:cxn ang="0">
                <a:pos x="T0" y="T1"/>
              </a:cxn>
              <a:cxn ang="0">
                <a:pos x="T2" y="T3"/>
              </a:cxn>
              <a:cxn ang="0">
                <a:pos x="T4" y="T5"/>
              </a:cxn>
              <a:cxn ang="0">
                <a:pos x="T6" y="T7"/>
              </a:cxn>
            </a:cxnLst>
            <a:rect l="0" t="0" r="r" b="b"/>
            <a:pathLst>
              <a:path w="21" h="35">
                <a:moveTo>
                  <a:pt x="0" y="6"/>
                </a:moveTo>
                <a:cubicBezTo>
                  <a:pt x="0" y="6"/>
                  <a:pt x="3" y="22"/>
                  <a:pt x="5" y="27"/>
                </a:cubicBezTo>
                <a:cubicBezTo>
                  <a:pt x="6" y="31"/>
                  <a:pt x="9" y="35"/>
                  <a:pt x="21" y="10"/>
                </a:cubicBezTo>
                <a:cubicBezTo>
                  <a:pt x="21" y="10"/>
                  <a:pt x="13" y="0"/>
                  <a:pt x="0" y="6"/>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5" name="Freeform 13"/>
          <p:cNvSpPr/>
          <p:nvPr/>
        </p:nvSpPr>
        <p:spPr bwMode="auto">
          <a:xfrm>
            <a:off x="8187300" y="4997679"/>
            <a:ext cx="41264" cy="266631"/>
          </a:xfrm>
          <a:custGeom>
            <a:avLst/>
            <a:gdLst>
              <a:gd name="T0" fmla="*/ 4 w 19"/>
              <a:gd name="T1" fmla="*/ 0 h 122"/>
              <a:gd name="T2" fmla="*/ 19 w 19"/>
              <a:gd name="T3" fmla="*/ 16 h 122"/>
              <a:gd name="T4" fmla="*/ 7 w 19"/>
              <a:gd name="T5" fmla="*/ 115 h 122"/>
              <a:gd name="T6" fmla="*/ 0 w 19"/>
              <a:gd name="T7" fmla="*/ 121 h 122"/>
              <a:gd name="T8" fmla="*/ 10 w 19"/>
              <a:gd name="T9" fmla="*/ 43 h 122"/>
              <a:gd name="T10" fmla="*/ 5 w 19"/>
              <a:gd name="T11" fmla="*/ 34 h 122"/>
              <a:gd name="T12" fmla="*/ 4 w 19"/>
              <a:gd name="T13" fmla="*/ 0 h 122"/>
            </a:gdLst>
            <a:ahLst/>
            <a:cxnLst>
              <a:cxn ang="0">
                <a:pos x="T0" y="T1"/>
              </a:cxn>
              <a:cxn ang="0">
                <a:pos x="T2" y="T3"/>
              </a:cxn>
              <a:cxn ang="0">
                <a:pos x="T4" y="T5"/>
              </a:cxn>
              <a:cxn ang="0">
                <a:pos x="T6" y="T7"/>
              </a:cxn>
              <a:cxn ang="0">
                <a:pos x="T8" y="T9"/>
              </a:cxn>
              <a:cxn ang="0">
                <a:pos x="T10" y="T11"/>
              </a:cxn>
              <a:cxn ang="0">
                <a:pos x="T12" y="T13"/>
              </a:cxn>
            </a:cxnLst>
            <a:rect l="0" t="0" r="r" b="b"/>
            <a:pathLst>
              <a:path w="19" h="122">
                <a:moveTo>
                  <a:pt x="4" y="0"/>
                </a:moveTo>
                <a:cubicBezTo>
                  <a:pt x="4" y="0"/>
                  <a:pt x="18" y="10"/>
                  <a:pt x="19" y="16"/>
                </a:cubicBezTo>
                <a:cubicBezTo>
                  <a:pt x="19" y="21"/>
                  <a:pt x="7" y="115"/>
                  <a:pt x="7" y="115"/>
                </a:cubicBezTo>
                <a:cubicBezTo>
                  <a:pt x="7" y="115"/>
                  <a:pt x="8" y="122"/>
                  <a:pt x="0" y="121"/>
                </a:cubicBezTo>
                <a:cubicBezTo>
                  <a:pt x="10" y="43"/>
                  <a:pt x="10" y="43"/>
                  <a:pt x="10" y="43"/>
                </a:cubicBezTo>
                <a:cubicBezTo>
                  <a:pt x="5" y="34"/>
                  <a:pt x="5" y="34"/>
                  <a:pt x="5" y="34"/>
                </a:cubicBezTo>
                <a:cubicBezTo>
                  <a:pt x="4" y="0"/>
                  <a:pt x="4" y="0"/>
                  <a:pt x="4"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grpSp>
        <p:nvGrpSpPr>
          <p:cNvPr id="16" name="Group 123"/>
          <p:cNvGrpSpPr/>
          <p:nvPr/>
        </p:nvGrpSpPr>
        <p:grpSpPr>
          <a:xfrm>
            <a:off x="6952546" y="4875079"/>
            <a:ext cx="817351" cy="620552"/>
            <a:chOff x="7170738" y="4168775"/>
            <a:chExt cx="817563" cy="620713"/>
          </a:xfrm>
          <a:solidFill>
            <a:schemeClr val="accent1">
              <a:lumMod val="75000"/>
            </a:schemeClr>
          </a:solidFill>
        </p:grpSpPr>
        <p:sp>
          <p:nvSpPr>
            <p:cNvPr id="17" name="Freeform 14"/>
            <p:cNvSpPr/>
            <p:nvPr/>
          </p:nvSpPr>
          <p:spPr bwMode="auto">
            <a:xfrm>
              <a:off x="7170738" y="4168775"/>
              <a:ext cx="785813" cy="354013"/>
            </a:xfrm>
            <a:custGeom>
              <a:avLst/>
              <a:gdLst>
                <a:gd name="T0" fmla="*/ 246 w 495"/>
                <a:gd name="T1" fmla="*/ 223 h 223"/>
                <a:gd name="T2" fmla="*/ 0 w 495"/>
                <a:gd name="T3" fmla="*/ 111 h 223"/>
                <a:gd name="T4" fmla="*/ 252 w 495"/>
                <a:gd name="T5" fmla="*/ 0 h 223"/>
                <a:gd name="T6" fmla="*/ 495 w 495"/>
                <a:gd name="T7" fmla="*/ 109 h 223"/>
                <a:gd name="T8" fmla="*/ 246 w 495"/>
                <a:gd name="T9" fmla="*/ 223 h 223"/>
              </a:gdLst>
              <a:ahLst/>
              <a:cxnLst>
                <a:cxn ang="0">
                  <a:pos x="T0" y="T1"/>
                </a:cxn>
                <a:cxn ang="0">
                  <a:pos x="T2" y="T3"/>
                </a:cxn>
                <a:cxn ang="0">
                  <a:pos x="T4" y="T5"/>
                </a:cxn>
                <a:cxn ang="0">
                  <a:pos x="T6" y="T7"/>
                </a:cxn>
                <a:cxn ang="0">
                  <a:pos x="T8" y="T9"/>
                </a:cxn>
              </a:cxnLst>
              <a:rect l="0" t="0" r="r" b="b"/>
              <a:pathLst>
                <a:path w="495" h="223">
                  <a:moveTo>
                    <a:pt x="246" y="223"/>
                  </a:moveTo>
                  <a:lnTo>
                    <a:pt x="0" y="111"/>
                  </a:lnTo>
                  <a:lnTo>
                    <a:pt x="252" y="0"/>
                  </a:lnTo>
                  <a:lnTo>
                    <a:pt x="495" y="109"/>
                  </a:lnTo>
                  <a:lnTo>
                    <a:pt x="246" y="22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8" name="Rectangle 15"/>
            <p:cNvSpPr>
              <a:spLocks noChangeArrowheads="1"/>
            </p:cNvSpPr>
            <p:nvPr/>
          </p:nvSpPr>
          <p:spPr bwMode="auto">
            <a:xfrm>
              <a:off x="7924800" y="4335463"/>
              <a:ext cx="23813" cy="257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9" name="Oval 16"/>
            <p:cNvSpPr>
              <a:spLocks noChangeArrowheads="1"/>
            </p:cNvSpPr>
            <p:nvPr/>
          </p:nvSpPr>
          <p:spPr bwMode="auto">
            <a:xfrm>
              <a:off x="7897813" y="4564063"/>
              <a:ext cx="76200" cy="7778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0" name="Freeform 17"/>
            <p:cNvSpPr/>
            <p:nvPr/>
          </p:nvSpPr>
          <p:spPr bwMode="auto">
            <a:xfrm>
              <a:off x="7888288" y="4605338"/>
              <a:ext cx="55563" cy="171450"/>
            </a:xfrm>
            <a:custGeom>
              <a:avLst/>
              <a:gdLst>
                <a:gd name="T0" fmla="*/ 14 w 26"/>
                <a:gd name="T1" fmla="*/ 4 h 79"/>
                <a:gd name="T2" fmla="*/ 6 w 26"/>
                <a:gd name="T3" fmla="*/ 79 h 79"/>
                <a:gd name="T4" fmla="*/ 26 w 26"/>
                <a:gd name="T5" fmla="*/ 79 h 79"/>
                <a:gd name="T6" fmla="*/ 26 w 26"/>
                <a:gd name="T7" fmla="*/ 0 h 79"/>
                <a:gd name="T8" fmla="*/ 14 w 26"/>
                <a:gd name="T9" fmla="*/ 4 h 79"/>
              </a:gdLst>
              <a:ahLst/>
              <a:cxnLst>
                <a:cxn ang="0">
                  <a:pos x="T0" y="T1"/>
                </a:cxn>
                <a:cxn ang="0">
                  <a:pos x="T2" y="T3"/>
                </a:cxn>
                <a:cxn ang="0">
                  <a:pos x="T4" y="T5"/>
                </a:cxn>
                <a:cxn ang="0">
                  <a:pos x="T6" y="T7"/>
                </a:cxn>
                <a:cxn ang="0">
                  <a:pos x="T8" y="T9"/>
                </a:cxn>
              </a:cxnLst>
              <a:rect l="0" t="0" r="r" b="b"/>
              <a:pathLst>
                <a:path w="26" h="79">
                  <a:moveTo>
                    <a:pt x="14" y="4"/>
                  </a:moveTo>
                  <a:cubicBezTo>
                    <a:pt x="14" y="4"/>
                    <a:pt x="0" y="34"/>
                    <a:pt x="6" y="79"/>
                  </a:cubicBezTo>
                  <a:cubicBezTo>
                    <a:pt x="26" y="79"/>
                    <a:pt x="26" y="79"/>
                    <a:pt x="26" y="79"/>
                  </a:cubicBezTo>
                  <a:cubicBezTo>
                    <a:pt x="26" y="0"/>
                    <a:pt x="26" y="0"/>
                    <a:pt x="26" y="0"/>
                  </a:cubicBezTo>
                  <a:cubicBezTo>
                    <a:pt x="26" y="0"/>
                    <a:pt x="14" y="7"/>
                    <a:pt x="1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1" name="Freeform 18"/>
            <p:cNvSpPr/>
            <p:nvPr/>
          </p:nvSpPr>
          <p:spPr bwMode="auto">
            <a:xfrm>
              <a:off x="7932738" y="4605338"/>
              <a:ext cx="55563" cy="171450"/>
            </a:xfrm>
            <a:custGeom>
              <a:avLst/>
              <a:gdLst>
                <a:gd name="T0" fmla="*/ 11 w 25"/>
                <a:gd name="T1" fmla="*/ 4 h 79"/>
                <a:gd name="T2" fmla="*/ 20 w 25"/>
                <a:gd name="T3" fmla="*/ 79 h 79"/>
                <a:gd name="T4" fmla="*/ 0 w 25"/>
                <a:gd name="T5" fmla="*/ 79 h 79"/>
                <a:gd name="T6" fmla="*/ 0 w 25"/>
                <a:gd name="T7" fmla="*/ 0 h 79"/>
                <a:gd name="T8" fmla="*/ 11 w 25"/>
                <a:gd name="T9" fmla="*/ 4 h 79"/>
              </a:gdLst>
              <a:ahLst/>
              <a:cxnLst>
                <a:cxn ang="0">
                  <a:pos x="T0" y="T1"/>
                </a:cxn>
                <a:cxn ang="0">
                  <a:pos x="T2" y="T3"/>
                </a:cxn>
                <a:cxn ang="0">
                  <a:pos x="T4" y="T5"/>
                </a:cxn>
                <a:cxn ang="0">
                  <a:pos x="T6" y="T7"/>
                </a:cxn>
                <a:cxn ang="0">
                  <a:pos x="T8" y="T9"/>
                </a:cxn>
              </a:cxnLst>
              <a:rect l="0" t="0" r="r" b="b"/>
              <a:pathLst>
                <a:path w="25" h="79">
                  <a:moveTo>
                    <a:pt x="11" y="4"/>
                  </a:moveTo>
                  <a:cubicBezTo>
                    <a:pt x="11" y="4"/>
                    <a:pt x="25" y="34"/>
                    <a:pt x="20" y="79"/>
                  </a:cubicBezTo>
                  <a:cubicBezTo>
                    <a:pt x="0" y="79"/>
                    <a:pt x="0" y="79"/>
                    <a:pt x="0" y="79"/>
                  </a:cubicBezTo>
                  <a:cubicBezTo>
                    <a:pt x="0" y="0"/>
                    <a:pt x="0" y="0"/>
                    <a:pt x="0" y="0"/>
                  </a:cubicBezTo>
                  <a:cubicBezTo>
                    <a:pt x="0" y="0"/>
                    <a:pt x="11" y="7"/>
                    <a:pt x="1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2" name="Freeform 19"/>
            <p:cNvSpPr/>
            <p:nvPr/>
          </p:nvSpPr>
          <p:spPr bwMode="auto">
            <a:xfrm>
              <a:off x="7327900" y="4449763"/>
              <a:ext cx="455613" cy="339725"/>
            </a:xfrm>
            <a:custGeom>
              <a:avLst/>
              <a:gdLst>
                <a:gd name="T0" fmla="*/ 209 w 209"/>
                <a:gd name="T1" fmla="*/ 0 h 156"/>
                <a:gd name="T2" fmla="*/ 104 w 209"/>
                <a:gd name="T3" fmla="*/ 49 h 156"/>
                <a:gd name="T4" fmla="*/ 0 w 209"/>
                <a:gd name="T5" fmla="*/ 0 h 156"/>
                <a:gd name="T6" fmla="*/ 0 w 209"/>
                <a:gd name="T7" fmla="*/ 120 h 156"/>
                <a:gd name="T8" fmla="*/ 102 w 209"/>
                <a:gd name="T9" fmla="*/ 156 h 156"/>
                <a:gd name="T10" fmla="*/ 102 w 209"/>
                <a:gd name="T11" fmla="*/ 156 h 156"/>
                <a:gd name="T12" fmla="*/ 104 w 209"/>
                <a:gd name="T13" fmla="*/ 156 h 156"/>
                <a:gd name="T14" fmla="*/ 107 w 209"/>
                <a:gd name="T15" fmla="*/ 156 h 156"/>
                <a:gd name="T16" fmla="*/ 107 w 209"/>
                <a:gd name="T17" fmla="*/ 156 h 156"/>
                <a:gd name="T18" fmla="*/ 209 w 209"/>
                <a:gd name="T19" fmla="*/ 120 h 156"/>
                <a:gd name="T20" fmla="*/ 209 w 209"/>
                <a:gd name="T2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9" h="156">
                  <a:moveTo>
                    <a:pt x="209" y="0"/>
                  </a:moveTo>
                  <a:cubicBezTo>
                    <a:pt x="209" y="1"/>
                    <a:pt x="121" y="41"/>
                    <a:pt x="104" y="49"/>
                  </a:cubicBezTo>
                  <a:cubicBezTo>
                    <a:pt x="87" y="41"/>
                    <a:pt x="0" y="1"/>
                    <a:pt x="0" y="0"/>
                  </a:cubicBezTo>
                  <a:cubicBezTo>
                    <a:pt x="0" y="120"/>
                    <a:pt x="0" y="120"/>
                    <a:pt x="0" y="120"/>
                  </a:cubicBezTo>
                  <a:cubicBezTo>
                    <a:pt x="28" y="150"/>
                    <a:pt x="84" y="155"/>
                    <a:pt x="102" y="156"/>
                  </a:cubicBezTo>
                  <a:cubicBezTo>
                    <a:pt x="102" y="156"/>
                    <a:pt x="102" y="156"/>
                    <a:pt x="102" y="156"/>
                  </a:cubicBezTo>
                  <a:cubicBezTo>
                    <a:pt x="102" y="156"/>
                    <a:pt x="103" y="156"/>
                    <a:pt x="104" y="156"/>
                  </a:cubicBezTo>
                  <a:cubicBezTo>
                    <a:pt x="106" y="156"/>
                    <a:pt x="107" y="156"/>
                    <a:pt x="107" y="156"/>
                  </a:cubicBezTo>
                  <a:cubicBezTo>
                    <a:pt x="107" y="156"/>
                    <a:pt x="107" y="156"/>
                    <a:pt x="107" y="156"/>
                  </a:cubicBezTo>
                  <a:cubicBezTo>
                    <a:pt x="125" y="155"/>
                    <a:pt x="181" y="150"/>
                    <a:pt x="209" y="120"/>
                  </a:cubicBezTo>
                  <a:lnTo>
                    <a:pt x="20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grpSp>
      <p:sp>
        <p:nvSpPr>
          <p:cNvPr id="23" name="Freeform 20"/>
          <p:cNvSpPr>
            <a:spLocks noEditPoints="1"/>
          </p:cNvSpPr>
          <p:nvPr/>
        </p:nvSpPr>
        <p:spPr bwMode="auto">
          <a:xfrm>
            <a:off x="6287557" y="2756713"/>
            <a:ext cx="477713" cy="503107"/>
          </a:xfrm>
          <a:custGeom>
            <a:avLst/>
            <a:gdLst>
              <a:gd name="T0" fmla="*/ 168 w 219"/>
              <a:gd name="T1" fmla="*/ 224 h 231"/>
              <a:gd name="T2" fmla="*/ 197 w 219"/>
              <a:gd name="T3" fmla="*/ 212 h 231"/>
              <a:gd name="T4" fmla="*/ 168 w 219"/>
              <a:gd name="T5" fmla="*/ 132 h 231"/>
              <a:gd name="T6" fmla="*/ 168 w 219"/>
              <a:gd name="T7" fmla="*/ 150 h 231"/>
              <a:gd name="T8" fmla="*/ 192 w 219"/>
              <a:gd name="T9" fmla="*/ 190 h 231"/>
              <a:gd name="T10" fmla="*/ 168 w 219"/>
              <a:gd name="T11" fmla="*/ 209 h 231"/>
              <a:gd name="T12" fmla="*/ 168 w 219"/>
              <a:gd name="T13" fmla="*/ 224 h 231"/>
              <a:gd name="T14" fmla="*/ 168 w 219"/>
              <a:gd name="T15" fmla="*/ 203 h 231"/>
              <a:gd name="T16" fmla="*/ 168 w 219"/>
              <a:gd name="T17" fmla="*/ 157 h 231"/>
              <a:gd name="T18" fmla="*/ 181 w 219"/>
              <a:gd name="T19" fmla="*/ 187 h 231"/>
              <a:gd name="T20" fmla="*/ 168 w 219"/>
              <a:gd name="T21" fmla="*/ 203 h 231"/>
              <a:gd name="T22" fmla="*/ 146 w 219"/>
              <a:gd name="T23" fmla="*/ 112 h 231"/>
              <a:gd name="T24" fmla="*/ 141 w 219"/>
              <a:gd name="T25" fmla="*/ 98 h 231"/>
              <a:gd name="T26" fmla="*/ 141 w 219"/>
              <a:gd name="T27" fmla="*/ 44 h 231"/>
              <a:gd name="T28" fmla="*/ 146 w 219"/>
              <a:gd name="T29" fmla="*/ 37 h 231"/>
              <a:gd name="T30" fmla="*/ 148 w 219"/>
              <a:gd name="T31" fmla="*/ 37 h 231"/>
              <a:gd name="T32" fmla="*/ 148 w 219"/>
              <a:gd name="T33" fmla="*/ 14 h 231"/>
              <a:gd name="T34" fmla="*/ 146 w 219"/>
              <a:gd name="T35" fmla="*/ 14 h 231"/>
              <a:gd name="T36" fmla="*/ 146 w 219"/>
              <a:gd name="T37" fmla="*/ 13 h 231"/>
              <a:gd name="T38" fmla="*/ 114 w 219"/>
              <a:gd name="T39" fmla="*/ 0 h 231"/>
              <a:gd name="T40" fmla="*/ 81 w 219"/>
              <a:gd name="T41" fmla="*/ 13 h 231"/>
              <a:gd name="T42" fmla="*/ 81 w 219"/>
              <a:gd name="T43" fmla="*/ 14 h 231"/>
              <a:gd name="T44" fmla="*/ 80 w 219"/>
              <a:gd name="T45" fmla="*/ 14 h 231"/>
              <a:gd name="T46" fmla="*/ 80 w 219"/>
              <a:gd name="T47" fmla="*/ 37 h 231"/>
              <a:gd name="T48" fmla="*/ 81 w 219"/>
              <a:gd name="T49" fmla="*/ 37 h 231"/>
              <a:gd name="T50" fmla="*/ 90 w 219"/>
              <a:gd name="T51" fmla="*/ 45 h 231"/>
              <a:gd name="T52" fmla="*/ 90 w 219"/>
              <a:gd name="T53" fmla="*/ 98 h 231"/>
              <a:gd name="T54" fmla="*/ 83 w 219"/>
              <a:gd name="T55" fmla="*/ 112 h 231"/>
              <a:gd name="T56" fmla="*/ 31 w 219"/>
              <a:gd name="T57" fmla="*/ 212 h 231"/>
              <a:gd name="T58" fmla="*/ 114 w 219"/>
              <a:gd name="T59" fmla="*/ 230 h 231"/>
              <a:gd name="T60" fmla="*/ 168 w 219"/>
              <a:gd name="T61" fmla="*/ 224 h 231"/>
              <a:gd name="T62" fmla="*/ 168 w 219"/>
              <a:gd name="T63" fmla="*/ 209 h 231"/>
              <a:gd name="T64" fmla="*/ 144 w 219"/>
              <a:gd name="T65" fmla="*/ 212 h 231"/>
              <a:gd name="T66" fmla="*/ 144 w 219"/>
              <a:gd name="T67" fmla="*/ 212 h 231"/>
              <a:gd name="T68" fmla="*/ 168 w 219"/>
              <a:gd name="T69" fmla="*/ 203 h 231"/>
              <a:gd name="T70" fmla="*/ 168 w 219"/>
              <a:gd name="T71" fmla="*/ 157 h 231"/>
              <a:gd name="T72" fmla="*/ 149 w 219"/>
              <a:gd name="T73" fmla="*/ 134 h 231"/>
              <a:gd name="T74" fmla="*/ 168 w 219"/>
              <a:gd name="T75" fmla="*/ 150 h 231"/>
              <a:gd name="T76" fmla="*/ 168 w 219"/>
              <a:gd name="T77" fmla="*/ 132 h 231"/>
              <a:gd name="T78" fmla="*/ 146 w 219"/>
              <a:gd name="T79" fmla="*/ 1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9" h="231">
                <a:moveTo>
                  <a:pt x="168" y="224"/>
                </a:moveTo>
                <a:cubicBezTo>
                  <a:pt x="179" y="221"/>
                  <a:pt x="189" y="217"/>
                  <a:pt x="197" y="212"/>
                </a:cubicBezTo>
                <a:cubicBezTo>
                  <a:pt x="219" y="196"/>
                  <a:pt x="191" y="157"/>
                  <a:pt x="168" y="132"/>
                </a:cubicBezTo>
                <a:cubicBezTo>
                  <a:pt x="168" y="150"/>
                  <a:pt x="168" y="150"/>
                  <a:pt x="168" y="150"/>
                </a:cubicBezTo>
                <a:cubicBezTo>
                  <a:pt x="180" y="162"/>
                  <a:pt x="193" y="177"/>
                  <a:pt x="192" y="190"/>
                </a:cubicBezTo>
                <a:cubicBezTo>
                  <a:pt x="192" y="201"/>
                  <a:pt x="180" y="207"/>
                  <a:pt x="168" y="209"/>
                </a:cubicBezTo>
                <a:cubicBezTo>
                  <a:pt x="168" y="224"/>
                  <a:pt x="168" y="224"/>
                  <a:pt x="168" y="224"/>
                </a:cubicBezTo>
                <a:close/>
                <a:moveTo>
                  <a:pt x="168" y="203"/>
                </a:moveTo>
                <a:cubicBezTo>
                  <a:pt x="168" y="157"/>
                  <a:pt x="168" y="157"/>
                  <a:pt x="168" y="157"/>
                </a:cubicBezTo>
                <a:cubicBezTo>
                  <a:pt x="175" y="167"/>
                  <a:pt x="182" y="179"/>
                  <a:pt x="181" y="187"/>
                </a:cubicBezTo>
                <a:cubicBezTo>
                  <a:pt x="180" y="194"/>
                  <a:pt x="175" y="199"/>
                  <a:pt x="168" y="203"/>
                </a:cubicBezTo>
                <a:close/>
                <a:moveTo>
                  <a:pt x="146" y="112"/>
                </a:moveTo>
                <a:cubicBezTo>
                  <a:pt x="146" y="112"/>
                  <a:pt x="141" y="109"/>
                  <a:pt x="141" y="98"/>
                </a:cubicBezTo>
                <a:cubicBezTo>
                  <a:pt x="141" y="90"/>
                  <a:pt x="141" y="56"/>
                  <a:pt x="141" y="44"/>
                </a:cubicBezTo>
                <a:cubicBezTo>
                  <a:pt x="144" y="43"/>
                  <a:pt x="146" y="40"/>
                  <a:pt x="146" y="37"/>
                </a:cubicBezTo>
                <a:cubicBezTo>
                  <a:pt x="148" y="37"/>
                  <a:pt x="148" y="37"/>
                  <a:pt x="148" y="37"/>
                </a:cubicBezTo>
                <a:cubicBezTo>
                  <a:pt x="148" y="14"/>
                  <a:pt x="148" y="14"/>
                  <a:pt x="148" y="14"/>
                </a:cubicBezTo>
                <a:cubicBezTo>
                  <a:pt x="146" y="14"/>
                  <a:pt x="146" y="14"/>
                  <a:pt x="146" y="14"/>
                </a:cubicBezTo>
                <a:cubicBezTo>
                  <a:pt x="146" y="14"/>
                  <a:pt x="146" y="13"/>
                  <a:pt x="146" y="13"/>
                </a:cubicBezTo>
                <a:cubicBezTo>
                  <a:pt x="146" y="6"/>
                  <a:pt x="132" y="0"/>
                  <a:pt x="114" y="0"/>
                </a:cubicBezTo>
                <a:cubicBezTo>
                  <a:pt x="95" y="0"/>
                  <a:pt x="81" y="6"/>
                  <a:pt x="81" y="13"/>
                </a:cubicBezTo>
                <a:cubicBezTo>
                  <a:pt x="81" y="13"/>
                  <a:pt x="81" y="14"/>
                  <a:pt x="81" y="14"/>
                </a:cubicBezTo>
                <a:cubicBezTo>
                  <a:pt x="80" y="14"/>
                  <a:pt x="80" y="14"/>
                  <a:pt x="80" y="14"/>
                </a:cubicBezTo>
                <a:cubicBezTo>
                  <a:pt x="80" y="37"/>
                  <a:pt x="80" y="37"/>
                  <a:pt x="80" y="37"/>
                </a:cubicBezTo>
                <a:cubicBezTo>
                  <a:pt x="81" y="37"/>
                  <a:pt x="81" y="37"/>
                  <a:pt x="81" y="37"/>
                </a:cubicBezTo>
                <a:cubicBezTo>
                  <a:pt x="81" y="40"/>
                  <a:pt x="84" y="43"/>
                  <a:pt x="90" y="45"/>
                </a:cubicBezTo>
                <a:cubicBezTo>
                  <a:pt x="90" y="56"/>
                  <a:pt x="90" y="90"/>
                  <a:pt x="90" y="98"/>
                </a:cubicBezTo>
                <a:cubicBezTo>
                  <a:pt x="90" y="109"/>
                  <a:pt x="83" y="112"/>
                  <a:pt x="83" y="112"/>
                </a:cubicBezTo>
                <a:cubicBezTo>
                  <a:pt x="71" y="119"/>
                  <a:pt x="0" y="190"/>
                  <a:pt x="31" y="212"/>
                </a:cubicBezTo>
                <a:cubicBezTo>
                  <a:pt x="58" y="231"/>
                  <a:pt x="105" y="230"/>
                  <a:pt x="114" y="230"/>
                </a:cubicBezTo>
                <a:cubicBezTo>
                  <a:pt x="121" y="230"/>
                  <a:pt x="145" y="230"/>
                  <a:pt x="168" y="224"/>
                </a:cubicBezTo>
                <a:cubicBezTo>
                  <a:pt x="168" y="209"/>
                  <a:pt x="168" y="209"/>
                  <a:pt x="168" y="209"/>
                </a:cubicBezTo>
                <a:cubicBezTo>
                  <a:pt x="156" y="212"/>
                  <a:pt x="144" y="212"/>
                  <a:pt x="144" y="212"/>
                </a:cubicBezTo>
                <a:cubicBezTo>
                  <a:pt x="144" y="212"/>
                  <a:pt x="144" y="212"/>
                  <a:pt x="144" y="212"/>
                </a:cubicBezTo>
                <a:cubicBezTo>
                  <a:pt x="144" y="212"/>
                  <a:pt x="158" y="210"/>
                  <a:pt x="168" y="203"/>
                </a:cubicBezTo>
                <a:cubicBezTo>
                  <a:pt x="168" y="157"/>
                  <a:pt x="168" y="157"/>
                  <a:pt x="168" y="157"/>
                </a:cubicBezTo>
                <a:cubicBezTo>
                  <a:pt x="159" y="144"/>
                  <a:pt x="149" y="134"/>
                  <a:pt x="149" y="134"/>
                </a:cubicBezTo>
                <a:cubicBezTo>
                  <a:pt x="149" y="134"/>
                  <a:pt x="158" y="141"/>
                  <a:pt x="168" y="150"/>
                </a:cubicBezTo>
                <a:cubicBezTo>
                  <a:pt x="168" y="132"/>
                  <a:pt x="168" y="132"/>
                  <a:pt x="168" y="132"/>
                </a:cubicBezTo>
                <a:cubicBezTo>
                  <a:pt x="159" y="122"/>
                  <a:pt x="150" y="114"/>
                  <a:pt x="146" y="112"/>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4" name="Oval 21"/>
          <p:cNvSpPr>
            <a:spLocks noChangeArrowheads="1"/>
          </p:cNvSpPr>
          <p:nvPr/>
        </p:nvSpPr>
        <p:spPr bwMode="auto">
          <a:xfrm>
            <a:off x="9336351" y="2639268"/>
            <a:ext cx="141251" cy="141251"/>
          </a:xfrm>
          <a:prstGeom prst="ellipse">
            <a:avLst/>
          </a:pr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5" name="Freeform 22"/>
          <p:cNvSpPr/>
          <p:nvPr/>
        </p:nvSpPr>
        <p:spPr bwMode="auto">
          <a:xfrm>
            <a:off x="9387136" y="2744016"/>
            <a:ext cx="222192" cy="463429"/>
          </a:xfrm>
          <a:custGeom>
            <a:avLst/>
            <a:gdLst>
              <a:gd name="T0" fmla="*/ 0 w 102"/>
              <a:gd name="T1" fmla="*/ 6 h 213"/>
              <a:gd name="T2" fmla="*/ 68 w 102"/>
              <a:gd name="T3" fmla="*/ 184 h 213"/>
              <a:gd name="T4" fmla="*/ 99 w 102"/>
              <a:gd name="T5" fmla="*/ 213 h 213"/>
              <a:gd name="T6" fmla="*/ 23 w 102"/>
              <a:gd name="T7" fmla="*/ 0 h 213"/>
              <a:gd name="T8" fmla="*/ 0 w 102"/>
              <a:gd name="T9" fmla="*/ 6 h 213"/>
            </a:gdLst>
            <a:ahLst/>
            <a:cxnLst>
              <a:cxn ang="0">
                <a:pos x="T0" y="T1"/>
              </a:cxn>
              <a:cxn ang="0">
                <a:pos x="T2" y="T3"/>
              </a:cxn>
              <a:cxn ang="0">
                <a:pos x="T4" y="T5"/>
              </a:cxn>
              <a:cxn ang="0">
                <a:pos x="T6" y="T7"/>
              </a:cxn>
              <a:cxn ang="0">
                <a:pos x="T8" y="T9"/>
              </a:cxn>
            </a:cxnLst>
            <a:rect l="0" t="0" r="r" b="b"/>
            <a:pathLst>
              <a:path w="102" h="213">
                <a:moveTo>
                  <a:pt x="0" y="6"/>
                </a:moveTo>
                <a:cubicBezTo>
                  <a:pt x="0" y="7"/>
                  <a:pt x="68" y="184"/>
                  <a:pt x="68" y="184"/>
                </a:cubicBezTo>
                <a:cubicBezTo>
                  <a:pt x="68" y="184"/>
                  <a:pt x="96" y="213"/>
                  <a:pt x="99" y="213"/>
                </a:cubicBezTo>
                <a:cubicBezTo>
                  <a:pt x="102" y="213"/>
                  <a:pt x="23" y="0"/>
                  <a:pt x="23" y="0"/>
                </a:cubicBezTo>
                <a:lnTo>
                  <a:pt x="0" y="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p>
        </p:txBody>
      </p:sp>
      <p:sp>
        <p:nvSpPr>
          <p:cNvPr id="26" name="Freeform 23"/>
          <p:cNvSpPr/>
          <p:nvPr/>
        </p:nvSpPr>
        <p:spPr bwMode="auto">
          <a:xfrm>
            <a:off x="9191926" y="2744017"/>
            <a:ext cx="238063" cy="457081"/>
          </a:xfrm>
          <a:custGeom>
            <a:avLst/>
            <a:gdLst>
              <a:gd name="T0" fmla="*/ 149 w 150"/>
              <a:gd name="T1" fmla="*/ 14 h 288"/>
              <a:gd name="T2" fmla="*/ 40 w 150"/>
              <a:gd name="T3" fmla="*/ 248 h 288"/>
              <a:gd name="T4" fmla="*/ 0 w 150"/>
              <a:gd name="T5" fmla="*/ 288 h 288"/>
              <a:gd name="T6" fmla="*/ 11 w 150"/>
              <a:gd name="T7" fmla="*/ 233 h 288"/>
              <a:gd name="T8" fmla="*/ 117 w 150"/>
              <a:gd name="T9" fmla="*/ 0 h 288"/>
              <a:gd name="T10" fmla="*/ 150 w 150"/>
              <a:gd name="T11" fmla="*/ 11 h 288"/>
              <a:gd name="T12" fmla="*/ 149 w 150"/>
              <a:gd name="T13" fmla="*/ 14 h 288"/>
            </a:gdLst>
            <a:ahLst/>
            <a:cxnLst>
              <a:cxn ang="0">
                <a:pos x="T0" y="T1"/>
              </a:cxn>
              <a:cxn ang="0">
                <a:pos x="T2" y="T3"/>
              </a:cxn>
              <a:cxn ang="0">
                <a:pos x="T4" y="T5"/>
              </a:cxn>
              <a:cxn ang="0">
                <a:pos x="T6" y="T7"/>
              </a:cxn>
              <a:cxn ang="0">
                <a:pos x="T8" y="T9"/>
              </a:cxn>
              <a:cxn ang="0">
                <a:pos x="T10" y="T11"/>
              </a:cxn>
              <a:cxn ang="0">
                <a:pos x="T12" y="T13"/>
              </a:cxn>
            </a:cxnLst>
            <a:rect l="0" t="0" r="r" b="b"/>
            <a:pathLst>
              <a:path w="150" h="288">
                <a:moveTo>
                  <a:pt x="149" y="14"/>
                </a:moveTo>
                <a:lnTo>
                  <a:pt x="40" y="248"/>
                </a:lnTo>
                <a:lnTo>
                  <a:pt x="0" y="288"/>
                </a:lnTo>
                <a:lnTo>
                  <a:pt x="11" y="233"/>
                </a:lnTo>
                <a:lnTo>
                  <a:pt x="117" y="0"/>
                </a:lnTo>
                <a:lnTo>
                  <a:pt x="150" y="11"/>
                </a:lnTo>
                <a:lnTo>
                  <a:pt x="149" y="14"/>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7" name="Freeform 24"/>
          <p:cNvSpPr/>
          <p:nvPr/>
        </p:nvSpPr>
        <p:spPr bwMode="auto">
          <a:xfrm>
            <a:off x="9399834" y="2588481"/>
            <a:ext cx="25393" cy="79355"/>
          </a:xfrm>
          <a:custGeom>
            <a:avLst/>
            <a:gdLst>
              <a:gd name="T0" fmla="*/ 12 w 12"/>
              <a:gd name="T1" fmla="*/ 30 h 36"/>
              <a:gd name="T2" fmla="*/ 6 w 12"/>
              <a:gd name="T3" fmla="*/ 36 h 36"/>
              <a:gd name="T4" fmla="*/ 0 w 12"/>
              <a:gd name="T5" fmla="*/ 30 h 36"/>
              <a:gd name="T6" fmla="*/ 0 w 12"/>
              <a:gd name="T7" fmla="*/ 6 h 36"/>
              <a:gd name="T8" fmla="*/ 6 w 12"/>
              <a:gd name="T9" fmla="*/ 0 h 36"/>
              <a:gd name="T10" fmla="*/ 12 w 12"/>
              <a:gd name="T11" fmla="*/ 6 h 36"/>
              <a:gd name="T12" fmla="*/ 12 w 12"/>
              <a:gd name="T13" fmla="*/ 30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12" y="30"/>
                </a:moveTo>
                <a:cubicBezTo>
                  <a:pt x="12" y="33"/>
                  <a:pt x="10" y="36"/>
                  <a:pt x="6" y="36"/>
                </a:cubicBezTo>
                <a:cubicBezTo>
                  <a:pt x="3" y="36"/>
                  <a:pt x="0" y="33"/>
                  <a:pt x="0" y="30"/>
                </a:cubicBezTo>
                <a:cubicBezTo>
                  <a:pt x="0" y="6"/>
                  <a:pt x="0" y="6"/>
                  <a:pt x="0" y="6"/>
                </a:cubicBezTo>
                <a:cubicBezTo>
                  <a:pt x="0" y="3"/>
                  <a:pt x="3" y="0"/>
                  <a:pt x="6" y="0"/>
                </a:cubicBezTo>
                <a:cubicBezTo>
                  <a:pt x="10" y="0"/>
                  <a:pt x="12" y="3"/>
                  <a:pt x="12" y="6"/>
                </a:cubicBezTo>
                <a:lnTo>
                  <a:pt x="12" y="3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8" name="Freeform 25"/>
          <p:cNvSpPr>
            <a:spLocks noEditPoints="1"/>
          </p:cNvSpPr>
          <p:nvPr/>
        </p:nvSpPr>
        <p:spPr bwMode="auto">
          <a:xfrm>
            <a:off x="8263481" y="2247260"/>
            <a:ext cx="225367" cy="609441"/>
          </a:xfrm>
          <a:custGeom>
            <a:avLst/>
            <a:gdLst>
              <a:gd name="T0" fmla="*/ 51 w 103"/>
              <a:gd name="T1" fmla="*/ 280 h 280"/>
              <a:gd name="T2" fmla="*/ 103 w 103"/>
              <a:gd name="T3" fmla="*/ 140 h 280"/>
              <a:gd name="T4" fmla="*/ 51 w 103"/>
              <a:gd name="T5" fmla="*/ 0 h 280"/>
              <a:gd name="T6" fmla="*/ 51 w 103"/>
              <a:gd name="T7" fmla="*/ 22 h 280"/>
              <a:gd name="T8" fmla="*/ 94 w 103"/>
              <a:gd name="T9" fmla="*/ 140 h 280"/>
              <a:gd name="T10" fmla="*/ 51 w 103"/>
              <a:gd name="T11" fmla="*/ 257 h 280"/>
              <a:gd name="T12" fmla="*/ 51 w 103"/>
              <a:gd name="T13" fmla="*/ 280 h 280"/>
              <a:gd name="T14" fmla="*/ 51 w 103"/>
              <a:gd name="T15" fmla="*/ 0 h 280"/>
              <a:gd name="T16" fmla="*/ 0 w 103"/>
              <a:gd name="T17" fmla="*/ 140 h 280"/>
              <a:gd name="T18" fmla="*/ 51 w 103"/>
              <a:gd name="T19" fmla="*/ 280 h 280"/>
              <a:gd name="T20" fmla="*/ 51 w 103"/>
              <a:gd name="T21" fmla="*/ 280 h 280"/>
              <a:gd name="T22" fmla="*/ 51 w 103"/>
              <a:gd name="T23" fmla="*/ 257 h 280"/>
              <a:gd name="T24" fmla="*/ 51 w 103"/>
              <a:gd name="T25" fmla="*/ 257 h 280"/>
              <a:gd name="T26" fmla="*/ 51 w 103"/>
              <a:gd name="T27" fmla="*/ 257 h 280"/>
              <a:gd name="T28" fmla="*/ 8 w 103"/>
              <a:gd name="T29" fmla="*/ 140 h 280"/>
              <a:gd name="T30" fmla="*/ 51 w 103"/>
              <a:gd name="T31" fmla="*/ 22 h 280"/>
              <a:gd name="T32" fmla="*/ 51 w 103"/>
              <a:gd name="T33" fmla="*/ 22 h 280"/>
              <a:gd name="T34" fmla="*/ 51 w 103"/>
              <a:gd name="T35" fmla="*/ 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3" h="280">
                <a:moveTo>
                  <a:pt x="51" y="280"/>
                </a:moveTo>
                <a:cubicBezTo>
                  <a:pt x="80" y="280"/>
                  <a:pt x="103" y="217"/>
                  <a:pt x="103" y="140"/>
                </a:cubicBezTo>
                <a:cubicBezTo>
                  <a:pt x="103" y="62"/>
                  <a:pt x="80" y="0"/>
                  <a:pt x="51" y="0"/>
                </a:cubicBezTo>
                <a:cubicBezTo>
                  <a:pt x="51" y="22"/>
                  <a:pt x="51" y="22"/>
                  <a:pt x="51" y="22"/>
                </a:cubicBezTo>
                <a:cubicBezTo>
                  <a:pt x="75" y="22"/>
                  <a:pt x="94" y="75"/>
                  <a:pt x="94" y="140"/>
                </a:cubicBezTo>
                <a:cubicBezTo>
                  <a:pt x="94" y="204"/>
                  <a:pt x="75" y="257"/>
                  <a:pt x="51" y="257"/>
                </a:cubicBezTo>
                <a:lnTo>
                  <a:pt x="51" y="280"/>
                </a:lnTo>
                <a:close/>
                <a:moveTo>
                  <a:pt x="51" y="0"/>
                </a:moveTo>
                <a:cubicBezTo>
                  <a:pt x="23" y="0"/>
                  <a:pt x="0" y="62"/>
                  <a:pt x="0" y="140"/>
                </a:cubicBezTo>
                <a:cubicBezTo>
                  <a:pt x="0" y="217"/>
                  <a:pt x="23" y="280"/>
                  <a:pt x="51" y="280"/>
                </a:cubicBezTo>
                <a:cubicBezTo>
                  <a:pt x="51" y="280"/>
                  <a:pt x="51" y="280"/>
                  <a:pt x="51" y="280"/>
                </a:cubicBezTo>
                <a:cubicBezTo>
                  <a:pt x="51" y="257"/>
                  <a:pt x="51" y="257"/>
                  <a:pt x="51" y="257"/>
                </a:cubicBezTo>
                <a:cubicBezTo>
                  <a:pt x="51" y="257"/>
                  <a:pt x="51" y="257"/>
                  <a:pt x="51" y="257"/>
                </a:cubicBezTo>
                <a:cubicBezTo>
                  <a:pt x="51" y="257"/>
                  <a:pt x="51" y="257"/>
                  <a:pt x="51" y="257"/>
                </a:cubicBezTo>
                <a:cubicBezTo>
                  <a:pt x="27" y="257"/>
                  <a:pt x="8" y="204"/>
                  <a:pt x="8" y="140"/>
                </a:cubicBezTo>
                <a:cubicBezTo>
                  <a:pt x="8" y="75"/>
                  <a:pt x="27" y="22"/>
                  <a:pt x="51" y="22"/>
                </a:cubicBezTo>
                <a:cubicBezTo>
                  <a:pt x="51" y="22"/>
                  <a:pt x="51" y="22"/>
                  <a:pt x="51" y="22"/>
                </a:cubicBezTo>
                <a:cubicBezTo>
                  <a:pt x="51" y="0"/>
                  <a:pt x="51" y="0"/>
                  <a:pt x="51"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9" name="Freeform 26"/>
          <p:cNvSpPr>
            <a:spLocks noEditPoints="1"/>
          </p:cNvSpPr>
          <p:nvPr/>
        </p:nvSpPr>
        <p:spPr bwMode="auto">
          <a:xfrm>
            <a:off x="8069855" y="2439295"/>
            <a:ext cx="611029" cy="223780"/>
          </a:xfrm>
          <a:custGeom>
            <a:avLst/>
            <a:gdLst>
              <a:gd name="T0" fmla="*/ 280 w 280"/>
              <a:gd name="T1" fmla="*/ 52 h 103"/>
              <a:gd name="T2" fmla="*/ 140 w 280"/>
              <a:gd name="T3" fmla="*/ 0 h 103"/>
              <a:gd name="T4" fmla="*/ 140 w 280"/>
              <a:gd name="T5" fmla="*/ 8 h 103"/>
              <a:gd name="T6" fmla="*/ 257 w 280"/>
              <a:gd name="T7" fmla="*/ 52 h 103"/>
              <a:gd name="T8" fmla="*/ 140 w 280"/>
              <a:gd name="T9" fmla="*/ 95 h 103"/>
              <a:gd name="T10" fmla="*/ 140 w 280"/>
              <a:gd name="T11" fmla="*/ 103 h 103"/>
              <a:gd name="T12" fmla="*/ 280 w 280"/>
              <a:gd name="T13" fmla="*/ 52 h 103"/>
              <a:gd name="T14" fmla="*/ 140 w 280"/>
              <a:gd name="T15" fmla="*/ 0 h 103"/>
              <a:gd name="T16" fmla="*/ 140 w 280"/>
              <a:gd name="T17" fmla="*/ 0 h 103"/>
              <a:gd name="T18" fmla="*/ 0 w 280"/>
              <a:gd name="T19" fmla="*/ 52 h 103"/>
              <a:gd name="T20" fmla="*/ 140 w 280"/>
              <a:gd name="T21" fmla="*/ 103 h 103"/>
              <a:gd name="T22" fmla="*/ 140 w 280"/>
              <a:gd name="T23" fmla="*/ 103 h 103"/>
              <a:gd name="T24" fmla="*/ 140 w 280"/>
              <a:gd name="T25" fmla="*/ 95 h 103"/>
              <a:gd name="T26" fmla="*/ 140 w 280"/>
              <a:gd name="T27" fmla="*/ 95 h 103"/>
              <a:gd name="T28" fmla="*/ 23 w 280"/>
              <a:gd name="T29" fmla="*/ 52 h 103"/>
              <a:gd name="T30" fmla="*/ 23 w 280"/>
              <a:gd name="T31" fmla="*/ 52 h 103"/>
              <a:gd name="T32" fmla="*/ 140 w 280"/>
              <a:gd name="T33" fmla="*/ 8 h 103"/>
              <a:gd name="T34" fmla="*/ 140 w 280"/>
              <a:gd name="T35" fmla="*/ 8 h 103"/>
              <a:gd name="T36" fmla="*/ 140 w 280"/>
              <a:gd name="T37"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0" h="103">
                <a:moveTo>
                  <a:pt x="280" y="52"/>
                </a:moveTo>
                <a:cubicBezTo>
                  <a:pt x="280" y="23"/>
                  <a:pt x="217" y="0"/>
                  <a:pt x="140" y="0"/>
                </a:cubicBezTo>
                <a:cubicBezTo>
                  <a:pt x="140" y="8"/>
                  <a:pt x="140" y="8"/>
                  <a:pt x="140" y="8"/>
                </a:cubicBezTo>
                <a:cubicBezTo>
                  <a:pt x="205" y="8"/>
                  <a:pt x="257" y="28"/>
                  <a:pt x="257" y="52"/>
                </a:cubicBezTo>
                <a:cubicBezTo>
                  <a:pt x="257" y="75"/>
                  <a:pt x="205" y="95"/>
                  <a:pt x="140" y="95"/>
                </a:cubicBezTo>
                <a:cubicBezTo>
                  <a:pt x="140" y="103"/>
                  <a:pt x="140" y="103"/>
                  <a:pt x="140" y="103"/>
                </a:cubicBezTo>
                <a:cubicBezTo>
                  <a:pt x="217" y="103"/>
                  <a:pt x="280" y="80"/>
                  <a:pt x="280" y="52"/>
                </a:cubicBezTo>
                <a:close/>
                <a:moveTo>
                  <a:pt x="140" y="0"/>
                </a:moveTo>
                <a:cubicBezTo>
                  <a:pt x="140" y="0"/>
                  <a:pt x="140" y="0"/>
                  <a:pt x="140" y="0"/>
                </a:cubicBezTo>
                <a:cubicBezTo>
                  <a:pt x="63" y="0"/>
                  <a:pt x="0" y="23"/>
                  <a:pt x="0" y="52"/>
                </a:cubicBezTo>
                <a:cubicBezTo>
                  <a:pt x="0" y="80"/>
                  <a:pt x="63" y="103"/>
                  <a:pt x="140" y="103"/>
                </a:cubicBezTo>
                <a:cubicBezTo>
                  <a:pt x="140" y="103"/>
                  <a:pt x="140" y="103"/>
                  <a:pt x="140" y="103"/>
                </a:cubicBezTo>
                <a:cubicBezTo>
                  <a:pt x="140" y="95"/>
                  <a:pt x="140" y="95"/>
                  <a:pt x="140" y="95"/>
                </a:cubicBezTo>
                <a:cubicBezTo>
                  <a:pt x="140" y="95"/>
                  <a:pt x="140" y="95"/>
                  <a:pt x="140" y="95"/>
                </a:cubicBezTo>
                <a:cubicBezTo>
                  <a:pt x="75" y="95"/>
                  <a:pt x="23" y="75"/>
                  <a:pt x="23" y="52"/>
                </a:cubicBezTo>
                <a:cubicBezTo>
                  <a:pt x="23" y="52"/>
                  <a:pt x="23" y="52"/>
                  <a:pt x="23" y="52"/>
                </a:cubicBezTo>
                <a:cubicBezTo>
                  <a:pt x="23" y="28"/>
                  <a:pt x="75" y="8"/>
                  <a:pt x="140" y="8"/>
                </a:cubicBezTo>
                <a:cubicBezTo>
                  <a:pt x="140" y="8"/>
                  <a:pt x="140" y="8"/>
                  <a:pt x="140" y="8"/>
                </a:cubicBezTo>
                <a:lnTo>
                  <a:pt x="140"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0" name="Freeform 27"/>
          <p:cNvSpPr>
            <a:spLocks noEditPoints="1"/>
          </p:cNvSpPr>
          <p:nvPr/>
        </p:nvSpPr>
        <p:spPr bwMode="auto">
          <a:xfrm>
            <a:off x="8115881" y="2301221"/>
            <a:ext cx="518977" cy="498345"/>
          </a:xfrm>
          <a:custGeom>
            <a:avLst/>
            <a:gdLst>
              <a:gd name="T0" fmla="*/ 218 w 238"/>
              <a:gd name="T1" fmla="*/ 16 h 229"/>
              <a:gd name="T2" fmla="*/ 119 w 238"/>
              <a:gd name="T3" fmla="*/ 46 h 229"/>
              <a:gd name="T4" fmla="*/ 119 w 238"/>
              <a:gd name="T5" fmla="*/ 57 h 229"/>
              <a:gd name="T6" fmla="*/ 202 w 238"/>
              <a:gd name="T7" fmla="*/ 32 h 229"/>
              <a:gd name="T8" fmla="*/ 150 w 238"/>
              <a:gd name="T9" fmla="*/ 145 h 229"/>
              <a:gd name="T10" fmla="*/ 119 w 238"/>
              <a:gd name="T11" fmla="*/ 172 h 229"/>
              <a:gd name="T12" fmla="*/ 119 w 238"/>
              <a:gd name="T13" fmla="*/ 183 h 229"/>
              <a:gd name="T14" fmla="*/ 156 w 238"/>
              <a:gd name="T15" fmla="*/ 151 h 229"/>
              <a:gd name="T16" fmla="*/ 218 w 238"/>
              <a:gd name="T17" fmla="*/ 16 h 229"/>
              <a:gd name="T18" fmla="*/ 119 w 238"/>
              <a:gd name="T19" fmla="*/ 46 h 229"/>
              <a:gd name="T20" fmla="*/ 83 w 238"/>
              <a:gd name="T21" fmla="*/ 78 h 229"/>
              <a:gd name="T22" fmla="*/ 20 w 238"/>
              <a:gd name="T23" fmla="*/ 214 h 229"/>
              <a:gd name="T24" fmla="*/ 119 w 238"/>
              <a:gd name="T25" fmla="*/ 183 h 229"/>
              <a:gd name="T26" fmla="*/ 119 w 238"/>
              <a:gd name="T27" fmla="*/ 172 h 229"/>
              <a:gd name="T28" fmla="*/ 36 w 238"/>
              <a:gd name="T29" fmla="*/ 197 h 229"/>
              <a:gd name="T30" fmla="*/ 36 w 238"/>
              <a:gd name="T31" fmla="*/ 197 h 229"/>
              <a:gd name="T32" fmla="*/ 89 w 238"/>
              <a:gd name="T33" fmla="*/ 84 h 229"/>
              <a:gd name="T34" fmla="*/ 119 w 238"/>
              <a:gd name="T35" fmla="*/ 57 h 229"/>
              <a:gd name="T36" fmla="*/ 119 w 238"/>
              <a:gd name="T37" fmla="*/ 46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8" h="229">
                <a:moveTo>
                  <a:pt x="218" y="16"/>
                </a:moveTo>
                <a:cubicBezTo>
                  <a:pt x="202" y="0"/>
                  <a:pt x="162" y="13"/>
                  <a:pt x="119" y="46"/>
                </a:cubicBezTo>
                <a:cubicBezTo>
                  <a:pt x="119" y="57"/>
                  <a:pt x="119" y="57"/>
                  <a:pt x="119" y="57"/>
                </a:cubicBezTo>
                <a:cubicBezTo>
                  <a:pt x="155" y="30"/>
                  <a:pt x="189" y="19"/>
                  <a:pt x="202" y="32"/>
                </a:cubicBezTo>
                <a:cubicBezTo>
                  <a:pt x="219" y="49"/>
                  <a:pt x="195" y="99"/>
                  <a:pt x="150" y="145"/>
                </a:cubicBezTo>
                <a:cubicBezTo>
                  <a:pt x="140" y="155"/>
                  <a:pt x="129" y="164"/>
                  <a:pt x="119" y="172"/>
                </a:cubicBezTo>
                <a:cubicBezTo>
                  <a:pt x="119" y="183"/>
                  <a:pt x="119" y="183"/>
                  <a:pt x="119" y="183"/>
                </a:cubicBezTo>
                <a:cubicBezTo>
                  <a:pt x="131" y="174"/>
                  <a:pt x="144" y="163"/>
                  <a:pt x="156" y="151"/>
                </a:cubicBezTo>
                <a:cubicBezTo>
                  <a:pt x="210" y="96"/>
                  <a:pt x="238" y="36"/>
                  <a:pt x="218" y="16"/>
                </a:cubicBezTo>
                <a:close/>
                <a:moveTo>
                  <a:pt x="119" y="46"/>
                </a:moveTo>
                <a:cubicBezTo>
                  <a:pt x="107" y="55"/>
                  <a:pt x="95" y="66"/>
                  <a:pt x="83" y="78"/>
                </a:cubicBezTo>
                <a:cubicBezTo>
                  <a:pt x="28" y="133"/>
                  <a:pt x="0" y="193"/>
                  <a:pt x="20" y="214"/>
                </a:cubicBezTo>
                <a:cubicBezTo>
                  <a:pt x="36" y="229"/>
                  <a:pt x="76" y="216"/>
                  <a:pt x="119" y="183"/>
                </a:cubicBezTo>
                <a:cubicBezTo>
                  <a:pt x="119" y="172"/>
                  <a:pt x="119" y="172"/>
                  <a:pt x="119" y="172"/>
                </a:cubicBezTo>
                <a:cubicBezTo>
                  <a:pt x="83" y="199"/>
                  <a:pt x="49" y="211"/>
                  <a:pt x="36" y="197"/>
                </a:cubicBezTo>
                <a:cubicBezTo>
                  <a:pt x="36" y="197"/>
                  <a:pt x="36" y="197"/>
                  <a:pt x="36" y="197"/>
                </a:cubicBezTo>
                <a:cubicBezTo>
                  <a:pt x="19" y="181"/>
                  <a:pt x="43" y="130"/>
                  <a:pt x="89" y="84"/>
                </a:cubicBezTo>
                <a:cubicBezTo>
                  <a:pt x="99" y="74"/>
                  <a:pt x="109" y="65"/>
                  <a:pt x="119" y="57"/>
                </a:cubicBezTo>
                <a:lnTo>
                  <a:pt x="119" y="4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1" name="Freeform 28"/>
          <p:cNvSpPr>
            <a:spLocks noEditPoints="1"/>
          </p:cNvSpPr>
          <p:nvPr/>
        </p:nvSpPr>
        <p:spPr bwMode="auto">
          <a:xfrm>
            <a:off x="8115881" y="2301221"/>
            <a:ext cx="518977" cy="498345"/>
          </a:xfrm>
          <a:custGeom>
            <a:avLst/>
            <a:gdLst>
              <a:gd name="T0" fmla="*/ 218 w 238"/>
              <a:gd name="T1" fmla="*/ 214 h 229"/>
              <a:gd name="T2" fmla="*/ 156 w 238"/>
              <a:gd name="T3" fmla="*/ 78 h 229"/>
              <a:gd name="T4" fmla="*/ 119 w 238"/>
              <a:gd name="T5" fmla="*/ 46 h 229"/>
              <a:gd name="T6" fmla="*/ 119 w 238"/>
              <a:gd name="T7" fmla="*/ 57 h 229"/>
              <a:gd name="T8" fmla="*/ 150 w 238"/>
              <a:gd name="T9" fmla="*/ 84 h 229"/>
              <a:gd name="T10" fmla="*/ 202 w 238"/>
              <a:gd name="T11" fmla="*/ 197 h 229"/>
              <a:gd name="T12" fmla="*/ 119 w 238"/>
              <a:gd name="T13" fmla="*/ 172 h 229"/>
              <a:gd name="T14" fmla="*/ 119 w 238"/>
              <a:gd name="T15" fmla="*/ 183 h 229"/>
              <a:gd name="T16" fmla="*/ 218 w 238"/>
              <a:gd name="T17" fmla="*/ 214 h 229"/>
              <a:gd name="T18" fmla="*/ 119 w 238"/>
              <a:gd name="T19" fmla="*/ 46 h 229"/>
              <a:gd name="T20" fmla="*/ 20 w 238"/>
              <a:gd name="T21" fmla="*/ 16 h 229"/>
              <a:gd name="T22" fmla="*/ 83 w 238"/>
              <a:gd name="T23" fmla="*/ 151 h 229"/>
              <a:gd name="T24" fmla="*/ 119 w 238"/>
              <a:gd name="T25" fmla="*/ 183 h 229"/>
              <a:gd name="T26" fmla="*/ 119 w 238"/>
              <a:gd name="T27" fmla="*/ 172 h 229"/>
              <a:gd name="T28" fmla="*/ 89 w 238"/>
              <a:gd name="T29" fmla="*/ 145 h 229"/>
              <a:gd name="T30" fmla="*/ 36 w 238"/>
              <a:gd name="T31" fmla="*/ 32 h 229"/>
              <a:gd name="T32" fmla="*/ 36 w 238"/>
              <a:gd name="T33" fmla="*/ 32 h 229"/>
              <a:gd name="T34" fmla="*/ 119 w 238"/>
              <a:gd name="T35" fmla="*/ 57 h 229"/>
              <a:gd name="T36" fmla="*/ 119 w 238"/>
              <a:gd name="T37" fmla="*/ 46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8" h="229">
                <a:moveTo>
                  <a:pt x="218" y="214"/>
                </a:moveTo>
                <a:cubicBezTo>
                  <a:pt x="238" y="193"/>
                  <a:pt x="210" y="133"/>
                  <a:pt x="156" y="78"/>
                </a:cubicBezTo>
                <a:cubicBezTo>
                  <a:pt x="144" y="66"/>
                  <a:pt x="131" y="55"/>
                  <a:pt x="119" y="46"/>
                </a:cubicBezTo>
                <a:cubicBezTo>
                  <a:pt x="119" y="57"/>
                  <a:pt x="119" y="57"/>
                  <a:pt x="119" y="57"/>
                </a:cubicBezTo>
                <a:cubicBezTo>
                  <a:pt x="129" y="65"/>
                  <a:pt x="140" y="74"/>
                  <a:pt x="150" y="84"/>
                </a:cubicBezTo>
                <a:cubicBezTo>
                  <a:pt x="195" y="130"/>
                  <a:pt x="219" y="181"/>
                  <a:pt x="202" y="197"/>
                </a:cubicBezTo>
                <a:cubicBezTo>
                  <a:pt x="189" y="211"/>
                  <a:pt x="155" y="199"/>
                  <a:pt x="119" y="172"/>
                </a:cubicBezTo>
                <a:cubicBezTo>
                  <a:pt x="119" y="183"/>
                  <a:pt x="119" y="183"/>
                  <a:pt x="119" y="183"/>
                </a:cubicBezTo>
                <a:cubicBezTo>
                  <a:pt x="162" y="216"/>
                  <a:pt x="202" y="229"/>
                  <a:pt x="218" y="214"/>
                </a:cubicBezTo>
                <a:close/>
                <a:moveTo>
                  <a:pt x="119" y="46"/>
                </a:moveTo>
                <a:cubicBezTo>
                  <a:pt x="76" y="13"/>
                  <a:pt x="36" y="0"/>
                  <a:pt x="20" y="16"/>
                </a:cubicBezTo>
                <a:cubicBezTo>
                  <a:pt x="0" y="36"/>
                  <a:pt x="28" y="96"/>
                  <a:pt x="83" y="151"/>
                </a:cubicBezTo>
                <a:cubicBezTo>
                  <a:pt x="95" y="163"/>
                  <a:pt x="107" y="174"/>
                  <a:pt x="119" y="183"/>
                </a:cubicBezTo>
                <a:cubicBezTo>
                  <a:pt x="119" y="172"/>
                  <a:pt x="119" y="172"/>
                  <a:pt x="119" y="172"/>
                </a:cubicBezTo>
                <a:cubicBezTo>
                  <a:pt x="109" y="164"/>
                  <a:pt x="99" y="155"/>
                  <a:pt x="89" y="145"/>
                </a:cubicBezTo>
                <a:cubicBezTo>
                  <a:pt x="43" y="99"/>
                  <a:pt x="19" y="49"/>
                  <a:pt x="36" y="32"/>
                </a:cubicBezTo>
                <a:cubicBezTo>
                  <a:pt x="36" y="32"/>
                  <a:pt x="36" y="32"/>
                  <a:pt x="36" y="32"/>
                </a:cubicBezTo>
                <a:cubicBezTo>
                  <a:pt x="49" y="19"/>
                  <a:pt x="83" y="30"/>
                  <a:pt x="119" y="57"/>
                </a:cubicBezTo>
                <a:lnTo>
                  <a:pt x="119" y="4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2" name="Oval 29"/>
          <p:cNvSpPr>
            <a:spLocks noChangeArrowheads="1"/>
          </p:cNvSpPr>
          <p:nvPr/>
        </p:nvSpPr>
        <p:spPr bwMode="auto">
          <a:xfrm>
            <a:off x="8330138" y="2504367"/>
            <a:ext cx="93639" cy="93639"/>
          </a:xfrm>
          <a:prstGeom prst="ellipse">
            <a:avLst/>
          </a:pr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3" name="Freeform 30"/>
          <p:cNvSpPr>
            <a:spLocks noEditPoints="1"/>
          </p:cNvSpPr>
          <p:nvPr/>
        </p:nvSpPr>
        <p:spPr bwMode="auto">
          <a:xfrm>
            <a:off x="9049087" y="2074266"/>
            <a:ext cx="257108" cy="487236"/>
          </a:xfrm>
          <a:custGeom>
            <a:avLst/>
            <a:gdLst>
              <a:gd name="T0" fmla="*/ 67 w 162"/>
              <a:gd name="T1" fmla="*/ 307 h 307"/>
              <a:gd name="T2" fmla="*/ 162 w 162"/>
              <a:gd name="T3" fmla="*/ 307 h 307"/>
              <a:gd name="T4" fmla="*/ 67 w 162"/>
              <a:gd name="T5" fmla="*/ 127 h 307"/>
              <a:gd name="T6" fmla="*/ 67 w 162"/>
              <a:gd name="T7" fmla="*/ 193 h 307"/>
              <a:gd name="T8" fmla="*/ 110 w 162"/>
              <a:gd name="T9" fmla="*/ 267 h 307"/>
              <a:gd name="T10" fmla="*/ 67 w 162"/>
              <a:gd name="T11" fmla="*/ 267 h 307"/>
              <a:gd name="T12" fmla="*/ 67 w 162"/>
              <a:gd name="T13" fmla="*/ 307 h 307"/>
              <a:gd name="T14" fmla="*/ 0 w 162"/>
              <a:gd name="T15" fmla="*/ 0 h 307"/>
              <a:gd name="T16" fmla="*/ 0 w 162"/>
              <a:gd name="T17" fmla="*/ 307 h 307"/>
              <a:gd name="T18" fmla="*/ 67 w 162"/>
              <a:gd name="T19" fmla="*/ 307 h 307"/>
              <a:gd name="T20" fmla="*/ 67 w 162"/>
              <a:gd name="T21" fmla="*/ 267 h 307"/>
              <a:gd name="T22" fmla="*/ 24 w 162"/>
              <a:gd name="T23" fmla="*/ 267 h 307"/>
              <a:gd name="T24" fmla="*/ 24 w 162"/>
              <a:gd name="T25" fmla="*/ 120 h 307"/>
              <a:gd name="T26" fmla="*/ 24 w 162"/>
              <a:gd name="T27" fmla="*/ 120 h 307"/>
              <a:gd name="T28" fmla="*/ 67 w 162"/>
              <a:gd name="T29" fmla="*/ 193 h 307"/>
              <a:gd name="T30" fmla="*/ 67 w 162"/>
              <a:gd name="T31" fmla="*/ 127 h 307"/>
              <a:gd name="T32" fmla="*/ 0 w 162"/>
              <a:gd name="T33"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2" h="307">
                <a:moveTo>
                  <a:pt x="67" y="307"/>
                </a:moveTo>
                <a:lnTo>
                  <a:pt x="162" y="307"/>
                </a:lnTo>
                <a:lnTo>
                  <a:pt x="67" y="127"/>
                </a:lnTo>
                <a:lnTo>
                  <a:pt x="67" y="193"/>
                </a:lnTo>
                <a:lnTo>
                  <a:pt x="110" y="267"/>
                </a:lnTo>
                <a:lnTo>
                  <a:pt x="67" y="267"/>
                </a:lnTo>
                <a:lnTo>
                  <a:pt x="67" y="307"/>
                </a:lnTo>
                <a:close/>
                <a:moveTo>
                  <a:pt x="0" y="0"/>
                </a:moveTo>
                <a:lnTo>
                  <a:pt x="0" y="307"/>
                </a:lnTo>
                <a:lnTo>
                  <a:pt x="67" y="307"/>
                </a:lnTo>
                <a:lnTo>
                  <a:pt x="67" y="267"/>
                </a:lnTo>
                <a:lnTo>
                  <a:pt x="24" y="267"/>
                </a:lnTo>
                <a:lnTo>
                  <a:pt x="24" y="120"/>
                </a:lnTo>
                <a:lnTo>
                  <a:pt x="24" y="120"/>
                </a:lnTo>
                <a:lnTo>
                  <a:pt x="67" y="193"/>
                </a:lnTo>
                <a:lnTo>
                  <a:pt x="67" y="127"/>
                </a:lnTo>
                <a:lnTo>
                  <a:pt x="0"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4" name="Rectangle 31"/>
          <p:cNvSpPr>
            <a:spLocks noChangeArrowheads="1"/>
          </p:cNvSpPr>
          <p:nvPr/>
        </p:nvSpPr>
        <p:spPr bwMode="auto">
          <a:xfrm>
            <a:off x="8920534" y="2072679"/>
            <a:ext cx="65071" cy="47454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5" name="Freeform 32"/>
          <p:cNvSpPr>
            <a:spLocks noEditPoints="1"/>
          </p:cNvSpPr>
          <p:nvPr/>
        </p:nvSpPr>
        <p:spPr bwMode="auto">
          <a:xfrm>
            <a:off x="6812883" y="4462832"/>
            <a:ext cx="561829" cy="411056"/>
          </a:xfrm>
          <a:custGeom>
            <a:avLst/>
            <a:gdLst>
              <a:gd name="T0" fmla="*/ 213 w 258"/>
              <a:gd name="T1" fmla="*/ 31 h 189"/>
              <a:gd name="T2" fmla="*/ 204 w 258"/>
              <a:gd name="T3" fmla="*/ 69 h 189"/>
              <a:gd name="T4" fmla="*/ 228 w 258"/>
              <a:gd name="T5" fmla="*/ 109 h 189"/>
              <a:gd name="T6" fmla="*/ 204 w 258"/>
              <a:gd name="T7" fmla="*/ 146 h 189"/>
              <a:gd name="T8" fmla="*/ 204 w 258"/>
              <a:gd name="T9" fmla="*/ 27 h 189"/>
              <a:gd name="T10" fmla="*/ 91 w 258"/>
              <a:gd name="T11" fmla="*/ 14 h 189"/>
              <a:gd name="T12" fmla="*/ 97 w 258"/>
              <a:gd name="T13" fmla="*/ 15 h 189"/>
              <a:gd name="T14" fmla="*/ 91 w 258"/>
              <a:gd name="T15" fmla="*/ 42 h 189"/>
              <a:gd name="T16" fmla="*/ 91 w 258"/>
              <a:gd name="T17" fmla="*/ 162 h 189"/>
              <a:gd name="T18" fmla="*/ 166 w 258"/>
              <a:gd name="T19" fmla="*/ 145 h 189"/>
              <a:gd name="T20" fmla="*/ 204 w 258"/>
              <a:gd name="T21" fmla="*/ 125 h 189"/>
              <a:gd name="T22" fmla="*/ 191 w 258"/>
              <a:gd name="T23" fmla="*/ 122 h 189"/>
              <a:gd name="T24" fmla="*/ 204 w 258"/>
              <a:gd name="T25" fmla="*/ 69 h 189"/>
              <a:gd name="T26" fmla="*/ 91 w 258"/>
              <a:gd name="T27" fmla="*/ 6 h 189"/>
              <a:gd name="T28" fmla="*/ 78 w 258"/>
              <a:gd name="T29" fmla="*/ 24 h 189"/>
              <a:gd name="T30" fmla="*/ 91 w 258"/>
              <a:gd name="T31" fmla="*/ 14 h 189"/>
              <a:gd name="T32" fmla="*/ 78 w 258"/>
              <a:gd name="T33" fmla="*/ 188 h 189"/>
              <a:gd name="T34" fmla="*/ 91 w 258"/>
              <a:gd name="T35" fmla="*/ 162 h 189"/>
              <a:gd name="T36" fmla="*/ 78 w 258"/>
              <a:gd name="T37" fmla="*/ 176 h 189"/>
              <a:gd name="T38" fmla="*/ 91 w 258"/>
              <a:gd name="T39" fmla="*/ 42 h 189"/>
              <a:gd name="T40" fmla="*/ 80 w 258"/>
              <a:gd name="T41" fmla="*/ 134 h 189"/>
              <a:gd name="T42" fmla="*/ 78 w 258"/>
              <a:gd name="T43" fmla="*/ 64 h 189"/>
              <a:gd name="T44" fmla="*/ 78 w 258"/>
              <a:gd name="T45" fmla="*/ 33 h 189"/>
              <a:gd name="T46" fmla="*/ 91 w 258"/>
              <a:gd name="T47" fmla="*/ 42 h 189"/>
              <a:gd name="T48" fmla="*/ 60 w 258"/>
              <a:gd name="T49" fmla="*/ 18 h 189"/>
              <a:gd name="T50" fmla="*/ 68 w 258"/>
              <a:gd name="T51" fmla="*/ 42 h 189"/>
              <a:gd name="T52" fmla="*/ 78 w 258"/>
              <a:gd name="T53" fmla="*/ 33 h 189"/>
              <a:gd name="T54" fmla="*/ 78 w 258"/>
              <a:gd name="T55" fmla="*/ 9 h 189"/>
              <a:gd name="T56" fmla="*/ 78 w 258"/>
              <a:gd name="T57" fmla="*/ 188 h 189"/>
              <a:gd name="T58" fmla="*/ 60 w 258"/>
              <a:gd name="T59" fmla="*/ 176 h 189"/>
              <a:gd name="T60" fmla="*/ 78 w 258"/>
              <a:gd name="T61" fmla="*/ 64 h 189"/>
              <a:gd name="T62" fmla="*/ 60 w 258"/>
              <a:gd name="T63" fmla="*/ 134 h 189"/>
              <a:gd name="T64" fmla="*/ 70 w 258"/>
              <a:gd name="T65" fmla="*/ 116 h 189"/>
              <a:gd name="T66" fmla="*/ 60 w 258"/>
              <a:gd name="T67" fmla="*/ 87 h 189"/>
              <a:gd name="T68" fmla="*/ 76 w 258"/>
              <a:gd name="T69" fmla="*/ 68 h 189"/>
              <a:gd name="T70" fmla="*/ 60 w 258"/>
              <a:gd name="T71" fmla="*/ 18 h 189"/>
              <a:gd name="T72" fmla="*/ 60 w 258"/>
              <a:gd name="T73" fmla="*/ 187 h 189"/>
              <a:gd name="T74" fmla="*/ 59 w 258"/>
              <a:gd name="T75" fmla="*/ 175 h 189"/>
              <a:gd name="T76" fmla="*/ 49 w 258"/>
              <a:gd name="T77" fmla="*/ 144 h 189"/>
              <a:gd name="T78" fmla="*/ 60 w 258"/>
              <a:gd name="T79" fmla="*/ 125 h 189"/>
              <a:gd name="T80" fmla="*/ 41 w 258"/>
              <a:gd name="T81" fmla="*/ 125 h 189"/>
              <a:gd name="T82" fmla="*/ 60 w 258"/>
              <a:gd name="T83" fmla="*/ 87 h 189"/>
              <a:gd name="T84" fmla="*/ 51 w 258"/>
              <a:gd name="T85" fmla="*/ 76 h 189"/>
              <a:gd name="T86" fmla="*/ 43 w 258"/>
              <a:gd name="T87" fmla="*/ 51 h 189"/>
              <a:gd name="T88" fmla="*/ 60 w 258"/>
              <a:gd name="T89" fmla="*/ 1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8" h="189">
                <a:moveTo>
                  <a:pt x="253" y="104"/>
                </a:moveTo>
                <a:cubicBezTo>
                  <a:pt x="258" y="60"/>
                  <a:pt x="213" y="31"/>
                  <a:pt x="213" y="31"/>
                </a:cubicBezTo>
                <a:cubicBezTo>
                  <a:pt x="210" y="30"/>
                  <a:pt x="207" y="28"/>
                  <a:pt x="204" y="27"/>
                </a:cubicBezTo>
                <a:cubicBezTo>
                  <a:pt x="204" y="69"/>
                  <a:pt x="204" y="69"/>
                  <a:pt x="204" y="69"/>
                </a:cubicBezTo>
                <a:cubicBezTo>
                  <a:pt x="208" y="69"/>
                  <a:pt x="212" y="70"/>
                  <a:pt x="216" y="72"/>
                </a:cubicBezTo>
                <a:cubicBezTo>
                  <a:pt x="230" y="79"/>
                  <a:pt x="235" y="95"/>
                  <a:pt x="228" y="109"/>
                </a:cubicBezTo>
                <a:cubicBezTo>
                  <a:pt x="224" y="119"/>
                  <a:pt x="214" y="125"/>
                  <a:pt x="204" y="125"/>
                </a:cubicBezTo>
                <a:cubicBezTo>
                  <a:pt x="204" y="146"/>
                  <a:pt x="204" y="146"/>
                  <a:pt x="204" y="146"/>
                </a:cubicBezTo>
                <a:cubicBezTo>
                  <a:pt x="230" y="144"/>
                  <a:pt x="249" y="134"/>
                  <a:pt x="253" y="104"/>
                </a:cubicBezTo>
                <a:close/>
                <a:moveTo>
                  <a:pt x="204" y="27"/>
                </a:moveTo>
                <a:cubicBezTo>
                  <a:pt x="156" y="5"/>
                  <a:pt x="119" y="0"/>
                  <a:pt x="91" y="6"/>
                </a:cubicBezTo>
                <a:cubicBezTo>
                  <a:pt x="91" y="14"/>
                  <a:pt x="91" y="14"/>
                  <a:pt x="91" y="14"/>
                </a:cubicBezTo>
                <a:cubicBezTo>
                  <a:pt x="93" y="14"/>
                  <a:pt x="95" y="14"/>
                  <a:pt x="97" y="15"/>
                </a:cubicBezTo>
                <a:cubicBezTo>
                  <a:pt x="97" y="15"/>
                  <a:pt x="97" y="15"/>
                  <a:pt x="97" y="15"/>
                </a:cubicBezTo>
                <a:cubicBezTo>
                  <a:pt x="104" y="19"/>
                  <a:pt x="107" y="27"/>
                  <a:pt x="103" y="34"/>
                </a:cubicBezTo>
                <a:cubicBezTo>
                  <a:pt x="101" y="39"/>
                  <a:pt x="96" y="42"/>
                  <a:pt x="91" y="42"/>
                </a:cubicBezTo>
                <a:cubicBezTo>
                  <a:pt x="91" y="146"/>
                  <a:pt x="91" y="146"/>
                  <a:pt x="91" y="146"/>
                </a:cubicBezTo>
                <a:cubicBezTo>
                  <a:pt x="93" y="151"/>
                  <a:pt x="93" y="157"/>
                  <a:pt x="91" y="162"/>
                </a:cubicBezTo>
                <a:cubicBezTo>
                  <a:pt x="91" y="185"/>
                  <a:pt x="91" y="185"/>
                  <a:pt x="91" y="185"/>
                </a:cubicBezTo>
                <a:cubicBezTo>
                  <a:pt x="117" y="174"/>
                  <a:pt x="138" y="143"/>
                  <a:pt x="166" y="145"/>
                </a:cubicBezTo>
                <a:cubicBezTo>
                  <a:pt x="179" y="147"/>
                  <a:pt x="192" y="147"/>
                  <a:pt x="204" y="146"/>
                </a:cubicBezTo>
                <a:cubicBezTo>
                  <a:pt x="204" y="125"/>
                  <a:pt x="204" y="125"/>
                  <a:pt x="204" y="125"/>
                </a:cubicBezTo>
                <a:cubicBezTo>
                  <a:pt x="199" y="125"/>
                  <a:pt x="195" y="124"/>
                  <a:pt x="191" y="122"/>
                </a:cubicBezTo>
                <a:cubicBezTo>
                  <a:pt x="191" y="122"/>
                  <a:pt x="191" y="122"/>
                  <a:pt x="191" y="122"/>
                </a:cubicBezTo>
                <a:cubicBezTo>
                  <a:pt x="177" y="115"/>
                  <a:pt x="172" y="98"/>
                  <a:pt x="179" y="84"/>
                </a:cubicBezTo>
                <a:cubicBezTo>
                  <a:pt x="184" y="74"/>
                  <a:pt x="193" y="69"/>
                  <a:pt x="204" y="69"/>
                </a:cubicBezTo>
                <a:lnTo>
                  <a:pt x="204" y="27"/>
                </a:lnTo>
                <a:close/>
                <a:moveTo>
                  <a:pt x="91" y="6"/>
                </a:moveTo>
                <a:cubicBezTo>
                  <a:pt x="86" y="6"/>
                  <a:pt x="82" y="8"/>
                  <a:pt x="78" y="9"/>
                </a:cubicBezTo>
                <a:cubicBezTo>
                  <a:pt x="78" y="24"/>
                  <a:pt x="78" y="24"/>
                  <a:pt x="78" y="24"/>
                </a:cubicBezTo>
                <a:cubicBezTo>
                  <a:pt x="78" y="23"/>
                  <a:pt x="78" y="22"/>
                  <a:pt x="78" y="22"/>
                </a:cubicBezTo>
                <a:cubicBezTo>
                  <a:pt x="81" y="17"/>
                  <a:pt x="86" y="14"/>
                  <a:pt x="91" y="14"/>
                </a:cubicBezTo>
                <a:cubicBezTo>
                  <a:pt x="91" y="6"/>
                  <a:pt x="91" y="6"/>
                  <a:pt x="91" y="6"/>
                </a:cubicBezTo>
                <a:close/>
                <a:moveTo>
                  <a:pt x="78" y="188"/>
                </a:moveTo>
                <a:cubicBezTo>
                  <a:pt x="82" y="188"/>
                  <a:pt x="87" y="187"/>
                  <a:pt x="91" y="185"/>
                </a:cubicBezTo>
                <a:cubicBezTo>
                  <a:pt x="91" y="162"/>
                  <a:pt x="91" y="162"/>
                  <a:pt x="91" y="162"/>
                </a:cubicBezTo>
                <a:cubicBezTo>
                  <a:pt x="90" y="163"/>
                  <a:pt x="90" y="164"/>
                  <a:pt x="90" y="165"/>
                </a:cubicBezTo>
                <a:cubicBezTo>
                  <a:pt x="87" y="170"/>
                  <a:pt x="83" y="174"/>
                  <a:pt x="78" y="176"/>
                </a:cubicBezTo>
                <a:cubicBezTo>
                  <a:pt x="78" y="188"/>
                  <a:pt x="78" y="188"/>
                  <a:pt x="78" y="188"/>
                </a:cubicBezTo>
                <a:close/>
                <a:moveTo>
                  <a:pt x="91" y="42"/>
                </a:moveTo>
                <a:cubicBezTo>
                  <a:pt x="91" y="146"/>
                  <a:pt x="91" y="146"/>
                  <a:pt x="91" y="146"/>
                </a:cubicBezTo>
                <a:cubicBezTo>
                  <a:pt x="89" y="141"/>
                  <a:pt x="85" y="136"/>
                  <a:pt x="80" y="134"/>
                </a:cubicBezTo>
                <a:cubicBezTo>
                  <a:pt x="79" y="133"/>
                  <a:pt x="78" y="133"/>
                  <a:pt x="78" y="133"/>
                </a:cubicBezTo>
                <a:cubicBezTo>
                  <a:pt x="78" y="64"/>
                  <a:pt x="78" y="64"/>
                  <a:pt x="78" y="64"/>
                </a:cubicBezTo>
                <a:cubicBezTo>
                  <a:pt x="79" y="61"/>
                  <a:pt x="79" y="57"/>
                  <a:pt x="78" y="54"/>
                </a:cubicBezTo>
                <a:cubicBezTo>
                  <a:pt x="78" y="33"/>
                  <a:pt x="78" y="33"/>
                  <a:pt x="78" y="33"/>
                </a:cubicBezTo>
                <a:cubicBezTo>
                  <a:pt x="79" y="36"/>
                  <a:pt x="81" y="39"/>
                  <a:pt x="84" y="41"/>
                </a:cubicBezTo>
                <a:cubicBezTo>
                  <a:pt x="86" y="42"/>
                  <a:pt x="89" y="42"/>
                  <a:pt x="91" y="42"/>
                </a:cubicBezTo>
                <a:close/>
                <a:moveTo>
                  <a:pt x="78" y="9"/>
                </a:moveTo>
                <a:cubicBezTo>
                  <a:pt x="71" y="11"/>
                  <a:pt x="65" y="14"/>
                  <a:pt x="60" y="18"/>
                </a:cubicBezTo>
                <a:cubicBezTo>
                  <a:pt x="60" y="40"/>
                  <a:pt x="60" y="40"/>
                  <a:pt x="60" y="40"/>
                </a:cubicBezTo>
                <a:cubicBezTo>
                  <a:pt x="62" y="40"/>
                  <a:pt x="65" y="41"/>
                  <a:pt x="68" y="42"/>
                </a:cubicBezTo>
                <a:cubicBezTo>
                  <a:pt x="73" y="45"/>
                  <a:pt x="76" y="49"/>
                  <a:pt x="78" y="54"/>
                </a:cubicBezTo>
                <a:cubicBezTo>
                  <a:pt x="78" y="33"/>
                  <a:pt x="78" y="33"/>
                  <a:pt x="78" y="33"/>
                </a:cubicBezTo>
                <a:cubicBezTo>
                  <a:pt x="77" y="30"/>
                  <a:pt x="77" y="27"/>
                  <a:pt x="78" y="24"/>
                </a:cubicBezTo>
                <a:cubicBezTo>
                  <a:pt x="78" y="9"/>
                  <a:pt x="78" y="9"/>
                  <a:pt x="78" y="9"/>
                </a:cubicBezTo>
                <a:close/>
                <a:moveTo>
                  <a:pt x="60" y="187"/>
                </a:moveTo>
                <a:cubicBezTo>
                  <a:pt x="66" y="188"/>
                  <a:pt x="72" y="189"/>
                  <a:pt x="78" y="188"/>
                </a:cubicBezTo>
                <a:cubicBezTo>
                  <a:pt x="78" y="176"/>
                  <a:pt x="78" y="176"/>
                  <a:pt x="78" y="176"/>
                </a:cubicBezTo>
                <a:cubicBezTo>
                  <a:pt x="72" y="178"/>
                  <a:pt x="65" y="178"/>
                  <a:pt x="60" y="176"/>
                </a:cubicBezTo>
                <a:cubicBezTo>
                  <a:pt x="60" y="187"/>
                  <a:pt x="60" y="187"/>
                  <a:pt x="60" y="187"/>
                </a:cubicBezTo>
                <a:close/>
                <a:moveTo>
                  <a:pt x="78" y="64"/>
                </a:moveTo>
                <a:cubicBezTo>
                  <a:pt x="78" y="133"/>
                  <a:pt x="78" y="133"/>
                  <a:pt x="78" y="133"/>
                </a:cubicBezTo>
                <a:cubicBezTo>
                  <a:pt x="72" y="131"/>
                  <a:pt x="65" y="131"/>
                  <a:pt x="60" y="134"/>
                </a:cubicBezTo>
                <a:cubicBezTo>
                  <a:pt x="60" y="125"/>
                  <a:pt x="60" y="125"/>
                  <a:pt x="60" y="125"/>
                </a:cubicBezTo>
                <a:cubicBezTo>
                  <a:pt x="64" y="123"/>
                  <a:pt x="67" y="120"/>
                  <a:pt x="70" y="116"/>
                </a:cubicBezTo>
                <a:cubicBezTo>
                  <a:pt x="75" y="105"/>
                  <a:pt x="71" y="92"/>
                  <a:pt x="60" y="87"/>
                </a:cubicBezTo>
                <a:cubicBezTo>
                  <a:pt x="60" y="87"/>
                  <a:pt x="60" y="87"/>
                  <a:pt x="60" y="87"/>
                </a:cubicBezTo>
                <a:cubicBezTo>
                  <a:pt x="60" y="78"/>
                  <a:pt x="60" y="78"/>
                  <a:pt x="60" y="78"/>
                </a:cubicBezTo>
                <a:cubicBezTo>
                  <a:pt x="66" y="78"/>
                  <a:pt x="73" y="74"/>
                  <a:pt x="76" y="68"/>
                </a:cubicBezTo>
                <a:cubicBezTo>
                  <a:pt x="77" y="66"/>
                  <a:pt x="77" y="65"/>
                  <a:pt x="78" y="64"/>
                </a:cubicBezTo>
                <a:close/>
                <a:moveTo>
                  <a:pt x="60" y="18"/>
                </a:moveTo>
                <a:cubicBezTo>
                  <a:pt x="0" y="56"/>
                  <a:pt x="10" y="159"/>
                  <a:pt x="46" y="180"/>
                </a:cubicBezTo>
                <a:cubicBezTo>
                  <a:pt x="51" y="183"/>
                  <a:pt x="55" y="185"/>
                  <a:pt x="60" y="187"/>
                </a:cubicBezTo>
                <a:cubicBezTo>
                  <a:pt x="60" y="176"/>
                  <a:pt x="60" y="176"/>
                  <a:pt x="60" y="176"/>
                </a:cubicBezTo>
                <a:cubicBezTo>
                  <a:pt x="59" y="175"/>
                  <a:pt x="59" y="175"/>
                  <a:pt x="59" y="175"/>
                </a:cubicBezTo>
                <a:cubicBezTo>
                  <a:pt x="59" y="175"/>
                  <a:pt x="59" y="175"/>
                  <a:pt x="59" y="175"/>
                </a:cubicBezTo>
                <a:cubicBezTo>
                  <a:pt x="48" y="170"/>
                  <a:pt x="43" y="156"/>
                  <a:pt x="49" y="144"/>
                </a:cubicBezTo>
                <a:cubicBezTo>
                  <a:pt x="51" y="139"/>
                  <a:pt x="55" y="136"/>
                  <a:pt x="60" y="134"/>
                </a:cubicBezTo>
                <a:cubicBezTo>
                  <a:pt x="60" y="125"/>
                  <a:pt x="60" y="125"/>
                  <a:pt x="60" y="125"/>
                </a:cubicBezTo>
                <a:cubicBezTo>
                  <a:pt x="54" y="128"/>
                  <a:pt x="47" y="128"/>
                  <a:pt x="41" y="125"/>
                </a:cubicBezTo>
                <a:cubicBezTo>
                  <a:pt x="41" y="125"/>
                  <a:pt x="41" y="125"/>
                  <a:pt x="41" y="125"/>
                </a:cubicBezTo>
                <a:cubicBezTo>
                  <a:pt x="31" y="120"/>
                  <a:pt x="26" y="107"/>
                  <a:pt x="32" y="97"/>
                </a:cubicBezTo>
                <a:cubicBezTo>
                  <a:pt x="37" y="86"/>
                  <a:pt x="49" y="82"/>
                  <a:pt x="60" y="87"/>
                </a:cubicBezTo>
                <a:cubicBezTo>
                  <a:pt x="60" y="78"/>
                  <a:pt x="60" y="78"/>
                  <a:pt x="60" y="78"/>
                </a:cubicBezTo>
                <a:cubicBezTo>
                  <a:pt x="57" y="78"/>
                  <a:pt x="54" y="77"/>
                  <a:pt x="51" y="76"/>
                </a:cubicBezTo>
                <a:cubicBezTo>
                  <a:pt x="42" y="71"/>
                  <a:pt x="38" y="60"/>
                  <a:pt x="43" y="51"/>
                </a:cubicBezTo>
                <a:cubicBezTo>
                  <a:pt x="43" y="51"/>
                  <a:pt x="43" y="51"/>
                  <a:pt x="43" y="51"/>
                </a:cubicBezTo>
                <a:cubicBezTo>
                  <a:pt x="46" y="44"/>
                  <a:pt x="53" y="40"/>
                  <a:pt x="60" y="40"/>
                </a:cubicBezTo>
                <a:lnTo>
                  <a:pt x="60" y="18"/>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grpSp>
        <p:nvGrpSpPr>
          <p:cNvPr id="36" name="Group 127"/>
          <p:cNvGrpSpPr/>
          <p:nvPr/>
        </p:nvGrpSpPr>
        <p:grpSpPr>
          <a:xfrm>
            <a:off x="8392034" y="4873887"/>
            <a:ext cx="507869" cy="653880"/>
            <a:chOff x="8610600" y="4127500"/>
            <a:chExt cx="508001" cy="654050"/>
          </a:xfrm>
          <a:solidFill>
            <a:schemeClr val="accent1">
              <a:lumMod val="75000"/>
            </a:schemeClr>
          </a:solidFill>
        </p:grpSpPr>
        <p:sp>
          <p:nvSpPr>
            <p:cNvPr id="37" name="Freeform 33"/>
            <p:cNvSpPr/>
            <p:nvPr/>
          </p:nvSpPr>
          <p:spPr bwMode="auto">
            <a:xfrm>
              <a:off x="8618538" y="4127500"/>
              <a:ext cx="500063" cy="503238"/>
            </a:xfrm>
            <a:custGeom>
              <a:avLst/>
              <a:gdLst>
                <a:gd name="T0" fmla="*/ 169 w 230"/>
                <a:gd name="T1" fmla="*/ 12 h 231"/>
                <a:gd name="T2" fmla="*/ 215 w 230"/>
                <a:gd name="T3" fmla="*/ 103 h 231"/>
                <a:gd name="T4" fmla="*/ 102 w 230"/>
                <a:gd name="T5" fmla="*/ 216 h 231"/>
                <a:gd name="T6" fmla="*/ 12 w 230"/>
                <a:gd name="T7" fmla="*/ 171 h 231"/>
                <a:gd name="T8" fmla="*/ 0 w 230"/>
                <a:gd name="T9" fmla="*/ 181 h 231"/>
                <a:gd name="T10" fmla="*/ 102 w 230"/>
                <a:gd name="T11" fmla="*/ 231 h 231"/>
                <a:gd name="T12" fmla="*/ 230 w 230"/>
                <a:gd name="T13" fmla="*/ 103 h 231"/>
                <a:gd name="T14" fmla="*/ 178 w 230"/>
                <a:gd name="T15" fmla="*/ 0 h 231"/>
                <a:gd name="T16" fmla="*/ 169 w 230"/>
                <a:gd name="T17" fmla="*/ 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0" h="231">
                  <a:moveTo>
                    <a:pt x="169" y="12"/>
                  </a:moveTo>
                  <a:cubicBezTo>
                    <a:pt x="197" y="32"/>
                    <a:pt x="215" y="65"/>
                    <a:pt x="215" y="103"/>
                  </a:cubicBezTo>
                  <a:cubicBezTo>
                    <a:pt x="215" y="165"/>
                    <a:pt x="165" y="216"/>
                    <a:pt x="102" y="216"/>
                  </a:cubicBezTo>
                  <a:cubicBezTo>
                    <a:pt x="65" y="216"/>
                    <a:pt x="33" y="198"/>
                    <a:pt x="12" y="171"/>
                  </a:cubicBezTo>
                  <a:cubicBezTo>
                    <a:pt x="0" y="181"/>
                    <a:pt x="0" y="181"/>
                    <a:pt x="0" y="181"/>
                  </a:cubicBezTo>
                  <a:cubicBezTo>
                    <a:pt x="24" y="211"/>
                    <a:pt x="61" y="231"/>
                    <a:pt x="102" y="231"/>
                  </a:cubicBezTo>
                  <a:cubicBezTo>
                    <a:pt x="173" y="231"/>
                    <a:pt x="230" y="174"/>
                    <a:pt x="230" y="103"/>
                  </a:cubicBezTo>
                  <a:cubicBezTo>
                    <a:pt x="230" y="61"/>
                    <a:pt x="210" y="23"/>
                    <a:pt x="178" y="0"/>
                  </a:cubicBezTo>
                  <a:lnTo>
                    <a:pt x="169"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8" name="Freeform 34"/>
            <p:cNvSpPr>
              <a:spLocks noEditPoints="1"/>
            </p:cNvSpPr>
            <p:nvPr/>
          </p:nvSpPr>
          <p:spPr bwMode="auto">
            <a:xfrm>
              <a:off x="8621713" y="4137025"/>
              <a:ext cx="442913" cy="441325"/>
            </a:xfrm>
            <a:custGeom>
              <a:avLst/>
              <a:gdLst>
                <a:gd name="T0" fmla="*/ 102 w 203"/>
                <a:gd name="T1" fmla="*/ 203 h 203"/>
                <a:gd name="T2" fmla="*/ 203 w 203"/>
                <a:gd name="T3" fmla="*/ 101 h 203"/>
                <a:gd name="T4" fmla="*/ 102 w 203"/>
                <a:gd name="T5" fmla="*/ 0 h 203"/>
                <a:gd name="T6" fmla="*/ 102 w 203"/>
                <a:gd name="T7" fmla="*/ 5 h 203"/>
                <a:gd name="T8" fmla="*/ 198 w 203"/>
                <a:gd name="T9" fmla="*/ 101 h 203"/>
                <a:gd name="T10" fmla="*/ 102 w 203"/>
                <a:gd name="T11" fmla="*/ 198 h 203"/>
                <a:gd name="T12" fmla="*/ 102 w 203"/>
                <a:gd name="T13" fmla="*/ 203 h 203"/>
                <a:gd name="T14" fmla="*/ 102 w 203"/>
                <a:gd name="T15" fmla="*/ 0 h 203"/>
                <a:gd name="T16" fmla="*/ 0 w 203"/>
                <a:gd name="T17" fmla="*/ 101 h 203"/>
                <a:gd name="T18" fmla="*/ 102 w 203"/>
                <a:gd name="T19" fmla="*/ 203 h 203"/>
                <a:gd name="T20" fmla="*/ 102 w 203"/>
                <a:gd name="T21" fmla="*/ 203 h 203"/>
                <a:gd name="T22" fmla="*/ 102 w 203"/>
                <a:gd name="T23" fmla="*/ 198 h 203"/>
                <a:gd name="T24" fmla="*/ 102 w 203"/>
                <a:gd name="T25" fmla="*/ 198 h 203"/>
                <a:gd name="T26" fmla="*/ 102 w 203"/>
                <a:gd name="T27" fmla="*/ 198 h 203"/>
                <a:gd name="T28" fmla="*/ 5 w 203"/>
                <a:gd name="T29" fmla="*/ 101 h 203"/>
                <a:gd name="T30" fmla="*/ 102 w 203"/>
                <a:gd name="T31" fmla="*/ 5 h 203"/>
                <a:gd name="T32" fmla="*/ 102 w 203"/>
                <a:gd name="T33" fmla="*/ 5 h 203"/>
                <a:gd name="T34" fmla="*/ 102 w 203"/>
                <a:gd name="T35"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3" h="203">
                  <a:moveTo>
                    <a:pt x="102" y="203"/>
                  </a:moveTo>
                  <a:cubicBezTo>
                    <a:pt x="158" y="203"/>
                    <a:pt x="203" y="157"/>
                    <a:pt x="203" y="101"/>
                  </a:cubicBezTo>
                  <a:cubicBezTo>
                    <a:pt x="203" y="45"/>
                    <a:pt x="158" y="0"/>
                    <a:pt x="102" y="0"/>
                  </a:cubicBezTo>
                  <a:cubicBezTo>
                    <a:pt x="102" y="5"/>
                    <a:pt x="102" y="5"/>
                    <a:pt x="102" y="5"/>
                  </a:cubicBezTo>
                  <a:cubicBezTo>
                    <a:pt x="155" y="5"/>
                    <a:pt x="198" y="48"/>
                    <a:pt x="198" y="101"/>
                  </a:cubicBezTo>
                  <a:cubicBezTo>
                    <a:pt x="198" y="155"/>
                    <a:pt x="155" y="198"/>
                    <a:pt x="102" y="198"/>
                  </a:cubicBezTo>
                  <a:lnTo>
                    <a:pt x="102" y="203"/>
                  </a:lnTo>
                  <a:close/>
                  <a:moveTo>
                    <a:pt x="102" y="0"/>
                  </a:moveTo>
                  <a:cubicBezTo>
                    <a:pt x="46" y="0"/>
                    <a:pt x="0" y="45"/>
                    <a:pt x="0" y="101"/>
                  </a:cubicBezTo>
                  <a:cubicBezTo>
                    <a:pt x="0" y="157"/>
                    <a:pt x="46" y="203"/>
                    <a:pt x="102" y="203"/>
                  </a:cubicBezTo>
                  <a:cubicBezTo>
                    <a:pt x="102" y="203"/>
                    <a:pt x="102" y="203"/>
                    <a:pt x="102" y="203"/>
                  </a:cubicBezTo>
                  <a:cubicBezTo>
                    <a:pt x="102" y="198"/>
                    <a:pt x="102" y="198"/>
                    <a:pt x="102" y="198"/>
                  </a:cubicBezTo>
                  <a:cubicBezTo>
                    <a:pt x="102" y="198"/>
                    <a:pt x="102" y="198"/>
                    <a:pt x="102" y="198"/>
                  </a:cubicBezTo>
                  <a:cubicBezTo>
                    <a:pt x="102" y="198"/>
                    <a:pt x="102" y="198"/>
                    <a:pt x="102" y="198"/>
                  </a:cubicBezTo>
                  <a:cubicBezTo>
                    <a:pt x="48" y="198"/>
                    <a:pt x="5" y="155"/>
                    <a:pt x="5" y="101"/>
                  </a:cubicBezTo>
                  <a:cubicBezTo>
                    <a:pt x="5" y="48"/>
                    <a:pt x="48" y="5"/>
                    <a:pt x="102" y="5"/>
                  </a:cubicBezTo>
                  <a:cubicBezTo>
                    <a:pt x="102" y="5"/>
                    <a:pt x="102" y="5"/>
                    <a:pt x="102" y="5"/>
                  </a:cubicBezTo>
                  <a:cubicBezTo>
                    <a:pt x="102" y="0"/>
                    <a:pt x="102" y="0"/>
                    <a:pt x="10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9" name="Freeform 35"/>
            <p:cNvSpPr/>
            <p:nvPr/>
          </p:nvSpPr>
          <p:spPr bwMode="auto">
            <a:xfrm>
              <a:off x="8610600" y="4144963"/>
              <a:ext cx="496888" cy="433388"/>
            </a:xfrm>
            <a:custGeom>
              <a:avLst/>
              <a:gdLst>
                <a:gd name="T0" fmla="*/ 65 w 228"/>
                <a:gd name="T1" fmla="*/ 15 h 199"/>
                <a:gd name="T2" fmla="*/ 61 w 228"/>
                <a:gd name="T3" fmla="*/ 23 h 199"/>
                <a:gd name="T4" fmla="*/ 57 w 228"/>
                <a:gd name="T5" fmla="*/ 29 h 199"/>
                <a:gd name="T6" fmla="*/ 54 w 228"/>
                <a:gd name="T7" fmla="*/ 26 h 199"/>
                <a:gd name="T8" fmla="*/ 52 w 228"/>
                <a:gd name="T9" fmla="*/ 32 h 199"/>
                <a:gd name="T10" fmla="*/ 42 w 228"/>
                <a:gd name="T11" fmla="*/ 34 h 199"/>
                <a:gd name="T12" fmla="*/ 36 w 228"/>
                <a:gd name="T13" fmla="*/ 41 h 199"/>
                <a:gd name="T14" fmla="*/ 27 w 228"/>
                <a:gd name="T15" fmla="*/ 53 h 199"/>
                <a:gd name="T16" fmla="*/ 21 w 228"/>
                <a:gd name="T17" fmla="*/ 61 h 199"/>
                <a:gd name="T18" fmla="*/ 27 w 228"/>
                <a:gd name="T19" fmla="*/ 67 h 199"/>
                <a:gd name="T20" fmla="*/ 27 w 228"/>
                <a:gd name="T21" fmla="*/ 70 h 199"/>
                <a:gd name="T22" fmla="*/ 22 w 228"/>
                <a:gd name="T23" fmla="*/ 65 h 199"/>
                <a:gd name="T24" fmla="*/ 18 w 228"/>
                <a:gd name="T25" fmla="*/ 60 h 199"/>
                <a:gd name="T26" fmla="*/ 16 w 228"/>
                <a:gd name="T27" fmla="*/ 69 h 199"/>
                <a:gd name="T28" fmla="*/ 17 w 228"/>
                <a:gd name="T29" fmla="*/ 83 h 199"/>
                <a:gd name="T30" fmla="*/ 24 w 228"/>
                <a:gd name="T31" fmla="*/ 80 h 199"/>
                <a:gd name="T32" fmla="*/ 32 w 228"/>
                <a:gd name="T33" fmla="*/ 88 h 199"/>
                <a:gd name="T34" fmla="*/ 41 w 228"/>
                <a:gd name="T35" fmla="*/ 98 h 199"/>
                <a:gd name="T36" fmla="*/ 50 w 228"/>
                <a:gd name="T37" fmla="*/ 105 h 199"/>
                <a:gd name="T38" fmla="*/ 61 w 228"/>
                <a:gd name="T39" fmla="*/ 117 h 199"/>
                <a:gd name="T40" fmla="*/ 58 w 228"/>
                <a:gd name="T41" fmla="*/ 134 h 199"/>
                <a:gd name="T42" fmla="*/ 49 w 228"/>
                <a:gd name="T43" fmla="*/ 155 h 199"/>
                <a:gd name="T44" fmla="*/ 52 w 228"/>
                <a:gd name="T45" fmla="*/ 170 h 199"/>
                <a:gd name="T46" fmla="*/ 46 w 228"/>
                <a:gd name="T47" fmla="*/ 171 h 199"/>
                <a:gd name="T48" fmla="*/ 32 w 228"/>
                <a:gd name="T49" fmla="*/ 148 h 199"/>
                <a:gd name="T50" fmla="*/ 16 w 228"/>
                <a:gd name="T51" fmla="*/ 113 h 199"/>
                <a:gd name="T52" fmla="*/ 11 w 228"/>
                <a:gd name="T53" fmla="*/ 87 h 199"/>
                <a:gd name="T54" fmla="*/ 73 w 228"/>
                <a:gd name="T55" fmla="*/ 183 h 199"/>
                <a:gd name="T56" fmla="*/ 89 w 228"/>
                <a:gd name="T57" fmla="*/ 181 h 199"/>
                <a:gd name="T58" fmla="*/ 110 w 228"/>
                <a:gd name="T59" fmla="*/ 178 h 199"/>
                <a:gd name="T60" fmla="*/ 108 w 228"/>
                <a:gd name="T61" fmla="*/ 187 h 199"/>
                <a:gd name="T62" fmla="*/ 121 w 228"/>
                <a:gd name="T63" fmla="*/ 186 h 199"/>
                <a:gd name="T64" fmla="*/ 139 w 228"/>
                <a:gd name="T65" fmla="*/ 184 h 199"/>
                <a:gd name="T66" fmla="*/ 137 w 228"/>
                <a:gd name="T67" fmla="*/ 3 h 199"/>
                <a:gd name="T68" fmla="*/ 197 w 228"/>
                <a:gd name="T69" fmla="*/ 64 h 199"/>
                <a:gd name="T70" fmla="*/ 189 w 228"/>
                <a:gd name="T71" fmla="*/ 58 h 199"/>
                <a:gd name="T72" fmla="*/ 181 w 228"/>
                <a:gd name="T73" fmla="*/ 74 h 199"/>
                <a:gd name="T74" fmla="*/ 170 w 228"/>
                <a:gd name="T75" fmla="*/ 59 h 199"/>
                <a:gd name="T76" fmla="*/ 174 w 228"/>
                <a:gd name="T77" fmla="*/ 75 h 199"/>
                <a:gd name="T78" fmla="*/ 186 w 228"/>
                <a:gd name="T79" fmla="*/ 79 h 199"/>
                <a:gd name="T80" fmla="*/ 181 w 228"/>
                <a:gd name="T81" fmla="*/ 100 h 199"/>
                <a:gd name="T82" fmla="*/ 175 w 228"/>
                <a:gd name="T83" fmla="*/ 122 h 199"/>
                <a:gd name="T84" fmla="*/ 168 w 228"/>
                <a:gd name="T85" fmla="*/ 137 h 199"/>
                <a:gd name="T86" fmla="*/ 147 w 228"/>
                <a:gd name="T87" fmla="*/ 154 h 199"/>
                <a:gd name="T88" fmla="*/ 141 w 228"/>
                <a:gd name="T89" fmla="*/ 139 h 199"/>
                <a:gd name="T90" fmla="*/ 142 w 228"/>
                <a:gd name="T91" fmla="*/ 121 h 199"/>
                <a:gd name="T92" fmla="*/ 135 w 228"/>
                <a:gd name="T93" fmla="*/ 101 h 199"/>
                <a:gd name="T94" fmla="*/ 125 w 228"/>
                <a:gd name="T95" fmla="*/ 89 h 199"/>
                <a:gd name="T96" fmla="*/ 99 w 228"/>
                <a:gd name="T97" fmla="*/ 90 h 199"/>
                <a:gd name="T98" fmla="*/ 89 w 228"/>
                <a:gd name="T99" fmla="*/ 76 h 199"/>
                <a:gd name="T100" fmla="*/ 100 w 228"/>
                <a:gd name="T101" fmla="*/ 49 h 199"/>
                <a:gd name="T102" fmla="*/ 119 w 228"/>
                <a:gd name="T103" fmla="*/ 41 h 199"/>
                <a:gd name="T104" fmla="*/ 130 w 228"/>
                <a:gd name="T105" fmla="*/ 46 h 199"/>
                <a:gd name="T106" fmla="*/ 146 w 228"/>
                <a:gd name="T107" fmla="*/ 46 h 199"/>
                <a:gd name="T108" fmla="*/ 162 w 228"/>
                <a:gd name="T109" fmla="*/ 44 h 199"/>
                <a:gd name="T110" fmla="*/ 147 w 228"/>
                <a:gd name="T111" fmla="*/ 37 h 199"/>
                <a:gd name="T112" fmla="*/ 146 w 228"/>
                <a:gd name="T113" fmla="*/ 32 h 199"/>
                <a:gd name="T114" fmla="*/ 127 w 228"/>
                <a:gd name="T115" fmla="*/ 32 h 199"/>
                <a:gd name="T116" fmla="*/ 111 w 228"/>
                <a:gd name="T117" fmla="*/ 37 h 199"/>
                <a:gd name="T118" fmla="*/ 107 w 228"/>
                <a:gd name="T119" fmla="*/ 21 h 199"/>
                <a:gd name="T120" fmla="*/ 96 w 228"/>
                <a:gd name="T121" fmla="*/ 11 h 199"/>
                <a:gd name="T122" fmla="*/ 109 w 228"/>
                <a:gd name="T123" fmla="*/ 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 h="199">
                  <a:moveTo>
                    <a:pt x="92" y="0"/>
                  </a:moveTo>
                  <a:cubicBezTo>
                    <a:pt x="92" y="0"/>
                    <a:pt x="58" y="5"/>
                    <a:pt x="35" y="31"/>
                  </a:cubicBezTo>
                  <a:cubicBezTo>
                    <a:pt x="35" y="31"/>
                    <a:pt x="53" y="13"/>
                    <a:pt x="64" y="13"/>
                  </a:cubicBezTo>
                  <a:cubicBezTo>
                    <a:pt x="66" y="14"/>
                    <a:pt x="66" y="14"/>
                    <a:pt x="66" y="14"/>
                  </a:cubicBezTo>
                  <a:cubicBezTo>
                    <a:pt x="66" y="14"/>
                    <a:pt x="66" y="15"/>
                    <a:pt x="65" y="15"/>
                  </a:cubicBezTo>
                  <a:cubicBezTo>
                    <a:pt x="65" y="16"/>
                    <a:pt x="64" y="17"/>
                    <a:pt x="64" y="18"/>
                  </a:cubicBezTo>
                  <a:cubicBezTo>
                    <a:pt x="64" y="18"/>
                    <a:pt x="64" y="20"/>
                    <a:pt x="64" y="20"/>
                  </a:cubicBezTo>
                  <a:cubicBezTo>
                    <a:pt x="63" y="21"/>
                    <a:pt x="63" y="21"/>
                    <a:pt x="63" y="21"/>
                  </a:cubicBezTo>
                  <a:cubicBezTo>
                    <a:pt x="63" y="21"/>
                    <a:pt x="62" y="21"/>
                    <a:pt x="62" y="22"/>
                  </a:cubicBezTo>
                  <a:cubicBezTo>
                    <a:pt x="62" y="22"/>
                    <a:pt x="61" y="22"/>
                    <a:pt x="61" y="23"/>
                  </a:cubicBezTo>
                  <a:cubicBezTo>
                    <a:pt x="61" y="24"/>
                    <a:pt x="61" y="25"/>
                    <a:pt x="61" y="25"/>
                  </a:cubicBezTo>
                  <a:cubicBezTo>
                    <a:pt x="62" y="27"/>
                    <a:pt x="62" y="27"/>
                    <a:pt x="62" y="27"/>
                  </a:cubicBezTo>
                  <a:cubicBezTo>
                    <a:pt x="61" y="28"/>
                    <a:pt x="61" y="28"/>
                    <a:pt x="61" y="28"/>
                  </a:cubicBezTo>
                  <a:cubicBezTo>
                    <a:pt x="59" y="29"/>
                    <a:pt x="59" y="29"/>
                    <a:pt x="59" y="29"/>
                  </a:cubicBezTo>
                  <a:cubicBezTo>
                    <a:pt x="59" y="29"/>
                    <a:pt x="58" y="29"/>
                    <a:pt x="57" y="29"/>
                  </a:cubicBezTo>
                  <a:cubicBezTo>
                    <a:pt x="56" y="29"/>
                    <a:pt x="56" y="27"/>
                    <a:pt x="56" y="27"/>
                  </a:cubicBezTo>
                  <a:cubicBezTo>
                    <a:pt x="58" y="26"/>
                    <a:pt x="58" y="26"/>
                    <a:pt x="58" y="26"/>
                  </a:cubicBezTo>
                  <a:cubicBezTo>
                    <a:pt x="58" y="26"/>
                    <a:pt x="58" y="26"/>
                    <a:pt x="58" y="25"/>
                  </a:cubicBezTo>
                  <a:cubicBezTo>
                    <a:pt x="57" y="25"/>
                    <a:pt x="57" y="24"/>
                    <a:pt x="56" y="24"/>
                  </a:cubicBezTo>
                  <a:cubicBezTo>
                    <a:pt x="55" y="24"/>
                    <a:pt x="54" y="26"/>
                    <a:pt x="54" y="26"/>
                  </a:cubicBezTo>
                  <a:cubicBezTo>
                    <a:pt x="52" y="27"/>
                    <a:pt x="52" y="27"/>
                    <a:pt x="52" y="27"/>
                  </a:cubicBezTo>
                  <a:cubicBezTo>
                    <a:pt x="52" y="27"/>
                    <a:pt x="51" y="29"/>
                    <a:pt x="51" y="29"/>
                  </a:cubicBezTo>
                  <a:cubicBezTo>
                    <a:pt x="52" y="29"/>
                    <a:pt x="53" y="29"/>
                    <a:pt x="53" y="29"/>
                  </a:cubicBezTo>
                  <a:cubicBezTo>
                    <a:pt x="53" y="29"/>
                    <a:pt x="53" y="30"/>
                    <a:pt x="53" y="31"/>
                  </a:cubicBezTo>
                  <a:cubicBezTo>
                    <a:pt x="53" y="31"/>
                    <a:pt x="52" y="32"/>
                    <a:pt x="52" y="32"/>
                  </a:cubicBezTo>
                  <a:cubicBezTo>
                    <a:pt x="52" y="32"/>
                    <a:pt x="52" y="33"/>
                    <a:pt x="51" y="33"/>
                  </a:cubicBezTo>
                  <a:cubicBezTo>
                    <a:pt x="50" y="32"/>
                    <a:pt x="49" y="32"/>
                    <a:pt x="48" y="32"/>
                  </a:cubicBezTo>
                  <a:cubicBezTo>
                    <a:pt x="47" y="32"/>
                    <a:pt x="46" y="31"/>
                    <a:pt x="46" y="32"/>
                  </a:cubicBezTo>
                  <a:cubicBezTo>
                    <a:pt x="45" y="32"/>
                    <a:pt x="45" y="32"/>
                    <a:pt x="45" y="32"/>
                  </a:cubicBezTo>
                  <a:cubicBezTo>
                    <a:pt x="45" y="33"/>
                    <a:pt x="42" y="34"/>
                    <a:pt x="42" y="34"/>
                  </a:cubicBezTo>
                  <a:cubicBezTo>
                    <a:pt x="42" y="34"/>
                    <a:pt x="41" y="35"/>
                    <a:pt x="41" y="35"/>
                  </a:cubicBezTo>
                  <a:cubicBezTo>
                    <a:pt x="41" y="35"/>
                    <a:pt x="41" y="37"/>
                    <a:pt x="41" y="37"/>
                  </a:cubicBezTo>
                  <a:cubicBezTo>
                    <a:pt x="41" y="37"/>
                    <a:pt x="40" y="38"/>
                    <a:pt x="38" y="38"/>
                  </a:cubicBezTo>
                  <a:cubicBezTo>
                    <a:pt x="37" y="39"/>
                    <a:pt x="36" y="39"/>
                    <a:pt x="36" y="39"/>
                  </a:cubicBezTo>
                  <a:cubicBezTo>
                    <a:pt x="36" y="41"/>
                    <a:pt x="36" y="41"/>
                    <a:pt x="36" y="41"/>
                  </a:cubicBezTo>
                  <a:cubicBezTo>
                    <a:pt x="36" y="41"/>
                    <a:pt x="34" y="42"/>
                    <a:pt x="34" y="43"/>
                  </a:cubicBezTo>
                  <a:cubicBezTo>
                    <a:pt x="33" y="44"/>
                    <a:pt x="30" y="46"/>
                    <a:pt x="30" y="46"/>
                  </a:cubicBezTo>
                  <a:cubicBezTo>
                    <a:pt x="30" y="46"/>
                    <a:pt x="29" y="47"/>
                    <a:pt x="28" y="48"/>
                  </a:cubicBezTo>
                  <a:cubicBezTo>
                    <a:pt x="28" y="49"/>
                    <a:pt x="28" y="50"/>
                    <a:pt x="28" y="51"/>
                  </a:cubicBezTo>
                  <a:cubicBezTo>
                    <a:pt x="28" y="51"/>
                    <a:pt x="27" y="52"/>
                    <a:pt x="27" y="53"/>
                  </a:cubicBezTo>
                  <a:cubicBezTo>
                    <a:pt x="27" y="54"/>
                    <a:pt x="26" y="55"/>
                    <a:pt x="26" y="56"/>
                  </a:cubicBezTo>
                  <a:cubicBezTo>
                    <a:pt x="25" y="56"/>
                    <a:pt x="25" y="57"/>
                    <a:pt x="24" y="57"/>
                  </a:cubicBezTo>
                  <a:cubicBezTo>
                    <a:pt x="24" y="57"/>
                    <a:pt x="22" y="58"/>
                    <a:pt x="21" y="58"/>
                  </a:cubicBezTo>
                  <a:cubicBezTo>
                    <a:pt x="20" y="59"/>
                    <a:pt x="20" y="60"/>
                    <a:pt x="20" y="60"/>
                  </a:cubicBezTo>
                  <a:cubicBezTo>
                    <a:pt x="20" y="60"/>
                    <a:pt x="21" y="61"/>
                    <a:pt x="21" y="61"/>
                  </a:cubicBezTo>
                  <a:cubicBezTo>
                    <a:pt x="22" y="61"/>
                    <a:pt x="23" y="62"/>
                    <a:pt x="23" y="62"/>
                  </a:cubicBezTo>
                  <a:cubicBezTo>
                    <a:pt x="23" y="62"/>
                    <a:pt x="23" y="63"/>
                    <a:pt x="23" y="64"/>
                  </a:cubicBezTo>
                  <a:cubicBezTo>
                    <a:pt x="23" y="64"/>
                    <a:pt x="22" y="66"/>
                    <a:pt x="23" y="66"/>
                  </a:cubicBezTo>
                  <a:cubicBezTo>
                    <a:pt x="24" y="66"/>
                    <a:pt x="25" y="66"/>
                    <a:pt x="25" y="66"/>
                  </a:cubicBezTo>
                  <a:cubicBezTo>
                    <a:pt x="27" y="67"/>
                    <a:pt x="27" y="67"/>
                    <a:pt x="27" y="67"/>
                  </a:cubicBezTo>
                  <a:cubicBezTo>
                    <a:pt x="28" y="68"/>
                    <a:pt x="28" y="68"/>
                    <a:pt x="28" y="68"/>
                  </a:cubicBezTo>
                  <a:cubicBezTo>
                    <a:pt x="29" y="68"/>
                    <a:pt x="29" y="68"/>
                    <a:pt x="29" y="68"/>
                  </a:cubicBezTo>
                  <a:cubicBezTo>
                    <a:pt x="29" y="68"/>
                    <a:pt x="29" y="69"/>
                    <a:pt x="29" y="70"/>
                  </a:cubicBezTo>
                  <a:cubicBezTo>
                    <a:pt x="28" y="70"/>
                    <a:pt x="28" y="71"/>
                    <a:pt x="28" y="71"/>
                  </a:cubicBezTo>
                  <a:cubicBezTo>
                    <a:pt x="27" y="71"/>
                    <a:pt x="27" y="71"/>
                    <a:pt x="27" y="70"/>
                  </a:cubicBezTo>
                  <a:cubicBezTo>
                    <a:pt x="27" y="69"/>
                    <a:pt x="27" y="69"/>
                    <a:pt x="26" y="68"/>
                  </a:cubicBezTo>
                  <a:cubicBezTo>
                    <a:pt x="25" y="68"/>
                    <a:pt x="24" y="69"/>
                    <a:pt x="24" y="69"/>
                  </a:cubicBezTo>
                  <a:cubicBezTo>
                    <a:pt x="24" y="69"/>
                    <a:pt x="23" y="69"/>
                    <a:pt x="23" y="68"/>
                  </a:cubicBezTo>
                  <a:cubicBezTo>
                    <a:pt x="22" y="67"/>
                    <a:pt x="22" y="68"/>
                    <a:pt x="22" y="67"/>
                  </a:cubicBezTo>
                  <a:cubicBezTo>
                    <a:pt x="22" y="66"/>
                    <a:pt x="23" y="66"/>
                    <a:pt x="22" y="65"/>
                  </a:cubicBezTo>
                  <a:cubicBezTo>
                    <a:pt x="22" y="65"/>
                    <a:pt x="21" y="64"/>
                    <a:pt x="21" y="64"/>
                  </a:cubicBezTo>
                  <a:cubicBezTo>
                    <a:pt x="20" y="64"/>
                    <a:pt x="21" y="65"/>
                    <a:pt x="20" y="64"/>
                  </a:cubicBezTo>
                  <a:cubicBezTo>
                    <a:pt x="20" y="63"/>
                    <a:pt x="19" y="63"/>
                    <a:pt x="19" y="63"/>
                  </a:cubicBezTo>
                  <a:cubicBezTo>
                    <a:pt x="19" y="63"/>
                    <a:pt x="18" y="63"/>
                    <a:pt x="18" y="62"/>
                  </a:cubicBezTo>
                  <a:cubicBezTo>
                    <a:pt x="18" y="62"/>
                    <a:pt x="18" y="61"/>
                    <a:pt x="18" y="60"/>
                  </a:cubicBezTo>
                  <a:cubicBezTo>
                    <a:pt x="18" y="60"/>
                    <a:pt x="19" y="59"/>
                    <a:pt x="19" y="58"/>
                  </a:cubicBezTo>
                  <a:cubicBezTo>
                    <a:pt x="19" y="58"/>
                    <a:pt x="19" y="55"/>
                    <a:pt x="19" y="55"/>
                  </a:cubicBezTo>
                  <a:cubicBezTo>
                    <a:pt x="19" y="55"/>
                    <a:pt x="16" y="61"/>
                    <a:pt x="15" y="66"/>
                  </a:cubicBezTo>
                  <a:cubicBezTo>
                    <a:pt x="15" y="66"/>
                    <a:pt x="16" y="65"/>
                    <a:pt x="16" y="66"/>
                  </a:cubicBezTo>
                  <a:cubicBezTo>
                    <a:pt x="16" y="67"/>
                    <a:pt x="17" y="68"/>
                    <a:pt x="16" y="69"/>
                  </a:cubicBezTo>
                  <a:cubicBezTo>
                    <a:pt x="16" y="69"/>
                    <a:pt x="16" y="69"/>
                    <a:pt x="16" y="72"/>
                  </a:cubicBezTo>
                  <a:cubicBezTo>
                    <a:pt x="16" y="74"/>
                    <a:pt x="17" y="75"/>
                    <a:pt x="17" y="76"/>
                  </a:cubicBezTo>
                  <a:cubicBezTo>
                    <a:pt x="16" y="76"/>
                    <a:pt x="16" y="77"/>
                    <a:pt x="16" y="78"/>
                  </a:cubicBezTo>
                  <a:cubicBezTo>
                    <a:pt x="16" y="79"/>
                    <a:pt x="16" y="82"/>
                    <a:pt x="17" y="82"/>
                  </a:cubicBezTo>
                  <a:cubicBezTo>
                    <a:pt x="17" y="82"/>
                    <a:pt x="17" y="83"/>
                    <a:pt x="17" y="83"/>
                  </a:cubicBezTo>
                  <a:cubicBezTo>
                    <a:pt x="18" y="84"/>
                    <a:pt x="17" y="85"/>
                    <a:pt x="18" y="84"/>
                  </a:cubicBezTo>
                  <a:cubicBezTo>
                    <a:pt x="19" y="82"/>
                    <a:pt x="20" y="81"/>
                    <a:pt x="20" y="81"/>
                  </a:cubicBezTo>
                  <a:cubicBezTo>
                    <a:pt x="20" y="80"/>
                    <a:pt x="20" y="80"/>
                    <a:pt x="20" y="80"/>
                  </a:cubicBezTo>
                  <a:cubicBezTo>
                    <a:pt x="20" y="80"/>
                    <a:pt x="20" y="79"/>
                    <a:pt x="22" y="79"/>
                  </a:cubicBezTo>
                  <a:cubicBezTo>
                    <a:pt x="23" y="79"/>
                    <a:pt x="24" y="79"/>
                    <a:pt x="24" y="80"/>
                  </a:cubicBezTo>
                  <a:cubicBezTo>
                    <a:pt x="25" y="80"/>
                    <a:pt x="23" y="82"/>
                    <a:pt x="24" y="82"/>
                  </a:cubicBezTo>
                  <a:cubicBezTo>
                    <a:pt x="25" y="82"/>
                    <a:pt x="27" y="81"/>
                    <a:pt x="28" y="81"/>
                  </a:cubicBezTo>
                  <a:cubicBezTo>
                    <a:pt x="29" y="81"/>
                    <a:pt x="29" y="82"/>
                    <a:pt x="30" y="83"/>
                  </a:cubicBezTo>
                  <a:cubicBezTo>
                    <a:pt x="30" y="84"/>
                    <a:pt x="30" y="85"/>
                    <a:pt x="31" y="86"/>
                  </a:cubicBezTo>
                  <a:cubicBezTo>
                    <a:pt x="32" y="86"/>
                    <a:pt x="31" y="87"/>
                    <a:pt x="32" y="88"/>
                  </a:cubicBezTo>
                  <a:cubicBezTo>
                    <a:pt x="32" y="89"/>
                    <a:pt x="34" y="90"/>
                    <a:pt x="35" y="90"/>
                  </a:cubicBezTo>
                  <a:cubicBezTo>
                    <a:pt x="35" y="90"/>
                    <a:pt x="37" y="90"/>
                    <a:pt x="38" y="90"/>
                  </a:cubicBezTo>
                  <a:cubicBezTo>
                    <a:pt x="39" y="91"/>
                    <a:pt x="38" y="92"/>
                    <a:pt x="39" y="92"/>
                  </a:cubicBezTo>
                  <a:cubicBezTo>
                    <a:pt x="40" y="92"/>
                    <a:pt x="41" y="95"/>
                    <a:pt x="41" y="95"/>
                  </a:cubicBezTo>
                  <a:cubicBezTo>
                    <a:pt x="41" y="95"/>
                    <a:pt x="41" y="97"/>
                    <a:pt x="41" y="98"/>
                  </a:cubicBezTo>
                  <a:cubicBezTo>
                    <a:pt x="41" y="98"/>
                    <a:pt x="41" y="99"/>
                    <a:pt x="42" y="100"/>
                  </a:cubicBezTo>
                  <a:cubicBezTo>
                    <a:pt x="42" y="100"/>
                    <a:pt x="44" y="100"/>
                    <a:pt x="44" y="100"/>
                  </a:cubicBezTo>
                  <a:cubicBezTo>
                    <a:pt x="44" y="100"/>
                    <a:pt x="43" y="102"/>
                    <a:pt x="45" y="102"/>
                  </a:cubicBezTo>
                  <a:cubicBezTo>
                    <a:pt x="47" y="103"/>
                    <a:pt x="48" y="103"/>
                    <a:pt x="49" y="104"/>
                  </a:cubicBezTo>
                  <a:cubicBezTo>
                    <a:pt x="49" y="104"/>
                    <a:pt x="48" y="105"/>
                    <a:pt x="50" y="105"/>
                  </a:cubicBezTo>
                  <a:cubicBezTo>
                    <a:pt x="52" y="105"/>
                    <a:pt x="54" y="105"/>
                    <a:pt x="55" y="106"/>
                  </a:cubicBezTo>
                  <a:cubicBezTo>
                    <a:pt x="56" y="106"/>
                    <a:pt x="55" y="107"/>
                    <a:pt x="57" y="109"/>
                  </a:cubicBezTo>
                  <a:cubicBezTo>
                    <a:pt x="60" y="110"/>
                    <a:pt x="60" y="111"/>
                    <a:pt x="61" y="111"/>
                  </a:cubicBezTo>
                  <a:cubicBezTo>
                    <a:pt x="62" y="111"/>
                    <a:pt x="63" y="111"/>
                    <a:pt x="63" y="113"/>
                  </a:cubicBezTo>
                  <a:cubicBezTo>
                    <a:pt x="62" y="115"/>
                    <a:pt x="62" y="116"/>
                    <a:pt x="61" y="117"/>
                  </a:cubicBezTo>
                  <a:cubicBezTo>
                    <a:pt x="60" y="118"/>
                    <a:pt x="59" y="120"/>
                    <a:pt x="58" y="121"/>
                  </a:cubicBezTo>
                  <a:cubicBezTo>
                    <a:pt x="58" y="122"/>
                    <a:pt x="57" y="123"/>
                    <a:pt x="58" y="124"/>
                  </a:cubicBezTo>
                  <a:cubicBezTo>
                    <a:pt x="58" y="126"/>
                    <a:pt x="59" y="127"/>
                    <a:pt x="59" y="128"/>
                  </a:cubicBezTo>
                  <a:cubicBezTo>
                    <a:pt x="59" y="129"/>
                    <a:pt x="59" y="131"/>
                    <a:pt x="59" y="132"/>
                  </a:cubicBezTo>
                  <a:cubicBezTo>
                    <a:pt x="58" y="133"/>
                    <a:pt x="58" y="134"/>
                    <a:pt x="58" y="134"/>
                  </a:cubicBezTo>
                  <a:cubicBezTo>
                    <a:pt x="58" y="134"/>
                    <a:pt x="59" y="136"/>
                    <a:pt x="58" y="137"/>
                  </a:cubicBezTo>
                  <a:cubicBezTo>
                    <a:pt x="57" y="138"/>
                    <a:pt x="55" y="140"/>
                    <a:pt x="54" y="140"/>
                  </a:cubicBezTo>
                  <a:cubicBezTo>
                    <a:pt x="53" y="140"/>
                    <a:pt x="51" y="142"/>
                    <a:pt x="51" y="142"/>
                  </a:cubicBezTo>
                  <a:cubicBezTo>
                    <a:pt x="51" y="142"/>
                    <a:pt x="51" y="146"/>
                    <a:pt x="51" y="147"/>
                  </a:cubicBezTo>
                  <a:cubicBezTo>
                    <a:pt x="51" y="147"/>
                    <a:pt x="47" y="154"/>
                    <a:pt x="49" y="155"/>
                  </a:cubicBezTo>
                  <a:cubicBezTo>
                    <a:pt x="50" y="156"/>
                    <a:pt x="50" y="158"/>
                    <a:pt x="50" y="159"/>
                  </a:cubicBezTo>
                  <a:cubicBezTo>
                    <a:pt x="49" y="160"/>
                    <a:pt x="49" y="160"/>
                    <a:pt x="49" y="160"/>
                  </a:cubicBezTo>
                  <a:cubicBezTo>
                    <a:pt x="48" y="161"/>
                    <a:pt x="46" y="161"/>
                    <a:pt x="47" y="163"/>
                  </a:cubicBezTo>
                  <a:cubicBezTo>
                    <a:pt x="49" y="165"/>
                    <a:pt x="50" y="165"/>
                    <a:pt x="50" y="167"/>
                  </a:cubicBezTo>
                  <a:cubicBezTo>
                    <a:pt x="51" y="168"/>
                    <a:pt x="51" y="168"/>
                    <a:pt x="52" y="170"/>
                  </a:cubicBezTo>
                  <a:cubicBezTo>
                    <a:pt x="53" y="171"/>
                    <a:pt x="53" y="172"/>
                    <a:pt x="54" y="173"/>
                  </a:cubicBezTo>
                  <a:cubicBezTo>
                    <a:pt x="55" y="174"/>
                    <a:pt x="56" y="175"/>
                    <a:pt x="56" y="176"/>
                  </a:cubicBezTo>
                  <a:cubicBezTo>
                    <a:pt x="56" y="177"/>
                    <a:pt x="59" y="179"/>
                    <a:pt x="56" y="177"/>
                  </a:cubicBezTo>
                  <a:cubicBezTo>
                    <a:pt x="53" y="175"/>
                    <a:pt x="56" y="177"/>
                    <a:pt x="52" y="174"/>
                  </a:cubicBezTo>
                  <a:cubicBezTo>
                    <a:pt x="49" y="171"/>
                    <a:pt x="48" y="173"/>
                    <a:pt x="46" y="171"/>
                  </a:cubicBezTo>
                  <a:cubicBezTo>
                    <a:pt x="45" y="169"/>
                    <a:pt x="47" y="175"/>
                    <a:pt x="44" y="168"/>
                  </a:cubicBezTo>
                  <a:cubicBezTo>
                    <a:pt x="41" y="160"/>
                    <a:pt x="40" y="161"/>
                    <a:pt x="39" y="159"/>
                  </a:cubicBezTo>
                  <a:cubicBezTo>
                    <a:pt x="39" y="157"/>
                    <a:pt x="39" y="159"/>
                    <a:pt x="37" y="155"/>
                  </a:cubicBezTo>
                  <a:cubicBezTo>
                    <a:pt x="35" y="151"/>
                    <a:pt x="37" y="154"/>
                    <a:pt x="35" y="151"/>
                  </a:cubicBezTo>
                  <a:cubicBezTo>
                    <a:pt x="33" y="149"/>
                    <a:pt x="33" y="152"/>
                    <a:pt x="32" y="148"/>
                  </a:cubicBezTo>
                  <a:cubicBezTo>
                    <a:pt x="31" y="143"/>
                    <a:pt x="31" y="146"/>
                    <a:pt x="30" y="141"/>
                  </a:cubicBezTo>
                  <a:cubicBezTo>
                    <a:pt x="28" y="136"/>
                    <a:pt x="31" y="136"/>
                    <a:pt x="28" y="133"/>
                  </a:cubicBezTo>
                  <a:cubicBezTo>
                    <a:pt x="25" y="131"/>
                    <a:pt x="25" y="132"/>
                    <a:pt x="24" y="131"/>
                  </a:cubicBezTo>
                  <a:cubicBezTo>
                    <a:pt x="23" y="129"/>
                    <a:pt x="25" y="130"/>
                    <a:pt x="22" y="126"/>
                  </a:cubicBezTo>
                  <a:cubicBezTo>
                    <a:pt x="20" y="122"/>
                    <a:pt x="16" y="120"/>
                    <a:pt x="16" y="113"/>
                  </a:cubicBezTo>
                  <a:cubicBezTo>
                    <a:pt x="16" y="105"/>
                    <a:pt x="16" y="104"/>
                    <a:pt x="16" y="104"/>
                  </a:cubicBezTo>
                  <a:cubicBezTo>
                    <a:pt x="16" y="104"/>
                    <a:pt x="13" y="101"/>
                    <a:pt x="14" y="97"/>
                  </a:cubicBezTo>
                  <a:cubicBezTo>
                    <a:pt x="15" y="92"/>
                    <a:pt x="16" y="94"/>
                    <a:pt x="15" y="92"/>
                  </a:cubicBezTo>
                  <a:cubicBezTo>
                    <a:pt x="15" y="91"/>
                    <a:pt x="14" y="91"/>
                    <a:pt x="13" y="89"/>
                  </a:cubicBezTo>
                  <a:cubicBezTo>
                    <a:pt x="12" y="88"/>
                    <a:pt x="12" y="88"/>
                    <a:pt x="11" y="87"/>
                  </a:cubicBezTo>
                  <a:cubicBezTo>
                    <a:pt x="11" y="86"/>
                    <a:pt x="11" y="83"/>
                    <a:pt x="11" y="83"/>
                  </a:cubicBezTo>
                  <a:cubicBezTo>
                    <a:pt x="10" y="84"/>
                    <a:pt x="10" y="84"/>
                    <a:pt x="10" y="84"/>
                  </a:cubicBezTo>
                  <a:cubicBezTo>
                    <a:pt x="10" y="84"/>
                    <a:pt x="0" y="182"/>
                    <a:pt x="97" y="197"/>
                  </a:cubicBezTo>
                  <a:cubicBezTo>
                    <a:pt x="97" y="197"/>
                    <a:pt x="75" y="192"/>
                    <a:pt x="73" y="187"/>
                  </a:cubicBezTo>
                  <a:cubicBezTo>
                    <a:pt x="73" y="187"/>
                    <a:pt x="72" y="183"/>
                    <a:pt x="73" y="183"/>
                  </a:cubicBezTo>
                  <a:cubicBezTo>
                    <a:pt x="74" y="183"/>
                    <a:pt x="76" y="184"/>
                    <a:pt x="77" y="183"/>
                  </a:cubicBezTo>
                  <a:cubicBezTo>
                    <a:pt x="79" y="181"/>
                    <a:pt x="80" y="180"/>
                    <a:pt x="80" y="180"/>
                  </a:cubicBezTo>
                  <a:cubicBezTo>
                    <a:pt x="80" y="182"/>
                    <a:pt x="80" y="182"/>
                    <a:pt x="80" y="182"/>
                  </a:cubicBezTo>
                  <a:cubicBezTo>
                    <a:pt x="80" y="182"/>
                    <a:pt x="79" y="182"/>
                    <a:pt x="83" y="181"/>
                  </a:cubicBezTo>
                  <a:cubicBezTo>
                    <a:pt x="88" y="181"/>
                    <a:pt x="88" y="181"/>
                    <a:pt x="89" y="181"/>
                  </a:cubicBezTo>
                  <a:cubicBezTo>
                    <a:pt x="91" y="180"/>
                    <a:pt x="93" y="176"/>
                    <a:pt x="94" y="178"/>
                  </a:cubicBezTo>
                  <a:cubicBezTo>
                    <a:pt x="95" y="181"/>
                    <a:pt x="93" y="180"/>
                    <a:pt x="95" y="181"/>
                  </a:cubicBezTo>
                  <a:cubicBezTo>
                    <a:pt x="97" y="181"/>
                    <a:pt x="101" y="180"/>
                    <a:pt x="101" y="180"/>
                  </a:cubicBezTo>
                  <a:cubicBezTo>
                    <a:pt x="101" y="180"/>
                    <a:pt x="108" y="181"/>
                    <a:pt x="108" y="180"/>
                  </a:cubicBezTo>
                  <a:cubicBezTo>
                    <a:pt x="109" y="179"/>
                    <a:pt x="109" y="178"/>
                    <a:pt x="110" y="178"/>
                  </a:cubicBezTo>
                  <a:cubicBezTo>
                    <a:pt x="111" y="178"/>
                    <a:pt x="112" y="180"/>
                    <a:pt x="112" y="180"/>
                  </a:cubicBezTo>
                  <a:cubicBezTo>
                    <a:pt x="108" y="182"/>
                    <a:pt x="108" y="182"/>
                    <a:pt x="108" y="182"/>
                  </a:cubicBezTo>
                  <a:cubicBezTo>
                    <a:pt x="105" y="185"/>
                    <a:pt x="105" y="185"/>
                    <a:pt x="105" y="185"/>
                  </a:cubicBezTo>
                  <a:cubicBezTo>
                    <a:pt x="105" y="185"/>
                    <a:pt x="103" y="185"/>
                    <a:pt x="105" y="186"/>
                  </a:cubicBezTo>
                  <a:cubicBezTo>
                    <a:pt x="106" y="187"/>
                    <a:pt x="107" y="187"/>
                    <a:pt x="108" y="187"/>
                  </a:cubicBezTo>
                  <a:cubicBezTo>
                    <a:pt x="110" y="187"/>
                    <a:pt x="114" y="190"/>
                    <a:pt x="115" y="188"/>
                  </a:cubicBezTo>
                  <a:cubicBezTo>
                    <a:pt x="116" y="186"/>
                    <a:pt x="116" y="186"/>
                    <a:pt x="117" y="185"/>
                  </a:cubicBezTo>
                  <a:cubicBezTo>
                    <a:pt x="117" y="184"/>
                    <a:pt x="117" y="182"/>
                    <a:pt x="119" y="182"/>
                  </a:cubicBezTo>
                  <a:cubicBezTo>
                    <a:pt x="120" y="182"/>
                    <a:pt x="122" y="183"/>
                    <a:pt x="122" y="183"/>
                  </a:cubicBezTo>
                  <a:cubicBezTo>
                    <a:pt x="121" y="186"/>
                    <a:pt x="121" y="186"/>
                    <a:pt x="121" y="186"/>
                  </a:cubicBezTo>
                  <a:cubicBezTo>
                    <a:pt x="121" y="186"/>
                    <a:pt x="123" y="186"/>
                    <a:pt x="125" y="186"/>
                  </a:cubicBezTo>
                  <a:cubicBezTo>
                    <a:pt x="126" y="186"/>
                    <a:pt x="126" y="188"/>
                    <a:pt x="128" y="186"/>
                  </a:cubicBezTo>
                  <a:cubicBezTo>
                    <a:pt x="129" y="184"/>
                    <a:pt x="129" y="184"/>
                    <a:pt x="131" y="184"/>
                  </a:cubicBezTo>
                  <a:cubicBezTo>
                    <a:pt x="133" y="184"/>
                    <a:pt x="135" y="183"/>
                    <a:pt x="136" y="183"/>
                  </a:cubicBezTo>
                  <a:cubicBezTo>
                    <a:pt x="136" y="184"/>
                    <a:pt x="138" y="184"/>
                    <a:pt x="139" y="184"/>
                  </a:cubicBezTo>
                  <a:cubicBezTo>
                    <a:pt x="139" y="184"/>
                    <a:pt x="143" y="186"/>
                    <a:pt x="143" y="186"/>
                  </a:cubicBezTo>
                  <a:cubicBezTo>
                    <a:pt x="144" y="185"/>
                    <a:pt x="148" y="186"/>
                    <a:pt x="148" y="186"/>
                  </a:cubicBezTo>
                  <a:cubicBezTo>
                    <a:pt x="148" y="186"/>
                    <a:pt x="137" y="196"/>
                    <a:pt x="113" y="197"/>
                  </a:cubicBezTo>
                  <a:cubicBezTo>
                    <a:pt x="113" y="197"/>
                    <a:pt x="167" y="199"/>
                    <a:pt x="197" y="146"/>
                  </a:cubicBezTo>
                  <a:cubicBezTo>
                    <a:pt x="228" y="94"/>
                    <a:pt x="206" y="26"/>
                    <a:pt x="137" y="3"/>
                  </a:cubicBezTo>
                  <a:cubicBezTo>
                    <a:pt x="137" y="3"/>
                    <a:pt x="189" y="22"/>
                    <a:pt x="203" y="71"/>
                  </a:cubicBezTo>
                  <a:cubicBezTo>
                    <a:pt x="202" y="72"/>
                    <a:pt x="202" y="72"/>
                    <a:pt x="202" y="72"/>
                  </a:cubicBezTo>
                  <a:cubicBezTo>
                    <a:pt x="201" y="71"/>
                    <a:pt x="201" y="72"/>
                    <a:pt x="200" y="69"/>
                  </a:cubicBezTo>
                  <a:cubicBezTo>
                    <a:pt x="199" y="67"/>
                    <a:pt x="199" y="68"/>
                    <a:pt x="199" y="66"/>
                  </a:cubicBezTo>
                  <a:cubicBezTo>
                    <a:pt x="198" y="64"/>
                    <a:pt x="198" y="65"/>
                    <a:pt x="197" y="64"/>
                  </a:cubicBezTo>
                  <a:cubicBezTo>
                    <a:pt x="195" y="62"/>
                    <a:pt x="195" y="62"/>
                    <a:pt x="194" y="61"/>
                  </a:cubicBezTo>
                  <a:cubicBezTo>
                    <a:pt x="193" y="61"/>
                    <a:pt x="192" y="58"/>
                    <a:pt x="192" y="57"/>
                  </a:cubicBezTo>
                  <a:cubicBezTo>
                    <a:pt x="191" y="56"/>
                    <a:pt x="189" y="55"/>
                    <a:pt x="188" y="55"/>
                  </a:cubicBezTo>
                  <a:cubicBezTo>
                    <a:pt x="187" y="55"/>
                    <a:pt x="188" y="54"/>
                    <a:pt x="187" y="55"/>
                  </a:cubicBezTo>
                  <a:cubicBezTo>
                    <a:pt x="187" y="56"/>
                    <a:pt x="189" y="58"/>
                    <a:pt x="189" y="58"/>
                  </a:cubicBezTo>
                  <a:cubicBezTo>
                    <a:pt x="189" y="62"/>
                    <a:pt x="189" y="62"/>
                    <a:pt x="189" y="62"/>
                  </a:cubicBezTo>
                  <a:cubicBezTo>
                    <a:pt x="189" y="62"/>
                    <a:pt x="190" y="65"/>
                    <a:pt x="190" y="66"/>
                  </a:cubicBezTo>
                  <a:cubicBezTo>
                    <a:pt x="190" y="67"/>
                    <a:pt x="189" y="70"/>
                    <a:pt x="189" y="70"/>
                  </a:cubicBezTo>
                  <a:cubicBezTo>
                    <a:pt x="189" y="70"/>
                    <a:pt x="188" y="72"/>
                    <a:pt x="187" y="73"/>
                  </a:cubicBezTo>
                  <a:cubicBezTo>
                    <a:pt x="186" y="73"/>
                    <a:pt x="181" y="74"/>
                    <a:pt x="181" y="74"/>
                  </a:cubicBezTo>
                  <a:cubicBezTo>
                    <a:pt x="181" y="74"/>
                    <a:pt x="179" y="72"/>
                    <a:pt x="179" y="71"/>
                  </a:cubicBezTo>
                  <a:cubicBezTo>
                    <a:pt x="178" y="69"/>
                    <a:pt x="175" y="69"/>
                    <a:pt x="174" y="68"/>
                  </a:cubicBezTo>
                  <a:cubicBezTo>
                    <a:pt x="174" y="67"/>
                    <a:pt x="175" y="66"/>
                    <a:pt x="173" y="64"/>
                  </a:cubicBezTo>
                  <a:cubicBezTo>
                    <a:pt x="172" y="62"/>
                    <a:pt x="173" y="63"/>
                    <a:pt x="172" y="61"/>
                  </a:cubicBezTo>
                  <a:cubicBezTo>
                    <a:pt x="170" y="59"/>
                    <a:pt x="170" y="59"/>
                    <a:pt x="170" y="59"/>
                  </a:cubicBezTo>
                  <a:cubicBezTo>
                    <a:pt x="170" y="59"/>
                    <a:pt x="166" y="58"/>
                    <a:pt x="167" y="60"/>
                  </a:cubicBezTo>
                  <a:cubicBezTo>
                    <a:pt x="168" y="63"/>
                    <a:pt x="167" y="65"/>
                    <a:pt x="168" y="65"/>
                  </a:cubicBezTo>
                  <a:cubicBezTo>
                    <a:pt x="169" y="66"/>
                    <a:pt x="170" y="65"/>
                    <a:pt x="171" y="67"/>
                  </a:cubicBezTo>
                  <a:cubicBezTo>
                    <a:pt x="172" y="69"/>
                    <a:pt x="172" y="70"/>
                    <a:pt x="172" y="71"/>
                  </a:cubicBezTo>
                  <a:cubicBezTo>
                    <a:pt x="173" y="71"/>
                    <a:pt x="173" y="74"/>
                    <a:pt x="174" y="75"/>
                  </a:cubicBezTo>
                  <a:cubicBezTo>
                    <a:pt x="175" y="75"/>
                    <a:pt x="178" y="75"/>
                    <a:pt x="178" y="76"/>
                  </a:cubicBezTo>
                  <a:cubicBezTo>
                    <a:pt x="177" y="77"/>
                    <a:pt x="176" y="78"/>
                    <a:pt x="178" y="79"/>
                  </a:cubicBezTo>
                  <a:cubicBezTo>
                    <a:pt x="179" y="79"/>
                    <a:pt x="179" y="80"/>
                    <a:pt x="180" y="80"/>
                  </a:cubicBezTo>
                  <a:cubicBezTo>
                    <a:pt x="181" y="80"/>
                    <a:pt x="181" y="80"/>
                    <a:pt x="182" y="79"/>
                  </a:cubicBezTo>
                  <a:cubicBezTo>
                    <a:pt x="184" y="79"/>
                    <a:pt x="186" y="79"/>
                    <a:pt x="186" y="79"/>
                  </a:cubicBezTo>
                  <a:cubicBezTo>
                    <a:pt x="186" y="79"/>
                    <a:pt x="188" y="80"/>
                    <a:pt x="188" y="81"/>
                  </a:cubicBezTo>
                  <a:cubicBezTo>
                    <a:pt x="188" y="82"/>
                    <a:pt x="187" y="86"/>
                    <a:pt x="187" y="86"/>
                  </a:cubicBezTo>
                  <a:cubicBezTo>
                    <a:pt x="185" y="90"/>
                    <a:pt x="185" y="90"/>
                    <a:pt x="185" y="90"/>
                  </a:cubicBezTo>
                  <a:cubicBezTo>
                    <a:pt x="185" y="90"/>
                    <a:pt x="185" y="97"/>
                    <a:pt x="184" y="97"/>
                  </a:cubicBezTo>
                  <a:cubicBezTo>
                    <a:pt x="183" y="97"/>
                    <a:pt x="182" y="100"/>
                    <a:pt x="181" y="100"/>
                  </a:cubicBezTo>
                  <a:cubicBezTo>
                    <a:pt x="180" y="101"/>
                    <a:pt x="180" y="105"/>
                    <a:pt x="180" y="105"/>
                  </a:cubicBezTo>
                  <a:cubicBezTo>
                    <a:pt x="178" y="108"/>
                    <a:pt x="178" y="108"/>
                    <a:pt x="178" y="108"/>
                  </a:cubicBezTo>
                  <a:cubicBezTo>
                    <a:pt x="178" y="108"/>
                    <a:pt x="178" y="111"/>
                    <a:pt x="178" y="112"/>
                  </a:cubicBezTo>
                  <a:cubicBezTo>
                    <a:pt x="178" y="113"/>
                    <a:pt x="179" y="117"/>
                    <a:pt x="178" y="119"/>
                  </a:cubicBezTo>
                  <a:cubicBezTo>
                    <a:pt x="178" y="121"/>
                    <a:pt x="175" y="122"/>
                    <a:pt x="175" y="122"/>
                  </a:cubicBezTo>
                  <a:cubicBezTo>
                    <a:pt x="175" y="122"/>
                    <a:pt x="179" y="126"/>
                    <a:pt x="177" y="126"/>
                  </a:cubicBezTo>
                  <a:cubicBezTo>
                    <a:pt x="175" y="127"/>
                    <a:pt x="173" y="129"/>
                    <a:pt x="173" y="130"/>
                  </a:cubicBezTo>
                  <a:cubicBezTo>
                    <a:pt x="172" y="131"/>
                    <a:pt x="172" y="132"/>
                    <a:pt x="171" y="132"/>
                  </a:cubicBezTo>
                  <a:cubicBezTo>
                    <a:pt x="170" y="133"/>
                    <a:pt x="168" y="133"/>
                    <a:pt x="168" y="134"/>
                  </a:cubicBezTo>
                  <a:cubicBezTo>
                    <a:pt x="168" y="134"/>
                    <a:pt x="168" y="137"/>
                    <a:pt x="168" y="137"/>
                  </a:cubicBezTo>
                  <a:cubicBezTo>
                    <a:pt x="164" y="142"/>
                    <a:pt x="164" y="142"/>
                    <a:pt x="164" y="142"/>
                  </a:cubicBezTo>
                  <a:cubicBezTo>
                    <a:pt x="160" y="146"/>
                    <a:pt x="160" y="146"/>
                    <a:pt x="160" y="146"/>
                  </a:cubicBezTo>
                  <a:cubicBezTo>
                    <a:pt x="160" y="146"/>
                    <a:pt x="160" y="149"/>
                    <a:pt x="159" y="149"/>
                  </a:cubicBezTo>
                  <a:cubicBezTo>
                    <a:pt x="158" y="149"/>
                    <a:pt x="153" y="151"/>
                    <a:pt x="152" y="152"/>
                  </a:cubicBezTo>
                  <a:cubicBezTo>
                    <a:pt x="152" y="152"/>
                    <a:pt x="148" y="154"/>
                    <a:pt x="147" y="154"/>
                  </a:cubicBezTo>
                  <a:cubicBezTo>
                    <a:pt x="146" y="154"/>
                    <a:pt x="148" y="157"/>
                    <a:pt x="146" y="154"/>
                  </a:cubicBezTo>
                  <a:cubicBezTo>
                    <a:pt x="144" y="151"/>
                    <a:pt x="145" y="153"/>
                    <a:pt x="144" y="149"/>
                  </a:cubicBezTo>
                  <a:cubicBezTo>
                    <a:pt x="142" y="145"/>
                    <a:pt x="142" y="148"/>
                    <a:pt x="142" y="145"/>
                  </a:cubicBezTo>
                  <a:cubicBezTo>
                    <a:pt x="142" y="143"/>
                    <a:pt x="142" y="145"/>
                    <a:pt x="142" y="143"/>
                  </a:cubicBezTo>
                  <a:cubicBezTo>
                    <a:pt x="142" y="140"/>
                    <a:pt x="143" y="142"/>
                    <a:pt x="141" y="139"/>
                  </a:cubicBezTo>
                  <a:cubicBezTo>
                    <a:pt x="140" y="136"/>
                    <a:pt x="140" y="137"/>
                    <a:pt x="138" y="135"/>
                  </a:cubicBezTo>
                  <a:cubicBezTo>
                    <a:pt x="136" y="133"/>
                    <a:pt x="135" y="135"/>
                    <a:pt x="136" y="132"/>
                  </a:cubicBezTo>
                  <a:cubicBezTo>
                    <a:pt x="137" y="129"/>
                    <a:pt x="137" y="132"/>
                    <a:pt x="137" y="129"/>
                  </a:cubicBezTo>
                  <a:cubicBezTo>
                    <a:pt x="138" y="126"/>
                    <a:pt x="137" y="125"/>
                    <a:pt x="139" y="124"/>
                  </a:cubicBezTo>
                  <a:cubicBezTo>
                    <a:pt x="141" y="123"/>
                    <a:pt x="142" y="122"/>
                    <a:pt x="142" y="121"/>
                  </a:cubicBezTo>
                  <a:cubicBezTo>
                    <a:pt x="142" y="119"/>
                    <a:pt x="142" y="118"/>
                    <a:pt x="142" y="117"/>
                  </a:cubicBezTo>
                  <a:cubicBezTo>
                    <a:pt x="141" y="116"/>
                    <a:pt x="139" y="114"/>
                    <a:pt x="139" y="113"/>
                  </a:cubicBezTo>
                  <a:cubicBezTo>
                    <a:pt x="139" y="112"/>
                    <a:pt x="139" y="113"/>
                    <a:pt x="137" y="111"/>
                  </a:cubicBezTo>
                  <a:cubicBezTo>
                    <a:pt x="136" y="109"/>
                    <a:pt x="135" y="108"/>
                    <a:pt x="135" y="108"/>
                  </a:cubicBezTo>
                  <a:cubicBezTo>
                    <a:pt x="135" y="108"/>
                    <a:pt x="135" y="103"/>
                    <a:pt x="135" y="101"/>
                  </a:cubicBezTo>
                  <a:cubicBezTo>
                    <a:pt x="135" y="99"/>
                    <a:pt x="134" y="102"/>
                    <a:pt x="135" y="99"/>
                  </a:cubicBezTo>
                  <a:cubicBezTo>
                    <a:pt x="135" y="96"/>
                    <a:pt x="135" y="94"/>
                    <a:pt x="135" y="94"/>
                  </a:cubicBezTo>
                  <a:cubicBezTo>
                    <a:pt x="135" y="94"/>
                    <a:pt x="132" y="92"/>
                    <a:pt x="131" y="92"/>
                  </a:cubicBezTo>
                  <a:cubicBezTo>
                    <a:pt x="129" y="92"/>
                    <a:pt x="129" y="94"/>
                    <a:pt x="127" y="93"/>
                  </a:cubicBezTo>
                  <a:cubicBezTo>
                    <a:pt x="125" y="91"/>
                    <a:pt x="126" y="90"/>
                    <a:pt x="125" y="89"/>
                  </a:cubicBezTo>
                  <a:cubicBezTo>
                    <a:pt x="124" y="89"/>
                    <a:pt x="123" y="89"/>
                    <a:pt x="122" y="90"/>
                  </a:cubicBezTo>
                  <a:cubicBezTo>
                    <a:pt x="121" y="91"/>
                    <a:pt x="118" y="91"/>
                    <a:pt x="116" y="91"/>
                  </a:cubicBezTo>
                  <a:cubicBezTo>
                    <a:pt x="114" y="92"/>
                    <a:pt x="113" y="92"/>
                    <a:pt x="110" y="92"/>
                  </a:cubicBezTo>
                  <a:cubicBezTo>
                    <a:pt x="108" y="92"/>
                    <a:pt x="104" y="93"/>
                    <a:pt x="102" y="92"/>
                  </a:cubicBezTo>
                  <a:cubicBezTo>
                    <a:pt x="100" y="91"/>
                    <a:pt x="100" y="92"/>
                    <a:pt x="99" y="90"/>
                  </a:cubicBezTo>
                  <a:cubicBezTo>
                    <a:pt x="98" y="88"/>
                    <a:pt x="99" y="88"/>
                    <a:pt x="97" y="87"/>
                  </a:cubicBezTo>
                  <a:cubicBezTo>
                    <a:pt x="95" y="86"/>
                    <a:pt x="94" y="87"/>
                    <a:pt x="94" y="85"/>
                  </a:cubicBezTo>
                  <a:cubicBezTo>
                    <a:pt x="94" y="82"/>
                    <a:pt x="95" y="83"/>
                    <a:pt x="93" y="81"/>
                  </a:cubicBezTo>
                  <a:cubicBezTo>
                    <a:pt x="92" y="79"/>
                    <a:pt x="94" y="82"/>
                    <a:pt x="92" y="79"/>
                  </a:cubicBezTo>
                  <a:cubicBezTo>
                    <a:pt x="89" y="76"/>
                    <a:pt x="88" y="79"/>
                    <a:pt x="89" y="76"/>
                  </a:cubicBezTo>
                  <a:cubicBezTo>
                    <a:pt x="90" y="74"/>
                    <a:pt x="91" y="75"/>
                    <a:pt x="91" y="73"/>
                  </a:cubicBezTo>
                  <a:cubicBezTo>
                    <a:pt x="91" y="70"/>
                    <a:pt x="95" y="74"/>
                    <a:pt x="92" y="68"/>
                  </a:cubicBezTo>
                  <a:cubicBezTo>
                    <a:pt x="90" y="63"/>
                    <a:pt x="89" y="64"/>
                    <a:pt x="92" y="60"/>
                  </a:cubicBezTo>
                  <a:cubicBezTo>
                    <a:pt x="94" y="55"/>
                    <a:pt x="97" y="54"/>
                    <a:pt x="98" y="53"/>
                  </a:cubicBezTo>
                  <a:cubicBezTo>
                    <a:pt x="98" y="52"/>
                    <a:pt x="99" y="50"/>
                    <a:pt x="100" y="49"/>
                  </a:cubicBezTo>
                  <a:cubicBezTo>
                    <a:pt x="101" y="48"/>
                    <a:pt x="100" y="48"/>
                    <a:pt x="102" y="48"/>
                  </a:cubicBezTo>
                  <a:cubicBezTo>
                    <a:pt x="104" y="48"/>
                    <a:pt x="107" y="47"/>
                    <a:pt x="108" y="46"/>
                  </a:cubicBezTo>
                  <a:cubicBezTo>
                    <a:pt x="109" y="45"/>
                    <a:pt x="111" y="42"/>
                    <a:pt x="112" y="42"/>
                  </a:cubicBezTo>
                  <a:cubicBezTo>
                    <a:pt x="113" y="42"/>
                    <a:pt x="113" y="42"/>
                    <a:pt x="115" y="42"/>
                  </a:cubicBezTo>
                  <a:cubicBezTo>
                    <a:pt x="117" y="41"/>
                    <a:pt x="117" y="41"/>
                    <a:pt x="119" y="41"/>
                  </a:cubicBezTo>
                  <a:cubicBezTo>
                    <a:pt x="120" y="41"/>
                    <a:pt x="117" y="42"/>
                    <a:pt x="121" y="41"/>
                  </a:cubicBezTo>
                  <a:cubicBezTo>
                    <a:pt x="125" y="40"/>
                    <a:pt x="124" y="40"/>
                    <a:pt x="125" y="40"/>
                  </a:cubicBezTo>
                  <a:cubicBezTo>
                    <a:pt x="126" y="40"/>
                    <a:pt x="126" y="41"/>
                    <a:pt x="127" y="41"/>
                  </a:cubicBezTo>
                  <a:cubicBezTo>
                    <a:pt x="129" y="41"/>
                    <a:pt x="129" y="38"/>
                    <a:pt x="129" y="41"/>
                  </a:cubicBezTo>
                  <a:cubicBezTo>
                    <a:pt x="129" y="45"/>
                    <a:pt x="128" y="46"/>
                    <a:pt x="130" y="46"/>
                  </a:cubicBezTo>
                  <a:cubicBezTo>
                    <a:pt x="133" y="47"/>
                    <a:pt x="130" y="47"/>
                    <a:pt x="133" y="47"/>
                  </a:cubicBezTo>
                  <a:cubicBezTo>
                    <a:pt x="136" y="47"/>
                    <a:pt x="135" y="47"/>
                    <a:pt x="137" y="48"/>
                  </a:cubicBezTo>
                  <a:cubicBezTo>
                    <a:pt x="138" y="48"/>
                    <a:pt x="139" y="49"/>
                    <a:pt x="141" y="49"/>
                  </a:cubicBezTo>
                  <a:cubicBezTo>
                    <a:pt x="143" y="49"/>
                    <a:pt x="140" y="52"/>
                    <a:pt x="143" y="49"/>
                  </a:cubicBezTo>
                  <a:cubicBezTo>
                    <a:pt x="146" y="46"/>
                    <a:pt x="141" y="46"/>
                    <a:pt x="146" y="46"/>
                  </a:cubicBezTo>
                  <a:cubicBezTo>
                    <a:pt x="151" y="47"/>
                    <a:pt x="152" y="48"/>
                    <a:pt x="153" y="48"/>
                  </a:cubicBezTo>
                  <a:cubicBezTo>
                    <a:pt x="154" y="47"/>
                    <a:pt x="154" y="48"/>
                    <a:pt x="156" y="47"/>
                  </a:cubicBezTo>
                  <a:cubicBezTo>
                    <a:pt x="159" y="46"/>
                    <a:pt x="159" y="46"/>
                    <a:pt x="160" y="46"/>
                  </a:cubicBezTo>
                  <a:cubicBezTo>
                    <a:pt x="161" y="47"/>
                    <a:pt x="161" y="49"/>
                    <a:pt x="162" y="47"/>
                  </a:cubicBezTo>
                  <a:cubicBezTo>
                    <a:pt x="163" y="45"/>
                    <a:pt x="165" y="45"/>
                    <a:pt x="162" y="44"/>
                  </a:cubicBezTo>
                  <a:cubicBezTo>
                    <a:pt x="159" y="42"/>
                    <a:pt x="158" y="44"/>
                    <a:pt x="158" y="42"/>
                  </a:cubicBezTo>
                  <a:cubicBezTo>
                    <a:pt x="157" y="40"/>
                    <a:pt x="160" y="41"/>
                    <a:pt x="157" y="40"/>
                  </a:cubicBezTo>
                  <a:cubicBezTo>
                    <a:pt x="154" y="40"/>
                    <a:pt x="155" y="40"/>
                    <a:pt x="153" y="39"/>
                  </a:cubicBezTo>
                  <a:cubicBezTo>
                    <a:pt x="151" y="38"/>
                    <a:pt x="149" y="41"/>
                    <a:pt x="148" y="39"/>
                  </a:cubicBezTo>
                  <a:cubicBezTo>
                    <a:pt x="147" y="37"/>
                    <a:pt x="143" y="41"/>
                    <a:pt x="147" y="37"/>
                  </a:cubicBezTo>
                  <a:cubicBezTo>
                    <a:pt x="151" y="34"/>
                    <a:pt x="149" y="32"/>
                    <a:pt x="152" y="33"/>
                  </a:cubicBezTo>
                  <a:cubicBezTo>
                    <a:pt x="155" y="34"/>
                    <a:pt x="154" y="36"/>
                    <a:pt x="155" y="35"/>
                  </a:cubicBezTo>
                  <a:cubicBezTo>
                    <a:pt x="157" y="33"/>
                    <a:pt x="160" y="32"/>
                    <a:pt x="157" y="30"/>
                  </a:cubicBezTo>
                  <a:cubicBezTo>
                    <a:pt x="154" y="28"/>
                    <a:pt x="156" y="29"/>
                    <a:pt x="153" y="28"/>
                  </a:cubicBezTo>
                  <a:cubicBezTo>
                    <a:pt x="150" y="26"/>
                    <a:pt x="147" y="33"/>
                    <a:pt x="146" y="32"/>
                  </a:cubicBezTo>
                  <a:cubicBezTo>
                    <a:pt x="145" y="31"/>
                    <a:pt x="144" y="30"/>
                    <a:pt x="143" y="31"/>
                  </a:cubicBezTo>
                  <a:cubicBezTo>
                    <a:pt x="142" y="31"/>
                    <a:pt x="142" y="34"/>
                    <a:pt x="142" y="36"/>
                  </a:cubicBezTo>
                  <a:cubicBezTo>
                    <a:pt x="142" y="38"/>
                    <a:pt x="143" y="38"/>
                    <a:pt x="140" y="37"/>
                  </a:cubicBezTo>
                  <a:cubicBezTo>
                    <a:pt x="137" y="35"/>
                    <a:pt x="144" y="36"/>
                    <a:pt x="137" y="33"/>
                  </a:cubicBezTo>
                  <a:cubicBezTo>
                    <a:pt x="130" y="31"/>
                    <a:pt x="128" y="31"/>
                    <a:pt x="127" y="32"/>
                  </a:cubicBezTo>
                  <a:cubicBezTo>
                    <a:pt x="126" y="33"/>
                    <a:pt x="125" y="33"/>
                    <a:pt x="124" y="34"/>
                  </a:cubicBezTo>
                  <a:cubicBezTo>
                    <a:pt x="123" y="35"/>
                    <a:pt x="126" y="36"/>
                    <a:pt x="123" y="35"/>
                  </a:cubicBezTo>
                  <a:cubicBezTo>
                    <a:pt x="120" y="33"/>
                    <a:pt x="118" y="35"/>
                    <a:pt x="118" y="35"/>
                  </a:cubicBezTo>
                  <a:cubicBezTo>
                    <a:pt x="118" y="35"/>
                    <a:pt x="117" y="35"/>
                    <a:pt x="116" y="36"/>
                  </a:cubicBezTo>
                  <a:cubicBezTo>
                    <a:pt x="114" y="37"/>
                    <a:pt x="112" y="38"/>
                    <a:pt x="111" y="37"/>
                  </a:cubicBezTo>
                  <a:cubicBezTo>
                    <a:pt x="109" y="37"/>
                    <a:pt x="106" y="38"/>
                    <a:pt x="109" y="34"/>
                  </a:cubicBezTo>
                  <a:cubicBezTo>
                    <a:pt x="111" y="31"/>
                    <a:pt x="109" y="33"/>
                    <a:pt x="113" y="31"/>
                  </a:cubicBezTo>
                  <a:cubicBezTo>
                    <a:pt x="117" y="30"/>
                    <a:pt x="123" y="29"/>
                    <a:pt x="118" y="28"/>
                  </a:cubicBezTo>
                  <a:cubicBezTo>
                    <a:pt x="113" y="27"/>
                    <a:pt x="121" y="27"/>
                    <a:pt x="114" y="24"/>
                  </a:cubicBezTo>
                  <a:cubicBezTo>
                    <a:pt x="107" y="21"/>
                    <a:pt x="107" y="25"/>
                    <a:pt x="107" y="21"/>
                  </a:cubicBezTo>
                  <a:cubicBezTo>
                    <a:pt x="108" y="16"/>
                    <a:pt x="107" y="16"/>
                    <a:pt x="106" y="16"/>
                  </a:cubicBezTo>
                  <a:cubicBezTo>
                    <a:pt x="104" y="16"/>
                    <a:pt x="100" y="17"/>
                    <a:pt x="98" y="18"/>
                  </a:cubicBezTo>
                  <a:cubicBezTo>
                    <a:pt x="97" y="18"/>
                    <a:pt x="99" y="19"/>
                    <a:pt x="96" y="17"/>
                  </a:cubicBezTo>
                  <a:cubicBezTo>
                    <a:pt x="92" y="15"/>
                    <a:pt x="91" y="18"/>
                    <a:pt x="92" y="15"/>
                  </a:cubicBezTo>
                  <a:cubicBezTo>
                    <a:pt x="94" y="13"/>
                    <a:pt x="94" y="12"/>
                    <a:pt x="96" y="11"/>
                  </a:cubicBezTo>
                  <a:cubicBezTo>
                    <a:pt x="98" y="9"/>
                    <a:pt x="97" y="3"/>
                    <a:pt x="102" y="5"/>
                  </a:cubicBezTo>
                  <a:cubicBezTo>
                    <a:pt x="106" y="8"/>
                    <a:pt x="105" y="7"/>
                    <a:pt x="108" y="7"/>
                  </a:cubicBezTo>
                  <a:cubicBezTo>
                    <a:pt x="112" y="7"/>
                    <a:pt x="114" y="7"/>
                    <a:pt x="114" y="6"/>
                  </a:cubicBezTo>
                  <a:cubicBezTo>
                    <a:pt x="114" y="5"/>
                    <a:pt x="109" y="3"/>
                    <a:pt x="109" y="3"/>
                  </a:cubicBezTo>
                  <a:cubicBezTo>
                    <a:pt x="109" y="3"/>
                    <a:pt x="108" y="4"/>
                    <a:pt x="109" y="3"/>
                  </a:cubicBezTo>
                  <a:cubicBezTo>
                    <a:pt x="109" y="2"/>
                    <a:pt x="110" y="1"/>
                    <a:pt x="110" y="1"/>
                  </a:cubicBezTo>
                  <a:cubicBezTo>
                    <a:pt x="109" y="0"/>
                    <a:pt x="109" y="0"/>
                    <a:pt x="109" y="0"/>
                  </a:cubicBezTo>
                  <a:cubicBezTo>
                    <a:pt x="109" y="0"/>
                    <a:pt x="96" y="0"/>
                    <a:pt x="9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0" name="Freeform 36"/>
            <p:cNvSpPr/>
            <p:nvPr/>
          </p:nvSpPr>
          <p:spPr bwMode="auto">
            <a:xfrm>
              <a:off x="8729663" y="4613275"/>
              <a:ext cx="141288" cy="168275"/>
            </a:xfrm>
            <a:custGeom>
              <a:avLst/>
              <a:gdLst>
                <a:gd name="T0" fmla="*/ 45 w 65"/>
                <a:gd name="T1" fmla="*/ 5 h 77"/>
                <a:gd name="T2" fmla="*/ 45 w 65"/>
                <a:gd name="T3" fmla="*/ 28 h 77"/>
                <a:gd name="T4" fmla="*/ 25 w 65"/>
                <a:gd name="T5" fmla="*/ 45 h 77"/>
                <a:gd name="T6" fmla="*/ 1 w 65"/>
                <a:gd name="T7" fmla="*/ 64 h 77"/>
                <a:gd name="T8" fmla="*/ 65 w 65"/>
                <a:gd name="T9" fmla="*/ 77 h 77"/>
                <a:gd name="T10" fmla="*/ 65 w 65"/>
                <a:gd name="T11" fmla="*/ 0 h 77"/>
                <a:gd name="T12" fmla="*/ 45 w 65"/>
                <a:gd name="T13" fmla="*/ 5 h 77"/>
              </a:gdLst>
              <a:ahLst/>
              <a:cxnLst>
                <a:cxn ang="0">
                  <a:pos x="T0" y="T1"/>
                </a:cxn>
                <a:cxn ang="0">
                  <a:pos x="T2" y="T3"/>
                </a:cxn>
                <a:cxn ang="0">
                  <a:pos x="T4" y="T5"/>
                </a:cxn>
                <a:cxn ang="0">
                  <a:pos x="T6" y="T7"/>
                </a:cxn>
                <a:cxn ang="0">
                  <a:pos x="T8" y="T9"/>
                </a:cxn>
                <a:cxn ang="0">
                  <a:pos x="T10" y="T11"/>
                </a:cxn>
                <a:cxn ang="0">
                  <a:pos x="T12" y="T13"/>
                </a:cxn>
              </a:cxnLst>
              <a:rect l="0" t="0" r="r" b="b"/>
              <a:pathLst>
                <a:path w="65" h="77">
                  <a:moveTo>
                    <a:pt x="45" y="5"/>
                  </a:moveTo>
                  <a:cubicBezTo>
                    <a:pt x="45" y="28"/>
                    <a:pt x="45" y="28"/>
                    <a:pt x="45" y="28"/>
                  </a:cubicBezTo>
                  <a:cubicBezTo>
                    <a:pt x="45" y="28"/>
                    <a:pt x="39" y="40"/>
                    <a:pt x="25" y="45"/>
                  </a:cubicBezTo>
                  <a:cubicBezTo>
                    <a:pt x="12" y="49"/>
                    <a:pt x="0" y="56"/>
                    <a:pt x="1" y="64"/>
                  </a:cubicBezTo>
                  <a:cubicBezTo>
                    <a:pt x="2" y="71"/>
                    <a:pt x="18" y="77"/>
                    <a:pt x="65" y="77"/>
                  </a:cubicBezTo>
                  <a:cubicBezTo>
                    <a:pt x="65" y="0"/>
                    <a:pt x="65" y="0"/>
                    <a:pt x="65" y="0"/>
                  </a:cubicBezTo>
                  <a:lnTo>
                    <a:pt x="45"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1" name="Freeform 37"/>
            <p:cNvSpPr/>
            <p:nvPr/>
          </p:nvSpPr>
          <p:spPr bwMode="auto">
            <a:xfrm>
              <a:off x="8855075" y="4613275"/>
              <a:ext cx="134938" cy="168275"/>
            </a:xfrm>
            <a:custGeom>
              <a:avLst/>
              <a:gdLst>
                <a:gd name="T0" fmla="*/ 14 w 62"/>
                <a:gd name="T1" fmla="*/ 5 h 77"/>
                <a:gd name="T2" fmla="*/ 14 w 62"/>
                <a:gd name="T3" fmla="*/ 28 h 77"/>
                <a:gd name="T4" fmla="*/ 32 w 62"/>
                <a:gd name="T5" fmla="*/ 45 h 77"/>
                <a:gd name="T6" fmla="*/ 61 w 62"/>
                <a:gd name="T7" fmla="*/ 64 h 77"/>
                <a:gd name="T8" fmla="*/ 0 w 62"/>
                <a:gd name="T9" fmla="*/ 77 h 77"/>
                <a:gd name="T10" fmla="*/ 0 w 62"/>
                <a:gd name="T11" fmla="*/ 0 h 77"/>
                <a:gd name="T12" fmla="*/ 14 w 62"/>
                <a:gd name="T13" fmla="*/ 5 h 77"/>
              </a:gdLst>
              <a:ahLst/>
              <a:cxnLst>
                <a:cxn ang="0">
                  <a:pos x="T0" y="T1"/>
                </a:cxn>
                <a:cxn ang="0">
                  <a:pos x="T2" y="T3"/>
                </a:cxn>
                <a:cxn ang="0">
                  <a:pos x="T4" y="T5"/>
                </a:cxn>
                <a:cxn ang="0">
                  <a:pos x="T6" y="T7"/>
                </a:cxn>
                <a:cxn ang="0">
                  <a:pos x="T8" y="T9"/>
                </a:cxn>
                <a:cxn ang="0">
                  <a:pos x="T10" y="T11"/>
                </a:cxn>
                <a:cxn ang="0">
                  <a:pos x="T12" y="T13"/>
                </a:cxn>
              </a:cxnLst>
              <a:rect l="0" t="0" r="r" b="b"/>
              <a:pathLst>
                <a:path w="62" h="77">
                  <a:moveTo>
                    <a:pt x="14" y="5"/>
                  </a:moveTo>
                  <a:cubicBezTo>
                    <a:pt x="14" y="28"/>
                    <a:pt x="14" y="28"/>
                    <a:pt x="14" y="28"/>
                  </a:cubicBezTo>
                  <a:cubicBezTo>
                    <a:pt x="14" y="28"/>
                    <a:pt x="19" y="40"/>
                    <a:pt x="32" y="45"/>
                  </a:cubicBezTo>
                  <a:cubicBezTo>
                    <a:pt x="46" y="49"/>
                    <a:pt x="62" y="56"/>
                    <a:pt x="61" y="64"/>
                  </a:cubicBezTo>
                  <a:cubicBezTo>
                    <a:pt x="60" y="71"/>
                    <a:pt x="34" y="77"/>
                    <a:pt x="0" y="77"/>
                  </a:cubicBezTo>
                  <a:cubicBezTo>
                    <a:pt x="0" y="0"/>
                    <a:pt x="0" y="0"/>
                    <a:pt x="0" y="0"/>
                  </a:cubicBezTo>
                  <a:lnTo>
                    <a:pt x="14"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2" name="Freeform 38"/>
            <p:cNvSpPr/>
            <p:nvPr/>
          </p:nvSpPr>
          <p:spPr bwMode="auto">
            <a:xfrm>
              <a:off x="8618538" y="4127500"/>
              <a:ext cx="500063" cy="503238"/>
            </a:xfrm>
            <a:custGeom>
              <a:avLst/>
              <a:gdLst>
                <a:gd name="T0" fmla="*/ 169 w 230"/>
                <a:gd name="T1" fmla="*/ 12 h 231"/>
                <a:gd name="T2" fmla="*/ 215 w 230"/>
                <a:gd name="T3" fmla="*/ 103 h 231"/>
                <a:gd name="T4" fmla="*/ 102 w 230"/>
                <a:gd name="T5" fmla="*/ 216 h 231"/>
                <a:gd name="T6" fmla="*/ 12 w 230"/>
                <a:gd name="T7" fmla="*/ 171 h 231"/>
                <a:gd name="T8" fmla="*/ 0 w 230"/>
                <a:gd name="T9" fmla="*/ 181 h 231"/>
                <a:gd name="T10" fmla="*/ 102 w 230"/>
                <a:gd name="T11" fmla="*/ 231 h 231"/>
                <a:gd name="T12" fmla="*/ 230 w 230"/>
                <a:gd name="T13" fmla="*/ 103 h 231"/>
                <a:gd name="T14" fmla="*/ 178 w 230"/>
                <a:gd name="T15" fmla="*/ 0 h 231"/>
                <a:gd name="T16" fmla="*/ 169 w 230"/>
                <a:gd name="T17" fmla="*/ 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0" h="231">
                  <a:moveTo>
                    <a:pt x="169" y="12"/>
                  </a:moveTo>
                  <a:cubicBezTo>
                    <a:pt x="197" y="32"/>
                    <a:pt x="215" y="65"/>
                    <a:pt x="215" y="103"/>
                  </a:cubicBezTo>
                  <a:cubicBezTo>
                    <a:pt x="215" y="165"/>
                    <a:pt x="165" y="216"/>
                    <a:pt x="102" y="216"/>
                  </a:cubicBezTo>
                  <a:cubicBezTo>
                    <a:pt x="65" y="216"/>
                    <a:pt x="33" y="198"/>
                    <a:pt x="12" y="171"/>
                  </a:cubicBezTo>
                  <a:cubicBezTo>
                    <a:pt x="0" y="181"/>
                    <a:pt x="0" y="181"/>
                    <a:pt x="0" y="181"/>
                  </a:cubicBezTo>
                  <a:cubicBezTo>
                    <a:pt x="24" y="211"/>
                    <a:pt x="61" y="231"/>
                    <a:pt x="102" y="231"/>
                  </a:cubicBezTo>
                  <a:cubicBezTo>
                    <a:pt x="173" y="231"/>
                    <a:pt x="230" y="174"/>
                    <a:pt x="230" y="103"/>
                  </a:cubicBezTo>
                  <a:cubicBezTo>
                    <a:pt x="230" y="61"/>
                    <a:pt x="210" y="23"/>
                    <a:pt x="178" y="0"/>
                  </a:cubicBezTo>
                  <a:lnTo>
                    <a:pt x="169"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3" name="Freeform 39"/>
            <p:cNvSpPr>
              <a:spLocks noEditPoints="1"/>
            </p:cNvSpPr>
            <p:nvPr/>
          </p:nvSpPr>
          <p:spPr bwMode="auto">
            <a:xfrm>
              <a:off x="8621713" y="4137025"/>
              <a:ext cx="442913" cy="441325"/>
            </a:xfrm>
            <a:custGeom>
              <a:avLst/>
              <a:gdLst>
                <a:gd name="T0" fmla="*/ 102 w 203"/>
                <a:gd name="T1" fmla="*/ 203 h 203"/>
                <a:gd name="T2" fmla="*/ 203 w 203"/>
                <a:gd name="T3" fmla="*/ 101 h 203"/>
                <a:gd name="T4" fmla="*/ 102 w 203"/>
                <a:gd name="T5" fmla="*/ 0 h 203"/>
                <a:gd name="T6" fmla="*/ 102 w 203"/>
                <a:gd name="T7" fmla="*/ 5 h 203"/>
                <a:gd name="T8" fmla="*/ 198 w 203"/>
                <a:gd name="T9" fmla="*/ 101 h 203"/>
                <a:gd name="T10" fmla="*/ 102 w 203"/>
                <a:gd name="T11" fmla="*/ 198 h 203"/>
                <a:gd name="T12" fmla="*/ 102 w 203"/>
                <a:gd name="T13" fmla="*/ 203 h 203"/>
                <a:gd name="T14" fmla="*/ 102 w 203"/>
                <a:gd name="T15" fmla="*/ 0 h 203"/>
                <a:gd name="T16" fmla="*/ 0 w 203"/>
                <a:gd name="T17" fmla="*/ 101 h 203"/>
                <a:gd name="T18" fmla="*/ 102 w 203"/>
                <a:gd name="T19" fmla="*/ 203 h 203"/>
                <a:gd name="T20" fmla="*/ 102 w 203"/>
                <a:gd name="T21" fmla="*/ 203 h 203"/>
                <a:gd name="T22" fmla="*/ 102 w 203"/>
                <a:gd name="T23" fmla="*/ 198 h 203"/>
                <a:gd name="T24" fmla="*/ 102 w 203"/>
                <a:gd name="T25" fmla="*/ 198 h 203"/>
                <a:gd name="T26" fmla="*/ 102 w 203"/>
                <a:gd name="T27" fmla="*/ 198 h 203"/>
                <a:gd name="T28" fmla="*/ 5 w 203"/>
                <a:gd name="T29" fmla="*/ 101 h 203"/>
                <a:gd name="T30" fmla="*/ 102 w 203"/>
                <a:gd name="T31" fmla="*/ 5 h 203"/>
                <a:gd name="T32" fmla="*/ 102 w 203"/>
                <a:gd name="T33" fmla="*/ 5 h 203"/>
                <a:gd name="T34" fmla="*/ 102 w 203"/>
                <a:gd name="T35"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3" h="203">
                  <a:moveTo>
                    <a:pt x="102" y="203"/>
                  </a:moveTo>
                  <a:cubicBezTo>
                    <a:pt x="158" y="203"/>
                    <a:pt x="203" y="157"/>
                    <a:pt x="203" y="101"/>
                  </a:cubicBezTo>
                  <a:cubicBezTo>
                    <a:pt x="203" y="45"/>
                    <a:pt x="158" y="0"/>
                    <a:pt x="102" y="0"/>
                  </a:cubicBezTo>
                  <a:cubicBezTo>
                    <a:pt x="102" y="5"/>
                    <a:pt x="102" y="5"/>
                    <a:pt x="102" y="5"/>
                  </a:cubicBezTo>
                  <a:cubicBezTo>
                    <a:pt x="155" y="5"/>
                    <a:pt x="198" y="48"/>
                    <a:pt x="198" y="101"/>
                  </a:cubicBezTo>
                  <a:cubicBezTo>
                    <a:pt x="198" y="155"/>
                    <a:pt x="155" y="198"/>
                    <a:pt x="102" y="198"/>
                  </a:cubicBezTo>
                  <a:lnTo>
                    <a:pt x="102" y="203"/>
                  </a:lnTo>
                  <a:close/>
                  <a:moveTo>
                    <a:pt x="102" y="0"/>
                  </a:moveTo>
                  <a:cubicBezTo>
                    <a:pt x="46" y="0"/>
                    <a:pt x="0" y="45"/>
                    <a:pt x="0" y="101"/>
                  </a:cubicBezTo>
                  <a:cubicBezTo>
                    <a:pt x="0" y="157"/>
                    <a:pt x="46" y="203"/>
                    <a:pt x="102" y="203"/>
                  </a:cubicBezTo>
                  <a:cubicBezTo>
                    <a:pt x="102" y="203"/>
                    <a:pt x="102" y="203"/>
                    <a:pt x="102" y="203"/>
                  </a:cubicBezTo>
                  <a:cubicBezTo>
                    <a:pt x="102" y="198"/>
                    <a:pt x="102" y="198"/>
                    <a:pt x="102" y="198"/>
                  </a:cubicBezTo>
                  <a:cubicBezTo>
                    <a:pt x="102" y="198"/>
                    <a:pt x="102" y="198"/>
                    <a:pt x="102" y="198"/>
                  </a:cubicBezTo>
                  <a:cubicBezTo>
                    <a:pt x="102" y="198"/>
                    <a:pt x="102" y="198"/>
                    <a:pt x="102" y="198"/>
                  </a:cubicBezTo>
                  <a:cubicBezTo>
                    <a:pt x="48" y="198"/>
                    <a:pt x="5" y="155"/>
                    <a:pt x="5" y="101"/>
                  </a:cubicBezTo>
                  <a:cubicBezTo>
                    <a:pt x="5" y="48"/>
                    <a:pt x="48" y="5"/>
                    <a:pt x="102" y="5"/>
                  </a:cubicBezTo>
                  <a:cubicBezTo>
                    <a:pt x="102" y="5"/>
                    <a:pt x="102" y="5"/>
                    <a:pt x="102" y="5"/>
                  </a:cubicBezTo>
                  <a:cubicBezTo>
                    <a:pt x="102" y="0"/>
                    <a:pt x="102" y="0"/>
                    <a:pt x="10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4" name="Freeform 40"/>
            <p:cNvSpPr/>
            <p:nvPr/>
          </p:nvSpPr>
          <p:spPr bwMode="auto">
            <a:xfrm>
              <a:off x="8610600" y="4144963"/>
              <a:ext cx="496888" cy="433388"/>
            </a:xfrm>
            <a:custGeom>
              <a:avLst/>
              <a:gdLst>
                <a:gd name="T0" fmla="*/ 65 w 228"/>
                <a:gd name="T1" fmla="*/ 15 h 199"/>
                <a:gd name="T2" fmla="*/ 61 w 228"/>
                <a:gd name="T3" fmla="*/ 23 h 199"/>
                <a:gd name="T4" fmla="*/ 57 w 228"/>
                <a:gd name="T5" fmla="*/ 29 h 199"/>
                <a:gd name="T6" fmla="*/ 54 w 228"/>
                <a:gd name="T7" fmla="*/ 26 h 199"/>
                <a:gd name="T8" fmla="*/ 52 w 228"/>
                <a:gd name="T9" fmla="*/ 32 h 199"/>
                <a:gd name="T10" fmla="*/ 42 w 228"/>
                <a:gd name="T11" fmla="*/ 34 h 199"/>
                <a:gd name="T12" fmla="*/ 36 w 228"/>
                <a:gd name="T13" fmla="*/ 41 h 199"/>
                <a:gd name="T14" fmla="*/ 27 w 228"/>
                <a:gd name="T15" fmla="*/ 53 h 199"/>
                <a:gd name="T16" fmla="*/ 21 w 228"/>
                <a:gd name="T17" fmla="*/ 61 h 199"/>
                <a:gd name="T18" fmla="*/ 27 w 228"/>
                <a:gd name="T19" fmla="*/ 67 h 199"/>
                <a:gd name="T20" fmla="*/ 27 w 228"/>
                <a:gd name="T21" fmla="*/ 70 h 199"/>
                <a:gd name="T22" fmla="*/ 22 w 228"/>
                <a:gd name="T23" fmla="*/ 65 h 199"/>
                <a:gd name="T24" fmla="*/ 18 w 228"/>
                <a:gd name="T25" fmla="*/ 60 h 199"/>
                <a:gd name="T26" fmla="*/ 16 w 228"/>
                <a:gd name="T27" fmla="*/ 69 h 199"/>
                <a:gd name="T28" fmla="*/ 17 w 228"/>
                <a:gd name="T29" fmla="*/ 83 h 199"/>
                <a:gd name="T30" fmla="*/ 24 w 228"/>
                <a:gd name="T31" fmla="*/ 80 h 199"/>
                <a:gd name="T32" fmla="*/ 32 w 228"/>
                <a:gd name="T33" fmla="*/ 88 h 199"/>
                <a:gd name="T34" fmla="*/ 41 w 228"/>
                <a:gd name="T35" fmla="*/ 98 h 199"/>
                <a:gd name="T36" fmla="*/ 50 w 228"/>
                <a:gd name="T37" fmla="*/ 105 h 199"/>
                <a:gd name="T38" fmla="*/ 61 w 228"/>
                <a:gd name="T39" fmla="*/ 117 h 199"/>
                <a:gd name="T40" fmla="*/ 58 w 228"/>
                <a:gd name="T41" fmla="*/ 134 h 199"/>
                <a:gd name="T42" fmla="*/ 49 w 228"/>
                <a:gd name="T43" fmla="*/ 155 h 199"/>
                <a:gd name="T44" fmla="*/ 52 w 228"/>
                <a:gd name="T45" fmla="*/ 170 h 199"/>
                <a:gd name="T46" fmla="*/ 46 w 228"/>
                <a:gd name="T47" fmla="*/ 171 h 199"/>
                <a:gd name="T48" fmla="*/ 32 w 228"/>
                <a:gd name="T49" fmla="*/ 148 h 199"/>
                <a:gd name="T50" fmla="*/ 16 w 228"/>
                <a:gd name="T51" fmla="*/ 113 h 199"/>
                <a:gd name="T52" fmla="*/ 11 w 228"/>
                <a:gd name="T53" fmla="*/ 87 h 199"/>
                <a:gd name="T54" fmla="*/ 73 w 228"/>
                <a:gd name="T55" fmla="*/ 183 h 199"/>
                <a:gd name="T56" fmla="*/ 89 w 228"/>
                <a:gd name="T57" fmla="*/ 181 h 199"/>
                <a:gd name="T58" fmla="*/ 110 w 228"/>
                <a:gd name="T59" fmla="*/ 178 h 199"/>
                <a:gd name="T60" fmla="*/ 108 w 228"/>
                <a:gd name="T61" fmla="*/ 187 h 199"/>
                <a:gd name="T62" fmla="*/ 121 w 228"/>
                <a:gd name="T63" fmla="*/ 186 h 199"/>
                <a:gd name="T64" fmla="*/ 139 w 228"/>
                <a:gd name="T65" fmla="*/ 184 h 199"/>
                <a:gd name="T66" fmla="*/ 137 w 228"/>
                <a:gd name="T67" fmla="*/ 3 h 199"/>
                <a:gd name="T68" fmla="*/ 197 w 228"/>
                <a:gd name="T69" fmla="*/ 64 h 199"/>
                <a:gd name="T70" fmla="*/ 189 w 228"/>
                <a:gd name="T71" fmla="*/ 58 h 199"/>
                <a:gd name="T72" fmla="*/ 181 w 228"/>
                <a:gd name="T73" fmla="*/ 74 h 199"/>
                <a:gd name="T74" fmla="*/ 170 w 228"/>
                <a:gd name="T75" fmla="*/ 59 h 199"/>
                <a:gd name="T76" fmla="*/ 174 w 228"/>
                <a:gd name="T77" fmla="*/ 75 h 199"/>
                <a:gd name="T78" fmla="*/ 186 w 228"/>
                <a:gd name="T79" fmla="*/ 79 h 199"/>
                <a:gd name="T80" fmla="*/ 181 w 228"/>
                <a:gd name="T81" fmla="*/ 100 h 199"/>
                <a:gd name="T82" fmla="*/ 175 w 228"/>
                <a:gd name="T83" fmla="*/ 122 h 199"/>
                <a:gd name="T84" fmla="*/ 168 w 228"/>
                <a:gd name="T85" fmla="*/ 137 h 199"/>
                <a:gd name="T86" fmla="*/ 147 w 228"/>
                <a:gd name="T87" fmla="*/ 154 h 199"/>
                <a:gd name="T88" fmla="*/ 141 w 228"/>
                <a:gd name="T89" fmla="*/ 139 h 199"/>
                <a:gd name="T90" fmla="*/ 142 w 228"/>
                <a:gd name="T91" fmla="*/ 121 h 199"/>
                <a:gd name="T92" fmla="*/ 135 w 228"/>
                <a:gd name="T93" fmla="*/ 101 h 199"/>
                <a:gd name="T94" fmla="*/ 125 w 228"/>
                <a:gd name="T95" fmla="*/ 89 h 199"/>
                <a:gd name="T96" fmla="*/ 99 w 228"/>
                <a:gd name="T97" fmla="*/ 90 h 199"/>
                <a:gd name="T98" fmla="*/ 89 w 228"/>
                <a:gd name="T99" fmla="*/ 76 h 199"/>
                <a:gd name="T100" fmla="*/ 100 w 228"/>
                <a:gd name="T101" fmla="*/ 49 h 199"/>
                <a:gd name="T102" fmla="*/ 119 w 228"/>
                <a:gd name="T103" fmla="*/ 41 h 199"/>
                <a:gd name="T104" fmla="*/ 130 w 228"/>
                <a:gd name="T105" fmla="*/ 46 h 199"/>
                <a:gd name="T106" fmla="*/ 146 w 228"/>
                <a:gd name="T107" fmla="*/ 46 h 199"/>
                <a:gd name="T108" fmla="*/ 162 w 228"/>
                <a:gd name="T109" fmla="*/ 44 h 199"/>
                <a:gd name="T110" fmla="*/ 147 w 228"/>
                <a:gd name="T111" fmla="*/ 37 h 199"/>
                <a:gd name="T112" fmla="*/ 146 w 228"/>
                <a:gd name="T113" fmla="*/ 32 h 199"/>
                <a:gd name="T114" fmla="*/ 127 w 228"/>
                <a:gd name="T115" fmla="*/ 32 h 199"/>
                <a:gd name="T116" fmla="*/ 111 w 228"/>
                <a:gd name="T117" fmla="*/ 37 h 199"/>
                <a:gd name="T118" fmla="*/ 107 w 228"/>
                <a:gd name="T119" fmla="*/ 21 h 199"/>
                <a:gd name="T120" fmla="*/ 96 w 228"/>
                <a:gd name="T121" fmla="*/ 11 h 199"/>
                <a:gd name="T122" fmla="*/ 109 w 228"/>
                <a:gd name="T123" fmla="*/ 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 h="199">
                  <a:moveTo>
                    <a:pt x="92" y="0"/>
                  </a:moveTo>
                  <a:cubicBezTo>
                    <a:pt x="92" y="0"/>
                    <a:pt x="58" y="5"/>
                    <a:pt x="35" y="31"/>
                  </a:cubicBezTo>
                  <a:cubicBezTo>
                    <a:pt x="35" y="31"/>
                    <a:pt x="53" y="13"/>
                    <a:pt x="64" y="13"/>
                  </a:cubicBezTo>
                  <a:cubicBezTo>
                    <a:pt x="66" y="14"/>
                    <a:pt x="66" y="14"/>
                    <a:pt x="66" y="14"/>
                  </a:cubicBezTo>
                  <a:cubicBezTo>
                    <a:pt x="66" y="14"/>
                    <a:pt x="66" y="15"/>
                    <a:pt x="65" y="15"/>
                  </a:cubicBezTo>
                  <a:cubicBezTo>
                    <a:pt x="65" y="16"/>
                    <a:pt x="64" y="17"/>
                    <a:pt x="64" y="18"/>
                  </a:cubicBezTo>
                  <a:cubicBezTo>
                    <a:pt x="64" y="18"/>
                    <a:pt x="64" y="20"/>
                    <a:pt x="64" y="20"/>
                  </a:cubicBezTo>
                  <a:cubicBezTo>
                    <a:pt x="63" y="21"/>
                    <a:pt x="63" y="21"/>
                    <a:pt x="63" y="21"/>
                  </a:cubicBezTo>
                  <a:cubicBezTo>
                    <a:pt x="63" y="21"/>
                    <a:pt x="62" y="21"/>
                    <a:pt x="62" y="22"/>
                  </a:cubicBezTo>
                  <a:cubicBezTo>
                    <a:pt x="62" y="22"/>
                    <a:pt x="61" y="22"/>
                    <a:pt x="61" y="23"/>
                  </a:cubicBezTo>
                  <a:cubicBezTo>
                    <a:pt x="61" y="24"/>
                    <a:pt x="61" y="25"/>
                    <a:pt x="61" y="25"/>
                  </a:cubicBezTo>
                  <a:cubicBezTo>
                    <a:pt x="62" y="27"/>
                    <a:pt x="62" y="27"/>
                    <a:pt x="62" y="27"/>
                  </a:cubicBezTo>
                  <a:cubicBezTo>
                    <a:pt x="61" y="28"/>
                    <a:pt x="61" y="28"/>
                    <a:pt x="61" y="28"/>
                  </a:cubicBezTo>
                  <a:cubicBezTo>
                    <a:pt x="59" y="29"/>
                    <a:pt x="59" y="29"/>
                    <a:pt x="59" y="29"/>
                  </a:cubicBezTo>
                  <a:cubicBezTo>
                    <a:pt x="59" y="29"/>
                    <a:pt x="58" y="29"/>
                    <a:pt x="57" y="29"/>
                  </a:cubicBezTo>
                  <a:cubicBezTo>
                    <a:pt x="56" y="29"/>
                    <a:pt x="56" y="27"/>
                    <a:pt x="56" y="27"/>
                  </a:cubicBezTo>
                  <a:cubicBezTo>
                    <a:pt x="58" y="26"/>
                    <a:pt x="58" y="26"/>
                    <a:pt x="58" y="26"/>
                  </a:cubicBezTo>
                  <a:cubicBezTo>
                    <a:pt x="58" y="26"/>
                    <a:pt x="58" y="26"/>
                    <a:pt x="58" y="25"/>
                  </a:cubicBezTo>
                  <a:cubicBezTo>
                    <a:pt x="57" y="25"/>
                    <a:pt x="57" y="24"/>
                    <a:pt x="56" y="24"/>
                  </a:cubicBezTo>
                  <a:cubicBezTo>
                    <a:pt x="55" y="24"/>
                    <a:pt x="54" y="26"/>
                    <a:pt x="54" y="26"/>
                  </a:cubicBezTo>
                  <a:cubicBezTo>
                    <a:pt x="52" y="27"/>
                    <a:pt x="52" y="27"/>
                    <a:pt x="52" y="27"/>
                  </a:cubicBezTo>
                  <a:cubicBezTo>
                    <a:pt x="52" y="27"/>
                    <a:pt x="51" y="29"/>
                    <a:pt x="51" y="29"/>
                  </a:cubicBezTo>
                  <a:cubicBezTo>
                    <a:pt x="52" y="29"/>
                    <a:pt x="53" y="29"/>
                    <a:pt x="53" y="29"/>
                  </a:cubicBezTo>
                  <a:cubicBezTo>
                    <a:pt x="53" y="29"/>
                    <a:pt x="53" y="30"/>
                    <a:pt x="53" y="31"/>
                  </a:cubicBezTo>
                  <a:cubicBezTo>
                    <a:pt x="53" y="31"/>
                    <a:pt x="52" y="32"/>
                    <a:pt x="52" y="32"/>
                  </a:cubicBezTo>
                  <a:cubicBezTo>
                    <a:pt x="52" y="32"/>
                    <a:pt x="52" y="33"/>
                    <a:pt x="51" y="33"/>
                  </a:cubicBezTo>
                  <a:cubicBezTo>
                    <a:pt x="50" y="32"/>
                    <a:pt x="49" y="32"/>
                    <a:pt x="48" y="32"/>
                  </a:cubicBezTo>
                  <a:cubicBezTo>
                    <a:pt x="47" y="32"/>
                    <a:pt x="46" y="31"/>
                    <a:pt x="46" y="32"/>
                  </a:cubicBezTo>
                  <a:cubicBezTo>
                    <a:pt x="45" y="32"/>
                    <a:pt x="45" y="32"/>
                    <a:pt x="45" y="32"/>
                  </a:cubicBezTo>
                  <a:cubicBezTo>
                    <a:pt x="45" y="33"/>
                    <a:pt x="42" y="34"/>
                    <a:pt x="42" y="34"/>
                  </a:cubicBezTo>
                  <a:cubicBezTo>
                    <a:pt x="42" y="34"/>
                    <a:pt x="41" y="35"/>
                    <a:pt x="41" y="35"/>
                  </a:cubicBezTo>
                  <a:cubicBezTo>
                    <a:pt x="41" y="35"/>
                    <a:pt x="41" y="37"/>
                    <a:pt x="41" y="37"/>
                  </a:cubicBezTo>
                  <a:cubicBezTo>
                    <a:pt x="41" y="37"/>
                    <a:pt x="40" y="38"/>
                    <a:pt x="38" y="38"/>
                  </a:cubicBezTo>
                  <a:cubicBezTo>
                    <a:pt x="37" y="39"/>
                    <a:pt x="36" y="39"/>
                    <a:pt x="36" y="39"/>
                  </a:cubicBezTo>
                  <a:cubicBezTo>
                    <a:pt x="36" y="41"/>
                    <a:pt x="36" y="41"/>
                    <a:pt x="36" y="41"/>
                  </a:cubicBezTo>
                  <a:cubicBezTo>
                    <a:pt x="36" y="41"/>
                    <a:pt x="34" y="42"/>
                    <a:pt x="34" y="43"/>
                  </a:cubicBezTo>
                  <a:cubicBezTo>
                    <a:pt x="33" y="44"/>
                    <a:pt x="30" y="46"/>
                    <a:pt x="30" y="46"/>
                  </a:cubicBezTo>
                  <a:cubicBezTo>
                    <a:pt x="30" y="46"/>
                    <a:pt x="29" y="47"/>
                    <a:pt x="28" y="48"/>
                  </a:cubicBezTo>
                  <a:cubicBezTo>
                    <a:pt x="28" y="49"/>
                    <a:pt x="28" y="50"/>
                    <a:pt x="28" y="51"/>
                  </a:cubicBezTo>
                  <a:cubicBezTo>
                    <a:pt x="28" y="51"/>
                    <a:pt x="27" y="52"/>
                    <a:pt x="27" y="53"/>
                  </a:cubicBezTo>
                  <a:cubicBezTo>
                    <a:pt x="27" y="54"/>
                    <a:pt x="26" y="55"/>
                    <a:pt x="26" y="56"/>
                  </a:cubicBezTo>
                  <a:cubicBezTo>
                    <a:pt x="25" y="56"/>
                    <a:pt x="25" y="57"/>
                    <a:pt x="24" y="57"/>
                  </a:cubicBezTo>
                  <a:cubicBezTo>
                    <a:pt x="24" y="57"/>
                    <a:pt x="22" y="58"/>
                    <a:pt x="21" y="58"/>
                  </a:cubicBezTo>
                  <a:cubicBezTo>
                    <a:pt x="20" y="59"/>
                    <a:pt x="20" y="60"/>
                    <a:pt x="20" y="60"/>
                  </a:cubicBezTo>
                  <a:cubicBezTo>
                    <a:pt x="20" y="60"/>
                    <a:pt x="21" y="61"/>
                    <a:pt x="21" y="61"/>
                  </a:cubicBezTo>
                  <a:cubicBezTo>
                    <a:pt x="22" y="61"/>
                    <a:pt x="23" y="62"/>
                    <a:pt x="23" y="62"/>
                  </a:cubicBezTo>
                  <a:cubicBezTo>
                    <a:pt x="23" y="62"/>
                    <a:pt x="23" y="63"/>
                    <a:pt x="23" y="64"/>
                  </a:cubicBezTo>
                  <a:cubicBezTo>
                    <a:pt x="23" y="64"/>
                    <a:pt x="22" y="66"/>
                    <a:pt x="23" y="66"/>
                  </a:cubicBezTo>
                  <a:cubicBezTo>
                    <a:pt x="24" y="66"/>
                    <a:pt x="25" y="66"/>
                    <a:pt x="25" y="66"/>
                  </a:cubicBezTo>
                  <a:cubicBezTo>
                    <a:pt x="27" y="67"/>
                    <a:pt x="27" y="67"/>
                    <a:pt x="27" y="67"/>
                  </a:cubicBezTo>
                  <a:cubicBezTo>
                    <a:pt x="28" y="68"/>
                    <a:pt x="28" y="68"/>
                    <a:pt x="28" y="68"/>
                  </a:cubicBezTo>
                  <a:cubicBezTo>
                    <a:pt x="29" y="68"/>
                    <a:pt x="29" y="68"/>
                    <a:pt x="29" y="68"/>
                  </a:cubicBezTo>
                  <a:cubicBezTo>
                    <a:pt x="29" y="68"/>
                    <a:pt x="29" y="69"/>
                    <a:pt x="29" y="70"/>
                  </a:cubicBezTo>
                  <a:cubicBezTo>
                    <a:pt x="28" y="70"/>
                    <a:pt x="28" y="71"/>
                    <a:pt x="28" y="71"/>
                  </a:cubicBezTo>
                  <a:cubicBezTo>
                    <a:pt x="27" y="71"/>
                    <a:pt x="27" y="71"/>
                    <a:pt x="27" y="70"/>
                  </a:cubicBezTo>
                  <a:cubicBezTo>
                    <a:pt x="27" y="69"/>
                    <a:pt x="27" y="69"/>
                    <a:pt x="26" y="68"/>
                  </a:cubicBezTo>
                  <a:cubicBezTo>
                    <a:pt x="25" y="68"/>
                    <a:pt x="24" y="69"/>
                    <a:pt x="24" y="69"/>
                  </a:cubicBezTo>
                  <a:cubicBezTo>
                    <a:pt x="24" y="69"/>
                    <a:pt x="23" y="69"/>
                    <a:pt x="23" y="68"/>
                  </a:cubicBezTo>
                  <a:cubicBezTo>
                    <a:pt x="22" y="67"/>
                    <a:pt x="22" y="68"/>
                    <a:pt x="22" y="67"/>
                  </a:cubicBezTo>
                  <a:cubicBezTo>
                    <a:pt x="22" y="66"/>
                    <a:pt x="23" y="66"/>
                    <a:pt x="22" y="65"/>
                  </a:cubicBezTo>
                  <a:cubicBezTo>
                    <a:pt x="22" y="65"/>
                    <a:pt x="21" y="64"/>
                    <a:pt x="21" y="64"/>
                  </a:cubicBezTo>
                  <a:cubicBezTo>
                    <a:pt x="20" y="64"/>
                    <a:pt x="21" y="65"/>
                    <a:pt x="20" y="64"/>
                  </a:cubicBezTo>
                  <a:cubicBezTo>
                    <a:pt x="20" y="63"/>
                    <a:pt x="19" y="63"/>
                    <a:pt x="19" y="63"/>
                  </a:cubicBezTo>
                  <a:cubicBezTo>
                    <a:pt x="19" y="63"/>
                    <a:pt x="18" y="63"/>
                    <a:pt x="18" y="62"/>
                  </a:cubicBezTo>
                  <a:cubicBezTo>
                    <a:pt x="18" y="62"/>
                    <a:pt x="18" y="61"/>
                    <a:pt x="18" y="60"/>
                  </a:cubicBezTo>
                  <a:cubicBezTo>
                    <a:pt x="18" y="60"/>
                    <a:pt x="19" y="59"/>
                    <a:pt x="19" y="58"/>
                  </a:cubicBezTo>
                  <a:cubicBezTo>
                    <a:pt x="19" y="58"/>
                    <a:pt x="19" y="55"/>
                    <a:pt x="19" y="55"/>
                  </a:cubicBezTo>
                  <a:cubicBezTo>
                    <a:pt x="19" y="55"/>
                    <a:pt x="16" y="61"/>
                    <a:pt x="15" y="66"/>
                  </a:cubicBezTo>
                  <a:cubicBezTo>
                    <a:pt x="15" y="66"/>
                    <a:pt x="16" y="65"/>
                    <a:pt x="16" y="66"/>
                  </a:cubicBezTo>
                  <a:cubicBezTo>
                    <a:pt x="16" y="67"/>
                    <a:pt x="17" y="68"/>
                    <a:pt x="16" y="69"/>
                  </a:cubicBezTo>
                  <a:cubicBezTo>
                    <a:pt x="16" y="69"/>
                    <a:pt x="16" y="69"/>
                    <a:pt x="16" y="72"/>
                  </a:cubicBezTo>
                  <a:cubicBezTo>
                    <a:pt x="16" y="74"/>
                    <a:pt x="17" y="75"/>
                    <a:pt x="17" y="76"/>
                  </a:cubicBezTo>
                  <a:cubicBezTo>
                    <a:pt x="16" y="76"/>
                    <a:pt x="16" y="77"/>
                    <a:pt x="16" y="78"/>
                  </a:cubicBezTo>
                  <a:cubicBezTo>
                    <a:pt x="16" y="79"/>
                    <a:pt x="16" y="82"/>
                    <a:pt x="17" y="82"/>
                  </a:cubicBezTo>
                  <a:cubicBezTo>
                    <a:pt x="17" y="82"/>
                    <a:pt x="17" y="83"/>
                    <a:pt x="17" y="83"/>
                  </a:cubicBezTo>
                  <a:cubicBezTo>
                    <a:pt x="18" y="84"/>
                    <a:pt x="17" y="85"/>
                    <a:pt x="18" y="84"/>
                  </a:cubicBezTo>
                  <a:cubicBezTo>
                    <a:pt x="19" y="82"/>
                    <a:pt x="20" y="81"/>
                    <a:pt x="20" y="81"/>
                  </a:cubicBezTo>
                  <a:cubicBezTo>
                    <a:pt x="20" y="80"/>
                    <a:pt x="20" y="80"/>
                    <a:pt x="20" y="80"/>
                  </a:cubicBezTo>
                  <a:cubicBezTo>
                    <a:pt x="20" y="80"/>
                    <a:pt x="20" y="79"/>
                    <a:pt x="22" y="79"/>
                  </a:cubicBezTo>
                  <a:cubicBezTo>
                    <a:pt x="23" y="79"/>
                    <a:pt x="24" y="79"/>
                    <a:pt x="24" y="80"/>
                  </a:cubicBezTo>
                  <a:cubicBezTo>
                    <a:pt x="25" y="80"/>
                    <a:pt x="23" y="82"/>
                    <a:pt x="24" y="82"/>
                  </a:cubicBezTo>
                  <a:cubicBezTo>
                    <a:pt x="25" y="82"/>
                    <a:pt x="27" y="81"/>
                    <a:pt x="28" y="81"/>
                  </a:cubicBezTo>
                  <a:cubicBezTo>
                    <a:pt x="29" y="81"/>
                    <a:pt x="29" y="82"/>
                    <a:pt x="30" y="83"/>
                  </a:cubicBezTo>
                  <a:cubicBezTo>
                    <a:pt x="30" y="84"/>
                    <a:pt x="30" y="85"/>
                    <a:pt x="31" y="86"/>
                  </a:cubicBezTo>
                  <a:cubicBezTo>
                    <a:pt x="32" y="86"/>
                    <a:pt x="31" y="87"/>
                    <a:pt x="32" y="88"/>
                  </a:cubicBezTo>
                  <a:cubicBezTo>
                    <a:pt x="32" y="89"/>
                    <a:pt x="34" y="90"/>
                    <a:pt x="35" y="90"/>
                  </a:cubicBezTo>
                  <a:cubicBezTo>
                    <a:pt x="35" y="90"/>
                    <a:pt x="37" y="90"/>
                    <a:pt x="38" y="90"/>
                  </a:cubicBezTo>
                  <a:cubicBezTo>
                    <a:pt x="39" y="91"/>
                    <a:pt x="38" y="92"/>
                    <a:pt x="39" y="92"/>
                  </a:cubicBezTo>
                  <a:cubicBezTo>
                    <a:pt x="40" y="92"/>
                    <a:pt x="41" y="95"/>
                    <a:pt x="41" y="95"/>
                  </a:cubicBezTo>
                  <a:cubicBezTo>
                    <a:pt x="41" y="95"/>
                    <a:pt x="41" y="97"/>
                    <a:pt x="41" y="98"/>
                  </a:cubicBezTo>
                  <a:cubicBezTo>
                    <a:pt x="41" y="98"/>
                    <a:pt x="41" y="99"/>
                    <a:pt x="42" y="100"/>
                  </a:cubicBezTo>
                  <a:cubicBezTo>
                    <a:pt x="42" y="100"/>
                    <a:pt x="44" y="100"/>
                    <a:pt x="44" y="100"/>
                  </a:cubicBezTo>
                  <a:cubicBezTo>
                    <a:pt x="44" y="100"/>
                    <a:pt x="43" y="102"/>
                    <a:pt x="45" y="102"/>
                  </a:cubicBezTo>
                  <a:cubicBezTo>
                    <a:pt x="47" y="103"/>
                    <a:pt x="48" y="103"/>
                    <a:pt x="49" y="104"/>
                  </a:cubicBezTo>
                  <a:cubicBezTo>
                    <a:pt x="49" y="104"/>
                    <a:pt x="48" y="105"/>
                    <a:pt x="50" y="105"/>
                  </a:cubicBezTo>
                  <a:cubicBezTo>
                    <a:pt x="52" y="105"/>
                    <a:pt x="54" y="105"/>
                    <a:pt x="55" y="106"/>
                  </a:cubicBezTo>
                  <a:cubicBezTo>
                    <a:pt x="56" y="106"/>
                    <a:pt x="55" y="107"/>
                    <a:pt x="57" y="109"/>
                  </a:cubicBezTo>
                  <a:cubicBezTo>
                    <a:pt x="60" y="110"/>
                    <a:pt x="60" y="111"/>
                    <a:pt x="61" y="111"/>
                  </a:cubicBezTo>
                  <a:cubicBezTo>
                    <a:pt x="62" y="111"/>
                    <a:pt x="63" y="111"/>
                    <a:pt x="63" y="113"/>
                  </a:cubicBezTo>
                  <a:cubicBezTo>
                    <a:pt x="62" y="115"/>
                    <a:pt x="62" y="116"/>
                    <a:pt x="61" y="117"/>
                  </a:cubicBezTo>
                  <a:cubicBezTo>
                    <a:pt x="60" y="118"/>
                    <a:pt x="59" y="120"/>
                    <a:pt x="58" y="121"/>
                  </a:cubicBezTo>
                  <a:cubicBezTo>
                    <a:pt x="58" y="122"/>
                    <a:pt x="57" y="123"/>
                    <a:pt x="58" y="124"/>
                  </a:cubicBezTo>
                  <a:cubicBezTo>
                    <a:pt x="58" y="126"/>
                    <a:pt x="59" y="127"/>
                    <a:pt x="59" y="128"/>
                  </a:cubicBezTo>
                  <a:cubicBezTo>
                    <a:pt x="59" y="129"/>
                    <a:pt x="59" y="131"/>
                    <a:pt x="59" y="132"/>
                  </a:cubicBezTo>
                  <a:cubicBezTo>
                    <a:pt x="58" y="133"/>
                    <a:pt x="58" y="134"/>
                    <a:pt x="58" y="134"/>
                  </a:cubicBezTo>
                  <a:cubicBezTo>
                    <a:pt x="58" y="134"/>
                    <a:pt x="59" y="136"/>
                    <a:pt x="58" y="137"/>
                  </a:cubicBezTo>
                  <a:cubicBezTo>
                    <a:pt x="57" y="138"/>
                    <a:pt x="55" y="140"/>
                    <a:pt x="54" y="140"/>
                  </a:cubicBezTo>
                  <a:cubicBezTo>
                    <a:pt x="53" y="140"/>
                    <a:pt x="51" y="142"/>
                    <a:pt x="51" y="142"/>
                  </a:cubicBezTo>
                  <a:cubicBezTo>
                    <a:pt x="51" y="142"/>
                    <a:pt x="51" y="146"/>
                    <a:pt x="51" y="147"/>
                  </a:cubicBezTo>
                  <a:cubicBezTo>
                    <a:pt x="51" y="147"/>
                    <a:pt x="47" y="154"/>
                    <a:pt x="49" y="155"/>
                  </a:cubicBezTo>
                  <a:cubicBezTo>
                    <a:pt x="50" y="156"/>
                    <a:pt x="50" y="158"/>
                    <a:pt x="50" y="159"/>
                  </a:cubicBezTo>
                  <a:cubicBezTo>
                    <a:pt x="49" y="160"/>
                    <a:pt x="49" y="160"/>
                    <a:pt x="49" y="160"/>
                  </a:cubicBezTo>
                  <a:cubicBezTo>
                    <a:pt x="48" y="161"/>
                    <a:pt x="46" y="161"/>
                    <a:pt x="47" y="163"/>
                  </a:cubicBezTo>
                  <a:cubicBezTo>
                    <a:pt x="49" y="165"/>
                    <a:pt x="50" y="165"/>
                    <a:pt x="50" y="167"/>
                  </a:cubicBezTo>
                  <a:cubicBezTo>
                    <a:pt x="51" y="168"/>
                    <a:pt x="51" y="168"/>
                    <a:pt x="52" y="170"/>
                  </a:cubicBezTo>
                  <a:cubicBezTo>
                    <a:pt x="53" y="171"/>
                    <a:pt x="53" y="172"/>
                    <a:pt x="54" y="173"/>
                  </a:cubicBezTo>
                  <a:cubicBezTo>
                    <a:pt x="55" y="174"/>
                    <a:pt x="56" y="175"/>
                    <a:pt x="56" y="176"/>
                  </a:cubicBezTo>
                  <a:cubicBezTo>
                    <a:pt x="56" y="177"/>
                    <a:pt x="59" y="179"/>
                    <a:pt x="56" y="177"/>
                  </a:cubicBezTo>
                  <a:cubicBezTo>
                    <a:pt x="53" y="175"/>
                    <a:pt x="56" y="177"/>
                    <a:pt x="52" y="174"/>
                  </a:cubicBezTo>
                  <a:cubicBezTo>
                    <a:pt x="49" y="171"/>
                    <a:pt x="48" y="173"/>
                    <a:pt x="46" y="171"/>
                  </a:cubicBezTo>
                  <a:cubicBezTo>
                    <a:pt x="45" y="169"/>
                    <a:pt x="47" y="175"/>
                    <a:pt x="44" y="168"/>
                  </a:cubicBezTo>
                  <a:cubicBezTo>
                    <a:pt x="41" y="160"/>
                    <a:pt x="40" y="161"/>
                    <a:pt x="39" y="159"/>
                  </a:cubicBezTo>
                  <a:cubicBezTo>
                    <a:pt x="39" y="157"/>
                    <a:pt x="39" y="159"/>
                    <a:pt x="37" y="155"/>
                  </a:cubicBezTo>
                  <a:cubicBezTo>
                    <a:pt x="35" y="151"/>
                    <a:pt x="37" y="154"/>
                    <a:pt x="35" y="151"/>
                  </a:cubicBezTo>
                  <a:cubicBezTo>
                    <a:pt x="33" y="149"/>
                    <a:pt x="33" y="152"/>
                    <a:pt x="32" y="148"/>
                  </a:cubicBezTo>
                  <a:cubicBezTo>
                    <a:pt x="31" y="143"/>
                    <a:pt x="31" y="146"/>
                    <a:pt x="30" y="141"/>
                  </a:cubicBezTo>
                  <a:cubicBezTo>
                    <a:pt x="28" y="136"/>
                    <a:pt x="31" y="136"/>
                    <a:pt x="28" y="133"/>
                  </a:cubicBezTo>
                  <a:cubicBezTo>
                    <a:pt x="25" y="131"/>
                    <a:pt x="25" y="132"/>
                    <a:pt x="24" y="131"/>
                  </a:cubicBezTo>
                  <a:cubicBezTo>
                    <a:pt x="23" y="129"/>
                    <a:pt x="25" y="130"/>
                    <a:pt x="22" y="126"/>
                  </a:cubicBezTo>
                  <a:cubicBezTo>
                    <a:pt x="20" y="122"/>
                    <a:pt x="16" y="120"/>
                    <a:pt x="16" y="113"/>
                  </a:cubicBezTo>
                  <a:cubicBezTo>
                    <a:pt x="16" y="105"/>
                    <a:pt x="16" y="104"/>
                    <a:pt x="16" y="104"/>
                  </a:cubicBezTo>
                  <a:cubicBezTo>
                    <a:pt x="16" y="104"/>
                    <a:pt x="13" y="101"/>
                    <a:pt x="14" y="97"/>
                  </a:cubicBezTo>
                  <a:cubicBezTo>
                    <a:pt x="15" y="92"/>
                    <a:pt x="16" y="94"/>
                    <a:pt x="15" y="92"/>
                  </a:cubicBezTo>
                  <a:cubicBezTo>
                    <a:pt x="15" y="91"/>
                    <a:pt x="14" y="91"/>
                    <a:pt x="13" y="89"/>
                  </a:cubicBezTo>
                  <a:cubicBezTo>
                    <a:pt x="12" y="88"/>
                    <a:pt x="12" y="88"/>
                    <a:pt x="11" y="87"/>
                  </a:cubicBezTo>
                  <a:cubicBezTo>
                    <a:pt x="11" y="86"/>
                    <a:pt x="11" y="83"/>
                    <a:pt x="11" y="83"/>
                  </a:cubicBezTo>
                  <a:cubicBezTo>
                    <a:pt x="10" y="84"/>
                    <a:pt x="10" y="84"/>
                    <a:pt x="10" y="84"/>
                  </a:cubicBezTo>
                  <a:cubicBezTo>
                    <a:pt x="10" y="84"/>
                    <a:pt x="0" y="182"/>
                    <a:pt x="97" y="197"/>
                  </a:cubicBezTo>
                  <a:cubicBezTo>
                    <a:pt x="97" y="197"/>
                    <a:pt x="75" y="192"/>
                    <a:pt x="73" y="187"/>
                  </a:cubicBezTo>
                  <a:cubicBezTo>
                    <a:pt x="73" y="187"/>
                    <a:pt x="72" y="183"/>
                    <a:pt x="73" y="183"/>
                  </a:cubicBezTo>
                  <a:cubicBezTo>
                    <a:pt x="74" y="183"/>
                    <a:pt x="76" y="184"/>
                    <a:pt x="77" y="183"/>
                  </a:cubicBezTo>
                  <a:cubicBezTo>
                    <a:pt x="79" y="181"/>
                    <a:pt x="80" y="180"/>
                    <a:pt x="80" y="180"/>
                  </a:cubicBezTo>
                  <a:cubicBezTo>
                    <a:pt x="80" y="182"/>
                    <a:pt x="80" y="182"/>
                    <a:pt x="80" y="182"/>
                  </a:cubicBezTo>
                  <a:cubicBezTo>
                    <a:pt x="80" y="182"/>
                    <a:pt x="79" y="182"/>
                    <a:pt x="83" y="181"/>
                  </a:cubicBezTo>
                  <a:cubicBezTo>
                    <a:pt x="88" y="181"/>
                    <a:pt x="88" y="181"/>
                    <a:pt x="89" y="181"/>
                  </a:cubicBezTo>
                  <a:cubicBezTo>
                    <a:pt x="91" y="180"/>
                    <a:pt x="93" y="176"/>
                    <a:pt x="94" y="178"/>
                  </a:cubicBezTo>
                  <a:cubicBezTo>
                    <a:pt x="95" y="181"/>
                    <a:pt x="93" y="180"/>
                    <a:pt x="95" y="181"/>
                  </a:cubicBezTo>
                  <a:cubicBezTo>
                    <a:pt x="97" y="181"/>
                    <a:pt x="101" y="180"/>
                    <a:pt x="101" y="180"/>
                  </a:cubicBezTo>
                  <a:cubicBezTo>
                    <a:pt x="101" y="180"/>
                    <a:pt x="108" y="181"/>
                    <a:pt x="108" y="180"/>
                  </a:cubicBezTo>
                  <a:cubicBezTo>
                    <a:pt x="109" y="179"/>
                    <a:pt x="109" y="178"/>
                    <a:pt x="110" y="178"/>
                  </a:cubicBezTo>
                  <a:cubicBezTo>
                    <a:pt x="111" y="178"/>
                    <a:pt x="112" y="180"/>
                    <a:pt x="112" y="180"/>
                  </a:cubicBezTo>
                  <a:cubicBezTo>
                    <a:pt x="108" y="182"/>
                    <a:pt x="108" y="182"/>
                    <a:pt x="108" y="182"/>
                  </a:cubicBezTo>
                  <a:cubicBezTo>
                    <a:pt x="105" y="185"/>
                    <a:pt x="105" y="185"/>
                    <a:pt x="105" y="185"/>
                  </a:cubicBezTo>
                  <a:cubicBezTo>
                    <a:pt x="105" y="185"/>
                    <a:pt x="103" y="185"/>
                    <a:pt x="105" y="186"/>
                  </a:cubicBezTo>
                  <a:cubicBezTo>
                    <a:pt x="106" y="187"/>
                    <a:pt x="107" y="187"/>
                    <a:pt x="108" y="187"/>
                  </a:cubicBezTo>
                  <a:cubicBezTo>
                    <a:pt x="110" y="187"/>
                    <a:pt x="114" y="190"/>
                    <a:pt x="115" y="188"/>
                  </a:cubicBezTo>
                  <a:cubicBezTo>
                    <a:pt x="116" y="186"/>
                    <a:pt x="116" y="186"/>
                    <a:pt x="117" y="185"/>
                  </a:cubicBezTo>
                  <a:cubicBezTo>
                    <a:pt x="117" y="184"/>
                    <a:pt x="117" y="182"/>
                    <a:pt x="119" y="182"/>
                  </a:cubicBezTo>
                  <a:cubicBezTo>
                    <a:pt x="120" y="182"/>
                    <a:pt x="122" y="183"/>
                    <a:pt x="122" y="183"/>
                  </a:cubicBezTo>
                  <a:cubicBezTo>
                    <a:pt x="121" y="186"/>
                    <a:pt x="121" y="186"/>
                    <a:pt x="121" y="186"/>
                  </a:cubicBezTo>
                  <a:cubicBezTo>
                    <a:pt x="121" y="186"/>
                    <a:pt x="123" y="186"/>
                    <a:pt x="125" y="186"/>
                  </a:cubicBezTo>
                  <a:cubicBezTo>
                    <a:pt x="126" y="186"/>
                    <a:pt x="126" y="188"/>
                    <a:pt x="128" y="186"/>
                  </a:cubicBezTo>
                  <a:cubicBezTo>
                    <a:pt x="129" y="184"/>
                    <a:pt x="129" y="184"/>
                    <a:pt x="131" y="184"/>
                  </a:cubicBezTo>
                  <a:cubicBezTo>
                    <a:pt x="133" y="184"/>
                    <a:pt x="135" y="183"/>
                    <a:pt x="136" y="183"/>
                  </a:cubicBezTo>
                  <a:cubicBezTo>
                    <a:pt x="136" y="184"/>
                    <a:pt x="138" y="184"/>
                    <a:pt x="139" y="184"/>
                  </a:cubicBezTo>
                  <a:cubicBezTo>
                    <a:pt x="139" y="184"/>
                    <a:pt x="143" y="186"/>
                    <a:pt x="143" y="186"/>
                  </a:cubicBezTo>
                  <a:cubicBezTo>
                    <a:pt x="144" y="185"/>
                    <a:pt x="148" y="186"/>
                    <a:pt x="148" y="186"/>
                  </a:cubicBezTo>
                  <a:cubicBezTo>
                    <a:pt x="148" y="186"/>
                    <a:pt x="137" y="196"/>
                    <a:pt x="113" y="197"/>
                  </a:cubicBezTo>
                  <a:cubicBezTo>
                    <a:pt x="113" y="197"/>
                    <a:pt x="167" y="199"/>
                    <a:pt x="197" y="146"/>
                  </a:cubicBezTo>
                  <a:cubicBezTo>
                    <a:pt x="228" y="94"/>
                    <a:pt x="206" y="26"/>
                    <a:pt x="137" y="3"/>
                  </a:cubicBezTo>
                  <a:cubicBezTo>
                    <a:pt x="137" y="3"/>
                    <a:pt x="189" y="22"/>
                    <a:pt x="203" y="71"/>
                  </a:cubicBezTo>
                  <a:cubicBezTo>
                    <a:pt x="202" y="72"/>
                    <a:pt x="202" y="72"/>
                    <a:pt x="202" y="72"/>
                  </a:cubicBezTo>
                  <a:cubicBezTo>
                    <a:pt x="201" y="71"/>
                    <a:pt x="201" y="72"/>
                    <a:pt x="200" y="69"/>
                  </a:cubicBezTo>
                  <a:cubicBezTo>
                    <a:pt x="199" y="67"/>
                    <a:pt x="199" y="68"/>
                    <a:pt x="199" y="66"/>
                  </a:cubicBezTo>
                  <a:cubicBezTo>
                    <a:pt x="198" y="64"/>
                    <a:pt x="198" y="65"/>
                    <a:pt x="197" y="64"/>
                  </a:cubicBezTo>
                  <a:cubicBezTo>
                    <a:pt x="195" y="62"/>
                    <a:pt x="195" y="62"/>
                    <a:pt x="194" y="61"/>
                  </a:cubicBezTo>
                  <a:cubicBezTo>
                    <a:pt x="193" y="61"/>
                    <a:pt x="192" y="58"/>
                    <a:pt x="192" y="57"/>
                  </a:cubicBezTo>
                  <a:cubicBezTo>
                    <a:pt x="191" y="56"/>
                    <a:pt x="189" y="55"/>
                    <a:pt x="188" y="55"/>
                  </a:cubicBezTo>
                  <a:cubicBezTo>
                    <a:pt x="187" y="55"/>
                    <a:pt x="188" y="54"/>
                    <a:pt x="187" y="55"/>
                  </a:cubicBezTo>
                  <a:cubicBezTo>
                    <a:pt x="187" y="56"/>
                    <a:pt x="189" y="58"/>
                    <a:pt x="189" y="58"/>
                  </a:cubicBezTo>
                  <a:cubicBezTo>
                    <a:pt x="189" y="62"/>
                    <a:pt x="189" y="62"/>
                    <a:pt x="189" y="62"/>
                  </a:cubicBezTo>
                  <a:cubicBezTo>
                    <a:pt x="189" y="62"/>
                    <a:pt x="190" y="65"/>
                    <a:pt x="190" y="66"/>
                  </a:cubicBezTo>
                  <a:cubicBezTo>
                    <a:pt x="190" y="67"/>
                    <a:pt x="189" y="70"/>
                    <a:pt x="189" y="70"/>
                  </a:cubicBezTo>
                  <a:cubicBezTo>
                    <a:pt x="189" y="70"/>
                    <a:pt x="188" y="72"/>
                    <a:pt x="187" y="73"/>
                  </a:cubicBezTo>
                  <a:cubicBezTo>
                    <a:pt x="186" y="73"/>
                    <a:pt x="181" y="74"/>
                    <a:pt x="181" y="74"/>
                  </a:cubicBezTo>
                  <a:cubicBezTo>
                    <a:pt x="181" y="74"/>
                    <a:pt x="179" y="72"/>
                    <a:pt x="179" y="71"/>
                  </a:cubicBezTo>
                  <a:cubicBezTo>
                    <a:pt x="178" y="69"/>
                    <a:pt x="175" y="69"/>
                    <a:pt x="174" y="68"/>
                  </a:cubicBezTo>
                  <a:cubicBezTo>
                    <a:pt x="174" y="67"/>
                    <a:pt x="175" y="66"/>
                    <a:pt x="173" y="64"/>
                  </a:cubicBezTo>
                  <a:cubicBezTo>
                    <a:pt x="172" y="62"/>
                    <a:pt x="173" y="63"/>
                    <a:pt x="172" y="61"/>
                  </a:cubicBezTo>
                  <a:cubicBezTo>
                    <a:pt x="170" y="59"/>
                    <a:pt x="170" y="59"/>
                    <a:pt x="170" y="59"/>
                  </a:cubicBezTo>
                  <a:cubicBezTo>
                    <a:pt x="170" y="59"/>
                    <a:pt x="166" y="58"/>
                    <a:pt x="167" y="60"/>
                  </a:cubicBezTo>
                  <a:cubicBezTo>
                    <a:pt x="168" y="63"/>
                    <a:pt x="167" y="65"/>
                    <a:pt x="168" y="65"/>
                  </a:cubicBezTo>
                  <a:cubicBezTo>
                    <a:pt x="169" y="66"/>
                    <a:pt x="170" y="65"/>
                    <a:pt x="171" y="67"/>
                  </a:cubicBezTo>
                  <a:cubicBezTo>
                    <a:pt x="172" y="69"/>
                    <a:pt x="172" y="70"/>
                    <a:pt x="172" y="71"/>
                  </a:cubicBezTo>
                  <a:cubicBezTo>
                    <a:pt x="173" y="71"/>
                    <a:pt x="173" y="74"/>
                    <a:pt x="174" y="75"/>
                  </a:cubicBezTo>
                  <a:cubicBezTo>
                    <a:pt x="175" y="75"/>
                    <a:pt x="178" y="75"/>
                    <a:pt x="178" y="76"/>
                  </a:cubicBezTo>
                  <a:cubicBezTo>
                    <a:pt x="177" y="77"/>
                    <a:pt x="176" y="78"/>
                    <a:pt x="178" y="79"/>
                  </a:cubicBezTo>
                  <a:cubicBezTo>
                    <a:pt x="179" y="79"/>
                    <a:pt x="179" y="80"/>
                    <a:pt x="180" y="80"/>
                  </a:cubicBezTo>
                  <a:cubicBezTo>
                    <a:pt x="181" y="80"/>
                    <a:pt x="181" y="80"/>
                    <a:pt x="182" y="79"/>
                  </a:cubicBezTo>
                  <a:cubicBezTo>
                    <a:pt x="184" y="79"/>
                    <a:pt x="186" y="79"/>
                    <a:pt x="186" y="79"/>
                  </a:cubicBezTo>
                  <a:cubicBezTo>
                    <a:pt x="186" y="79"/>
                    <a:pt x="188" y="80"/>
                    <a:pt x="188" y="81"/>
                  </a:cubicBezTo>
                  <a:cubicBezTo>
                    <a:pt x="188" y="82"/>
                    <a:pt x="187" y="86"/>
                    <a:pt x="187" y="86"/>
                  </a:cubicBezTo>
                  <a:cubicBezTo>
                    <a:pt x="185" y="90"/>
                    <a:pt x="185" y="90"/>
                    <a:pt x="185" y="90"/>
                  </a:cubicBezTo>
                  <a:cubicBezTo>
                    <a:pt x="185" y="90"/>
                    <a:pt x="185" y="97"/>
                    <a:pt x="184" y="97"/>
                  </a:cubicBezTo>
                  <a:cubicBezTo>
                    <a:pt x="183" y="97"/>
                    <a:pt x="182" y="100"/>
                    <a:pt x="181" y="100"/>
                  </a:cubicBezTo>
                  <a:cubicBezTo>
                    <a:pt x="180" y="101"/>
                    <a:pt x="180" y="105"/>
                    <a:pt x="180" y="105"/>
                  </a:cubicBezTo>
                  <a:cubicBezTo>
                    <a:pt x="178" y="108"/>
                    <a:pt x="178" y="108"/>
                    <a:pt x="178" y="108"/>
                  </a:cubicBezTo>
                  <a:cubicBezTo>
                    <a:pt x="178" y="108"/>
                    <a:pt x="178" y="111"/>
                    <a:pt x="178" y="112"/>
                  </a:cubicBezTo>
                  <a:cubicBezTo>
                    <a:pt x="178" y="113"/>
                    <a:pt x="179" y="117"/>
                    <a:pt x="178" y="119"/>
                  </a:cubicBezTo>
                  <a:cubicBezTo>
                    <a:pt x="178" y="121"/>
                    <a:pt x="175" y="122"/>
                    <a:pt x="175" y="122"/>
                  </a:cubicBezTo>
                  <a:cubicBezTo>
                    <a:pt x="175" y="122"/>
                    <a:pt x="179" y="126"/>
                    <a:pt x="177" y="126"/>
                  </a:cubicBezTo>
                  <a:cubicBezTo>
                    <a:pt x="175" y="127"/>
                    <a:pt x="173" y="129"/>
                    <a:pt x="173" y="130"/>
                  </a:cubicBezTo>
                  <a:cubicBezTo>
                    <a:pt x="172" y="131"/>
                    <a:pt x="172" y="132"/>
                    <a:pt x="171" y="132"/>
                  </a:cubicBezTo>
                  <a:cubicBezTo>
                    <a:pt x="170" y="133"/>
                    <a:pt x="168" y="133"/>
                    <a:pt x="168" y="134"/>
                  </a:cubicBezTo>
                  <a:cubicBezTo>
                    <a:pt x="168" y="134"/>
                    <a:pt x="168" y="137"/>
                    <a:pt x="168" y="137"/>
                  </a:cubicBezTo>
                  <a:cubicBezTo>
                    <a:pt x="164" y="142"/>
                    <a:pt x="164" y="142"/>
                    <a:pt x="164" y="142"/>
                  </a:cubicBezTo>
                  <a:cubicBezTo>
                    <a:pt x="160" y="146"/>
                    <a:pt x="160" y="146"/>
                    <a:pt x="160" y="146"/>
                  </a:cubicBezTo>
                  <a:cubicBezTo>
                    <a:pt x="160" y="146"/>
                    <a:pt x="160" y="149"/>
                    <a:pt x="159" y="149"/>
                  </a:cubicBezTo>
                  <a:cubicBezTo>
                    <a:pt x="158" y="149"/>
                    <a:pt x="153" y="151"/>
                    <a:pt x="152" y="152"/>
                  </a:cubicBezTo>
                  <a:cubicBezTo>
                    <a:pt x="152" y="152"/>
                    <a:pt x="148" y="154"/>
                    <a:pt x="147" y="154"/>
                  </a:cubicBezTo>
                  <a:cubicBezTo>
                    <a:pt x="146" y="154"/>
                    <a:pt x="148" y="157"/>
                    <a:pt x="146" y="154"/>
                  </a:cubicBezTo>
                  <a:cubicBezTo>
                    <a:pt x="144" y="151"/>
                    <a:pt x="145" y="153"/>
                    <a:pt x="144" y="149"/>
                  </a:cubicBezTo>
                  <a:cubicBezTo>
                    <a:pt x="142" y="145"/>
                    <a:pt x="142" y="148"/>
                    <a:pt x="142" y="145"/>
                  </a:cubicBezTo>
                  <a:cubicBezTo>
                    <a:pt x="142" y="143"/>
                    <a:pt x="142" y="145"/>
                    <a:pt x="142" y="143"/>
                  </a:cubicBezTo>
                  <a:cubicBezTo>
                    <a:pt x="142" y="140"/>
                    <a:pt x="143" y="142"/>
                    <a:pt x="141" y="139"/>
                  </a:cubicBezTo>
                  <a:cubicBezTo>
                    <a:pt x="140" y="136"/>
                    <a:pt x="140" y="137"/>
                    <a:pt x="138" y="135"/>
                  </a:cubicBezTo>
                  <a:cubicBezTo>
                    <a:pt x="136" y="133"/>
                    <a:pt x="135" y="135"/>
                    <a:pt x="136" y="132"/>
                  </a:cubicBezTo>
                  <a:cubicBezTo>
                    <a:pt x="137" y="129"/>
                    <a:pt x="137" y="132"/>
                    <a:pt x="137" y="129"/>
                  </a:cubicBezTo>
                  <a:cubicBezTo>
                    <a:pt x="138" y="126"/>
                    <a:pt x="137" y="125"/>
                    <a:pt x="139" y="124"/>
                  </a:cubicBezTo>
                  <a:cubicBezTo>
                    <a:pt x="141" y="123"/>
                    <a:pt x="142" y="122"/>
                    <a:pt x="142" y="121"/>
                  </a:cubicBezTo>
                  <a:cubicBezTo>
                    <a:pt x="142" y="119"/>
                    <a:pt x="142" y="118"/>
                    <a:pt x="142" y="117"/>
                  </a:cubicBezTo>
                  <a:cubicBezTo>
                    <a:pt x="141" y="116"/>
                    <a:pt x="139" y="114"/>
                    <a:pt x="139" y="113"/>
                  </a:cubicBezTo>
                  <a:cubicBezTo>
                    <a:pt x="139" y="112"/>
                    <a:pt x="139" y="113"/>
                    <a:pt x="137" y="111"/>
                  </a:cubicBezTo>
                  <a:cubicBezTo>
                    <a:pt x="136" y="109"/>
                    <a:pt x="135" y="108"/>
                    <a:pt x="135" y="108"/>
                  </a:cubicBezTo>
                  <a:cubicBezTo>
                    <a:pt x="135" y="108"/>
                    <a:pt x="135" y="103"/>
                    <a:pt x="135" y="101"/>
                  </a:cubicBezTo>
                  <a:cubicBezTo>
                    <a:pt x="135" y="99"/>
                    <a:pt x="134" y="102"/>
                    <a:pt x="135" y="99"/>
                  </a:cubicBezTo>
                  <a:cubicBezTo>
                    <a:pt x="135" y="96"/>
                    <a:pt x="135" y="94"/>
                    <a:pt x="135" y="94"/>
                  </a:cubicBezTo>
                  <a:cubicBezTo>
                    <a:pt x="135" y="94"/>
                    <a:pt x="132" y="92"/>
                    <a:pt x="131" y="92"/>
                  </a:cubicBezTo>
                  <a:cubicBezTo>
                    <a:pt x="129" y="92"/>
                    <a:pt x="129" y="94"/>
                    <a:pt x="127" y="93"/>
                  </a:cubicBezTo>
                  <a:cubicBezTo>
                    <a:pt x="125" y="91"/>
                    <a:pt x="126" y="90"/>
                    <a:pt x="125" y="89"/>
                  </a:cubicBezTo>
                  <a:cubicBezTo>
                    <a:pt x="124" y="89"/>
                    <a:pt x="123" y="89"/>
                    <a:pt x="122" y="90"/>
                  </a:cubicBezTo>
                  <a:cubicBezTo>
                    <a:pt x="121" y="91"/>
                    <a:pt x="118" y="91"/>
                    <a:pt x="116" y="91"/>
                  </a:cubicBezTo>
                  <a:cubicBezTo>
                    <a:pt x="114" y="92"/>
                    <a:pt x="113" y="92"/>
                    <a:pt x="110" y="92"/>
                  </a:cubicBezTo>
                  <a:cubicBezTo>
                    <a:pt x="108" y="92"/>
                    <a:pt x="104" y="93"/>
                    <a:pt x="102" y="92"/>
                  </a:cubicBezTo>
                  <a:cubicBezTo>
                    <a:pt x="100" y="91"/>
                    <a:pt x="100" y="92"/>
                    <a:pt x="99" y="90"/>
                  </a:cubicBezTo>
                  <a:cubicBezTo>
                    <a:pt x="98" y="88"/>
                    <a:pt x="99" y="88"/>
                    <a:pt x="97" y="87"/>
                  </a:cubicBezTo>
                  <a:cubicBezTo>
                    <a:pt x="95" y="86"/>
                    <a:pt x="94" y="87"/>
                    <a:pt x="94" y="85"/>
                  </a:cubicBezTo>
                  <a:cubicBezTo>
                    <a:pt x="94" y="82"/>
                    <a:pt x="95" y="83"/>
                    <a:pt x="93" y="81"/>
                  </a:cubicBezTo>
                  <a:cubicBezTo>
                    <a:pt x="92" y="79"/>
                    <a:pt x="94" y="82"/>
                    <a:pt x="92" y="79"/>
                  </a:cubicBezTo>
                  <a:cubicBezTo>
                    <a:pt x="89" y="76"/>
                    <a:pt x="88" y="79"/>
                    <a:pt x="89" y="76"/>
                  </a:cubicBezTo>
                  <a:cubicBezTo>
                    <a:pt x="90" y="74"/>
                    <a:pt x="91" y="75"/>
                    <a:pt x="91" y="73"/>
                  </a:cubicBezTo>
                  <a:cubicBezTo>
                    <a:pt x="91" y="70"/>
                    <a:pt x="95" y="74"/>
                    <a:pt x="92" y="68"/>
                  </a:cubicBezTo>
                  <a:cubicBezTo>
                    <a:pt x="90" y="63"/>
                    <a:pt x="89" y="64"/>
                    <a:pt x="92" y="60"/>
                  </a:cubicBezTo>
                  <a:cubicBezTo>
                    <a:pt x="94" y="55"/>
                    <a:pt x="97" y="54"/>
                    <a:pt x="98" y="53"/>
                  </a:cubicBezTo>
                  <a:cubicBezTo>
                    <a:pt x="98" y="52"/>
                    <a:pt x="99" y="50"/>
                    <a:pt x="100" y="49"/>
                  </a:cubicBezTo>
                  <a:cubicBezTo>
                    <a:pt x="101" y="48"/>
                    <a:pt x="100" y="48"/>
                    <a:pt x="102" y="48"/>
                  </a:cubicBezTo>
                  <a:cubicBezTo>
                    <a:pt x="104" y="48"/>
                    <a:pt x="107" y="47"/>
                    <a:pt x="108" y="46"/>
                  </a:cubicBezTo>
                  <a:cubicBezTo>
                    <a:pt x="109" y="45"/>
                    <a:pt x="111" y="42"/>
                    <a:pt x="112" y="42"/>
                  </a:cubicBezTo>
                  <a:cubicBezTo>
                    <a:pt x="113" y="42"/>
                    <a:pt x="113" y="42"/>
                    <a:pt x="115" y="42"/>
                  </a:cubicBezTo>
                  <a:cubicBezTo>
                    <a:pt x="117" y="41"/>
                    <a:pt x="117" y="41"/>
                    <a:pt x="119" y="41"/>
                  </a:cubicBezTo>
                  <a:cubicBezTo>
                    <a:pt x="120" y="41"/>
                    <a:pt x="117" y="42"/>
                    <a:pt x="121" y="41"/>
                  </a:cubicBezTo>
                  <a:cubicBezTo>
                    <a:pt x="125" y="40"/>
                    <a:pt x="124" y="40"/>
                    <a:pt x="125" y="40"/>
                  </a:cubicBezTo>
                  <a:cubicBezTo>
                    <a:pt x="126" y="40"/>
                    <a:pt x="126" y="41"/>
                    <a:pt x="127" y="41"/>
                  </a:cubicBezTo>
                  <a:cubicBezTo>
                    <a:pt x="129" y="41"/>
                    <a:pt x="129" y="38"/>
                    <a:pt x="129" y="41"/>
                  </a:cubicBezTo>
                  <a:cubicBezTo>
                    <a:pt x="129" y="45"/>
                    <a:pt x="128" y="46"/>
                    <a:pt x="130" y="46"/>
                  </a:cubicBezTo>
                  <a:cubicBezTo>
                    <a:pt x="133" y="47"/>
                    <a:pt x="130" y="47"/>
                    <a:pt x="133" y="47"/>
                  </a:cubicBezTo>
                  <a:cubicBezTo>
                    <a:pt x="136" y="47"/>
                    <a:pt x="135" y="47"/>
                    <a:pt x="137" y="48"/>
                  </a:cubicBezTo>
                  <a:cubicBezTo>
                    <a:pt x="138" y="48"/>
                    <a:pt x="139" y="49"/>
                    <a:pt x="141" y="49"/>
                  </a:cubicBezTo>
                  <a:cubicBezTo>
                    <a:pt x="143" y="49"/>
                    <a:pt x="140" y="52"/>
                    <a:pt x="143" y="49"/>
                  </a:cubicBezTo>
                  <a:cubicBezTo>
                    <a:pt x="146" y="46"/>
                    <a:pt x="141" y="46"/>
                    <a:pt x="146" y="46"/>
                  </a:cubicBezTo>
                  <a:cubicBezTo>
                    <a:pt x="151" y="47"/>
                    <a:pt x="152" y="48"/>
                    <a:pt x="153" y="48"/>
                  </a:cubicBezTo>
                  <a:cubicBezTo>
                    <a:pt x="154" y="47"/>
                    <a:pt x="154" y="48"/>
                    <a:pt x="156" y="47"/>
                  </a:cubicBezTo>
                  <a:cubicBezTo>
                    <a:pt x="159" y="46"/>
                    <a:pt x="159" y="46"/>
                    <a:pt x="160" y="46"/>
                  </a:cubicBezTo>
                  <a:cubicBezTo>
                    <a:pt x="161" y="47"/>
                    <a:pt x="161" y="49"/>
                    <a:pt x="162" y="47"/>
                  </a:cubicBezTo>
                  <a:cubicBezTo>
                    <a:pt x="163" y="45"/>
                    <a:pt x="165" y="45"/>
                    <a:pt x="162" y="44"/>
                  </a:cubicBezTo>
                  <a:cubicBezTo>
                    <a:pt x="159" y="42"/>
                    <a:pt x="158" y="44"/>
                    <a:pt x="158" y="42"/>
                  </a:cubicBezTo>
                  <a:cubicBezTo>
                    <a:pt x="157" y="40"/>
                    <a:pt x="160" y="41"/>
                    <a:pt x="157" y="40"/>
                  </a:cubicBezTo>
                  <a:cubicBezTo>
                    <a:pt x="154" y="40"/>
                    <a:pt x="155" y="40"/>
                    <a:pt x="153" y="39"/>
                  </a:cubicBezTo>
                  <a:cubicBezTo>
                    <a:pt x="151" y="38"/>
                    <a:pt x="149" y="41"/>
                    <a:pt x="148" y="39"/>
                  </a:cubicBezTo>
                  <a:cubicBezTo>
                    <a:pt x="147" y="37"/>
                    <a:pt x="143" y="41"/>
                    <a:pt x="147" y="37"/>
                  </a:cubicBezTo>
                  <a:cubicBezTo>
                    <a:pt x="151" y="34"/>
                    <a:pt x="149" y="32"/>
                    <a:pt x="152" y="33"/>
                  </a:cubicBezTo>
                  <a:cubicBezTo>
                    <a:pt x="155" y="34"/>
                    <a:pt x="154" y="36"/>
                    <a:pt x="155" y="35"/>
                  </a:cubicBezTo>
                  <a:cubicBezTo>
                    <a:pt x="157" y="33"/>
                    <a:pt x="160" y="32"/>
                    <a:pt x="157" y="30"/>
                  </a:cubicBezTo>
                  <a:cubicBezTo>
                    <a:pt x="154" y="28"/>
                    <a:pt x="156" y="29"/>
                    <a:pt x="153" y="28"/>
                  </a:cubicBezTo>
                  <a:cubicBezTo>
                    <a:pt x="150" y="26"/>
                    <a:pt x="147" y="33"/>
                    <a:pt x="146" y="32"/>
                  </a:cubicBezTo>
                  <a:cubicBezTo>
                    <a:pt x="145" y="31"/>
                    <a:pt x="144" y="30"/>
                    <a:pt x="143" y="31"/>
                  </a:cubicBezTo>
                  <a:cubicBezTo>
                    <a:pt x="142" y="31"/>
                    <a:pt x="142" y="34"/>
                    <a:pt x="142" y="36"/>
                  </a:cubicBezTo>
                  <a:cubicBezTo>
                    <a:pt x="142" y="38"/>
                    <a:pt x="143" y="38"/>
                    <a:pt x="140" y="37"/>
                  </a:cubicBezTo>
                  <a:cubicBezTo>
                    <a:pt x="137" y="35"/>
                    <a:pt x="144" y="36"/>
                    <a:pt x="137" y="33"/>
                  </a:cubicBezTo>
                  <a:cubicBezTo>
                    <a:pt x="130" y="31"/>
                    <a:pt x="128" y="31"/>
                    <a:pt x="127" y="32"/>
                  </a:cubicBezTo>
                  <a:cubicBezTo>
                    <a:pt x="126" y="33"/>
                    <a:pt x="125" y="33"/>
                    <a:pt x="124" y="34"/>
                  </a:cubicBezTo>
                  <a:cubicBezTo>
                    <a:pt x="123" y="35"/>
                    <a:pt x="126" y="36"/>
                    <a:pt x="123" y="35"/>
                  </a:cubicBezTo>
                  <a:cubicBezTo>
                    <a:pt x="120" y="33"/>
                    <a:pt x="118" y="35"/>
                    <a:pt x="118" y="35"/>
                  </a:cubicBezTo>
                  <a:cubicBezTo>
                    <a:pt x="118" y="35"/>
                    <a:pt x="117" y="35"/>
                    <a:pt x="116" y="36"/>
                  </a:cubicBezTo>
                  <a:cubicBezTo>
                    <a:pt x="114" y="37"/>
                    <a:pt x="112" y="38"/>
                    <a:pt x="111" y="37"/>
                  </a:cubicBezTo>
                  <a:cubicBezTo>
                    <a:pt x="109" y="37"/>
                    <a:pt x="106" y="38"/>
                    <a:pt x="109" y="34"/>
                  </a:cubicBezTo>
                  <a:cubicBezTo>
                    <a:pt x="111" y="31"/>
                    <a:pt x="109" y="33"/>
                    <a:pt x="113" y="31"/>
                  </a:cubicBezTo>
                  <a:cubicBezTo>
                    <a:pt x="117" y="30"/>
                    <a:pt x="123" y="29"/>
                    <a:pt x="118" y="28"/>
                  </a:cubicBezTo>
                  <a:cubicBezTo>
                    <a:pt x="113" y="27"/>
                    <a:pt x="121" y="27"/>
                    <a:pt x="114" y="24"/>
                  </a:cubicBezTo>
                  <a:cubicBezTo>
                    <a:pt x="107" y="21"/>
                    <a:pt x="107" y="25"/>
                    <a:pt x="107" y="21"/>
                  </a:cubicBezTo>
                  <a:cubicBezTo>
                    <a:pt x="108" y="16"/>
                    <a:pt x="107" y="16"/>
                    <a:pt x="106" y="16"/>
                  </a:cubicBezTo>
                  <a:cubicBezTo>
                    <a:pt x="104" y="16"/>
                    <a:pt x="100" y="17"/>
                    <a:pt x="98" y="18"/>
                  </a:cubicBezTo>
                  <a:cubicBezTo>
                    <a:pt x="97" y="18"/>
                    <a:pt x="99" y="19"/>
                    <a:pt x="96" y="17"/>
                  </a:cubicBezTo>
                  <a:cubicBezTo>
                    <a:pt x="92" y="15"/>
                    <a:pt x="91" y="18"/>
                    <a:pt x="92" y="15"/>
                  </a:cubicBezTo>
                  <a:cubicBezTo>
                    <a:pt x="94" y="13"/>
                    <a:pt x="94" y="12"/>
                    <a:pt x="96" y="11"/>
                  </a:cubicBezTo>
                  <a:cubicBezTo>
                    <a:pt x="98" y="9"/>
                    <a:pt x="97" y="3"/>
                    <a:pt x="102" y="5"/>
                  </a:cubicBezTo>
                  <a:cubicBezTo>
                    <a:pt x="106" y="8"/>
                    <a:pt x="105" y="7"/>
                    <a:pt x="108" y="7"/>
                  </a:cubicBezTo>
                  <a:cubicBezTo>
                    <a:pt x="112" y="7"/>
                    <a:pt x="114" y="7"/>
                    <a:pt x="114" y="6"/>
                  </a:cubicBezTo>
                  <a:cubicBezTo>
                    <a:pt x="114" y="5"/>
                    <a:pt x="109" y="3"/>
                    <a:pt x="109" y="3"/>
                  </a:cubicBezTo>
                  <a:cubicBezTo>
                    <a:pt x="109" y="3"/>
                    <a:pt x="108" y="4"/>
                    <a:pt x="109" y="3"/>
                  </a:cubicBezTo>
                  <a:cubicBezTo>
                    <a:pt x="109" y="2"/>
                    <a:pt x="110" y="1"/>
                    <a:pt x="110" y="1"/>
                  </a:cubicBezTo>
                  <a:cubicBezTo>
                    <a:pt x="109" y="0"/>
                    <a:pt x="109" y="0"/>
                    <a:pt x="109" y="0"/>
                  </a:cubicBezTo>
                  <a:cubicBezTo>
                    <a:pt x="109" y="0"/>
                    <a:pt x="96" y="0"/>
                    <a:pt x="9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grpSp>
      <p:sp>
        <p:nvSpPr>
          <p:cNvPr id="45" name="Freeform 41"/>
          <p:cNvSpPr>
            <a:spLocks noEditPoints="1"/>
          </p:cNvSpPr>
          <p:nvPr/>
        </p:nvSpPr>
        <p:spPr bwMode="auto">
          <a:xfrm>
            <a:off x="8812613" y="4213659"/>
            <a:ext cx="428513" cy="390423"/>
          </a:xfrm>
          <a:custGeom>
            <a:avLst/>
            <a:gdLst>
              <a:gd name="T0" fmla="*/ 116 w 196"/>
              <a:gd name="T1" fmla="*/ 2 h 179"/>
              <a:gd name="T2" fmla="*/ 98 w 196"/>
              <a:gd name="T3" fmla="*/ 0 h 179"/>
              <a:gd name="T4" fmla="*/ 98 w 196"/>
              <a:gd name="T5" fmla="*/ 17 h 179"/>
              <a:gd name="T6" fmla="*/ 113 w 196"/>
              <a:gd name="T7" fmla="*/ 18 h 179"/>
              <a:gd name="T8" fmla="*/ 169 w 196"/>
              <a:gd name="T9" fmla="*/ 105 h 179"/>
              <a:gd name="T10" fmla="*/ 98 w 196"/>
              <a:gd name="T11" fmla="*/ 163 h 179"/>
              <a:gd name="T12" fmla="*/ 98 w 196"/>
              <a:gd name="T13" fmla="*/ 179 h 179"/>
              <a:gd name="T14" fmla="*/ 185 w 196"/>
              <a:gd name="T15" fmla="*/ 108 h 179"/>
              <a:gd name="T16" fmla="*/ 116 w 196"/>
              <a:gd name="T17" fmla="*/ 2 h 179"/>
              <a:gd name="T18" fmla="*/ 98 w 196"/>
              <a:gd name="T19" fmla="*/ 0 h 179"/>
              <a:gd name="T20" fmla="*/ 10 w 196"/>
              <a:gd name="T21" fmla="*/ 71 h 179"/>
              <a:gd name="T22" fmla="*/ 79 w 196"/>
              <a:gd name="T23" fmla="*/ 177 h 179"/>
              <a:gd name="T24" fmla="*/ 98 w 196"/>
              <a:gd name="T25" fmla="*/ 179 h 179"/>
              <a:gd name="T26" fmla="*/ 98 w 196"/>
              <a:gd name="T27" fmla="*/ 163 h 179"/>
              <a:gd name="T28" fmla="*/ 83 w 196"/>
              <a:gd name="T29" fmla="*/ 161 h 179"/>
              <a:gd name="T30" fmla="*/ 83 w 196"/>
              <a:gd name="T31" fmla="*/ 161 h 179"/>
              <a:gd name="T32" fmla="*/ 26 w 196"/>
              <a:gd name="T33" fmla="*/ 75 h 179"/>
              <a:gd name="T34" fmla="*/ 98 w 196"/>
              <a:gd name="T35" fmla="*/ 17 h 179"/>
              <a:gd name="T36" fmla="*/ 98 w 196"/>
              <a:gd name="T37" fmla="*/ 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96" h="179">
                <a:moveTo>
                  <a:pt x="116" y="2"/>
                </a:moveTo>
                <a:cubicBezTo>
                  <a:pt x="110" y="1"/>
                  <a:pt x="104" y="0"/>
                  <a:pt x="98" y="0"/>
                </a:cubicBezTo>
                <a:cubicBezTo>
                  <a:pt x="98" y="17"/>
                  <a:pt x="98" y="17"/>
                  <a:pt x="98" y="17"/>
                </a:cubicBezTo>
                <a:cubicBezTo>
                  <a:pt x="103" y="17"/>
                  <a:pt x="108" y="17"/>
                  <a:pt x="113" y="18"/>
                </a:cubicBezTo>
                <a:cubicBezTo>
                  <a:pt x="152" y="27"/>
                  <a:pt x="177" y="65"/>
                  <a:pt x="169" y="105"/>
                </a:cubicBezTo>
                <a:cubicBezTo>
                  <a:pt x="162" y="139"/>
                  <a:pt x="131" y="163"/>
                  <a:pt x="98" y="163"/>
                </a:cubicBezTo>
                <a:cubicBezTo>
                  <a:pt x="98" y="179"/>
                  <a:pt x="98" y="179"/>
                  <a:pt x="98" y="179"/>
                </a:cubicBezTo>
                <a:cubicBezTo>
                  <a:pt x="139" y="179"/>
                  <a:pt x="177" y="150"/>
                  <a:pt x="185" y="108"/>
                </a:cubicBezTo>
                <a:cubicBezTo>
                  <a:pt x="196" y="60"/>
                  <a:pt x="165" y="12"/>
                  <a:pt x="116" y="2"/>
                </a:cubicBezTo>
                <a:close/>
                <a:moveTo>
                  <a:pt x="98" y="0"/>
                </a:moveTo>
                <a:cubicBezTo>
                  <a:pt x="56" y="0"/>
                  <a:pt x="19" y="29"/>
                  <a:pt x="10" y="71"/>
                </a:cubicBezTo>
                <a:cubicBezTo>
                  <a:pt x="0" y="120"/>
                  <a:pt x="31" y="167"/>
                  <a:pt x="79" y="177"/>
                </a:cubicBezTo>
                <a:cubicBezTo>
                  <a:pt x="85" y="179"/>
                  <a:pt x="92" y="179"/>
                  <a:pt x="98" y="179"/>
                </a:cubicBezTo>
                <a:cubicBezTo>
                  <a:pt x="98" y="163"/>
                  <a:pt x="98" y="163"/>
                  <a:pt x="98" y="163"/>
                </a:cubicBezTo>
                <a:cubicBezTo>
                  <a:pt x="93" y="163"/>
                  <a:pt x="88" y="162"/>
                  <a:pt x="83" y="161"/>
                </a:cubicBezTo>
                <a:cubicBezTo>
                  <a:pt x="83" y="161"/>
                  <a:pt x="83" y="161"/>
                  <a:pt x="83" y="161"/>
                </a:cubicBezTo>
                <a:cubicBezTo>
                  <a:pt x="43" y="153"/>
                  <a:pt x="18" y="114"/>
                  <a:pt x="26" y="75"/>
                </a:cubicBezTo>
                <a:cubicBezTo>
                  <a:pt x="33" y="40"/>
                  <a:pt x="64" y="17"/>
                  <a:pt x="98" y="17"/>
                </a:cubicBezTo>
                <a:lnTo>
                  <a:pt x="98"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6" name="Freeform 42"/>
          <p:cNvSpPr/>
          <p:nvPr/>
        </p:nvSpPr>
        <p:spPr bwMode="auto">
          <a:xfrm>
            <a:off x="8923708" y="4573927"/>
            <a:ext cx="92051" cy="198387"/>
          </a:xfrm>
          <a:custGeom>
            <a:avLst/>
            <a:gdLst>
              <a:gd name="T0" fmla="*/ 33 w 58"/>
              <a:gd name="T1" fmla="*/ 125 h 125"/>
              <a:gd name="T2" fmla="*/ 0 w 58"/>
              <a:gd name="T3" fmla="*/ 118 h 125"/>
              <a:gd name="T4" fmla="*/ 25 w 58"/>
              <a:gd name="T5" fmla="*/ 0 h 125"/>
              <a:gd name="T6" fmla="*/ 58 w 58"/>
              <a:gd name="T7" fmla="*/ 7 h 125"/>
              <a:gd name="T8" fmla="*/ 33 w 58"/>
              <a:gd name="T9" fmla="*/ 125 h 125"/>
            </a:gdLst>
            <a:ahLst/>
            <a:cxnLst>
              <a:cxn ang="0">
                <a:pos x="T0" y="T1"/>
              </a:cxn>
              <a:cxn ang="0">
                <a:pos x="T2" y="T3"/>
              </a:cxn>
              <a:cxn ang="0">
                <a:pos x="T4" y="T5"/>
              </a:cxn>
              <a:cxn ang="0">
                <a:pos x="T6" y="T7"/>
              </a:cxn>
              <a:cxn ang="0">
                <a:pos x="T8" y="T9"/>
              </a:cxn>
            </a:cxnLst>
            <a:rect l="0" t="0" r="r" b="b"/>
            <a:pathLst>
              <a:path w="58" h="125">
                <a:moveTo>
                  <a:pt x="33" y="125"/>
                </a:moveTo>
                <a:lnTo>
                  <a:pt x="0" y="118"/>
                </a:lnTo>
                <a:lnTo>
                  <a:pt x="25" y="0"/>
                </a:lnTo>
                <a:lnTo>
                  <a:pt x="58" y="7"/>
                </a:lnTo>
                <a:lnTo>
                  <a:pt x="33" y="125"/>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7" name="Freeform 43"/>
          <p:cNvSpPr/>
          <p:nvPr/>
        </p:nvSpPr>
        <p:spPr bwMode="auto">
          <a:xfrm>
            <a:off x="8885618" y="4634236"/>
            <a:ext cx="130141" cy="268219"/>
          </a:xfrm>
          <a:custGeom>
            <a:avLst/>
            <a:gdLst>
              <a:gd name="T0" fmla="*/ 40 w 60"/>
              <a:gd name="T1" fmla="*/ 106 h 123"/>
              <a:gd name="T2" fmla="*/ 18 w 60"/>
              <a:gd name="T3" fmla="*/ 121 h 123"/>
              <a:gd name="T4" fmla="*/ 3 w 60"/>
              <a:gd name="T5" fmla="*/ 98 h 123"/>
              <a:gd name="T6" fmla="*/ 20 w 60"/>
              <a:gd name="T7" fmla="*/ 17 h 123"/>
              <a:gd name="T8" fmla="*/ 42 w 60"/>
              <a:gd name="T9" fmla="*/ 2 h 123"/>
              <a:gd name="T10" fmla="*/ 57 w 60"/>
              <a:gd name="T11" fmla="*/ 25 h 123"/>
              <a:gd name="T12" fmla="*/ 40 w 60"/>
              <a:gd name="T13" fmla="*/ 106 h 123"/>
            </a:gdLst>
            <a:ahLst/>
            <a:cxnLst>
              <a:cxn ang="0">
                <a:pos x="T0" y="T1"/>
              </a:cxn>
              <a:cxn ang="0">
                <a:pos x="T2" y="T3"/>
              </a:cxn>
              <a:cxn ang="0">
                <a:pos x="T4" y="T5"/>
              </a:cxn>
              <a:cxn ang="0">
                <a:pos x="T6" y="T7"/>
              </a:cxn>
              <a:cxn ang="0">
                <a:pos x="T8" y="T9"/>
              </a:cxn>
              <a:cxn ang="0">
                <a:pos x="T10" y="T11"/>
              </a:cxn>
              <a:cxn ang="0">
                <a:pos x="T12" y="T13"/>
              </a:cxn>
            </a:cxnLst>
            <a:rect l="0" t="0" r="r" b="b"/>
            <a:pathLst>
              <a:path w="60" h="123">
                <a:moveTo>
                  <a:pt x="40" y="106"/>
                </a:moveTo>
                <a:cubicBezTo>
                  <a:pt x="38" y="116"/>
                  <a:pt x="28" y="123"/>
                  <a:pt x="18" y="121"/>
                </a:cubicBezTo>
                <a:cubicBezTo>
                  <a:pt x="7" y="118"/>
                  <a:pt x="0" y="108"/>
                  <a:pt x="3" y="98"/>
                </a:cubicBezTo>
                <a:cubicBezTo>
                  <a:pt x="20" y="17"/>
                  <a:pt x="20" y="17"/>
                  <a:pt x="20" y="17"/>
                </a:cubicBezTo>
                <a:cubicBezTo>
                  <a:pt x="22" y="6"/>
                  <a:pt x="32" y="0"/>
                  <a:pt x="42" y="2"/>
                </a:cubicBezTo>
                <a:cubicBezTo>
                  <a:pt x="53" y="4"/>
                  <a:pt x="60" y="14"/>
                  <a:pt x="57" y="25"/>
                </a:cubicBezTo>
                <a:lnTo>
                  <a:pt x="40" y="10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8" name="Freeform 44"/>
          <p:cNvSpPr/>
          <p:nvPr/>
        </p:nvSpPr>
        <p:spPr bwMode="auto">
          <a:xfrm>
            <a:off x="7696889" y="1629882"/>
            <a:ext cx="523739" cy="479300"/>
          </a:xfrm>
          <a:custGeom>
            <a:avLst/>
            <a:gdLst>
              <a:gd name="T0" fmla="*/ 117 w 240"/>
              <a:gd name="T1" fmla="*/ 220 h 220"/>
              <a:gd name="T2" fmla="*/ 0 w 240"/>
              <a:gd name="T3" fmla="*/ 219 h 220"/>
              <a:gd name="T4" fmla="*/ 0 w 240"/>
              <a:gd name="T5" fmla="*/ 44 h 220"/>
              <a:gd name="T6" fmla="*/ 120 w 240"/>
              <a:gd name="T7" fmla="*/ 44 h 220"/>
              <a:gd name="T8" fmla="*/ 240 w 240"/>
              <a:gd name="T9" fmla="*/ 44 h 220"/>
              <a:gd name="T10" fmla="*/ 240 w 240"/>
              <a:gd name="T11" fmla="*/ 219 h 220"/>
              <a:gd name="T12" fmla="*/ 117 w 240"/>
              <a:gd name="T13" fmla="*/ 220 h 220"/>
            </a:gdLst>
            <a:ahLst/>
            <a:cxnLst>
              <a:cxn ang="0">
                <a:pos x="T0" y="T1"/>
              </a:cxn>
              <a:cxn ang="0">
                <a:pos x="T2" y="T3"/>
              </a:cxn>
              <a:cxn ang="0">
                <a:pos x="T4" y="T5"/>
              </a:cxn>
              <a:cxn ang="0">
                <a:pos x="T6" y="T7"/>
              </a:cxn>
              <a:cxn ang="0">
                <a:pos x="T8" y="T9"/>
              </a:cxn>
              <a:cxn ang="0">
                <a:pos x="T10" y="T11"/>
              </a:cxn>
              <a:cxn ang="0">
                <a:pos x="T12" y="T13"/>
              </a:cxn>
            </a:cxnLst>
            <a:rect l="0" t="0" r="r" b="b"/>
            <a:pathLst>
              <a:path w="240" h="220">
                <a:moveTo>
                  <a:pt x="117" y="220"/>
                </a:moveTo>
                <a:cubicBezTo>
                  <a:pt x="117" y="220"/>
                  <a:pt x="76" y="179"/>
                  <a:pt x="0" y="219"/>
                </a:cubicBezTo>
                <a:cubicBezTo>
                  <a:pt x="0" y="44"/>
                  <a:pt x="0" y="44"/>
                  <a:pt x="0" y="44"/>
                </a:cubicBezTo>
                <a:cubicBezTo>
                  <a:pt x="0" y="44"/>
                  <a:pt x="78" y="0"/>
                  <a:pt x="120" y="44"/>
                </a:cubicBezTo>
                <a:cubicBezTo>
                  <a:pt x="240" y="44"/>
                  <a:pt x="240" y="44"/>
                  <a:pt x="240" y="44"/>
                </a:cubicBezTo>
                <a:cubicBezTo>
                  <a:pt x="240" y="219"/>
                  <a:pt x="240" y="219"/>
                  <a:pt x="240" y="219"/>
                </a:cubicBezTo>
                <a:lnTo>
                  <a:pt x="117" y="220"/>
                </a:ln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9" name="Freeform 45"/>
          <p:cNvSpPr>
            <a:spLocks noEditPoints="1"/>
          </p:cNvSpPr>
          <p:nvPr/>
        </p:nvSpPr>
        <p:spPr bwMode="auto">
          <a:xfrm>
            <a:off x="7541356" y="4289839"/>
            <a:ext cx="638009" cy="528500"/>
          </a:xfrm>
          <a:custGeom>
            <a:avLst/>
            <a:gdLst>
              <a:gd name="T0" fmla="*/ 199 w 293"/>
              <a:gd name="T1" fmla="*/ 192 h 242"/>
              <a:gd name="T2" fmla="*/ 219 w 293"/>
              <a:gd name="T3" fmla="*/ 205 h 242"/>
              <a:gd name="T4" fmla="*/ 219 w 293"/>
              <a:gd name="T5" fmla="*/ 214 h 242"/>
              <a:gd name="T6" fmla="*/ 199 w 293"/>
              <a:gd name="T7" fmla="*/ 214 h 242"/>
              <a:gd name="T8" fmla="*/ 219 w 293"/>
              <a:gd name="T9" fmla="*/ 242 h 242"/>
              <a:gd name="T10" fmla="*/ 242 w 293"/>
              <a:gd name="T11" fmla="*/ 216 h 242"/>
              <a:gd name="T12" fmla="*/ 199 w 293"/>
              <a:gd name="T13" fmla="*/ 170 h 242"/>
              <a:gd name="T14" fmla="*/ 293 w 293"/>
              <a:gd name="T15" fmla="*/ 147 h 242"/>
              <a:gd name="T16" fmla="*/ 269 w 293"/>
              <a:gd name="T17" fmla="*/ 0 h 242"/>
              <a:gd name="T18" fmla="*/ 199 w 293"/>
              <a:gd name="T19" fmla="*/ 16 h 242"/>
              <a:gd name="T20" fmla="*/ 275 w 293"/>
              <a:gd name="T21" fmla="*/ 35 h 242"/>
              <a:gd name="T22" fmla="*/ 256 w 293"/>
              <a:gd name="T23" fmla="*/ 154 h 242"/>
              <a:gd name="T24" fmla="*/ 199 w 293"/>
              <a:gd name="T25" fmla="*/ 170 h 242"/>
              <a:gd name="T26" fmla="*/ 175 w 293"/>
              <a:gd name="T27" fmla="*/ 192 h 242"/>
              <a:gd name="T28" fmla="*/ 199 w 293"/>
              <a:gd name="T29" fmla="*/ 170 h 242"/>
              <a:gd name="T30" fmla="*/ 146 w 293"/>
              <a:gd name="T31" fmla="*/ 154 h 242"/>
              <a:gd name="T32" fmla="*/ 199 w 293"/>
              <a:gd name="T33" fmla="*/ 242 h 242"/>
              <a:gd name="T34" fmla="*/ 179 w 293"/>
              <a:gd name="T35" fmla="*/ 214 h 242"/>
              <a:gd name="T36" fmla="*/ 179 w 293"/>
              <a:gd name="T37" fmla="*/ 205 h 242"/>
              <a:gd name="T38" fmla="*/ 199 w 293"/>
              <a:gd name="T39" fmla="*/ 192 h 242"/>
              <a:gd name="T40" fmla="*/ 146 w 293"/>
              <a:gd name="T41" fmla="*/ 0 h 242"/>
              <a:gd name="T42" fmla="*/ 199 w 293"/>
              <a:gd name="T43" fmla="*/ 16 h 242"/>
              <a:gd name="T44" fmla="*/ 146 w 293"/>
              <a:gd name="T45" fmla="*/ 0 h 242"/>
              <a:gd name="T46" fmla="*/ 0 w 293"/>
              <a:gd name="T47" fmla="*/ 24 h 242"/>
              <a:gd name="T48" fmla="*/ 23 w 293"/>
              <a:gd name="T49" fmla="*/ 170 h 242"/>
              <a:gd name="T50" fmla="*/ 117 w 293"/>
              <a:gd name="T51" fmla="*/ 192 h 242"/>
              <a:gd name="T52" fmla="*/ 52 w 293"/>
              <a:gd name="T53" fmla="*/ 216 h 242"/>
              <a:gd name="T54" fmla="*/ 75 w 293"/>
              <a:gd name="T55" fmla="*/ 242 h 242"/>
              <a:gd name="T56" fmla="*/ 146 w 293"/>
              <a:gd name="T57" fmla="*/ 154 h 242"/>
              <a:gd name="T58" fmla="*/ 37 w 293"/>
              <a:gd name="T59" fmla="*/ 154 h 242"/>
              <a:gd name="T60" fmla="*/ 17 w 293"/>
              <a:gd name="T61" fmla="*/ 35 h 242"/>
              <a:gd name="T62" fmla="*/ 146 w 293"/>
              <a:gd name="T63" fmla="*/ 16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3" h="242">
                <a:moveTo>
                  <a:pt x="219" y="192"/>
                </a:moveTo>
                <a:cubicBezTo>
                  <a:pt x="199" y="192"/>
                  <a:pt x="199" y="192"/>
                  <a:pt x="199" y="192"/>
                </a:cubicBezTo>
                <a:cubicBezTo>
                  <a:pt x="199" y="205"/>
                  <a:pt x="199" y="205"/>
                  <a:pt x="199" y="205"/>
                </a:cubicBezTo>
                <a:cubicBezTo>
                  <a:pt x="219" y="205"/>
                  <a:pt x="219" y="205"/>
                  <a:pt x="219" y="205"/>
                </a:cubicBezTo>
                <a:cubicBezTo>
                  <a:pt x="221" y="205"/>
                  <a:pt x="223" y="207"/>
                  <a:pt x="223" y="209"/>
                </a:cubicBezTo>
                <a:cubicBezTo>
                  <a:pt x="223" y="212"/>
                  <a:pt x="221" y="214"/>
                  <a:pt x="219" y="214"/>
                </a:cubicBezTo>
                <a:cubicBezTo>
                  <a:pt x="219" y="214"/>
                  <a:pt x="219" y="214"/>
                  <a:pt x="219" y="214"/>
                </a:cubicBezTo>
                <a:cubicBezTo>
                  <a:pt x="199" y="214"/>
                  <a:pt x="199" y="214"/>
                  <a:pt x="199" y="214"/>
                </a:cubicBezTo>
                <a:cubicBezTo>
                  <a:pt x="199" y="242"/>
                  <a:pt x="199" y="242"/>
                  <a:pt x="199" y="242"/>
                </a:cubicBezTo>
                <a:cubicBezTo>
                  <a:pt x="219" y="242"/>
                  <a:pt x="219" y="242"/>
                  <a:pt x="219" y="242"/>
                </a:cubicBezTo>
                <a:cubicBezTo>
                  <a:pt x="232" y="242"/>
                  <a:pt x="242" y="232"/>
                  <a:pt x="242" y="219"/>
                </a:cubicBezTo>
                <a:cubicBezTo>
                  <a:pt x="242" y="216"/>
                  <a:pt x="242" y="216"/>
                  <a:pt x="242" y="216"/>
                </a:cubicBezTo>
                <a:cubicBezTo>
                  <a:pt x="242" y="203"/>
                  <a:pt x="232" y="192"/>
                  <a:pt x="219" y="192"/>
                </a:cubicBezTo>
                <a:close/>
                <a:moveTo>
                  <a:pt x="199" y="170"/>
                </a:moveTo>
                <a:cubicBezTo>
                  <a:pt x="269" y="170"/>
                  <a:pt x="269" y="170"/>
                  <a:pt x="269" y="170"/>
                </a:cubicBezTo>
                <a:cubicBezTo>
                  <a:pt x="282" y="170"/>
                  <a:pt x="293" y="160"/>
                  <a:pt x="293" y="147"/>
                </a:cubicBezTo>
                <a:cubicBezTo>
                  <a:pt x="293" y="24"/>
                  <a:pt x="293" y="24"/>
                  <a:pt x="293" y="24"/>
                </a:cubicBezTo>
                <a:cubicBezTo>
                  <a:pt x="293" y="11"/>
                  <a:pt x="282" y="0"/>
                  <a:pt x="269" y="0"/>
                </a:cubicBezTo>
                <a:cubicBezTo>
                  <a:pt x="199" y="0"/>
                  <a:pt x="199" y="0"/>
                  <a:pt x="199" y="0"/>
                </a:cubicBezTo>
                <a:cubicBezTo>
                  <a:pt x="199" y="16"/>
                  <a:pt x="199" y="16"/>
                  <a:pt x="199" y="16"/>
                </a:cubicBezTo>
                <a:cubicBezTo>
                  <a:pt x="256" y="16"/>
                  <a:pt x="256" y="16"/>
                  <a:pt x="256" y="16"/>
                </a:cubicBezTo>
                <a:cubicBezTo>
                  <a:pt x="267" y="16"/>
                  <a:pt x="275" y="24"/>
                  <a:pt x="275" y="35"/>
                </a:cubicBezTo>
                <a:cubicBezTo>
                  <a:pt x="275" y="135"/>
                  <a:pt x="275" y="135"/>
                  <a:pt x="275" y="135"/>
                </a:cubicBezTo>
                <a:cubicBezTo>
                  <a:pt x="275" y="146"/>
                  <a:pt x="267" y="154"/>
                  <a:pt x="256" y="154"/>
                </a:cubicBezTo>
                <a:cubicBezTo>
                  <a:pt x="199" y="154"/>
                  <a:pt x="199" y="154"/>
                  <a:pt x="199" y="154"/>
                </a:cubicBezTo>
                <a:lnTo>
                  <a:pt x="199" y="170"/>
                </a:lnTo>
                <a:close/>
                <a:moveTo>
                  <a:pt x="199" y="192"/>
                </a:moveTo>
                <a:cubicBezTo>
                  <a:pt x="175" y="192"/>
                  <a:pt x="175" y="192"/>
                  <a:pt x="175" y="192"/>
                </a:cubicBezTo>
                <a:cubicBezTo>
                  <a:pt x="175" y="170"/>
                  <a:pt x="175" y="170"/>
                  <a:pt x="175" y="170"/>
                </a:cubicBezTo>
                <a:cubicBezTo>
                  <a:pt x="199" y="170"/>
                  <a:pt x="199" y="170"/>
                  <a:pt x="199" y="170"/>
                </a:cubicBezTo>
                <a:cubicBezTo>
                  <a:pt x="199" y="154"/>
                  <a:pt x="199" y="154"/>
                  <a:pt x="199" y="154"/>
                </a:cubicBezTo>
                <a:cubicBezTo>
                  <a:pt x="146" y="154"/>
                  <a:pt x="146" y="154"/>
                  <a:pt x="146" y="154"/>
                </a:cubicBezTo>
                <a:cubicBezTo>
                  <a:pt x="146" y="242"/>
                  <a:pt x="146" y="242"/>
                  <a:pt x="146" y="242"/>
                </a:cubicBezTo>
                <a:cubicBezTo>
                  <a:pt x="199" y="242"/>
                  <a:pt x="199" y="242"/>
                  <a:pt x="199" y="242"/>
                </a:cubicBezTo>
                <a:cubicBezTo>
                  <a:pt x="199" y="214"/>
                  <a:pt x="199" y="214"/>
                  <a:pt x="199" y="214"/>
                </a:cubicBezTo>
                <a:cubicBezTo>
                  <a:pt x="179" y="214"/>
                  <a:pt x="179" y="214"/>
                  <a:pt x="179" y="214"/>
                </a:cubicBezTo>
                <a:cubicBezTo>
                  <a:pt x="177" y="214"/>
                  <a:pt x="175" y="212"/>
                  <a:pt x="175" y="209"/>
                </a:cubicBezTo>
                <a:cubicBezTo>
                  <a:pt x="175" y="207"/>
                  <a:pt x="177" y="205"/>
                  <a:pt x="179" y="205"/>
                </a:cubicBezTo>
                <a:cubicBezTo>
                  <a:pt x="199" y="205"/>
                  <a:pt x="199" y="205"/>
                  <a:pt x="199" y="205"/>
                </a:cubicBezTo>
                <a:cubicBezTo>
                  <a:pt x="199" y="192"/>
                  <a:pt x="199" y="192"/>
                  <a:pt x="199" y="192"/>
                </a:cubicBezTo>
                <a:close/>
                <a:moveTo>
                  <a:pt x="199" y="0"/>
                </a:moveTo>
                <a:cubicBezTo>
                  <a:pt x="146" y="0"/>
                  <a:pt x="146" y="0"/>
                  <a:pt x="146" y="0"/>
                </a:cubicBezTo>
                <a:cubicBezTo>
                  <a:pt x="146" y="16"/>
                  <a:pt x="146" y="16"/>
                  <a:pt x="146" y="16"/>
                </a:cubicBezTo>
                <a:cubicBezTo>
                  <a:pt x="199" y="16"/>
                  <a:pt x="199" y="16"/>
                  <a:pt x="199" y="16"/>
                </a:cubicBezTo>
                <a:lnTo>
                  <a:pt x="199" y="0"/>
                </a:lnTo>
                <a:close/>
                <a:moveTo>
                  <a:pt x="146" y="0"/>
                </a:moveTo>
                <a:cubicBezTo>
                  <a:pt x="23" y="0"/>
                  <a:pt x="23" y="0"/>
                  <a:pt x="23" y="0"/>
                </a:cubicBezTo>
                <a:cubicBezTo>
                  <a:pt x="10" y="0"/>
                  <a:pt x="0" y="11"/>
                  <a:pt x="0" y="24"/>
                </a:cubicBezTo>
                <a:cubicBezTo>
                  <a:pt x="0" y="147"/>
                  <a:pt x="0" y="147"/>
                  <a:pt x="0" y="147"/>
                </a:cubicBezTo>
                <a:cubicBezTo>
                  <a:pt x="0" y="160"/>
                  <a:pt x="10" y="170"/>
                  <a:pt x="23" y="170"/>
                </a:cubicBezTo>
                <a:cubicBezTo>
                  <a:pt x="117" y="170"/>
                  <a:pt x="117" y="170"/>
                  <a:pt x="117" y="170"/>
                </a:cubicBezTo>
                <a:cubicBezTo>
                  <a:pt x="117" y="192"/>
                  <a:pt x="117" y="192"/>
                  <a:pt x="117" y="192"/>
                </a:cubicBezTo>
                <a:cubicBezTo>
                  <a:pt x="75" y="192"/>
                  <a:pt x="75" y="192"/>
                  <a:pt x="75" y="192"/>
                </a:cubicBezTo>
                <a:cubicBezTo>
                  <a:pt x="62" y="192"/>
                  <a:pt x="52" y="203"/>
                  <a:pt x="52" y="216"/>
                </a:cubicBezTo>
                <a:cubicBezTo>
                  <a:pt x="52" y="219"/>
                  <a:pt x="52" y="219"/>
                  <a:pt x="52" y="219"/>
                </a:cubicBezTo>
                <a:cubicBezTo>
                  <a:pt x="52" y="232"/>
                  <a:pt x="62" y="242"/>
                  <a:pt x="75" y="242"/>
                </a:cubicBezTo>
                <a:cubicBezTo>
                  <a:pt x="146" y="242"/>
                  <a:pt x="146" y="242"/>
                  <a:pt x="146" y="242"/>
                </a:cubicBezTo>
                <a:cubicBezTo>
                  <a:pt x="146" y="154"/>
                  <a:pt x="146" y="154"/>
                  <a:pt x="146" y="154"/>
                </a:cubicBezTo>
                <a:cubicBezTo>
                  <a:pt x="37" y="154"/>
                  <a:pt x="37" y="154"/>
                  <a:pt x="37" y="154"/>
                </a:cubicBezTo>
                <a:cubicBezTo>
                  <a:pt x="37" y="154"/>
                  <a:pt x="37" y="154"/>
                  <a:pt x="37" y="154"/>
                </a:cubicBezTo>
                <a:cubicBezTo>
                  <a:pt x="26" y="154"/>
                  <a:pt x="17" y="146"/>
                  <a:pt x="17" y="135"/>
                </a:cubicBezTo>
                <a:cubicBezTo>
                  <a:pt x="17" y="35"/>
                  <a:pt x="17" y="35"/>
                  <a:pt x="17" y="35"/>
                </a:cubicBezTo>
                <a:cubicBezTo>
                  <a:pt x="17" y="24"/>
                  <a:pt x="26" y="16"/>
                  <a:pt x="37" y="16"/>
                </a:cubicBezTo>
                <a:cubicBezTo>
                  <a:pt x="146" y="16"/>
                  <a:pt x="146" y="16"/>
                  <a:pt x="146" y="16"/>
                </a:cubicBezTo>
                <a:lnTo>
                  <a:pt x="146"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50" name="Freeform 46"/>
          <p:cNvSpPr>
            <a:spLocks noEditPoints="1"/>
          </p:cNvSpPr>
          <p:nvPr/>
        </p:nvSpPr>
        <p:spPr bwMode="auto">
          <a:xfrm>
            <a:off x="8669774" y="3237600"/>
            <a:ext cx="818937" cy="955427"/>
          </a:xfrm>
          <a:custGeom>
            <a:avLst/>
            <a:gdLst>
              <a:gd name="T0" fmla="*/ 376 w 376"/>
              <a:gd name="T1" fmla="*/ 43 h 438"/>
              <a:gd name="T2" fmla="*/ 324 w 376"/>
              <a:gd name="T3" fmla="*/ 32 h 438"/>
              <a:gd name="T4" fmla="*/ 334 w 376"/>
              <a:gd name="T5" fmla="*/ 54 h 438"/>
              <a:gd name="T6" fmla="*/ 324 w 376"/>
              <a:gd name="T7" fmla="*/ 59 h 438"/>
              <a:gd name="T8" fmla="*/ 272 w 376"/>
              <a:gd name="T9" fmla="*/ 63 h 438"/>
              <a:gd name="T10" fmla="*/ 304 w 376"/>
              <a:gd name="T11" fmla="*/ 98 h 438"/>
              <a:gd name="T12" fmla="*/ 256 w 376"/>
              <a:gd name="T13" fmla="*/ 81 h 438"/>
              <a:gd name="T14" fmla="*/ 271 w 376"/>
              <a:gd name="T15" fmla="*/ 103 h 438"/>
              <a:gd name="T16" fmla="*/ 241 w 376"/>
              <a:gd name="T17" fmla="*/ 100 h 438"/>
              <a:gd name="T18" fmla="*/ 256 w 376"/>
              <a:gd name="T19" fmla="*/ 122 h 438"/>
              <a:gd name="T20" fmla="*/ 226 w 376"/>
              <a:gd name="T21" fmla="*/ 119 h 438"/>
              <a:gd name="T22" fmla="*/ 240 w 376"/>
              <a:gd name="T23" fmla="*/ 140 h 438"/>
              <a:gd name="T24" fmla="*/ 210 w 376"/>
              <a:gd name="T25" fmla="*/ 138 h 438"/>
              <a:gd name="T26" fmla="*/ 242 w 376"/>
              <a:gd name="T27" fmla="*/ 173 h 438"/>
              <a:gd name="T28" fmla="*/ 195 w 376"/>
              <a:gd name="T29" fmla="*/ 156 h 438"/>
              <a:gd name="T30" fmla="*/ 210 w 376"/>
              <a:gd name="T31" fmla="*/ 178 h 438"/>
              <a:gd name="T32" fmla="*/ 180 w 376"/>
              <a:gd name="T33" fmla="*/ 175 h 438"/>
              <a:gd name="T34" fmla="*/ 194 w 376"/>
              <a:gd name="T35" fmla="*/ 197 h 438"/>
              <a:gd name="T36" fmla="*/ 164 w 376"/>
              <a:gd name="T37" fmla="*/ 194 h 438"/>
              <a:gd name="T38" fmla="*/ 179 w 376"/>
              <a:gd name="T39" fmla="*/ 215 h 438"/>
              <a:gd name="T40" fmla="*/ 149 w 376"/>
              <a:gd name="T41" fmla="*/ 213 h 438"/>
              <a:gd name="T42" fmla="*/ 181 w 376"/>
              <a:gd name="T43" fmla="*/ 248 h 438"/>
              <a:gd name="T44" fmla="*/ 134 w 376"/>
              <a:gd name="T45" fmla="*/ 232 h 438"/>
              <a:gd name="T46" fmla="*/ 148 w 376"/>
              <a:gd name="T47" fmla="*/ 253 h 438"/>
              <a:gd name="T48" fmla="*/ 118 w 376"/>
              <a:gd name="T49" fmla="*/ 250 h 438"/>
              <a:gd name="T50" fmla="*/ 133 w 376"/>
              <a:gd name="T51" fmla="*/ 272 h 438"/>
              <a:gd name="T52" fmla="*/ 103 w 376"/>
              <a:gd name="T53" fmla="*/ 269 h 438"/>
              <a:gd name="T54" fmla="*/ 117 w 376"/>
              <a:gd name="T55" fmla="*/ 290 h 438"/>
              <a:gd name="T56" fmla="*/ 88 w 376"/>
              <a:gd name="T57" fmla="*/ 288 h 438"/>
              <a:gd name="T58" fmla="*/ 119 w 376"/>
              <a:gd name="T59" fmla="*/ 323 h 438"/>
              <a:gd name="T60" fmla="*/ 72 w 376"/>
              <a:gd name="T61" fmla="*/ 307 h 438"/>
              <a:gd name="T62" fmla="*/ 87 w 376"/>
              <a:gd name="T63" fmla="*/ 328 h 438"/>
              <a:gd name="T64" fmla="*/ 57 w 376"/>
              <a:gd name="T65" fmla="*/ 325 h 438"/>
              <a:gd name="T66" fmla="*/ 71 w 376"/>
              <a:gd name="T67" fmla="*/ 347 h 438"/>
              <a:gd name="T68" fmla="*/ 42 w 376"/>
              <a:gd name="T69" fmla="*/ 344 h 438"/>
              <a:gd name="T70" fmla="*/ 56 w 376"/>
              <a:gd name="T71" fmla="*/ 366 h 438"/>
              <a:gd name="T72" fmla="*/ 26 w 376"/>
              <a:gd name="T73" fmla="*/ 363 h 438"/>
              <a:gd name="T74" fmla="*/ 58 w 376"/>
              <a:gd name="T75" fmla="*/ 398 h 438"/>
              <a:gd name="T76" fmla="*/ 0 w 376"/>
              <a:gd name="T77" fmla="*/ 395 h 438"/>
              <a:gd name="T78" fmla="*/ 324 w 376"/>
              <a:gd name="T79" fmla="*/ 106 h 438"/>
              <a:gd name="T80" fmla="*/ 316 w 376"/>
              <a:gd name="T81" fmla="*/ 56 h 438"/>
              <a:gd name="T82" fmla="*/ 324 w 376"/>
              <a:gd name="T83" fmla="*/ 32 h 438"/>
              <a:gd name="T84" fmla="*/ 323 w 376"/>
              <a:gd name="T85" fmla="*/ 0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76" h="438">
                <a:moveTo>
                  <a:pt x="324" y="106"/>
                </a:moveTo>
                <a:cubicBezTo>
                  <a:pt x="376" y="43"/>
                  <a:pt x="376" y="43"/>
                  <a:pt x="376" y="43"/>
                </a:cubicBezTo>
                <a:cubicBezTo>
                  <a:pt x="324" y="1"/>
                  <a:pt x="324" y="1"/>
                  <a:pt x="324" y="1"/>
                </a:cubicBezTo>
                <a:cubicBezTo>
                  <a:pt x="324" y="32"/>
                  <a:pt x="324" y="32"/>
                  <a:pt x="324" y="32"/>
                </a:cubicBezTo>
                <a:cubicBezTo>
                  <a:pt x="327" y="32"/>
                  <a:pt x="330" y="33"/>
                  <a:pt x="332" y="35"/>
                </a:cubicBezTo>
                <a:cubicBezTo>
                  <a:pt x="338" y="40"/>
                  <a:pt x="339" y="49"/>
                  <a:pt x="334" y="54"/>
                </a:cubicBezTo>
                <a:cubicBezTo>
                  <a:pt x="334" y="54"/>
                  <a:pt x="334" y="54"/>
                  <a:pt x="334" y="54"/>
                </a:cubicBezTo>
                <a:cubicBezTo>
                  <a:pt x="332" y="57"/>
                  <a:pt x="328" y="59"/>
                  <a:pt x="324" y="59"/>
                </a:cubicBezTo>
                <a:lnTo>
                  <a:pt x="324" y="106"/>
                </a:lnTo>
                <a:close/>
                <a:moveTo>
                  <a:pt x="272" y="63"/>
                </a:moveTo>
                <a:cubicBezTo>
                  <a:pt x="308" y="92"/>
                  <a:pt x="308" y="92"/>
                  <a:pt x="308" y="92"/>
                </a:cubicBezTo>
                <a:cubicBezTo>
                  <a:pt x="304" y="98"/>
                  <a:pt x="304" y="98"/>
                  <a:pt x="304" y="98"/>
                </a:cubicBezTo>
                <a:cubicBezTo>
                  <a:pt x="267" y="68"/>
                  <a:pt x="267" y="68"/>
                  <a:pt x="267" y="68"/>
                </a:cubicBezTo>
                <a:cubicBezTo>
                  <a:pt x="256" y="81"/>
                  <a:pt x="256" y="81"/>
                  <a:pt x="256" y="81"/>
                </a:cubicBezTo>
                <a:cubicBezTo>
                  <a:pt x="276" y="97"/>
                  <a:pt x="276" y="97"/>
                  <a:pt x="276" y="97"/>
                </a:cubicBezTo>
                <a:cubicBezTo>
                  <a:pt x="271" y="103"/>
                  <a:pt x="271" y="103"/>
                  <a:pt x="271" y="103"/>
                </a:cubicBezTo>
                <a:cubicBezTo>
                  <a:pt x="252" y="87"/>
                  <a:pt x="252" y="87"/>
                  <a:pt x="252" y="87"/>
                </a:cubicBezTo>
                <a:cubicBezTo>
                  <a:pt x="241" y="100"/>
                  <a:pt x="241" y="100"/>
                  <a:pt x="241" y="100"/>
                </a:cubicBezTo>
                <a:cubicBezTo>
                  <a:pt x="260" y="116"/>
                  <a:pt x="260" y="116"/>
                  <a:pt x="260" y="116"/>
                </a:cubicBezTo>
                <a:cubicBezTo>
                  <a:pt x="256" y="122"/>
                  <a:pt x="256" y="122"/>
                  <a:pt x="256" y="122"/>
                </a:cubicBezTo>
                <a:cubicBezTo>
                  <a:pt x="236" y="106"/>
                  <a:pt x="236" y="106"/>
                  <a:pt x="236" y="106"/>
                </a:cubicBezTo>
                <a:cubicBezTo>
                  <a:pt x="226" y="119"/>
                  <a:pt x="226" y="119"/>
                  <a:pt x="226" y="119"/>
                </a:cubicBezTo>
                <a:cubicBezTo>
                  <a:pt x="245" y="135"/>
                  <a:pt x="245" y="135"/>
                  <a:pt x="245" y="135"/>
                </a:cubicBezTo>
                <a:cubicBezTo>
                  <a:pt x="240" y="140"/>
                  <a:pt x="240" y="140"/>
                  <a:pt x="240" y="140"/>
                </a:cubicBezTo>
                <a:cubicBezTo>
                  <a:pt x="221" y="125"/>
                  <a:pt x="221" y="125"/>
                  <a:pt x="221" y="125"/>
                </a:cubicBezTo>
                <a:cubicBezTo>
                  <a:pt x="210" y="138"/>
                  <a:pt x="210" y="138"/>
                  <a:pt x="210" y="138"/>
                </a:cubicBezTo>
                <a:cubicBezTo>
                  <a:pt x="247" y="167"/>
                  <a:pt x="247" y="167"/>
                  <a:pt x="247" y="167"/>
                </a:cubicBezTo>
                <a:cubicBezTo>
                  <a:pt x="242" y="173"/>
                  <a:pt x="242" y="173"/>
                  <a:pt x="242" y="173"/>
                </a:cubicBezTo>
                <a:cubicBezTo>
                  <a:pt x="206" y="143"/>
                  <a:pt x="206" y="143"/>
                  <a:pt x="206" y="143"/>
                </a:cubicBezTo>
                <a:cubicBezTo>
                  <a:pt x="195" y="156"/>
                  <a:pt x="195" y="156"/>
                  <a:pt x="195" y="156"/>
                </a:cubicBezTo>
                <a:cubicBezTo>
                  <a:pt x="214" y="172"/>
                  <a:pt x="214" y="172"/>
                  <a:pt x="214" y="172"/>
                </a:cubicBezTo>
                <a:cubicBezTo>
                  <a:pt x="210" y="178"/>
                  <a:pt x="210" y="178"/>
                  <a:pt x="210" y="178"/>
                </a:cubicBezTo>
                <a:cubicBezTo>
                  <a:pt x="190" y="162"/>
                  <a:pt x="190" y="162"/>
                  <a:pt x="190" y="162"/>
                </a:cubicBezTo>
                <a:cubicBezTo>
                  <a:pt x="180" y="175"/>
                  <a:pt x="180" y="175"/>
                  <a:pt x="180" y="175"/>
                </a:cubicBezTo>
                <a:cubicBezTo>
                  <a:pt x="199" y="191"/>
                  <a:pt x="199" y="191"/>
                  <a:pt x="199" y="191"/>
                </a:cubicBezTo>
                <a:cubicBezTo>
                  <a:pt x="194" y="197"/>
                  <a:pt x="194" y="197"/>
                  <a:pt x="194" y="197"/>
                </a:cubicBezTo>
                <a:cubicBezTo>
                  <a:pt x="175" y="181"/>
                  <a:pt x="175" y="181"/>
                  <a:pt x="175" y="181"/>
                </a:cubicBezTo>
                <a:cubicBezTo>
                  <a:pt x="164" y="194"/>
                  <a:pt x="164" y="194"/>
                  <a:pt x="164" y="194"/>
                </a:cubicBezTo>
                <a:cubicBezTo>
                  <a:pt x="184" y="210"/>
                  <a:pt x="184" y="210"/>
                  <a:pt x="184" y="210"/>
                </a:cubicBezTo>
                <a:cubicBezTo>
                  <a:pt x="179" y="215"/>
                  <a:pt x="179" y="215"/>
                  <a:pt x="179" y="215"/>
                </a:cubicBezTo>
                <a:cubicBezTo>
                  <a:pt x="160" y="200"/>
                  <a:pt x="160" y="200"/>
                  <a:pt x="160" y="200"/>
                </a:cubicBezTo>
                <a:cubicBezTo>
                  <a:pt x="149" y="213"/>
                  <a:pt x="149" y="213"/>
                  <a:pt x="149" y="213"/>
                </a:cubicBezTo>
                <a:cubicBezTo>
                  <a:pt x="185" y="243"/>
                  <a:pt x="185" y="243"/>
                  <a:pt x="185" y="243"/>
                </a:cubicBezTo>
                <a:cubicBezTo>
                  <a:pt x="181" y="248"/>
                  <a:pt x="181" y="248"/>
                  <a:pt x="181" y="248"/>
                </a:cubicBezTo>
                <a:cubicBezTo>
                  <a:pt x="144" y="218"/>
                  <a:pt x="144" y="218"/>
                  <a:pt x="144" y="218"/>
                </a:cubicBezTo>
                <a:cubicBezTo>
                  <a:pt x="134" y="232"/>
                  <a:pt x="134" y="232"/>
                  <a:pt x="134" y="232"/>
                </a:cubicBezTo>
                <a:cubicBezTo>
                  <a:pt x="153" y="247"/>
                  <a:pt x="153" y="247"/>
                  <a:pt x="153" y="247"/>
                </a:cubicBezTo>
                <a:cubicBezTo>
                  <a:pt x="148" y="253"/>
                  <a:pt x="148" y="253"/>
                  <a:pt x="148" y="253"/>
                </a:cubicBezTo>
                <a:cubicBezTo>
                  <a:pt x="129" y="237"/>
                  <a:pt x="129" y="237"/>
                  <a:pt x="129" y="237"/>
                </a:cubicBezTo>
                <a:cubicBezTo>
                  <a:pt x="118" y="250"/>
                  <a:pt x="118" y="250"/>
                  <a:pt x="118" y="250"/>
                </a:cubicBezTo>
                <a:cubicBezTo>
                  <a:pt x="137" y="266"/>
                  <a:pt x="137" y="266"/>
                  <a:pt x="137" y="266"/>
                </a:cubicBezTo>
                <a:cubicBezTo>
                  <a:pt x="133" y="272"/>
                  <a:pt x="133" y="272"/>
                  <a:pt x="133" y="272"/>
                </a:cubicBezTo>
                <a:cubicBezTo>
                  <a:pt x="114" y="256"/>
                  <a:pt x="114" y="256"/>
                  <a:pt x="114" y="256"/>
                </a:cubicBezTo>
                <a:cubicBezTo>
                  <a:pt x="103" y="269"/>
                  <a:pt x="103" y="269"/>
                  <a:pt x="103" y="269"/>
                </a:cubicBezTo>
                <a:cubicBezTo>
                  <a:pt x="122" y="285"/>
                  <a:pt x="122" y="285"/>
                  <a:pt x="122" y="285"/>
                </a:cubicBezTo>
                <a:cubicBezTo>
                  <a:pt x="117" y="290"/>
                  <a:pt x="117" y="290"/>
                  <a:pt x="117" y="290"/>
                </a:cubicBezTo>
                <a:cubicBezTo>
                  <a:pt x="98" y="275"/>
                  <a:pt x="98" y="275"/>
                  <a:pt x="98" y="275"/>
                </a:cubicBezTo>
                <a:cubicBezTo>
                  <a:pt x="88" y="288"/>
                  <a:pt x="88" y="288"/>
                  <a:pt x="88" y="288"/>
                </a:cubicBezTo>
                <a:cubicBezTo>
                  <a:pt x="124" y="318"/>
                  <a:pt x="124" y="318"/>
                  <a:pt x="124" y="318"/>
                </a:cubicBezTo>
                <a:cubicBezTo>
                  <a:pt x="119" y="323"/>
                  <a:pt x="119" y="323"/>
                  <a:pt x="119" y="323"/>
                </a:cubicBezTo>
                <a:cubicBezTo>
                  <a:pt x="83" y="294"/>
                  <a:pt x="83" y="294"/>
                  <a:pt x="83" y="294"/>
                </a:cubicBezTo>
                <a:cubicBezTo>
                  <a:pt x="72" y="307"/>
                  <a:pt x="72" y="307"/>
                  <a:pt x="72" y="307"/>
                </a:cubicBezTo>
                <a:cubicBezTo>
                  <a:pt x="91" y="322"/>
                  <a:pt x="91" y="322"/>
                  <a:pt x="91" y="322"/>
                </a:cubicBezTo>
                <a:cubicBezTo>
                  <a:pt x="87" y="328"/>
                  <a:pt x="87" y="328"/>
                  <a:pt x="87" y="328"/>
                </a:cubicBezTo>
                <a:cubicBezTo>
                  <a:pt x="68" y="312"/>
                  <a:pt x="68" y="312"/>
                  <a:pt x="68" y="312"/>
                </a:cubicBezTo>
                <a:cubicBezTo>
                  <a:pt x="57" y="325"/>
                  <a:pt x="57" y="325"/>
                  <a:pt x="57" y="325"/>
                </a:cubicBezTo>
                <a:cubicBezTo>
                  <a:pt x="76" y="341"/>
                  <a:pt x="76" y="341"/>
                  <a:pt x="76" y="341"/>
                </a:cubicBezTo>
                <a:cubicBezTo>
                  <a:pt x="71" y="347"/>
                  <a:pt x="71" y="347"/>
                  <a:pt x="71" y="347"/>
                </a:cubicBezTo>
                <a:cubicBezTo>
                  <a:pt x="52" y="331"/>
                  <a:pt x="52" y="331"/>
                  <a:pt x="52" y="331"/>
                </a:cubicBezTo>
                <a:cubicBezTo>
                  <a:pt x="42" y="344"/>
                  <a:pt x="42" y="344"/>
                  <a:pt x="42" y="344"/>
                </a:cubicBezTo>
                <a:cubicBezTo>
                  <a:pt x="61" y="360"/>
                  <a:pt x="61" y="360"/>
                  <a:pt x="61" y="360"/>
                </a:cubicBezTo>
                <a:cubicBezTo>
                  <a:pt x="56" y="366"/>
                  <a:pt x="56" y="366"/>
                  <a:pt x="56" y="366"/>
                </a:cubicBezTo>
                <a:cubicBezTo>
                  <a:pt x="37" y="350"/>
                  <a:pt x="37" y="350"/>
                  <a:pt x="37" y="350"/>
                </a:cubicBezTo>
                <a:cubicBezTo>
                  <a:pt x="26" y="363"/>
                  <a:pt x="26" y="363"/>
                  <a:pt x="26" y="363"/>
                </a:cubicBezTo>
                <a:cubicBezTo>
                  <a:pt x="63" y="393"/>
                  <a:pt x="63" y="393"/>
                  <a:pt x="63" y="393"/>
                </a:cubicBezTo>
                <a:cubicBezTo>
                  <a:pt x="58" y="398"/>
                  <a:pt x="58" y="398"/>
                  <a:pt x="58" y="398"/>
                </a:cubicBezTo>
                <a:cubicBezTo>
                  <a:pt x="22" y="369"/>
                  <a:pt x="22" y="369"/>
                  <a:pt x="22" y="369"/>
                </a:cubicBezTo>
                <a:cubicBezTo>
                  <a:pt x="0" y="395"/>
                  <a:pt x="0" y="395"/>
                  <a:pt x="0" y="395"/>
                </a:cubicBezTo>
                <a:cubicBezTo>
                  <a:pt x="53" y="438"/>
                  <a:pt x="53" y="438"/>
                  <a:pt x="53" y="438"/>
                </a:cubicBezTo>
                <a:cubicBezTo>
                  <a:pt x="324" y="106"/>
                  <a:pt x="324" y="106"/>
                  <a:pt x="324" y="106"/>
                </a:cubicBezTo>
                <a:cubicBezTo>
                  <a:pt x="324" y="59"/>
                  <a:pt x="324" y="59"/>
                  <a:pt x="324" y="59"/>
                </a:cubicBezTo>
                <a:cubicBezTo>
                  <a:pt x="321" y="59"/>
                  <a:pt x="318" y="58"/>
                  <a:pt x="316" y="56"/>
                </a:cubicBezTo>
                <a:cubicBezTo>
                  <a:pt x="310" y="51"/>
                  <a:pt x="309" y="43"/>
                  <a:pt x="314" y="37"/>
                </a:cubicBezTo>
                <a:cubicBezTo>
                  <a:pt x="316" y="34"/>
                  <a:pt x="320" y="32"/>
                  <a:pt x="324" y="32"/>
                </a:cubicBezTo>
                <a:cubicBezTo>
                  <a:pt x="324" y="1"/>
                  <a:pt x="324" y="1"/>
                  <a:pt x="324" y="1"/>
                </a:cubicBezTo>
                <a:cubicBezTo>
                  <a:pt x="323" y="0"/>
                  <a:pt x="323" y="0"/>
                  <a:pt x="323" y="0"/>
                </a:cubicBezTo>
                <a:lnTo>
                  <a:pt x="272" y="63"/>
                </a:ln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51" name="Freeform 47"/>
          <p:cNvSpPr>
            <a:spLocks noEditPoints="1"/>
          </p:cNvSpPr>
          <p:nvPr/>
        </p:nvSpPr>
        <p:spPr bwMode="auto">
          <a:xfrm>
            <a:off x="9290325" y="3516928"/>
            <a:ext cx="353921" cy="695144"/>
          </a:xfrm>
          <a:custGeom>
            <a:avLst/>
            <a:gdLst>
              <a:gd name="T0" fmla="*/ 121 w 162"/>
              <a:gd name="T1" fmla="*/ 144 h 319"/>
              <a:gd name="T2" fmla="*/ 128 w 162"/>
              <a:gd name="T3" fmla="*/ 138 h 319"/>
              <a:gd name="T4" fmla="*/ 150 w 162"/>
              <a:gd name="T5" fmla="*/ 80 h 319"/>
              <a:gd name="T6" fmla="*/ 147 w 162"/>
              <a:gd name="T7" fmla="*/ 69 h 319"/>
              <a:gd name="T8" fmla="*/ 156 w 162"/>
              <a:gd name="T9" fmla="*/ 46 h 319"/>
              <a:gd name="T10" fmla="*/ 137 w 162"/>
              <a:gd name="T11" fmla="*/ 3 h 319"/>
              <a:gd name="T12" fmla="*/ 121 w 162"/>
              <a:gd name="T13" fmla="*/ 1 h 319"/>
              <a:gd name="T14" fmla="*/ 121 w 162"/>
              <a:gd name="T15" fmla="*/ 58 h 319"/>
              <a:gd name="T16" fmla="*/ 126 w 162"/>
              <a:gd name="T17" fmla="*/ 61 h 319"/>
              <a:gd name="T18" fmla="*/ 121 w 162"/>
              <a:gd name="T19" fmla="*/ 59 h 319"/>
              <a:gd name="T20" fmla="*/ 121 w 162"/>
              <a:gd name="T21" fmla="*/ 85 h 319"/>
              <a:gd name="T22" fmla="*/ 125 w 162"/>
              <a:gd name="T23" fmla="*/ 75 h 319"/>
              <a:gd name="T24" fmla="*/ 123 w 162"/>
              <a:gd name="T25" fmla="*/ 66 h 319"/>
              <a:gd name="T26" fmla="*/ 139 w 162"/>
              <a:gd name="T27" fmla="*/ 72 h 319"/>
              <a:gd name="T28" fmla="*/ 144 w 162"/>
              <a:gd name="T29" fmla="*/ 83 h 319"/>
              <a:gd name="T30" fmla="*/ 125 w 162"/>
              <a:gd name="T31" fmla="*/ 132 h 319"/>
              <a:gd name="T32" fmla="*/ 121 w 162"/>
              <a:gd name="T33" fmla="*/ 136 h 319"/>
              <a:gd name="T34" fmla="*/ 121 w 162"/>
              <a:gd name="T35" fmla="*/ 144 h 319"/>
              <a:gd name="T36" fmla="*/ 66 w 162"/>
              <a:gd name="T37" fmla="*/ 284 h 319"/>
              <a:gd name="T38" fmla="*/ 121 w 162"/>
              <a:gd name="T39" fmla="*/ 144 h 319"/>
              <a:gd name="T40" fmla="*/ 121 w 162"/>
              <a:gd name="T41" fmla="*/ 144 h 319"/>
              <a:gd name="T42" fmla="*/ 121 w 162"/>
              <a:gd name="T43" fmla="*/ 136 h 319"/>
              <a:gd name="T44" fmla="*/ 114 w 162"/>
              <a:gd name="T45" fmla="*/ 137 h 319"/>
              <a:gd name="T46" fmla="*/ 98 w 162"/>
              <a:gd name="T47" fmla="*/ 130 h 319"/>
              <a:gd name="T48" fmla="*/ 98 w 162"/>
              <a:gd name="T49" fmla="*/ 130 h 319"/>
              <a:gd name="T50" fmla="*/ 106 w 162"/>
              <a:gd name="T51" fmla="*/ 125 h 319"/>
              <a:gd name="T52" fmla="*/ 121 w 162"/>
              <a:gd name="T53" fmla="*/ 85 h 319"/>
              <a:gd name="T54" fmla="*/ 121 w 162"/>
              <a:gd name="T55" fmla="*/ 59 h 319"/>
              <a:gd name="T56" fmla="*/ 85 w 162"/>
              <a:gd name="T57" fmla="*/ 45 h 319"/>
              <a:gd name="T58" fmla="*/ 74 w 162"/>
              <a:gd name="T59" fmla="*/ 51 h 319"/>
              <a:gd name="T60" fmla="*/ 52 w 162"/>
              <a:gd name="T61" fmla="*/ 108 h 319"/>
              <a:gd name="T62" fmla="*/ 54 w 162"/>
              <a:gd name="T63" fmla="*/ 118 h 319"/>
              <a:gd name="T64" fmla="*/ 35 w 162"/>
              <a:gd name="T65" fmla="*/ 168 h 319"/>
              <a:gd name="T66" fmla="*/ 35 w 162"/>
              <a:gd name="T67" fmla="*/ 256 h 319"/>
              <a:gd name="T68" fmla="*/ 39 w 162"/>
              <a:gd name="T69" fmla="*/ 257 h 319"/>
              <a:gd name="T70" fmla="*/ 45 w 162"/>
              <a:gd name="T71" fmla="*/ 268 h 319"/>
              <a:gd name="T72" fmla="*/ 58 w 162"/>
              <a:gd name="T73" fmla="*/ 264 h 319"/>
              <a:gd name="T74" fmla="*/ 64 w 162"/>
              <a:gd name="T75" fmla="*/ 278 h 319"/>
              <a:gd name="T76" fmla="*/ 63 w 162"/>
              <a:gd name="T77" fmla="*/ 281 h 319"/>
              <a:gd name="T78" fmla="*/ 35 w 162"/>
              <a:gd name="T79" fmla="*/ 300 h 319"/>
              <a:gd name="T80" fmla="*/ 35 w 162"/>
              <a:gd name="T81" fmla="*/ 306 h 319"/>
              <a:gd name="T82" fmla="*/ 66 w 162"/>
              <a:gd name="T83" fmla="*/ 284 h 319"/>
              <a:gd name="T84" fmla="*/ 121 w 162"/>
              <a:gd name="T85" fmla="*/ 1 h 319"/>
              <a:gd name="T86" fmla="*/ 121 w 162"/>
              <a:gd name="T87" fmla="*/ 58 h 319"/>
              <a:gd name="T88" fmla="*/ 88 w 162"/>
              <a:gd name="T89" fmla="*/ 36 h 319"/>
              <a:gd name="T90" fmla="*/ 94 w 162"/>
              <a:gd name="T91" fmla="*/ 22 h 319"/>
              <a:gd name="T92" fmla="*/ 121 w 162"/>
              <a:gd name="T93" fmla="*/ 1 h 319"/>
              <a:gd name="T94" fmla="*/ 35 w 162"/>
              <a:gd name="T95" fmla="*/ 168 h 319"/>
              <a:gd name="T96" fmla="*/ 0 w 162"/>
              <a:gd name="T97" fmla="*/ 258 h 319"/>
              <a:gd name="T98" fmla="*/ 15 w 162"/>
              <a:gd name="T99" fmla="*/ 319 h 319"/>
              <a:gd name="T100" fmla="*/ 35 w 162"/>
              <a:gd name="T101" fmla="*/ 306 h 319"/>
              <a:gd name="T102" fmla="*/ 35 w 162"/>
              <a:gd name="T103" fmla="*/ 300 h 319"/>
              <a:gd name="T104" fmla="*/ 33 w 162"/>
              <a:gd name="T105" fmla="*/ 301 h 319"/>
              <a:gd name="T106" fmla="*/ 13 w 162"/>
              <a:gd name="T107" fmla="*/ 294 h 319"/>
              <a:gd name="T108" fmla="*/ 5 w 162"/>
              <a:gd name="T109" fmla="*/ 259 h 319"/>
              <a:gd name="T110" fmla="*/ 5 w 162"/>
              <a:gd name="T111" fmla="*/ 259 h 319"/>
              <a:gd name="T112" fmla="*/ 6 w 162"/>
              <a:gd name="T113" fmla="*/ 256 h 319"/>
              <a:gd name="T114" fmla="*/ 19 w 162"/>
              <a:gd name="T115" fmla="*/ 250 h 319"/>
              <a:gd name="T116" fmla="*/ 26 w 162"/>
              <a:gd name="T117" fmla="*/ 261 h 319"/>
              <a:gd name="T118" fmla="*/ 35 w 162"/>
              <a:gd name="T119" fmla="*/ 256 h 319"/>
              <a:gd name="T120" fmla="*/ 35 w 162"/>
              <a:gd name="T121" fmla="*/ 168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2" h="319">
                <a:moveTo>
                  <a:pt x="121" y="144"/>
                </a:moveTo>
                <a:cubicBezTo>
                  <a:pt x="124" y="143"/>
                  <a:pt x="127" y="141"/>
                  <a:pt x="128" y="138"/>
                </a:cubicBezTo>
                <a:cubicBezTo>
                  <a:pt x="150" y="80"/>
                  <a:pt x="150" y="80"/>
                  <a:pt x="150" y="80"/>
                </a:cubicBezTo>
                <a:cubicBezTo>
                  <a:pt x="152" y="76"/>
                  <a:pt x="150" y="71"/>
                  <a:pt x="147" y="69"/>
                </a:cubicBezTo>
                <a:cubicBezTo>
                  <a:pt x="156" y="46"/>
                  <a:pt x="156" y="46"/>
                  <a:pt x="156" y="46"/>
                </a:cubicBezTo>
                <a:cubicBezTo>
                  <a:pt x="162" y="29"/>
                  <a:pt x="154" y="9"/>
                  <a:pt x="137" y="3"/>
                </a:cubicBezTo>
                <a:cubicBezTo>
                  <a:pt x="132" y="1"/>
                  <a:pt x="126" y="0"/>
                  <a:pt x="121" y="1"/>
                </a:cubicBezTo>
                <a:cubicBezTo>
                  <a:pt x="121" y="58"/>
                  <a:pt x="121" y="58"/>
                  <a:pt x="121" y="58"/>
                </a:cubicBezTo>
                <a:cubicBezTo>
                  <a:pt x="126" y="61"/>
                  <a:pt x="126" y="61"/>
                  <a:pt x="126" y="61"/>
                </a:cubicBezTo>
                <a:cubicBezTo>
                  <a:pt x="121" y="59"/>
                  <a:pt x="121" y="59"/>
                  <a:pt x="121" y="59"/>
                </a:cubicBezTo>
                <a:cubicBezTo>
                  <a:pt x="121" y="85"/>
                  <a:pt x="121" y="85"/>
                  <a:pt x="121" y="85"/>
                </a:cubicBezTo>
                <a:cubicBezTo>
                  <a:pt x="125" y="75"/>
                  <a:pt x="125" y="75"/>
                  <a:pt x="125" y="75"/>
                </a:cubicBezTo>
                <a:cubicBezTo>
                  <a:pt x="126" y="72"/>
                  <a:pt x="126" y="68"/>
                  <a:pt x="123" y="66"/>
                </a:cubicBezTo>
                <a:cubicBezTo>
                  <a:pt x="139" y="72"/>
                  <a:pt x="139" y="72"/>
                  <a:pt x="139" y="72"/>
                </a:cubicBezTo>
                <a:cubicBezTo>
                  <a:pt x="143" y="73"/>
                  <a:pt x="146" y="78"/>
                  <a:pt x="144" y="83"/>
                </a:cubicBezTo>
                <a:cubicBezTo>
                  <a:pt x="125" y="132"/>
                  <a:pt x="125" y="132"/>
                  <a:pt x="125" y="132"/>
                </a:cubicBezTo>
                <a:cubicBezTo>
                  <a:pt x="124" y="134"/>
                  <a:pt x="123" y="135"/>
                  <a:pt x="121" y="136"/>
                </a:cubicBezTo>
                <a:lnTo>
                  <a:pt x="121" y="144"/>
                </a:lnTo>
                <a:close/>
                <a:moveTo>
                  <a:pt x="66" y="284"/>
                </a:moveTo>
                <a:cubicBezTo>
                  <a:pt x="121" y="144"/>
                  <a:pt x="121" y="144"/>
                  <a:pt x="121" y="144"/>
                </a:cubicBezTo>
                <a:cubicBezTo>
                  <a:pt x="121" y="144"/>
                  <a:pt x="121" y="144"/>
                  <a:pt x="121" y="144"/>
                </a:cubicBezTo>
                <a:cubicBezTo>
                  <a:pt x="121" y="136"/>
                  <a:pt x="121" y="136"/>
                  <a:pt x="121" y="136"/>
                </a:cubicBezTo>
                <a:cubicBezTo>
                  <a:pt x="119" y="137"/>
                  <a:pt x="117" y="137"/>
                  <a:pt x="114" y="137"/>
                </a:cubicBezTo>
                <a:cubicBezTo>
                  <a:pt x="98" y="130"/>
                  <a:pt x="98" y="130"/>
                  <a:pt x="98" y="130"/>
                </a:cubicBezTo>
                <a:cubicBezTo>
                  <a:pt x="98" y="130"/>
                  <a:pt x="98" y="130"/>
                  <a:pt x="98" y="130"/>
                </a:cubicBezTo>
                <a:cubicBezTo>
                  <a:pt x="102" y="130"/>
                  <a:pt x="105" y="128"/>
                  <a:pt x="106" y="125"/>
                </a:cubicBezTo>
                <a:cubicBezTo>
                  <a:pt x="121" y="85"/>
                  <a:pt x="121" y="85"/>
                  <a:pt x="121" y="85"/>
                </a:cubicBezTo>
                <a:cubicBezTo>
                  <a:pt x="121" y="59"/>
                  <a:pt x="121" y="59"/>
                  <a:pt x="121" y="59"/>
                </a:cubicBezTo>
                <a:cubicBezTo>
                  <a:pt x="85" y="45"/>
                  <a:pt x="85" y="45"/>
                  <a:pt x="85" y="45"/>
                </a:cubicBezTo>
                <a:cubicBezTo>
                  <a:pt x="80" y="44"/>
                  <a:pt x="76" y="47"/>
                  <a:pt x="74" y="51"/>
                </a:cubicBezTo>
                <a:cubicBezTo>
                  <a:pt x="52" y="108"/>
                  <a:pt x="52" y="108"/>
                  <a:pt x="52" y="108"/>
                </a:cubicBezTo>
                <a:cubicBezTo>
                  <a:pt x="51" y="112"/>
                  <a:pt x="52" y="115"/>
                  <a:pt x="54" y="118"/>
                </a:cubicBezTo>
                <a:cubicBezTo>
                  <a:pt x="35" y="168"/>
                  <a:pt x="35" y="168"/>
                  <a:pt x="35" y="168"/>
                </a:cubicBezTo>
                <a:cubicBezTo>
                  <a:pt x="35" y="256"/>
                  <a:pt x="35" y="256"/>
                  <a:pt x="35" y="256"/>
                </a:cubicBezTo>
                <a:cubicBezTo>
                  <a:pt x="36" y="256"/>
                  <a:pt x="37" y="257"/>
                  <a:pt x="39" y="257"/>
                </a:cubicBezTo>
                <a:cubicBezTo>
                  <a:pt x="43" y="259"/>
                  <a:pt x="46" y="264"/>
                  <a:pt x="45" y="268"/>
                </a:cubicBezTo>
                <a:cubicBezTo>
                  <a:pt x="48" y="264"/>
                  <a:pt x="53" y="263"/>
                  <a:pt x="58" y="264"/>
                </a:cubicBezTo>
                <a:cubicBezTo>
                  <a:pt x="63" y="267"/>
                  <a:pt x="66" y="273"/>
                  <a:pt x="64" y="278"/>
                </a:cubicBezTo>
                <a:cubicBezTo>
                  <a:pt x="63" y="281"/>
                  <a:pt x="63" y="281"/>
                  <a:pt x="63" y="281"/>
                </a:cubicBezTo>
                <a:cubicBezTo>
                  <a:pt x="35" y="300"/>
                  <a:pt x="35" y="300"/>
                  <a:pt x="35" y="300"/>
                </a:cubicBezTo>
                <a:cubicBezTo>
                  <a:pt x="35" y="306"/>
                  <a:pt x="35" y="306"/>
                  <a:pt x="35" y="306"/>
                </a:cubicBezTo>
                <a:cubicBezTo>
                  <a:pt x="66" y="284"/>
                  <a:pt x="66" y="284"/>
                  <a:pt x="66" y="284"/>
                </a:cubicBezTo>
                <a:close/>
                <a:moveTo>
                  <a:pt x="121" y="1"/>
                </a:moveTo>
                <a:cubicBezTo>
                  <a:pt x="121" y="58"/>
                  <a:pt x="121" y="58"/>
                  <a:pt x="121" y="58"/>
                </a:cubicBezTo>
                <a:cubicBezTo>
                  <a:pt x="88" y="36"/>
                  <a:pt x="88" y="36"/>
                  <a:pt x="88" y="36"/>
                </a:cubicBezTo>
                <a:cubicBezTo>
                  <a:pt x="94" y="22"/>
                  <a:pt x="94" y="22"/>
                  <a:pt x="94" y="22"/>
                </a:cubicBezTo>
                <a:cubicBezTo>
                  <a:pt x="98" y="10"/>
                  <a:pt x="109" y="2"/>
                  <a:pt x="121" y="1"/>
                </a:cubicBezTo>
                <a:close/>
                <a:moveTo>
                  <a:pt x="35" y="168"/>
                </a:moveTo>
                <a:cubicBezTo>
                  <a:pt x="0" y="258"/>
                  <a:pt x="0" y="258"/>
                  <a:pt x="0" y="258"/>
                </a:cubicBezTo>
                <a:cubicBezTo>
                  <a:pt x="15" y="319"/>
                  <a:pt x="15" y="319"/>
                  <a:pt x="15" y="319"/>
                </a:cubicBezTo>
                <a:cubicBezTo>
                  <a:pt x="35" y="306"/>
                  <a:pt x="35" y="306"/>
                  <a:pt x="35" y="306"/>
                </a:cubicBezTo>
                <a:cubicBezTo>
                  <a:pt x="35" y="300"/>
                  <a:pt x="35" y="300"/>
                  <a:pt x="35" y="300"/>
                </a:cubicBezTo>
                <a:cubicBezTo>
                  <a:pt x="33" y="301"/>
                  <a:pt x="33" y="301"/>
                  <a:pt x="33" y="301"/>
                </a:cubicBezTo>
                <a:cubicBezTo>
                  <a:pt x="13" y="294"/>
                  <a:pt x="13" y="294"/>
                  <a:pt x="13" y="294"/>
                </a:cubicBezTo>
                <a:cubicBezTo>
                  <a:pt x="5" y="259"/>
                  <a:pt x="5" y="259"/>
                  <a:pt x="5" y="259"/>
                </a:cubicBezTo>
                <a:cubicBezTo>
                  <a:pt x="5" y="259"/>
                  <a:pt x="5" y="259"/>
                  <a:pt x="5" y="259"/>
                </a:cubicBezTo>
                <a:cubicBezTo>
                  <a:pt x="6" y="256"/>
                  <a:pt x="6" y="256"/>
                  <a:pt x="6" y="256"/>
                </a:cubicBezTo>
                <a:cubicBezTo>
                  <a:pt x="8" y="250"/>
                  <a:pt x="14" y="248"/>
                  <a:pt x="19" y="250"/>
                </a:cubicBezTo>
                <a:cubicBezTo>
                  <a:pt x="24" y="251"/>
                  <a:pt x="27" y="256"/>
                  <a:pt x="26" y="261"/>
                </a:cubicBezTo>
                <a:cubicBezTo>
                  <a:pt x="28" y="258"/>
                  <a:pt x="31" y="256"/>
                  <a:pt x="35" y="256"/>
                </a:cubicBezTo>
                <a:lnTo>
                  <a:pt x="35" y="168"/>
                </a:ln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p>
        </p:txBody>
      </p:sp>
      <p:sp>
        <p:nvSpPr>
          <p:cNvPr id="52" name="Freeform 48"/>
          <p:cNvSpPr>
            <a:spLocks noEditPoints="1"/>
          </p:cNvSpPr>
          <p:nvPr/>
        </p:nvSpPr>
        <p:spPr bwMode="auto">
          <a:xfrm>
            <a:off x="8055571" y="3605806"/>
            <a:ext cx="579287" cy="579287"/>
          </a:xfrm>
          <a:custGeom>
            <a:avLst/>
            <a:gdLst>
              <a:gd name="T0" fmla="*/ 133 w 266"/>
              <a:gd name="T1" fmla="*/ 0 h 266"/>
              <a:gd name="T2" fmla="*/ 133 w 266"/>
              <a:gd name="T3" fmla="*/ 0 h 266"/>
              <a:gd name="T4" fmla="*/ 133 w 266"/>
              <a:gd name="T5" fmla="*/ 35 h 266"/>
              <a:gd name="T6" fmla="*/ 150 w 266"/>
              <a:gd name="T7" fmla="*/ 24 h 266"/>
              <a:gd name="T8" fmla="*/ 242 w 266"/>
              <a:gd name="T9" fmla="*/ 117 h 266"/>
              <a:gd name="T10" fmla="*/ 231 w 266"/>
              <a:gd name="T11" fmla="*/ 133 h 266"/>
              <a:gd name="T12" fmla="*/ 242 w 266"/>
              <a:gd name="T13" fmla="*/ 149 h 266"/>
              <a:gd name="T14" fmla="*/ 150 w 266"/>
              <a:gd name="T15" fmla="*/ 242 h 266"/>
              <a:gd name="T16" fmla="*/ 150 w 266"/>
              <a:gd name="T17" fmla="*/ 242 h 266"/>
              <a:gd name="T18" fmla="*/ 133 w 266"/>
              <a:gd name="T19" fmla="*/ 231 h 266"/>
              <a:gd name="T20" fmla="*/ 133 w 266"/>
              <a:gd name="T21" fmla="*/ 266 h 266"/>
              <a:gd name="T22" fmla="*/ 133 w 266"/>
              <a:gd name="T23" fmla="*/ 266 h 266"/>
              <a:gd name="T24" fmla="*/ 266 w 266"/>
              <a:gd name="T25" fmla="*/ 133 h 266"/>
              <a:gd name="T26" fmla="*/ 133 w 266"/>
              <a:gd name="T27" fmla="*/ 0 h 266"/>
              <a:gd name="T28" fmla="*/ 133 w 266"/>
              <a:gd name="T29" fmla="*/ 0 h 266"/>
              <a:gd name="T30" fmla="*/ 133 w 266"/>
              <a:gd name="T31" fmla="*/ 0 h 266"/>
              <a:gd name="T32" fmla="*/ 0 w 266"/>
              <a:gd name="T33" fmla="*/ 133 h 266"/>
              <a:gd name="T34" fmla="*/ 133 w 266"/>
              <a:gd name="T35" fmla="*/ 266 h 266"/>
              <a:gd name="T36" fmla="*/ 133 w 266"/>
              <a:gd name="T37" fmla="*/ 266 h 266"/>
              <a:gd name="T38" fmla="*/ 133 w 266"/>
              <a:gd name="T39" fmla="*/ 231 h 266"/>
              <a:gd name="T40" fmla="*/ 133 w 266"/>
              <a:gd name="T41" fmla="*/ 231 h 266"/>
              <a:gd name="T42" fmla="*/ 117 w 266"/>
              <a:gd name="T43" fmla="*/ 242 h 266"/>
              <a:gd name="T44" fmla="*/ 24 w 266"/>
              <a:gd name="T45" fmla="*/ 149 h 266"/>
              <a:gd name="T46" fmla="*/ 35 w 266"/>
              <a:gd name="T47" fmla="*/ 133 h 266"/>
              <a:gd name="T48" fmla="*/ 24 w 266"/>
              <a:gd name="T49" fmla="*/ 117 h 266"/>
              <a:gd name="T50" fmla="*/ 117 w 266"/>
              <a:gd name="T51" fmla="*/ 24 h 266"/>
              <a:gd name="T52" fmla="*/ 133 w 266"/>
              <a:gd name="T53" fmla="*/ 35 h 266"/>
              <a:gd name="T54" fmla="*/ 133 w 266"/>
              <a:gd name="T55" fmla="*/ 35 h 266"/>
              <a:gd name="T56" fmla="*/ 133 w 266"/>
              <a:gd name="T5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66" h="266">
                <a:moveTo>
                  <a:pt x="133" y="0"/>
                </a:moveTo>
                <a:cubicBezTo>
                  <a:pt x="133" y="0"/>
                  <a:pt x="133" y="0"/>
                  <a:pt x="133" y="0"/>
                </a:cubicBezTo>
                <a:cubicBezTo>
                  <a:pt x="133" y="35"/>
                  <a:pt x="133" y="35"/>
                  <a:pt x="133" y="35"/>
                </a:cubicBezTo>
                <a:cubicBezTo>
                  <a:pt x="141" y="35"/>
                  <a:pt x="147" y="30"/>
                  <a:pt x="150" y="24"/>
                </a:cubicBezTo>
                <a:cubicBezTo>
                  <a:pt x="197" y="31"/>
                  <a:pt x="235" y="69"/>
                  <a:pt x="242" y="117"/>
                </a:cubicBezTo>
                <a:cubicBezTo>
                  <a:pt x="236" y="119"/>
                  <a:pt x="231" y="125"/>
                  <a:pt x="231" y="133"/>
                </a:cubicBezTo>
                <a:cubicBezTo>
                  <a:pt x="231" y="140"/>
                  <a:pt x="236" y="147"/>
                  <a:pt x="242" y="149"/>
                </a:cubicBezTo>
                <a:cubicBezTo>
                  <a:pt x="235" y="197"/>
                  <a:pt x="197" y="235"/>
                  <a:pt x="150" y="242"/>
                </a:cubicBezTo>
                <a:cubicBezTo>
                  <a:pt x="150" y="242"/>
                  <a:pt x="150" y="242"/>
                  <a:pt x="150" y="242"/>
                </a:cubicBezTo>
                <a:cubicBezTo>
                  <a:pt x="147" y="236"/>
                  <a:pt x="141" y="231"/>
                  <a:pt x="133" y="231"/>
                </a:cubicBezTo>
                <a:cubicBezTo>
                  <a:pt x="133" y="266"/>
                  <a:pt x="133" y="266"/>
                  <a:pt x="133" y="266"/>
                </a:cubicBezTo>
                <a:cubicBezTo>
                  <a:pt x="133" y="266"/>
                  <a:pt x="133" y="266"/>
                  <a:pt x="133" y="266"/>
                </a:cubicBezTo>
                <a:cubicBezTo>
                  <a:pt x="207" y="266"/>
                  <a:pt x="266" y="206"/>
                  <a:pt x="266" y="133"/>
                </a:cubicBezTo>
                <a:cubicBezTo>
                  <a:pt x="266" y="59"/>
                  <a:pt x="207" y="0"/>
                  <a:pt x="133" y="0"/>
                </a:cubicBezTo>
                <a:close/>
                <a:moveTo>
                  <a:pt x="133" y="0"/>
                </a:moveTo>
                <a:cubicBezTo>
                  <a:pt x="133" y="0"/>
                  <a:pt x="133" y="0"/>
                  <a:pt x="133" y="0"/>
                </a:cubicBezTo>
                <a:cubicBezTo>
                  <a:pt x="60" y="0"/>
                  <a:pt x="0" y="59"/>
                  <a:pt x="0" y="133"/>
                </a:cubicBezTo>
                <a:cubicBezTo>
                  <a:pt x="0" y="206"/>
                  <a:pt x="60" y="266"/>
                  <a:pt x="133" y="266"/>
                </a:cubicBezTo>
                <a:cubicBezTo>
                  <a:pt x="133" y="266"/>
                  <a:pt x="133" y="266"/>
                  <a:pt x="133" y="266"/>
                </a:cubicBezTo>
                <a:cubicBezTo>
                  <a:pt x="133" y="231"/>
                  <a:pt x="133" y="231"/>
                  <a:pt x="133" y="231"/>
                </a:cubicBezTo>
                <a:cubicBezTo>
                  <a:pt x="133" y="231"/>
                  <a:pt x="133" y="231"/>
                  <a:pt x="133" y="231"/>
                </a:cubicBezTo>
                <a:cubicBezTo>
                  <a:pt x="126" y="231"/>
                  <a:pt x="120" y="236"/>
                  <a:pt x="117" y="242"/>
                </a:cubicBezTo>
                <a:cubicBezTo>
                  <a:pt x="69" y="235"/>
                  <a:pt x="31" y="197"/>
                  <a:pt x="24" y="149"/>
                </a:cubicBezTo>
                <a:cubicBezTo>
                  <a:pt x="31" y="147"/>
                  <a:pt x="35" y="140"/>
                  <a:pt x="35" y="133"/>
                </a:cubicBezTo>
                <a:cubicBezTo>
                  <a:pt x="35" y="125"/>
                  <a:pt x="31" y="119"/>
                  <a:pt x="24" y="117"/>
                </a:cubicBezTo>
                <a:cubicBezTo>
                  <a:pt x="31" y="69"/>
                  <a:pt x="69" y="31"/>
                  <a:pt x="117" y="24"/>
                </a:cubicBezTo>
                <a:cubicBezTo>
                  <a:pt x="120" y="30"/>
                  <a:pt x="126" y="35"/>
                  <a:pt x="133" y="35"/>
                </a:cubicBezTo>
                <a:cubicBezTo>
                  <a:pt x="133" y="35"/>
                  <a:pt x="133" y="35"/>
                  <a:pt x="133" y="35"/>
                </a:cubicBezTo>
                <a:lnTo>
                  <a:pt x="133"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53" name="Freeform 49"/>
          <p:cNvSpPr/>
          <p:nvPr/>
        </p:nvSpPr>
        <p:spPr bwMode="auto">
          <a:xfrm>
            <a:off x="8161908" y="3789907"/>
            <a:ext cx="288849" cy="152360"/>
          </a:xfrm>
          <a:custGeom>
            <a:avLst/>
            <a:gdLst>
              <a:gd name="T0" fmla="*/ 124 w 133"/>
              <a:gd name="T1" fmla="*/ 0 h 70"/>
              <a:gd name="T2" fmla="*/ 93 w 133"/>
              <a:gd name="T3" fmla="*/ 30 h 70"/>
              <a:gd name="T4" fmla="*/ 84 w 133"/>
              <a:gd name="T5" fmla="*/ 28 h 70"/>
              <a:gd name="T6" fmla="*/ 65 w 133"/>
              <a:gd name="T7" fmla="*/ 42 h 70"/>
              <a:gd name="T8" fmla="*/ 0 w 133"/>
              <a:gd name="T9" fmla="*/ 42 h 70"/>
              <a:gd name="T10" fmla="*/ 0 w 133"/>
              <a:gd name="T11" fmla="*/ 56 h 70"/>
              <a:gd name="T12" fmla="*/ 65 w 133"/>
              <a:gd name="T13" fmla="*/ 56 h 70"/>
              <a:gd name="T14" fmla="*/ 84 w 133"/>
              <a:gd name="T15" fmla="*/ 70 h 70"/>
              <a:gd name="T16" fmla="*/ 105 w 133"/>
              <a:gd name="T17" fmla="*/ 49 h 70"/>
              <a:gd name="T18" fmla="*/ 103 w 133"/>
              <a:gd name="T19" fmla="*/ 40 h 70"/>
              <a:gd name="T20" fmla="*/ 133 w 133"/>
              <a:gd name="T21" fmla="*/ 9 h 70"/>
              <a:gd name="T22" fmla="*/ 124 w 133"/>
              <a:gd name="T23"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3" h="70">
                <a:moveTo>
                  <a:pt x="124" y="0"/>
                </a:moveTo>
                <a:cubicBezTo>
                  <a:pt x="93" y="30"/>
                  <a:pt x="93" y="30"/>
                  <a:pt x="93" y="30"/>
                </a:cubicBezTo>
                <a:cubicBezTo>
                  <a:pt x="91" y="29"/>
                  <a:pt x="88" y="28"/>
                  <a:pt x="84" y="28"/>
                </a:cubicBezTo>
                <a:cubicBezTo>
                  <a:pt x="75" y="28"/>
                  <a:pt x="67" y="34"/>
                  <a:pt x="65" y="42"/>
                </a:cubicBezTo>
                <a:cubicBezTo>
                  <a:pt x="0" y="42"/>
                  <a:pt x="0" y="42"/>
                  <a:pt x="0" y="42"/>
                </a:cubicBezTo>
                <a:cubicBezTo>
                  <a:pt x="0" y="56"/>
                  <a:pt x="0" y="56"/>
                  <a:pt x="0" y="56"/>
                </a:cubicBezTo>
                <a:cubicBezTo>
                  <a:pt x="65" y="56"/>
                  <a:pt x="65" y="56"/>
                  <a:pt x="65" y="56"/>
                </a:cubicBezTo>
                <a:cubicBezTo>
                  <a:pt x="67" y="64"/>
                  <a:pt x="75" y="70"/>
                  <a:pt x="84" y="70"/>
                </a:cubicBezTo>
                <a:cubicBezTo>
                  <a:pt x="96" y="70"/>
                  <a:pt x="105" y="60"/>
                  <a:pt x="105" y="49"/>
                </a:cubicBezTo>
                <a:cubicBezTo>
                  <a:pt x="105" y="46"/>
                  <a:pt x="104" y="43"/>
                  <a:pt x="103" y="40"/>
                </a:cubicBezTo>
                <a:cubicBezTo>
                  <a:pt x="133" y="9"/>
                  <a:pt x="133" y="9"/>
                  <a:pt x="133" y="9"/>
                </a:cubicBezTo>
                <a:lnTo>
                  <a:pt x="124"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grpSp>
        <p:nvGrpSpPr>
          <p:cNvPr id="54" name="Group 126"/>
          <p:cNvGrpSpPr/>
          <p:nvPr/>
        </p:nvGrpSpPr>
        <p:grpSpPr>
          <a:xfrm>
            <a:off x="8287285" y="4351735"/>
            <a:ext cx="453907" cy="431688"/>
            <a:chOff x="8505825" y="3605213"/>
            <a:chExt cx="454025" cy="431800"/>
          </a:xfrm>
        </p:grpSpPr>
        <p:sp>
          <p:nvSpPr>
            <p:cNvPr id="55" name="Freeform 50"/>
            <p:cNvSpPr/>
            <p:nvPr/>
          </p:nvSpPr>
          <p:spPr bwMode="auto">
            <a:xfrm>
              <a:off x="8505825" y="3694113"/>
              <a:ext cx="454025" cy="342900"/>
            </a:xfrm>
            <a:custGeom>
              <a:avLst/>
              <a:gdLst>
                <a:gd name="T0" fmla="*/ 146 w 208"/>
                <a:gd name="T1" fmla="*/ 0 h 157"/>
                <a:gd name="T2" fmla="*/ 104 w 208"/>
                <a:gd name="T3" fmla="*/ 15 h 157"/>
                <a:gd name="T4" fmla="*/ 62 w 208"/>
                <a:gd name="T5" fmla="*/ 0 h 157"/>
                <a:gd name="T6" fmla="*/ 0 w 208"/>
                <a:gd name="T7" fmla="*/ 60 h 157"/>
                <a:gd name="T8" fmla="*/ 107 w 208"/>
                <a:gd name="T9" fmla="*/ 157 h 157"/>
                <a:gd name="T10" fmla="*/ 208 w 208"/>
                <a:gd name="T11" fmla="*/ 60 h 157"/>
                <a:gd name="T12" fmla="*/ 146 w 208"/>
                <a:gd name="T13" fmla="*/ 0 h 157"/>
              </a:gdLst>
              <a:ahLst/>
              <a:cxnLst>
                <a:cxn ang="0">
                  <a:pos x="T0" y="T1"/>
                </a:cxn>
                <a:cxn ang="0">
                  <a:pos x="T2" y="T3"/>
                </a:cxn>
                <a:cxn ang="0">
                  <a:pos x="T4" y="T5"/>
                </a:cxn>
                <a:cxn ang="0">
                  <a:pos x="T6" y="T7"/>
                </a:cxn>
                <a:cxn ang="0">
                  <a:pos x="T8" y="T9"/>
                </a:cxn>
                <a:cxn ang="0">
                  <a:pos x="T10" y="T11"/>
                </a:cxn>
                <a:cxn ang="0">
                  <a:pos x="T12" y="T13"/>
                </a:cxn>
              </a:cxnLst>
              <a:rect l="0" t="0" r="r" b="b"/>
              <a:pathLst>
                <a:path w="208" h="157">
                  <a:moveTo>
                    <a:pt x="146" y="0"/>
                  </a:moveTo>
                  <a:cubicBezTo>
                    <a:pt x="130" y="0"/>
                    <a:pt x="115" y="6"/>
                    <a:pt x="104" y="15"/>
                  </a:cubicBezTo>
                  <a:cubicBezTo>
                    <a:pt x="93" y="6"/>
                    <a:pt x="78" y="0"/>
                    <a:pt x="62" y="0"/>
                  </a:cubicBezTo>
                  <a:cubicBezTo>
                    <a:pt x="28" y="0"/>
                    <a:pt x="0" y="27"/>
                    <a:pt x="0" y="60"/>
                  </a:cubicBezTo>
                  <a:cubicBezTo>
                    <a:pt x="0" y="98"/>
                    <a:pt x="31" y="157"/>
                    <a:pt x="107" y="157"/>
                  </a:cubicBezTo>
                  <a:cubicBezTo>
                    <a:pt x="185" y="157"/>
                    <a:pt x="208" y="95"/>
                    <a:pt x="208" y="60"/>
                  </a:cubicBezTo>
                  <a:cubicBezTo>
                    <a:pt x="208" y="27"/>
                    <a:pt x="180" y="0"/>
                    <a:pt x="146"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56" name="Freeform 51"/>
            <p:cNvSpPr/>
            <p:nvPr/>
          </p:nvSpPr>
          <p:spPr bwMode="auto">
            <a:xfrm>
              <a:off x="8709025" y="3605213"/>
              <a:ext cx="123825" cy="157163"/>
            </a:xfrm>
            <a:custGeom>
              <a:avLst/>
              <a:gdLst>
                <a:gd name="T0" fmla="*/ 12 w 57"/>
                <a:gd name="T1" fmla="*/ 72 h 72"/>
                <a:gd name="T2" fmla="*/ 27 w 57"/>
                <a:gd name="T3" fmla="*/ 0 h 72"/>
                <a:gd name="T4" fmla="*/ 57 w 57"/>
                <a:gd name="T5" fmla="*/ 6 h 72"/>
                <a:gd name="T6" fmla="*/ 12 w 57"/>
                <a:gd name="T7" fmla="*/ 72 h 72"/>
              </a:gdLst>
              <a:ahLst/>
              <a:cxnLst>
                <a:cxn ang="0">
                  <a:pos x="T0" y="T1"/>
                </a:cxn>
                <a:cxn ang="0">
                  <a:pos x="T2" y="T3"/>
                </a:cxn>
                <a:cxn ang="0">
                  <a:pos x="T4" y="T5"/>
                </a:cxn>
                <a:cxn ang="0">
                  <a:pos x="T6" y="T7"/>
                </a:cxn>
              </a:cxnLst>
              <a:rect l="0" t="0" r="r" b="b"/>
              <a:pathLst>
                <a:path w="57" h="72">
                  <a:moveTo>
                    <a:pt x="12" y="72"/>
                  </a:moveTo>
                  <a:cubicBezTo>
                    <a:pt x="0" y="48"/>
                    <a:pt x="7" y="20"/>
                    <a:pt x="27" y="0"/>
                  </a:cubicBezTo>
                  <a:cubicBezTo>
                    <a:pt x="57" y="6"/>
                    <a:pt x="57" y="6"/>
                    <a:pt x="57" y="6"/>
                  </a:cubicBezTo>
                  <a:cubicBezTo>
                    <a:pt x="29" y="21"/>
                    <a:pt x="12" y="37"/>
                    <a:pt x="12" y="72"/>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grpSp>
      <p:sp>
        <p:nvSpPr>
          <p:cNvPr id="57" name="Freeform 52"/>
          <p:cNvSpPr/>
          <p:nvPr/>
        </p:nvSpPr>
        <p:spPr bwMode="auto">
          <a:xfrm>
            <a:off x="6887476" y="1782241"/>
            <a:ext cx="679273" cy="552307"/>
          </a:xfrm>
          <a:custGeom>
            <a:avLst/>
            <a:gdLst>
              <a:gd name="T0" fmla="*/ 312 w 312"/>
              <a:gd name="T1" fmla="*/ 86 h 253"/>
              <a:gd name="T2" fmla="*/ 305 w 312"/>
              <a:gd name="T3" fmla="*/ 75 h 253"/>
              <a:gd name="T4" fmla="*/ 79 w 312"/>
              <a:gd name="T5" fmla="*/ 226 h 253"/>
              <a:gd name="T6" fmla="*/ 28 w 312"/>
              <a:gd name="T7" fmla="*/ 214 h 253"/>
              <a:gd name="T8" fmla="*/ 35 w 312"/>
              <a:gd name="T9" fmla="*/ 162 h 253"/>
              <a:gd name="T10" fmla="*/ 262 w 312"/>
              <a:gd name="T11" fmla="*/ 11 h 253"/>
              <a:gd name="T12" fmla="*/ 254 w 312"/>
              <a:gd name="T13" fmla="*/ 0 h 253"/>
              <a:gd name="T14" fmla="*/ 26 w 312"/>
              <a:gd name="T15" fmla="*/ 153 h 253"/>
              <a:gd name="T16" fmla="*/ 15 w 312"/>
              <a:gd name="T17" fmla="*/ 222 h 253"/>
              <a:gd name="T18" fmla="*/ 83 w 312"/>
              <a:gd name="T19" fmla="*/ 239 h 253"/>
              <a:gd name="T20" fmla="*/ 312 w 312"/>
              <a:gd name="T21" fmla="*/ 8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2" h="253">
                <a:moveTo>
                  <a:pt x="312" y="86"/>
                </a:moveTo>
                <a:cubicBezTo>
                  <a:pt x="305" y="75"/>
                  <a:pt x="305" y="75"/>
                  <a:pt x="305" y="75"/>
                </a:cubicBezTo>
                <a:cubicBezTo>
                  <a:pt x="79" y="226"/>
                  <a:pt x="79" y="226"/>
                  <a:pt x="79" y="226"/>
                </a:cubicBezTo>
                <a:cubicBezTo>
                  <a:pt x="63" y="237"/>
                  <a:pt x="40" y="231"/>
                  <a:pt x="28" y="214"/>
                </a:cubicBezTo>
                <a:cubicBezTo>
                  <a:pt x="16" y="196"/>
                  <a:pt x="19" y="173"/>
                  <a:pt x="35" y="162"/>
                </a:cubicBezTo>
                <a:cubicBezTo>
                  <a:pt x="262" y="11"/>
                  <a:pt x="262" y="11"/>
                  <a:pt x="262" y="11"/>
                </a:cubicBezTo>
                <a:cubicBezTo>
                  <a:pt x="254" y="0"/>
                  <a:pt x="254" y="0"/>
                  <a:pt x="254" y="0"/>
                </a:cubicBezTo>
                <a:cubicBezTo>
                  <a:pt x="26" y="153"/>
                  <a:pt x="26" y="153"/>
                  <a:pt x="26" y="153"/>
                </a:cubicBezTo>
                <a:cubicBezTo>
                  <a:pt x="4" y="167"/>
                  <a:pt x="0" y="198"/>
                  <a:pt x="15" y="222"/>
                </a:cubicBezTo>
                <a:cubicBezTo>
                  <a:pt x="31" y="246"/>
                  <a:pt x="62" y="253"/>
                  <a:pt x="83" y="239"/>
                </a:cubicBezTo>
                <a:lnTo>
                  <a:pt x="312" y="8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58" name="Freeform 53"/>
          <p:cNvSpPr/>
          <p:nvPr/>
        </p:nvSpPr>
        <p:spPr bwMode="auto">
          <a:xfrm>
            <a:off x="7403279" y="1752089"/>
            <a:ext cx="187276" cy="257108"/>
          </a:xfrm>
          <a:custGeom>
            <a:avLst/>
            <a:gdLst>
              <a:gd name="T0" fmla="*/ 80 w 86"/>
              <a:gd name="T1" fmla="*/ 115 h 118"/>
              <a:gd name="T2" fmla="*/ 68 w 86"/>
              <a:gd name="T3" fmla="*/ 113 h 118"/>
              <a:gd name="T4" fmla="*/ 3 w 86"/>
              <a:gd name="T5" fmla="*/ 16 h 118"/>
              <a:gd name="T6" fmla="*/ 6 w 86"/>
              <a:gd name="T7" fmla="*/ 3 h 118"/>
              <a:gd name="T8" fmla="*/ 19 w 86"/>
              <a:gd name="T9" fmla="*/ 6 h 118"/>
              <a:gd name="T10" fmla="*/ 83 w 86"/>
              <a:gd name="T11" fmla="*/ 102 h 118"/>
              <a:gd name="T12" fmla="*/ 80 w 86"/>
              <a:gd name="T13" fmla="*/ 115 h 118"/>
            </a:gdLst>
            <a:ahLst/>
            <a:cxnLst>
              <a:cxn ang="0">
                <a:pos x="T0" y="T1"/>
              </a:cxn>
              <a:cxn ang="0">
                <a:pos x="T2" y="T3"/>
              </a:cxn>
              <a:cxn ang="0">
                <a:pos x="T4" y="T5"/>
              </a:cxn>
              <a:cxn ang="0">
                <a:pos x="T6" y="T7"/>
              </a:cxn>
              <a:cxn ang="0">
                <a:pos x="T8" y="T9"/>
              </a:cxn>
              <a:cxn ang="0">
                <a:pos x="T10" y="T11"/>
              </a:cxn>
              <a:cxn ang="0">
                <a:pos x="T12" y="T13"/>
              </a:cxn>
            </a:cxnLst>
            <a:rect l="0" t="0" r="r" b="b"/>
            <a:pathLst>
              <a:path w="86" h="118">
                <a:moveTo>
                  <a:pt x="80" y="115"/>
                </a:moveTo>
                <a:cubicBezTo>
                  <a:pt x="76" y="118"/>
                  <a:pt x="70" y="117"/>
                  <a:pt x="68" y="113"/>
                </a:cubicBezTo>
                <a:cubicBezTo>
                  <a:pt x="3" y="16"/>
                  <a:pt x="3" y="16"/>
                  <a:pt x="3" y="16"/>
                </a:cubicBezTo>
                <a:cubicBezTo>
                  <a:pt x="0" y="12"/>
                  <a:pt x="1" y="6"/>
                  <a:pt x="6" y="3"/>
                </a:cubicBezTo>
                <a:cubicBezTo>
                  <a:pt x="10" y="0"/>
                  <a:pt x="16" y="2"/>
                  <a:pt x="19" y="6"/>
                </a:cubicBezTo>
                <a:cubicBezTo>
                  <a:pt x="83" y="102"/>
                  <a:pt x="83" y="102"/>
                  <a:pt x="83" y="102"/>
                </a:cubicBezTo>
                <a:cubicBezTo>
                  <a:pt x="86" y="107"/>
                  <a:pt x="85" y="112"/>
                  <a:pt x="80" y="11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59" name="Freeform 54"/>
          <p:cNvSpPr/>
          <p:nvPr/>
        </p:nvSpPr>
        <p:spPr bwMode="auto">
          <a:xfrm>
            <a:off x="6976352" y="1928254"/>
            <a:ext cx="514216" cy="336463"/>
          </a:xfrm>
          <a:custGeom>
            <a:avLst/>
            <a:gdLst>
              <a:gd name="T0" fmla="*/ 236 w 236"/>
              <a:gd name="T1" fmla="*/ 13 h 154"/>
              <a:gd name="T2" fmla="*/ 227 w 236"/>
              <a:gd name="T3" fmla="*/ 0 h 154"/>
              <a:gd name="T4" fmla="*/ 25 w 236"/>
              <a:gd name="T5" fmla="*/ 135 h 154"/>
              <a:gd name="T6" fmla="*/ 0 w 236"/>
              <a:gd name="T7" fmla="*/ 136 h 154"/>
              <a:gd name="T8" fmla="*/ 1 w 236"/>
              <a:gd name="T9" fmla="*/ 138 h 154"/>
              <a:gd name="T10" fmla="*/ 36 w 236"/>
              <a:gd name="T11" fmla="*/ 146 h 154"/>
              <a:gd name="T12" fmla="*/ 236 w 236"/>
              <a:gd name="T13" fmla="*/ 13 h 154"/>
            </a:gdLst>
            <a:ahLst/>
            <a:cxnLst>
              <a:cxn ang="0">
                <a:pos x="T0" y="T1"/>
              </a:cxn>
              <a:cxn ang="0">
                <a:pos x="T2" y="T3"/>
              </a:cxn>
              <a:cxn ang="0">
                <a:pos x="T4" y="T5"/>
              </a:cxn>
              <a:cxn ang="0">
                <a:pos x="T6" y="T7"/>
              </a:cxn>
              <a:cxn ang="0">
                <a:pos x="T8" y="T9"/>
              </a:cxn>
              <a:cxn ang="0">
                <a:pos x="T10" y="T11"/>
              </a:cxn>
              <a:cxn ang="0">
                <a:pos x="T12" y="T13"/>
              </a:cxn>
            </a:cxnLst>
            <a:rect l="0" t="0" r="r" b="b"/>
            <a:pathLst>
              <a:path w="236" h="154">
                <a:moveTo>
                  <a:pt x="236" y="13"/>
                </a:moveTo>
                <a:cubicBezTo>
                  <a:pt x="227" y="0"/>
                  <a:pt x="227" y="0"/>
                  <a:pt x="227" y="0"/>
                </a:cubicBezTo>
                <a:cubicBezTo>
                  <a:pt x="25" y="135"/>
                  <a:pt x="25" y="135"/>
                  <a:pt x="25" y="135"/>
                </a:cubicBezTo>
                <a:cubicBezTo>
                  <a:pt x="17" y="140"/>
                  <a:pt x="8" y="140"/>
                  <a:pt x="0" y="136"/>
                </a:cubicBezTo>
                <a:cubicBezTo>
                  <a:pt x="0" y="137"/>
                  <a:pt x="0" y="137"/>
                  <a:pt x="1" y="138"/>
                </a:cubicBezTo>
                <a:cubicBezTo>
                  <a:pt x="9" y="150"/>
                  <a:pt x="25" y="154"/>
                  <a:pt x="36" y="146"/>
                </a:cubicBezTo>
                <a:lnTo>
                  <a:pt x="236" y="1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0" name="Freeform 55"/>
          <p:cNvSpPr>
            <a:spLocks noEditPoints="1"/>
          </p:cNvSpPr>
          <p:nvPr/>
        </p:nvSpPr>
        <p:spPr bwMode="auto">
          <a:xfrm>
            <a:off x="6557362" y="2223453"/>
            <a:ext cx="296785" cy="520564"/>
          </a:xfrm>
          <a:custGeom>
            <a:avLst/>
            <a:gdLst>
              <a:gd name="T0" fmla="*/ 59 w 136"/>
              <a:gd name="T1" fmla="*/ 203 h 239"/>
              <a:gd name="T2" fmla="*/ 54 w 136"/>
              <a:gd name="T3" fmla="*/ 203 h 239"/>
              <a:gd name="T4" fmla="*/ 54 w 136"/>
              <a:gd name="T5" fmla="*/ 239 h 239"/>
              <a:gd name="T6" fmla="*/ 72 w 136"/>
              <a:gd name="T7" fmla="*/ 226 h 239"/>
              <a:gd name="T8" fmla="*/ 59 w 136"/>
              <a:gd name="T9" fmla="*/ 203 h 239"/>
              <a:gd name="T10" fmla="*/ 54 w 136"/>
              <a:gd name="T11" fmla="*/ 187 h 239"/>
              <a:gd name="T12" fmla="*/ 54 w 136"/>
              <a:gd name="T13" fmla="*/ 82 h 239"/>
              <a:gd name="T14" fmla="*/ 81 w 136"/>
              <a:gd name="T15" fmla="*/ 74 h 239"/>
              <a:gd name="T16" fmla="*/ 97 w 136"/>
              <a:gd name="T17" fmla="*/ 13 h 239"/>
              <a:gd name="T18" fmla="*/ 114 w 136"/>
              <a:gd name="T19" fmla="*/ 2 h 239"/>
              <a:gd name="T20" fmla="*/ 124 w 136"/>
              <a:gd name="T21" fmla="*/ 20 h 239"/>
              <a:gd name="T22" fmla="*/ 109 w 136"/>
              <a:gd name="T23" fmla="*/ 81 h 239"/>
              <a:gd name="T24" fmla="*/ 130 w 136"/>
              <a:gd name="T25" fmla="*/ 134 h 239"/>
              <a:gd name="T26" fmla="*/ 122 w 136"/>
              <a:gd name="T27" fmla="*/ 164 h 239"/>
              <a:gd name="T28" fmla="*/ 122 w 136"/>
              <a:gd name="T29" fmla="*/ 164 h 239"/>
              <a:gd name="T30" fmla="*/ 136 w 136"/>
              <a:gd name="T31" fmla="*/ 187 h 239"/>
              <a:gd name="T32" fmla="*/ 131 w 136"/>
              <a:gd name="T33" fmla="*/ 207 h 239"/>
              <a:gd name="T34" fmla="*/ 54 w 136"/>
              <a:gd name="T35" fmla="*/ 187 h 239"/>
              <a:gd name="T36" fmla="*/ 54 w 136"/>
              <a:gd name="T37" fmla="*/ 203 h 239"/>
              <a:gd name="T38" fmla="*/ 36 w 136"/>
              <a:gd name="T39" fmla="*/ 216 h 239"/>
              <a:gd name="T40" fmla="*/ 50 w 136"/>
              <a:gd name="T41" fmla="*/ 239 h 239"/>
              <a:gd name="T42" fmla="*/ 54 w 136"/>
              <a:gd name="T43" fmla="*/ 239 h 239"/>
              <a:gd name="T44" fmla="*/ 54 w 136"/>
              <a:gd name="T45" fmla="*/ 203 h 239"/>
              <a:gd name="T46" fmla="*/ 54 w 136"/>
              <a:gd name="T47" fmla="*/ 82 h 239"/>
              <a:gd name="T48" fmla="*/ 54 w 136"/>
              <a:gd name="T49" fmla="*/ 187 h 239"/>
              <a:gd name="T50" fmla="*/ 0 w 136"/>
              <a:gd name="T51" fmla="*/ 173 h 239"/>
              <a:gd name="T52" fmla="*/ 5 w 136"/>
              <a:gd name="T53" fmla="*/ 152 h 239"/>
              <a:gd name="T54" fmla="*/ 29 w 136"/>
              <a:gd name="T55" fmla="*/ 140 h 239"/>
              <a:gd name="T56" fmla="*/ 37 w 136"/>
              <a:gd name="T57" fmla="*/ 109 h 239"/>
              <a:gd name="T58" fmla="*/ 54 w 136"/>
              <a:gd name="T59" fmla="*/ 82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6" h="239">
                <a:moveTo>
                  <a:pt x="59" y="203"/>
                </a:moveTo>
                <a:cubicBezTo>
                  <a:pt x="57" y="203"/>
                  <a:pt x="56" y="203"/>
                  <a:pt x="54" y="203"/>
                </a:cubicBezTo>
                <a:cubicBezTo>
                  <a:pt x="54" y="239"/>
                  <a:pt x="54" y="239"/>
                  <a:pt x="54" y="239"/>
                </a:cubicBezTo>
                <a:cubicBezTo>
                  <a:pt x="62" y="239"/>
                  <a:pt x="70" y="234"/>
                  <a:pt x="72" y="226"/>
                </a:cubicBezTo>
                <a:cubicBezTo>
                  <a:pt x="74" y="216"/>
                  <a:pt x="69" y="206"/>
                  <a:pt x="59" y="203"/>
                </a:cubicBezTo>
                <a:close/>
                <a:moveTo>
                  <a:pt x="54" y="187"/>
                </a:moveTo>
                <a:cubicBezTo>
                  <a:pt x="54" y="82"/>
                  <a:pt x="54" y="82"/>
                  <a:pt x="54" y="82"/>
                </a:cubicBezTo>
                <a:cubicBezTo>
                  <a:pt x="62" y="76"/>
                  <a:pt x="71" y="74"/>
                  <a:pt x="81" y="74"/>
                </a:cubicBezTo>
                <a:cubicBezTo>
                  <a:pt x="97" y="13"/>
                  <a:pt x="97" y="13"/>
                  <a:pt x="97" y="13"/>
                </a:cubicBezTo>
                <a:cubicBezTo>
                  <a:pt x="99" y="5"/>
                  <a:pt x="107" y="0"/>
                  <a:pt x="114" y="2"/>
                </a:cubicBezTo>
                <a:cubicBezTo>
                  <a:pt x="122" y="4"/>
                  <a:pt x="126" y="12"/>
                  <a:pt x="124" y="20"/>
                </a:cubicBezTo>
                <a:cubicBezTo>
                  <a:pt x="109" y="81"/>
                  <a:pt x="109" y="81"/>
                  <a:pt x="109" y="81"/>
                </a:cubicBezTo>
                <a:cubicBezTo>
                  <a:pt x="125" y="90"/>
                  <a:pt x="136" y="109"/>
                  <a:pt x="130" y="134"/>
                </a:cubicBezTo>
                <a:cubicBezTo>
                  <a:pt x="130" y="134"/>
                  <a:pt x="125" y="154"/>
                  <a:pt x="122" y="164"/>
                </a:cubicBezTo>
                <a:cubicBezTo>
                  <a:pt x="122" y="164"/>
                  <a:pt x="122" y="164"/>
                  <a:pt x="122" y="164"/>
                </a:cubicBezTo>
                <a:cubicBezTo>
                  <a:pt x="118" y="178"/>
                  <a:pt x="136" y="187"/>
                  <a:pt x="136" y="187"/>
                </a:cubicBezTo>
                <a:cubicBezTo>
                  <a:pt x="131" y="207"/>
                  <a:pt x="131" y="207"/>
                  <a:pt x="131" y="207"/>
                </a:cubicBezTo>
                <a:lnTo>
                  <a:pt x="54" y="187"/>
                </a:lnTo>
                <a:close/>
                <a:moveTo>
                  <a:pt x="54" y="203"/>
                </a:moveTo>
                <a:cubicBezTo>
                  <a:pt x="46" y="203"/>
                  <a:pt x="38" y="208"/>
                  <a:pt x="36" y="216"/>
                </a:cubicBezTo>
                <a:cubicBezTo>
                  <a:pt x="34" y="226"/>
                  <a:pt x="40" y="236"/>
                  <a:pt x="50" y="239"/>
                </a:cubicBezTo>
                <a:cubicBezTo>
                  <a:pt x="51" y="239"/>
                  <a:pt x="53" y="239"/>
                  <a:pt x="54" y="239"/>
                </a:cubicBezTo>
                <a:cubicBezTo>
                  <a:pt x="54" y="203"/>
                  <a:pt x="54" y="203"/>
                  <a:pt x="54" y="203"/>
                </a:cubicBezTo>
                <a:close/>
                <a:moveTo>
                  <a:pt x="54" y="82"/>
                </a:moveTo>
                <a:cubicBezTo>
                  <a:pt x="54" y="187"/>
                  <a:pt x="54" y="187"/>
                  <a:pt x="54" y="187"/>
                </a:cubicBezTo>
                <a:cubicBezTo>
                  <a:pt x="0" y="173"/>
                  <a:pt x="0" y="173"/>
                  <a:pt x="0" y="173"/>
                </a:cubicBezTo>
                <a:cubicBezTo>
                  <a:pt x="5" y="152"/>
                  <a:pt x="5" y="152"/>
                  <a:pt x="5" y="152"/>
                </a:cubicBezTo>
                <a:cubicBezTo>
                  <a:pt x="5" y="152"/>
                  <a:pt x="25" y="154"/>
                  <a:pt x="29" y="140"/>
                </a:cubicBezTo>
                <a:cubicBezTo>
                  <a:pt x="32" y="128"/>
                  <a:pt x="37" y="109"/>
                  <a:pt x="37" y="109"/>
                </a:cubicBezTo>
                <a:cubicBezTo>
                  <a:pt x="40" y="97"/>
                  <a:pt x="46" y="88"/>
                  <a:pt x="54" y="82"/>
                </a:cubicBez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1" name="Freeform 56"/>
          <p:cNvSpPr>
            <a:spLocks noEditPoints="1"/>
          </p:cNvSpPr>
          <p:nvPr/>
        </p:nvSpPr>
        <p:spPr bwMode="auto">
          <a:xfrm>
            <a:off x="6287556" y="3313781"/>
            <a:ext cx="555480" cy="604680"/>
          </a:xfrm>
          <a:custGeom>
            <a:avLst/>
            <a:gdLst>
              <a:gd name="T0" fmla="*/ 198 w 255"/>
              <a:gd name="T1" fmla="*/ 128 h 277"/>
              <a:gd name="T2" fmla="*/ 191 w 255"/>
              <a:gd name="T3" fmla="*/ 158 h 277"/>
              <a:gd name="T4" fmla="*/ 191 w 255"/>
              <a:gd name="T5" fmla="*/ 185 h 277"/>
              <a:gd name="T6" fmla="*/ 196 w 255"/>
              <a:gd name="T7" fmla="*/ 187 h 277"/>
              <a:gd name="T8" fmla="*/ 218 w 255"/>
              <a:gd name="T9" fmla="*/ 218 h 277"/>
              <a:gd name="T10" fmla="*/ 191 w 255"/>
              <a:gd name="T11" fmla="*/ 201 h 277"/>
              <a:gd name="T12" fmla="*/ 191 w 255"/>
              <a:gd name="T13" fmla="*/ 55 h 277"/>
              <a:gd name="T14" fmla="*/ 218 w 255"/>
              <a:gd name="T15" fmla="*/ 38 h 277"/>
              <a:gd name="T16" fmla="*/ 196 w 255"/>
              <a:gd name="T17" fmla="*/ 69 h 277"/>
              <a:gd name="T18" fmla="*/ 191 w 255"/>
              <a:gd name="T19" fmla="*/ 71 h 277"/>
              <a:gd name="T20" fmla="*/ 249 w 255"/>
              <a:gd name="T21" fmla="*/ 121 h 277"/>
              <a:gd name="T22" fmla="*/ 211 w 255"/>
              <a:gd name="T23" fmla="*/ 128 h 277"/>
              <a:gd name="T24" fmla="*/ 249 w 255"/>
              <a:gd name="T25" fmla="*/ 134 h 277"/>
              <a:gd name="T26" fmla="*/ 249 w 255"/>
              <a:gd name="T27" fmla="*/ 121 h 277"/>
              <a:gd name="T28" fmla="*/ 132 w 255"/>
              <a:gd name="T29" fmla="*/ 277 h 277"/>
              <a:gd name="T30" fmla="*/ 167 w 255"/>
              <a:gd name="T31" fmla="*/ 186 h 277"/>
              <a:gd name="T32" fmla="*/ 191 w 255"/>
              <a:gd name="T33" fmla="*/ 98 h 277"/>
              <a:gd name="T34" fmla="*/ 127 w 255"/>
              <a:gd name="T35" fmla="*/ 72 h 277"/>
              <a:gd name="T36" fmla="*/ 183 w 255"/>
              <a:gd name="T37" fmla="*/ 128 h 277"/>
              <a:gd name="T38" fmla="*/ 156 w 255"/>
              <a:gd name="T39" fmla="*/ 176 h 277"/>
              <a:gd name="T40" fmla="*/ 153 w 255"/>
              <a:gd name="T41" fmla="*/ 214 h 277"/>
              <a:gd name="T42" fmla="*/ 127 w 255"/>
              <a:gd name="T43" fmla="*/ 277 h 277"/>
              <a:gd name="T44" fmla="*/ 191 w 255"/>
              <a:gd name="T45" fmla="*/ 71 h 277"/>
              <a:gd name="T46" fmla="*/ 186 w 255"/>
              <a:gd name="T47" fmla="*/ 60 h 277"/>
              <a:gd name="T48" fmla="*/ 191 w 255"/>
              <a:gd name="T49" fmla="*/ 185 h 277"/>
              <a:gd name="T50" fmla="*/ 186 w 255"/>
              <a:gd name="T51" fmla="*/ 196 h 277"/>
              <a:gd name="T52" fmla="*/ 191 w 255"/>
              <a:gd name="T53" fmla="*/ 185 h 277"/>
              <a:gd name="T54" fmla="*/ 127 w 255"/>
              <a:gd name="T55" fmla="*/ 0 h 277"/>
              <a:gd name="T56" fmla="*/ 134 w 255"/>
              <a:gd name="T57" fmla="*/ 7 h 277"/>
              <a:gd name="T58" fmla="*/ 128 w 255"/>
              <a:gd name="T59" fmla="*/ 45 h 277"/>
              <a:gd name="T60" fmla="*/ 127 w 255"/>
              <a:gd name="T61" fmla="*/ 45 h 277"/>
              <a:gd name="T62" fmla="*/ 64 w 255"/>
              <a:gd name="T63" fmla="*/ 97 h 277"/>
              <a:gd name="T64" fmla="*/ 89 w 255"/>
              <a:gd name="T65" fmla="*/ 187 h 277"/>
              <a:gd name="T66" fmla="*/ 124 w 255"/>
              <a:gd name="T67" fmla="*/ 277 h 277"/>
              <a:gd name="T68" fmla="*/ 127 w 255"/>
              <a:gd name="T69" fmla="*/ 214 h 277"/>
              <a:gd name="T70" fmla="*/ 103 w 255"/>
              <a:gd name="T71" fmla="*/ 183 h 277"/>
              <a:gd name="T72" fmla="*/ 71 w 255"/>
              <a:gd name="T73" fmla="*/ 128 h 277"/>
              <a:gd name="T74" fmla="*/ 127 w 255"/>
              <a:gd name="T75" fmla="*/ 72 h 277"/>
              <a:gd name="T76" fmla="*/ 127 w 255"/>
              <a:gd name="T77" fmla="*/ 57 h 277"/>
              <a:gd name="T78" fmla="*/ 127 w 255"/>
              <a:gd name="T79" fmla="*/ 0 h 277"/>
              <a:gd name="T80" fmla="*/ 121 w 255"/>
              <a:gd name="T81" fmla="*/ 38 h 277"/>
              <a:gd name="T82" fmla="*/ 127 w 255"/>
              <a:gd name="T83" fmla="*/ 0 h 277"/>
              <a:gd name="T84" fmla="*/ 64 w 255"/>
              <a:gd name="T85" fmla="*/ 185 h 277"/>
              <a:gd name="T86" fmla="*/ 69 w 255"/>
              <a:gd name="T87" fmla="*/ 196 h 277"/>
              <a:gd name="T88" fmla="*/ 64 w 255"/>
              <a:gd name="T89" fmla="*/ 71 h 277"/>
              <a:gd name="T90" fmla="*/ 69 w 255"/>
              <a:gd name="T91" fmla="*/ 60 h 277"/>
              <a:gd name="T92" fmla="*/ 64 w 255"/>
              <a:gd name="T93" fmla="*/ 71 h 277"/>
              <a:gd name="T94" fmla="*/ 57 w 255"/>
              <a:gd name="T95" fmla="*/ 128 h 277"/>
              <a:gd name="T96" fmla="*/ 64 w 255"/>
              <a:gd name="T97" fmla="*/ 97 h 277"/>
              <a:gd name="T98" fmla="*/ 64 w 255"/>
              <a:gd name="T99" fmla="*/ 71 h 277"/>
              <a:gd name="T100" fmla="*/ 60 w 255"/>
              <a:gd name="T101" fmla="*/ 69 h 277"/>
              <a:gd name="T102" fmla="*/ 38 w 255"/>
              <a:gd name="T103" fmla="*/ 38 h 277"/>
              <a:gd name="T104" fmla="*/ 64 w 255"/>
              <a:gd name="T105" fmla="*/ 55 h 277"/>
              <a:gd name="T106" fmla="*/ 64 w 255"/>
              <a:gd name="T107" fmla="*/ 201 h 277"/>
              <a:gd name="T108" fmla="*/ 38 w 255"/>
              <a:gd name="T109" fmla="*/ 218 h 277"/>
              <a:gd name="T110" fmla="*/ 60 w 255"/>
              <a:gd name="T111" fmla="*/ 187 h 277"/>
              <a:gd name="T112" fmla="*/ 64 w 255"/>
              <a:gd name="T113" fmla="*/ 185 h 277"/>
              <a:gd name="T114" fmla="*/ 45 w 255"/>
              <a:gd name="T115" fmla="*/ 128 h 277"/>
              <a:gd name="T116" fmla="*/ 7 w 255"/>
              <a:gd name="T117" fmla="*/ 121 h 277"/>
              <a:gd name="T118" fmla="*/ 7 w 255"/>
              <a:gd name="T119" fmla="*/ 134 h 277"/>
              <a:gd name="T120" fmla="*/ 45 w 255"/>
              <a:gd name="T121" fmla="*/ 128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5" h="277">
                <a:moveTo>
                  <a:pt x="191" y="158"/>
                </a:moveTo>
                <a:cubicBezTo>
                  <a:pt x="195" y="149"/>
                  <a:pt x="198" y="139"/>
                  <a:pt x="198" y="128"/>
                </a:cubicBezTo>
                <a:cubicBezTo>
                  <a:pt x="198" y="117"/>
                  <a:pt x="195" y="107"/>
                  <a:pt x="191" y="98"/>
                </a:cubicBezTo>
                <a:cubicBezTo>
                  <a:pt x="191" y="158"/>
                  <a:pt x="191" y="158"/>
                  <a:pt x="191" y="158"/>
                </a:cubicBezTo>
                <a:close/>
                <a:moveTo>
                  <a:pt x="191" y="201"/>
                </a:moveTo>
                <a:cubicBezTo>
                  <a:pt x="191" y="185"/>
                  <a:pt x="191" y="185"/>
                  <a:pt x="191" y="185"/>
                </a:cubicBezTo>
                <a:cubicBezTo>
                  <a:pt x="193" y="185"/>
                  <a:pt x="194" y="185"/>
                  <a:pt x="196" y="187"/>
                </a:cubicBezTo>
                <a:cubicBezTo>
                  <a:pt x="196" y="187"/>
                  <a:pt x="196" y="187"/>
                  <a:pt x="196" y="187"/>
                </a:cubicBezTo>
                <a:cubicBezTo>
                  <a:pt x="218" y="209"/>
                  <a:pt x="218" y="209"/>
                  <a:pt x="218" y="209"/>
                </a:cubicBezTo>
                <a:cubicBezTo>
                  <a:pt x="220" y="211"/>
                  <a:pt x="220" y="216"/>
                  <a:pt x="218" y="218"/>
                </a:cubicBezTo>
                <a:cubicBezTo>
                  <a:pt x="215" y="221"/>
                  <a:pt x="211" y="221"/>
                  <a:pt x="209" y="218"/>
                </a:cubicBezTo>
                <a:cubicBezTo>
                  <a:pt x="191" y="201"/>
                  <a:pt x="191" y="201"/>
                  <a:pt x="191" y="201"/>
                </a:cubicBezTo>
                <a:close/>
                <a:moveTo>
                  <a:pt x="191" y="71"/>
                </a:moveTo>
                <a:cubicBezTo>
                  <a:pt x="191" y="55"/>
                  <a:pt x="191" y="55"/>
                  <a:pt x="191" y="55"/>
                </a:cubicBezTo>
                <a:cubicBezTo>
                  <a:pt x="209" y="38"/>
                  <a:pt x="209" y="38"/>
                  <a:pt x="209" y="38"/>
                </a:cubicBezTo>
                <a:cubicBezTo>
                  <a:pt x="211" y="35"/>
                  <a:pt x="215" y="35"/>
                  <a:pt x="218" y="38"/>
                </a:cubicBezTo>
                <a:cubicBezTo>
                  <a:pt x="220" y="40"/>
                  <a:pt x="220" y="44"/>
                  <a:pt x="218" y="47"/>
                </a:cubicBezTo>
                <a:cubicBezTo>
                  <a:pt x="196" y="69"/>
                  <a:pt x="196" y="69"/>
                  <a:pt x="196" y="69"/>
                </a:cubicBezTo>
                <a:cubicBezTo>
                  <a:pt x="196" y="69"/>
                  <a:pt x="196" y="69"/>
                  <a:pt x="196" y="69"/>
                </a:cubicBezTo>
                <a:cubicBezTo>
                  <a:pt x="194" y="71"/>
                  <a:pt x="193" y="71"/>
                  <a:pt x="191" y="71"/>
                </a:cubicBezTo>
                <a:close/>
                <a:moveTo>
                  <a:pt x="249" y="121"/>
                </a:moveTo>
                <a:cubicBezTo>
                  <a:pt x="249" y="121"/>
                  <a:pt x="249" y="121"/>
                  <a:pt x="249" y="121"/>
                </a:cubicBezTo>
                <a:cubicBezTo>
                  <a:pt x="217" y="121"/>
                  <a:pt x="217" y="121"/>
                  <a:pt x="217" y="121"/>
                </a:cubicBezTo>
                <a:cubicBezTo>
                  <a:pt x="214" y="121"/>
                  <a:pt x="211" y="124"/>
                  <a:pt x="211" y="128"/>
                </a:cubicBezTo>
                <a:cubicBezTo>
                  <a:pt x="211" y="132"/>
                  <a:pt x="214" y="134"/>
                  <a:pt x="217" y="134"/>
                </a:cubicBezTo>
                <a:cubicBezTo>
                  <a:pt x="249" y="134"/>
                  <a:pt x="249" y="134"/>
                  <a:pt x="249" y="134"/>
                </a:cubicBezTo>
                <a:cubicBezTo>
                  <a:pt x="252" y="134"/>
                  <a:pt x="255" y="132"/>
                  <a:pt x="255" y="128"/>
                </a:cubicBezTo>
                <a:cubicBezTo>
                  <a:pt x="255" y="124"/>
                  <a:pt x="252" y="121"/>
                  <a:pt x="249" y="121"/>
                </a:cubicBezTo>
                <a:close/>
                <a:moveTo>
                  <a:pt x="127" y="277"/>
                </a:moveTo>
                <a:cubicBezTo>
                  <a:pt x="132" y="277"/>
                  <a:pt x="132" y="277"/>
                  <a:pt x="132" y="277"/>
                </a:cubicBezTo>
                <a:cubicBezTo>
                  <a:pt x="151" y="277"/>
                  <a:pt x="167" y="262"/>
                  <a:pt x="167" y="242"/>
                </a:cubicBezTo>
                <a:cubicBezTo>
                  <a:pt x="167" y="186"/>
                  <a:pt x="167" y="186"/>
                  <a:pt x="167" y="186"/>
                </a:cubicBezTo>
                <a:cubicBezTo>
                  <a:pt x="177" y="179"/>
                  <a:pt x="186" y="169"/>
                  <a:pt x="191" y="158"/>
                </a:cubicBezTo>
                <a:cubicBezTo>
                  <a:pt x="191" y="98"/>
                  <a:pt x="191" y="98"/>
                  <a:pt x="191" y="98"/>
                </a:cubicBezTo>
                <a:cubicBezTo>
                  <a:pt x="180" y="74"/>
                  <a:pt x="156" y="57"/>
                  <a:pt x="127" y="57"/>
                </a:cubicBezTo>
                <a:cubicBezTo>
                  <a:pt x="127" y="72"/>
                  <a:pt x="127" y="72"/>
                  <a:pt x="127" y="72"/>
                </a:cubicBezTo>
                <a:cubicBezTo>
                  <a:pt x="143" y="72"/>
                  <a:pt x="157" y="78"/>
                  <a:pt x="167" y="88"/>
                </a:cubicBezTo>
                <a:cubicBezTo>
                  <a:pt x="177" y="98"/>
                  <a:pt x="183" y="112"/>
                  <a:pt x="183" y="128"/>
                </a:cubicBezTo>
                <a:cubicBezTo>
                  <a:pt x="183" y="148"/>
                  <a:pt x="172" y="166"/>
                  <a:pt x="156" y="176"/>
                </a:cubicBezTo>
                <a:cubicBezTo>
                  <a:pt x="156" y="176"/>
                  <a:pt x="156" y="176"/>
                  <a:pt x="156" y="176"/>
                </a:cubicBezTo>
                <a:cubicBezTo>
                  <a:pt x="154" y="177"/>
                  <a:pt x="153" y="180"/>
                  <a:pt x="153" y="182"/>
                </a:cubicBezTo>
                <a:cubicBezTo>
                  <a:pt x="153" y="214"/>
                  <a:pt x="153" y="214"/>
                  <a:pt x="153" y="214"/>
                </a:cubicBezTo>
                <a:cubicBezTo>
                  <a:pt x="127" y="214"/>
                  <a:pt x="127" y="214"/>
                  <a:pt x="127" y="214"/>
                </a:cubicBezTo>
                <a:cubicBezTo>
                  <a:pt x="127" y="277"/>
                  <a:pt x="127" y="277"/>
                  <a:pt x="127" y="277"/>
                </a:cubicBezTo>
                <a:close/>
                <a:moveTo>
                  <a:pt x="191" y="55"/>
                </a:moveTo>
                <a:cubicBezTo>
                  <a:pt x="191" y="71"/>
                  <a:pt x="191" y="71"/>
                  <a:pt x="191" y="71"/>
                </a:cubicBezTo>
                <a:cubicBezTo>
                  <a:pt x="189" y="71"/>
                  <a:pt x="188" y="71"/>
                  <a:pt x="186" y="69"/>
                </a:cubicBezTo>
                <a:cubicBezTo>
                  <a:pt x="184" y="67"/>
                  <a:pt x="184" y="63"/>
                  <a:pt x="186" y="60"/>
                </a:cubicBezTo>
                <a:cubicBezTo>
                  <a:pt x="191" y="55"/>
                  <a:pt x="191" y="55"/>
                  <a:pt x="191" y="55"/>
                </a:cubicBezTo>
                <a:close/>
                <a:moveTo>
                  <a:pt x="191" y="185"/>
                </a:moveTo>
                <a:cubicBezTo>
                  <a:pt x="191" y="201"/>
                  <a:pt x="191" y="201"/>
                  <a:pt x="191" y="201"/>
                </a:cubicBezTo>
                <a:cubicBezTo>
                  <a:pt x="186" y="196"/>
                  <a:pt x="186" y="196"/>
                  <a:pt x="186" y="196"/>
                </a:cubicBezTo>
                <a:cubicBezTo>
                  <a:pt x="184" y="193"/>
                  <a:pt x="184" y="189"/>
                  <a:pt x="186" y="187"/>
                </a:cubicBezTo>
                <a:cubicBezTo>
                  <a:pt x="188" y="185"/>
                  <a:pt x="189" y="185"/>
                  <a:pt x="191" y="185"/>
                </a:cubicBezTo>
                <a:close/>
                <a:moveTo>
                  <a:pt x="127" y="45"/>
                </a:moveTo>
                <a:cubicBezTo>
                  <a:pt x="127" y="0"/>
                  <a:pt x="127" y="0"/>
                  <a:pt x="127" y="0"/>
                </a:cubicBezTo>
                <a:cubicBezTo>
                  <a:pt x="127" y="0"/>
                  <a:pt x="128" y="0"/>
                  <a:pt x="128" y="0"/>
                </a:cubicBezTo>
                <a:cubicBezTo>
                  <a:pt x="131" y="0"/>
                  <a:pt x="134" y="3"/>
                  <a:pt x="134" y="7"/>
                </a:cubicBezTo>
                <a:cubicBezTo>
                  <a:pt x="134" y="38"/>
                  <a:pt x="134" y="38"/>
                  <a:pt x="134" y="38"/>
                </a:cubicBezTo>
                <a:cubicBezTo>
                  <a:pt x="134" y="42"/>
                  <a:pt x="131" y="45"/>
                  <a:pt x="128" y="45"/>
                </a:cubicBezTo>
                <a:cubicBezTo>
                  <a:pt x="128" y="45"/>
                  <a:pt x="128" y="45"/>
                  <a:pt x="128" y="45"/>
                </a:cubicBezTo>
                <a:cubicBezTo>
                  <a:pt x="128" y="45"/>
                  <a:pt x="127" y="45"/>
                  <a:pt x="127" y="45"/>
                </a:cubicBezTo>
                <a:close/>
                <a:moveTo>
                  <a:pt x="127" y="57"/>
                </a:moveTo>
                <a:cubicBezTo>
                  <a:pt x="99" y="57"/>
                  <a:pt x="75" y="74"/>
                  <a:pt x="64" y="97"/>
                </a:cubicBezTo>
                <a:cubicBezTo>
                  <a:pt x="64" y="159"/>
                  <a:pt x="64" y="159"/>
                  <a:pt x="64" y="159"/>
                </a:cubicBezTo>
                <a:cubicBezTo>
                  <a:pt x="70" y="170"/>
                  <a:pt x="78" y="180"/>
                  <a:pt x="89" y="187"/>
                </a:cubicBezTo>
                <a:cubicBezTo>
                  <a:pt x="89" y="242"/>
                  <a:pt x="89" y="242"/>
                  <a:pt x="89" y="242"/>
                </a:cubicBezTo>
                <a:cubicBezTo>
                  <a:pt x="89" y="262"/>
                  <a:pt x="104" y="277"/>
                  <a:pt x="124" y="277"/>
                </a:cubicBezTo>
                <a:cubicBezTo>
                  <a:pt x="127" y="277"/>
                  <a:pt x="127" y="277"/>
                  <a:pt x="127" y="277"/>
                </a:cubicBezTo>
                <a:cubicBezTo>
                  <a:pt x="127" y="214"/>
                  <a:pt x="127" y="214"/>
                  <a:pt x="127" y="214"/>
                </a:cubicBezTo>
                <a:cubicBezTo>
                  <a:pt x="103" y="214"/>
                  <a:pt x="103" y="214"/>
                  <a:pt x="103" y="214"/>
                </a:cubicBezTo>
                <a:cubicBezTo>
                  <a:pt x="103" y="183"/>
                  <a:pt x="103" y="183"/>
                  <a:pt x="103" y="183"/>
                </a:cubicBezTo>
                <a:cubicBezTo>
                  <a:pt x="103" y="180"/>
                  <a:pt x="102" y="178"/>
                  <a:pt x="100" y="176"/>
                </a:cubicBezTo>
                <a:cubicBezTo>
                  <a:pt x="83" y="167"/>
                  <a:pt x="71" y="149"/>
                  <a:pt x="71" y="128"/>
                </a:cubicBezTo>
                <a:cubicBezTo>
                  <a:pt x="71" y="112"/>
                  <a:pt x="78" y="98"/>
                  <a:pt x="88" y="88"/>
                </a:cubicBezTo>
                <a:cubicBezTo>
                  <a:pt x="98" y="78"/>
                  <a:pt x="112" y="72"/>
                  <a:pt x="127" y="72"/>
                </a:cubicBezTo>
                <a:cubicBezTo>
                  <a:pt x="127" y="72"/>
                  <a:pt x="127" y="72"/>
                  <a:pt x="127" y="72"/>
                </a:cubicBezTo>
                <a:cubicBezTo>
                  <a:pt x="127" y="57"/>
                  <a:pt x="127" y="57"/>
                  <a:pt x="127" y="57"/>
                </a:cubicBezTo>
                <a:cubicBezTo>
                  <a:pt x="127" y="57"/>
                  <a:pt x="127" y="57"/>
                  <a:pt x="127" y="57"/>
                </a:cubicBezTo>
                <a:close/>
                <a:moveTo>
                  <a:pt x="127" y="0"/>
                </a:moveTo>
                <a:cubicBezTo>
                  <a:pt x="127" y="45"/>
                  <a:pt x="127" y="45"/>
                  <a:pt x="127" y="45"/>
                </a:cubicBezTo>
                <a:cubicBezTo>
                  <a:pt x="124" y="45"/>
                  <a:pt x="121" y="42"/>
                  <a:pt x="121" y="38"/>
                </a:cubicBezTo>
                <a:cubicBezTo>
                  <a:pt x="121" y="7"/>
                  <a:pt x="121" y="7"/>
                  <a:pt x="121" y="7"/>
                </a:cubicBezTo>
                <a:cubicBezTo>
                  <a:pt x="121" y="4"/>
                  <a:pt x="124" y="1"/>
                  <a:pt x="127" y="0"/>
                </a:cubicBezTo>
                <a:close/>
                <a:moveTo>
                  <a:pt x="64" y="201"/>
                </a:moveTo>
                <a:cubicBezTo>
                  <a:pt x="64" y="185"/>
                  <a:pt x="64" y="185"/>
                  <a:pt x="64" y="185"/>
                </a:cubicBezTo>
                <a:cubicBezTo>
                  <a:pt x="66" y="185"/>
                  <a:pt x="68" y="185"/>
                  <a:pt x="69" y="187"/>
                </a:cubicBezTo>
                <a:cubicBezTo>
                  <a:pt x="72" y="189"/>
                  <a:pt x="72" y="193"/>
                  <a:pt x="69" y="196"/>
                </a:cubicBezTo>
                <a:cubicBezTo>
                  <a:pt x="64" y="201"/>
                  <a:pt x="64" y="201"/>
                  <a:pt x="64" y="201"/>
                </a:cubicBezTo>
                <a:close/>
                <a:moveTo>
                  <a:pt x="64" y="71"/>
                </a:moveTo>
                <a:cubicBezTo>
                  <a:pt x="64" y="55"/>
                  <a:pt x="64" y="55"/>
                  <a:pt x="64" y="55"/>
                </a:cubicBezTo>
                <a:cubicBezTo>
                  <a:pt x="69" y="60"/>
                  <a:pt x="69" y="60"/>
                  <a:pt x="69" y="60"/>
                </a:cubicBezTo>
                <a:cubicBezTo>
                  <a:pt x="72" y="63"/>
                  <a:pt x="72" y="67"/>
                  <a:pt x="69" y="69"/>
                </a:cubicBezTo>
                <a:cubicBezTo>
                  <a:pt x="68" y="71"/>
                  <a:pt x="66" y="71"/>
                  <a:pt x="64" y="71"/>
                </a:cubicBezTo>
                <a:close/>
                <a:moveTo>
                  <a:pt x="64" y="97"/>
                </a:moveTo>
                <a:cubicBezTo>
                  <a:pt x="59" y="106"/>
                  <a:pt x="57" y="117"/>
                  <a:pt x="57" y="128"/>
                </a:cubicBezTo>
                <a:cubicBezTo>
                  <a:pt x="57" y="139"/>
                  <a:pt x="59" y="149"/>
                  <a:pt x="64" y="159"/>
                </a:cubicBezTo>
                <a:cubicBezTo>
                  <a:pt x="64" y="97"/>
                  <a:pt x="64" y="97"/>
                  <a:pt x="64" y="97"/>
                </a:cubicBezTo>
                <a:close/>
                <a:moveTo>
                  <a:pt x="64" y="55"/>
                </a:moveTo>
                <a:cubicBezTo>
                  <a:pt x="64" y="71"/>
                  <a:pt x="64" y="71"/>
                  <a:pt x="64" y="71"/>
                </a:cubicBezTo>
                <a:cubicBezTo>
                  <a:pt x="62" y="71"/>
                  <a:pt x="61" y="70"/>
                  <a:pt x="60" y="69"/>
                </a:cubicBezTo>
                <a:cubicBezTo>
                  <a:pt x="60" y="69"/>
                  <a:pt x="60" y="69"/>
                  <a:pt x="60" y="69"/>
                </a:cubicBezTo>
                <a:cubicBezTo>
                  <a:pt x="38" y="47"/>
                  <a:pt x="38" y="47"/>
                  <a:pt x="38" y="47"/>
                </a:cubicBezTo>
                <a:cubicBezTo>
                  <a:pt x="35" y="44"/>
                  <a:pt x="35" y="40"/>
                  <a:pt x="38" y="38"/>
                </a:cubicBezTo>
                <a:cubicBezTo>
                  <a:pt x="40" y="35"/>
                  <a:pt x="44" y="35"/>
                  <a:pt x="47" y="38"/>
                </a:cubicBezTo>
                <a:cubicBezTo>
                  <a:pt x="64" y="55"/>
                  <a:pt x="64" y="55"/>
                  <a:pt x="64" y="55"/>
                </a:cubicBezTo>
                <a:close/>
                <a:moveTo>
                  <a:pt x="64" y="185"/>
                </a:moveTo>
                <a:cubicBezTo>
                  <a:pt x="64" y="201"/>
                  <a:pt x="64" y="201"/>
                  <a:pt x="64" y="201"/>
                </a:cubicBezTo>
                <a:cubicBezTo>
                  <a:pt x="47" y="218"/>
                  <a:pt x="47" y="218"/>
                  <a:pt x="47" y="218"/>
                </a:cubicBezTo>
                <a:cubicBezTo>
                  <a:pt x="44" y="221"/>
                  <a:pt x="40" y="221"/>
                  <a:pt x="38" y="218"/>
                </a:cubicBezTo>
                <a:cubicBezTo>
                  <a:pt x="35" y="216"/>
                  <a:pt x="35" y="211"/>
                  <a:pt x="38" y="209"/>
                </a:cubicBezTo>
                <a:cubicBezTo>
                  <a:pt x="60" y="187"/>
                  <a:pt x="60" y="187"/>
                  <a:pt x="60" y="187"/>
                </a:cubicBezTo>
                <a:cubicBezTo>
                  <a:pt x="60" y="187"/>
                  <a:pt x="60" y="187"/>
                  <a:pt x="60" y="187"/>
                </a:cubicBezTo>
                <a:cubicBezTo>
                  <a:pt x="61" y="185"/>
                  <a:pt x="62" y="185"/>
                  <a:pt x="64" y="185"/>
                </a:cubicBezTo>
                <a:close/>
                <a:moveTo>
                  <a:pt x="45" y="128"/>
                </a:moveTo>
                <a:cubicBezTo>
                  <a:pt x="45" y="128"/>
                  <a:pt x="45" y="128"/>
                  <a:pt x="45" y="128"/>
                </a:cubicBezTo>
                <a:cubicBezTo>
                  <a:pt x="45" y="124"/>
                  <a:pt x="42" y="121"/>
                  <a:pt x="38" y="121"/>
                </a:cubicBezTo>
                <a:cubicBezTo>
                  <a:pt x="7" y="121"/>
                  <a:pt x="7" y="121"/>
                  <a:pt x="7" y="121"/>
                </a:cubicBezTo>
                <a:cubicBezTo>
                  <a:pt x="3" y="121"/>
                  <a:pt x="0" y="124"/>
                  <a:pt x="0" y="128"/>
                </a:cubicBezTo>
                <a:cubicBezTo>
                  <a:pt x="0" y="132"/>
                  <a:pt x="3" y="134"/>
                  <a:pt x="7" y="134"/>
                </a:cubicBezTo>
                <a:cubicBezTo>
                  <a:pt x="38" y="134"/>
                  <a:pt x="38" y="134"/>
                  <a:pt x="38" y="134"/>
                </a:cubicBezTo>
                <a:cubicBezTo>
                  <a:pt x="42" y="134"/>
                  <a:pt x="45" y="132"/>
                  <a:pt x="45" y="128"/>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2" name="Freeform 57"/>
          <p:cNvSpPr>
            <a:spLocks noEditPoints="1"/>
          </p:cNvSpPr>
          <p:nvPr/>
        </p:nvSpPr>
        <p:spPr bwMode="auto">
          <a:xfrm>
            <a:off x="8336486" y="1750501"/>
            <a:ext cx="528500" cy="518977"/>
          </a:xfrm>
          <a:custGeom>
            <a:avLst/>
            <a:gdLst>
              <a:gd name="T0" fmla="*/ 231 w 243"/>
              <a:gd name="T1" fmla="*/ 92 h 238"/>
              <a:gd name="T2" fmla="*/ 214 w 243"/>
              <a:gd name="T3" fmla="*/ 83 h 238"/>
              <a:gd name="T4" fmla="*/ 206 w 243"/>
              <a:gd name="T5" fmla="*/ 71 h 238"/>
              <a:gd name="T6" fmla="*/ 192 w 243"/>
              <a:gd name="T7" fmla="*/ 82 h 238"/>
              <a:gd name="T8" fmla="*/ 194 w 243"/>
              <a:gd name="T9" fmla="*/ 64 h 238"/>
              <a:gd name="T10" fmla="*/ 179 w 243"/>
              <a:gd name="T11" fmla="*/ 64 h 238"/>
              <a:gd name="T12" fmla="*/ 162 w 243"/>
              <a:gd name="T13" fmla="*/ 54 h 238"/>
              <a:gd name="T14" fmla="*/ 154 w 243"/>
              <a:gd name="T15" fmla="*/ 42 h 238"/>
              <a:gd name="T16" fmla="*/ 140 w 243"/>
              <a:gd name="T17" fmla="*/ 53 h 238"/>
              <a:gd name="T18" fmla="*/ 142 w 243"/>
              <a:gd name="T19" fmla="*/ 35 h 238"/>
              <a:gd name="T20" fmla="*/ 128 w 243"/>
              <a:gd name="T21" fmla="*/ 35 h 238"/>
              <a:gd name="T22" fmla="*/ 110 w 243"/>
              <a:gd name="T23" fmla="*/ 25 h 238"/>
              <a:gd name="T24" fmla="*/ 102 w 243"/>
              <a:gd name="T25" fmla="*/ 13 h 238"/>
              <a:gd name="T26" fmla="*/ 101 w 243"/>
              <a:gd name="T27" fmla="*/ 22 h 238"/>
              <a:gd name="T28" fmla="*/ 208 w 243"/>
              <a:gd name="T29" fmla="*/ 128 h 238"/>
              <a:gd name="T30" fmla="*/ 206 w 243"/>
              <a:gd name="T31" fmla="*/ 132 h 238"/>
              <a:gd name="T32" fmla="*/ 101 w 243"/>
              <a:gd name="T33" fmla="*/ 74 h 238"/>
              <a:gd name="T34" fmla="*/ 196 w 243"/>
              <a:gd name="T35" fmla="*/ 149 h 238"/>
              <a:gd name="T36" fmla="*/ 194 w 243"/>
              <a:gd name="T37" fmla="*/ 153 h 238"/>
              <a:gd name="T38" fmla="*/ 101 w 243"/>
              <a:gd name="T39" fmla="*/ 101 h 238"/>
              <a:gd name="T40" fmla="*/ 185 w 243"/>
              <a:gd name="T41" fmla="*/ 170 h 238"/>
              <a:gd name="T42" fmla="*/ 182 w 243"/>
              <a:gd name="T43" fmla="*/ 174 h 238"/>
              <a:gd name="T44" fmla="*/ 101 w 243"/>
              <a:gd name="T45" fmla="*/ 129 h 238"/>
              <a:gd name="T46" fmla="*/ 173 w 243"/>
              <a:gd name="T47" fmla="*/ 191 h 238"/>
              <a:gd name="T48" fmla="*/ 171 w 243"/>
              <a:gd name="T49" fmla="*/ 195 h 238"/>
              <a:gd name="T50" fmla="*/ 101 w 243"/>
              <a:gd name="T51" fmla="*/ 156 h 238"/>
              <a:gd name="T52" fmla="*/ 138 w 243"/>
              <a:gd name="T53" fmla="*/ 231 h 238"/>
              <a:gd name="T54" fmla="*/ 243 w 243"/>
              <a:gd name="T55" fmla="*/ 91 h 238"/>
              <a:gd name="T56" fmla="*/ 101 w 243"/>
              <a:gd name="T57" fmla="*/ 22 h 238"/>
              <a:gd name="T58" fmla="*/ 85 w 243"/>
              <a:gd name="T59" fmla="*/ 11 h 238"/>
              <a:gd name="T60" fmla="*/ 78 w 243"/>
              <a:gd name="T61" fmla="*/ 0 h 238"/>
              <a:gd name="T62" fmla="*/ 15 w 243"/>
              <a:gd name="T63" fmla="*/ 163 h 238"/>
              <a:gd name="T64" fmla="*/ 101 w 243"/>
              <a:gd name="T65" fmla="*/ 156 h 238"/>
              <a:gd name="T66" fmla="*/ 27 w 243"/>
              <a:gd name="T67" fmla="*/ 113 h 238"/>
              <a:gd name="T68" fmla="*/ 101 w 243"/>
              <a:gd name="T69" fmla="*/ 151 h 238"/>
              <a:gd name="T70" fmla="*/ 40 w 243"/>
              <a:gd name="T71" fmla="*/ 95 h 238"/>
              <a:gd name="T72" fmla="*/ 42 w 243"/>
              <a:gd name="T73" fmla="*/ 91 h 238"/>
              <a:gd name="T74" fmla="*/ 101 w 243"/>
              <a:gd name="T75" fmla="*/ 101 h 238"/>
              <a:gd name="T76" fmla="*/ 51 w 243"/>
              <a:gd name="T77" fmla="*/ 71 h 238"/>
              <a:gd name="T78" fmla="*/ 101 w 243"/>
              <a:gd name="T79" fmla="*/ 96 h 238"/>
              <a:gd name="T80" fmla="*/ 63 w 243"/>
              <a:gd name="T81" fmla="*/ 53 h 238"/>
              <a:gd name="T82" fmla="*/ 65 w 243"/>
              <a:gd name="T83" fmla="*/ 49 h 238"/>
              <a:gd name="T84" fmla="*/ 101 w 243"/>
              <a:gd name="T85" fmla="*/ 22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43" h="238">
                <a:moveTo>
                  <a:pt x="232" y="85"/>
                </a:moveTo>
                <a:cubicBezTo>
                  <a:pt x="233" y="87"/>
                  <a:pt x="233" y="90"/>
                  <a:pt x="231" y="92"/>
                </a:cubicBezTo>
                <a:cubicBezTo>
                  <a:pt x="229" y="97"/>
                  <a:pt x="223" y="99"/>
                  <a:pt x="218" y="96"/>
                </a:cubicBezTo>
                <a:cubicBezTo>
                  <a:pt x="213" y="94"/>
                  <a:pt x="212" y="88"/>
                  <a:pt x="214" y="83"/>
                </a:cubicBezTo>
                <a:cubicBezTo>
                  <a:pt x="216" y="81"/>
                  <a:pt x="218" y="79"/>
                  <a:pt x="220" y="78"/>
                </a:cubicBezTo>
                <a:cubicBezTo>
                  <a:pt x="206" y="71"/>
                  <a:pt x="206" y="71"/>
                  <a:pt x="206" y="71"/>
                </a:cubicBezTo>
                <a:cubicBezTo>
                  <a:pt x="207" y="73"/>
                  <a:pt x="207" y="76"/>
                  <a:pt x="205" y="78"/>
                </a:cubicBezTo>
                <a:cubicBezTo>
                  <a:pt x="203" y="83"/>
                  <a:pt x="197" y="84"/>
                  <a:pt x="192" y="82"/>
                </a:cubicBezTo>
                <a:cubicBezTo>
                  <a:pt x="188" y="79"/>
                  <a:pt x="186" y="73"/>
                  <a:pt x="188" y="69"/>
                </a:cubicBezTo>
                <a:cubicBezTo>
                  <a:pt x="190" y="66"/>
                  <a:pt x="192" y="65"/>
                  <a:pt x="194" y="64"/>
                </a:cubicBezTo>
                <a:cubicBezTo>
                  <a:pt x="180" y="56"/>
                  <a:pt x="180" y="56"/>
                  <a:pt x="180" y="56"/>
                </a:cubicBezTo>
                <a:cubicBezTo>
                  <a:pt x="181" y="59"/>
                  <a:pt x="181" y="61"/>
                  <a:pt x="179" y="64"/>
                </a:cubicBezTo>
                <a:cubicBezTo>
                  <a:pt x="177" y="68"/>
                  <a:pt x="171" y="70"/>
                  <a:pt x="166" y="67"/>
                </a:cubicBezTo>
                <a:cubicBezTo>
                  <a:pt x="161" y="65"/>
                  <a:pt x="160" y="59"/>
                  <a:pt x="162" y="54"/>
                </a:cubicBezTo>
                <a:cubicBezTo>
                  <a:pt x="164" y="52"/>
                  <a:pt x="166" y="50"/>
                  <a:pt x="168" y="50"/>
                </a:cubicBezTo>
                <a:cubicBezTo>
                  <a:pt x="154" y="42"/>
                  <a:pt x="154" y="42"/>
                  <a:pt x="154" y="42"/>
                </a:cubicBezTo>
                <a:cubicBezTo>
                  <a:pt x="155" y="44"/>
                  <a:pt x="155" y="47"/>
                  <a:pt x="153" y="49"/>
                </a:cubicBezTo>
                <a:cubicBezTo>
                  <a:pt x="151" y="54"/>
                  <a:pt x="145" y="56"/>
                  <a:pt x="140" y="53"/>
                </a:cubicBezTo>
                <a:cubicBezTo>
                  <a:pt x="136" y="50"/>
                  <a:pt x="134" y="45"/>
                  <a:pt x="136" y="40"/>
                </a:cubicBezTo>
                <a:cubicBezTo>
                  <a:pt x="138" y="37"/>
                  <a:pt x="140" y="36"/>
                  <a:pt x="142" y="35"/>
                </a:cubicBezTo>
                <a:cubicBezTo>
                  <a:pt x="128" y="28"/>
                  <a:pt x="128" y="28"/>
                  <a:pt x="128" y="28"/>
                </a:cubicBezTo>
                <a:cubicBezTo>
                  <a:pt x="129" y="30"/>
                  <a:pt x="129" y="33"/>
                  <a:pt x="128" y="35"/>
                </a:cubicBezTo>
                <a:cubicBezTo>
                  <a:pt x="125" y="40"/>
                  <a:pt x="119" y="41"/>
                  <a:pt x="114" y="39"/>
                </a:cubicBezTo>
                <a:cubicBezTo>
                  <a:pt x="110" y="36"/>
                  <a:pt x="108" y="30"/>
                  <a:pt x="110" y="25"/>
                </a:cubicBezTo>
                <a:cubicBezTo>
                  <a:pt x="112" y="23"/>
                  <a:pt x="114" y="22"/>
                  <a:pt x="116" y="21"/>
                </a:cubicBezTo>
                <a:cubicBezTo>
                  <a:pt x="102" y="13"/>
                  <a:pt x="102" y="13"/>
                  <a:pt x="102" y="13"/>
                </a:cubicBezTo>
                <a:cubicBezTo>
                  <a:pt x="103" y="16"/>
                  <a:pt x="103" y="18"/>
                  <a:pt x="102" y="21"/>
                </a:cubicBezTo>
                <a:cubicBezTo>
                  <a:pt x="101" y="21"/>
                  <a:pt x="101" y="22"/>
                  <a:pt x="101" y="22"/>
                </a:cubicBezTo>
                <a:cubicBezTo>
                  <a:pt x="101" y="69"/>
                  <a:pt x="101" y="69"/>
                  <a:pt x="101" y="69"/>
                </a:cubicBezTo>
                <a:cubicBezTo>
                  <a:pt x="208" y="128"/>
                  <a:pt x="208" y="128"/>
                  <a:pt x="208" y="128"/>
                </a:cubicBezTo>
                <a:cubicBezTo>
                  <a:pt x="209" y="129"/>
                  <a:pt x="209" y="130"/>
                  <a:pt x="209" y="131"/>
                </a:cubicBezTo>
                <a:cubicBezTo>
                  <a:pt x="208" y="132"/>
                  <a:pt x="207" y="133"/>
                  <a:pt x="206" y="132"/>
                </a:cubicBezTo>
                <a:cubicBezTo>
                  <a:pt x="206" y="132"/>
                  <a:pt x="206" y="132"/>
                  <a:pt x="206" y="132"/>
                </a:cubicBezTo>
                <a:cubicBezTo>
                  <a:pt x="101" y="74"/>
                  <a:pt x="101" y="74"/>
                  <a:pt x="101" y="74"/>
                </a:cubicBezTo>
                <a:cubicBezTo>
                  <a:pt x="101" y="96"/>
                  <a:pt x="101" y="96"/>
                  <a:pt x="101" y="96"/>
                </a:cubicBezTo>
                <a:cubicBezTo>
                  <a:pt x="196" y="149"/>
                  <a:pt x="196" y="149"/>
                  <a:pt x="196" y="149"/>
                </a:cubicBezTo>
                <a:cubicBezTo>
                  <a:pt x="197" y="150"/>
                  <a:pt x="198" y="151"/>
                  <a:pt x="197" y="152"/>
                </a:cubicBezTo>
                <a:cubicBezTo>
                  <a:pt x="197" y="153"/>
                  <a:pt x="195" y="154"/>
                  <a:pt x="194" y="153"/>
                </a:cubicBezTo>
                <a:cubicBezTo>
                  <a:pt x="194" y="153"/>
                  <a:pt x="194" y="153"/>
                  <a:pt x="194" y="153"/>
                </a:cubicBezTo>
                <a:cubicBezTo>
                  <a:pt x="101" y="101"/>
                  <a:pt x="101" y="101"/>
                  <a:pt x="101" y="101"/>
                </a:cubicBezTo>
                <a:cubicBezTo>
                  <a:pt x="101" y="124"/>
                  <a:pt x="101" y="124"/>
                  <a:pt x="101" y="124"/>
                </a:cubicBezTo>
                <a:cubicBezTo>
                  <a:pt x="185" y="170"/>
                  <a:pt x="185" y="170"/>
                  <a:pt x="185" y="170"/>
                </a:cubicBezTo>
                <a:cubicBezTo>
                  <a:pt x="186" y="171"/>
                  <a:pt x="186" y="172"/>
                  <a:pt x="186" y="173"/>
                </a:cubicBezTo>
                <a:cubicBezTo>
                  <a:pt x="185" y="174"/>
                  <a:pt x="184" y="175"/>
                  <a:pt x="182" y="174"/>
                </a:cubicBezTo>
                <a:cubicBezTo>
                  <a:pt x="182" y="174"/>
                  <a:pt x="182" y="174"/>
                  <a:pt x="182" y="174"/>
                </a:cubicBezTo>
                <a:cubicBezTo>
                  <a:pt x="101" y="129"/>
                  <a:pt x="101" y="129"/>
                  <a:pt x="101" y="129"/>
                </a:cubicBezTo>
                <a:cubicBezTo>
                  <a:pt x="101" y="151"/>
                  <a:pt x="101" y="151"/>
                  <a:pt x="101" y="151"/>
                </a:cubicBezTo>
                <a:cubicBezTo>
                  <a:pt x="173" y="191"/>
                  <a:pt x="173" y="191"/>
                  <a:pt x="173" y="191"/>
                </a:cubicBezTo>
                <a:cubicBezTo>
                  <a:pt x="174" y="192"/>
                  <a:pt x="174" y="193"/>
                  <a:pt x="174" y="194"/>
                </a:cubicBezTo>
                <a:cubicBezTo>
                  <a:pt x="173" y="196"/>
                  <a:pt x="172" y="196"/>
                  <a:pt x="171" y="195"/>
                </a:cubicBezTo>
                <a:cubicBezTo>
                  <a:pt x="171" y="195"/>
                  <a:pt x="171" y="195"/>
                  <a:pt x="171" y="195"/>
                </a:cubicBezTo>
                <a:cubicBezTo>
                  <a:pt x="101" y="156"/>
                  <a:pt x="101" y="156"/>
                  <a:pt x="101" y="156"/>
                </a:cubicBezTo>
                <a:cubicBezTo>
                  <a:pt x="101" y="210"/>
                  <a:pt x="101" y="210"/>
                  <a:pt x="101" y="210"/>
                </a:cubicBezTo>
                <a:cubicBezTo>
                  <a:pt x="138" y="231"/>
                  <a:pt x="138" y="231"/>
                  <a:pt x="138" y="231"/>
                </a:cubicBezTo>
                <a:cubicBezTo>
                  <a:pt x="150" y="238"/>
                  <a:pt x="164" y="233"/>
                  <a:pt x="171" y="222"/>
                </a:cubicBezTo>
                <a:cubicBezTo>
                  <a:pt x="243" y="91"/>
                  <a:pt x="243" y="91"/>
                  <a:pt x="243" y="91"/>
                </a:cubicBezTo>
                <a:lnTo>
                  <a:pt x="232" y="85"/>
                </a:lnTo>
                <a:close/>
                <a:moveTo>
                  <a:pt x="101" y="22"/>
                </a:moveTo>
                <a:cubicBezTo>
                  <a:pt x="98" y="26"/>
                  <a:pt x="93" y="27"/>
                  <a:pt x="88" y="24"/>
                </a:cubicBezTo>
                <a:cubicBezTo>
                  <a:pt x="84" y="22"/>
                  <a:pt x="82" y="16"/>
                  <a:pt x="85" y="11"/>
                </a:cubicBezTo>
                <a:cubicBezTo>
                  <a:pt x="86" y="9"/>
                  <a:pt x="88" y="7"/>
                  <a:pt x="90" y="6"/>
                </a:cubicBezTo>
                <a:cubicBezTo>
                  <a:pt x="78" y="0"/>
                  <a:pt x="78" y="0"/>
                  <a:pt x="78" y="0"/>
                </a:cubicBezTo>
                <a:cubicBezTo>
                  <a:pt x="6" y="130"/>
                  <a:pt x="6" y="130"/>
                  <a:pt x="6" y="130"/>
                </a:cubicBezTo>
                <a:cubicBezTo>
                  <a:pt x="0" y="142"/>
                  <a:pt x="4" y="157"/>
                  <a:pt x="15" y="163"/>
                </a:cubicBezTo>
                <a:cubicBezTo>
                  <a:pt x="101" y="210"/>
                  <a:pt x="101" y="210"/>
                  <a:pt x="101" y="210"/>
                </a:cubicBezTo>
                <a:cubicBezTo>
                  <a:pt x="101" y="156"/>
                  <a:pt x="101" y="156"/>
                  <a:pt x="101" y="156"/>
                </a:cubicBezTo>
                <a:cubicBezTo>
                  <a:pt x="28" y="116"/>
                  <a:pt x="28" y="116"/>
                  <a:pt x="28" y="116"/>
                </a:cubicBezTo>
                <a:cubicBezTo>
                  <a:pt x="27" y="116"/>
                  <a:pt x="27" y="114"/>
                  <a:pt x="27" y="113"/>
                </a:cubicBezTo>
                <a:cubicBezTo>
                  <a:pt x="28" y="112"/>
                  <a:pt x="29" y="112"/>
                  <a:pt x="30" y="112"/>
                </a:cubicBezTo>
                <a:cubicBezTo>
                  <a:pt x="101" y="151"/>
                  <a:pt x="101" y="151"/>
                  <a:pt x="101" y="151"/>
                </a:cubicBezTo>
                <a:cubicBezTo>
                  <a:pt x="101" y="129"/>
                  <a:pt x="101" y="129"/>
                  <a:pt x="101" y="129"/>
                </a:cubicBezTo>
                <a:cubicBezTo>
                  <a:pt x="40" y="95"/>
                  <a:pt x="40" y="95"/>
                  <a:pt x="40" y="95"/>
                </a:cubicBezTo>
                <a:cubicBezTo>
                  <a:pt x="39" y="95"/>
                  <a:pt x="38" y="93"/>
                  <a:pt x="39" y="92"/>
                </a:cubicBezTo>
                <a:cubicBezTo>
                  <a:pt x="40" y="91"/>
                  <a:pt x="41" y="91"/>
                  <a:pt x="42" y="91"/>
                </a:cubicBezTo>
                <a:cubicBezTo>
                  <a:pt x="101" y="124"/>
                  <a:pt x="101" y="124"/>
                  <a:pt x="101" y="124"/>
                </a:cubicBezTo>
                <a:cubicBezTo>
                  <a:pt x="101" y="101"/>
                  <a:pt x="101" y="101"/>
                  <a:pt x="101" y="101"/>
                </a:cubicBezTo>
                <a:cubicBezTo>
                  <a:pt x="51" y="74"/>
                  <a:pt x="51" y="74"/>
                  <a:pt x="51" y="74"/>
                </a:cubicBezTo>
                <a:cubicBezTo>
                  <a:pt x="50" y="74"/>
                  <a:pt x="50" y="72"/>
                  <a:pt x="51" y="71"/>
                </a:cubicBezTo>
                <a:cubicBezTo>
                  <a:pt x="51" y="70"/>
                  <a:pt x="53" y="70"/>
                  <a:pt x="54" y="70"/>
                </a:cubicBezTo>
                <a:cubicBezTo>
                  <a:pt x="101" y="96"/>
                  <a:pt x="101" y="96"/>
                  <a:pt x="101" y="96"/>
                </a:cubicBezTo>
                <a:cubicBezTo>
                  <a:pt x="101" y="74"/>
                  <a:pt x="101" y="74"/>
                  <a:pt x="101" y="74"/>
                </a:cubicBezTo>
                <a:cubicBezTo>
                  <a:pt x="63" y="53"/>
                  <a:pt x="63" y="53"/>
                  <a:pt x="63" y="53"/>
                </a:cubicBezTo>
                <a:cubicBezTo>
                  <a:pt x="62" y="53"/>
                  <a:pt x="62" y="51"/>
                  <a:pt x="62" y="50"/>
                </a:cubicBezTo>
                <a:cubicBezTo>
                  <a:pt x="63" y="49"/>
                  <a:pt x="64" y="49"/>
                  <a:pt x="65" y="49"/>
                </a:cubicBezTo>
                <a:cubicBezTo>
                  <a:pt x="101" y="69"/>
                  <a:pt x="101" y="69"/>
                  <a:pt x="101" y="69"/>
                </a:cubicBezTo>
                <a:lnTo>
                  <a:pt x="101" y="22"/>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3" name="Freeform 58"/>
          <p:cNvSpPr>
            <a:spLocks noEditPoints="1"/>
          </p:cNvSpPr>
          <p:nvPr/>
        </p:nvSpPr>
        <p:spPr bwMode="auto">
          <a:xfrm>
            <a:off x="6469564" y="3915561"/>
            <a:ext cx="514216" cy="520564"/>
          </a:xfrm>
          <a:custGeom>
            <a:avLst/>
            <a:gdLst>
              <a:gd name="T0" fmla="*/ 189 w 236"/>
              <a:gd name="T1" fmla="*/ 60 h 239"/>
              <a:gd name="T2" fmla="*/ 196 w 236"/>
              <a:gd name="T3" fmla="*/ 122 h 239"/>
              <a:gd name="T4" fmla="*/ 198 w 236"/>
              <a:gd name="T5" fmla="*/ 136 h 239"/>
              <a:gd name="T6" fmla="*/ 208 w 236"/>
              <a:gd name="T7" fmla="*/ 157 h 239"/>
              <a:gd name="T8" fmla="*/ 189 w 236"/>
              <a:gd name="T9" fmla="*/ 195 h 239"/>
              <a:gd name="T10" fmla="*/ 168 w 236"/>
              <a:gd name="T11" fmla="*/ 156 h 239"/>
              <a:gd name="T12" fmla="*/ 168 w 236"/>
              <a:gd name="T13" fmla="*/ 78 h 239"/>
              <a:gd name="T14" fmla="*/ 182 w 236"/>
              <a:gd name="T15" fmla="*/ 92 h 239"/>
              <a:gd name="T16" fmla="*/ 185 w 236"/>
              <a:gd name="T17" fmla="*/ 107 h 239"/>
              <a:gd name="T18" fmla="*/ 189 w 236"/>
              <a:gd name="T19" fmla="*/ 141 h 239"/>
              <a:gd name="T20" fmla="*/ 189 w 236"/>
              <a:gd name="T21" fmla="*/ 130 h 239"/>
              <a:gd name="T22" fmla="*/ 168 w 236"/>
              <a:gd name="T23" fmla="*/ 155 h 239"/>
              <a:gd name="T24" fmla="*/ 160 w 236"/>
              <a:gd name="T25" fmla="*/ 138 h 239"/>
              <a:gd name="T26" fmla="*/ 165 w 236"/>
              <a:gd name="T27" fmla="*/ 172 h 239"/>
              <a:gd name="T28" fmla="*/ 168 w 236"/>
              <a:gd name="T29" fmla="*/ 16 h 239"/>
              <a:gd name="T30" fmla="*/ 163 w 236"/>
              <a:gd name="T31" fmla="*/ 49 h 239"/>
              <a:gd name="T32" fmla="*/ 168 w 236"/>
              <a:gd name="T33" fmla="*/ 78 h 239"/>
              <a:gd name="T34" fmla="*/ 159 w 236"/>
              <a:gd name="T35" fmla="*/ 118 h 239"/>
              <a:gd name="T36" fmla="*/ 159 w 236"/>
              <a:gd name="T37" fmla="*/ 209 h 239"/>
              <a:gd name="T38" fmla="*/ 159 w 236"/>
              <a:gd name="T39" fmla="*/ 5 h 239"/>
              <a:gd name="T40" fmla="*/ 159 w 236"/>
              <a:gd name="T41" fmla="*/ 40 h 239"/>
              <a:gd name="T42" fmla="*/ 144 w 236"/>
              <a:gd name="T43" fmla="*/ 89 h 239"/>
              <a:gd name="T44" fmla="*/ 159 w 236"/>
              <a:gd name="T45" fmla="*/ 108 h 239"/>
              <a:gd name="T46" fmla="*/ 159 w 236"/>
              <a:gd name="T47" fmla="*/ 136 h 239"/>
              <a:gd name="T48" fmla="*/ 144 w 236"/>
              <a:gd name="T49" fmla="*/ 162 h 239"/>
              <a:gd name="T50" fmla="*/ 151 w 236"/>
              <a:gd name="T51" fmla="*/ 143 h 239"/>
              <a:gd name="T52" fmla="*/ 146 w 236"/>
              <a:gd name="T53" fmla="*/ 109 h 239"/>
              <a:gd name="T54" fmla="*/ 123 w 236"/>
              <a:gd name="T55" fmla="*/ 7 h 239"/>
              <a:gd name="T56" fmla="*/ 144 w 236"/>
              <a:gd name="T57" fmla="*/ 0 h 239"/>
              <a:gd name="T58" fmla="*/ 144 w 236"/>
              <a:gd name="T59" fmla="*/ 187 h 239"/>
              <a:gd name="T60" fmla="*/ 123 w 236"/>
              <a:gd name="T61" fmla="*/ 225 h 239"/>
              <a:gd name="T62" fmla="*/ 140 w 236"/>
              <a:gd name="T63" fmla="*/ 96 h 239"/>
              <a:gd name="T64" fmla="*/ 123 w 236"/>
              <a:gd name="T65" fmla="*/ 135 h 239"/>
              <a:gd name="T66" fmla="*/ 137 w 236"/>
              <a:gd name="T67" fmla="*/ 113 h 239"/>
              <a:gd name="T68" fmla="*/ 123 w 236"/>
              <a:gd name="T69" fmla="*/ 82 h 239"/>
              <a:gd name="T70" fmla="*/ 125 w 236"/>
              <a:gd name="T71" fmla="*/ 171 h 239"/>
              <a:gd name="T72" fmla="*/ 123 w 236"/>
              <a:gd name="T73" fmla="*/ 7 h 239"/>
              <a:gd name="T74" fmla="*/ 123 w 236"/>
              <a:gd name="T75" fmla="*/ 7 h 239"/>
              <a:gd name="T76" fmla="*/ 123 w 236"/>
              <a:gd name="T77" fmla="*/ 177 h 239"/>
              <a:gd name="T78" fmla="*/ 121 w 236"/>
              <a:gd name="T79" fmla="*/ 162 h 239"/>
              <a:gd name="T80" fmla="*/ 123 w 236"/>
              <a:gd name="T81" fmla="*/ 135 h 239"/>
              <a:gd name="T82" fmla="*/ 99 w 236"/>
              <a:gd name="T83" fmla="*/ 124 h 239"/>
              <a:gd name="T84" fmla="*/ 106 w 236"/>
              <a:gd name="T85" fmla="*/ 164 h 239"/>
              <a:gd name="T86" fmla="*/ 108 w 236"/>
              <a:gd name="T87" fmla="*/ 179 h 239"/>
              <a:gd name="T88" fmla="*/ 118 w 236"/>
              <a:gd name="T89" fmla="*/ 199 h 239"/>
              <a:gd name="T90" fmla="*/ 123 w 236"/>
              <a:gd name="T91" fmla="*/ 99 h 239"/>
              <a:gd name="T92" fmla="*/ 99 w 236"/>
              <a:gd name="T93" fmla="*/ 18 h 239"/>
              <a:gd name="T94" fmla="*/ 99 w 236"/>
              <a:gd name="T95" fmla="*/ 18 h 239"/>
              <a:gd name="T96" fmla="*/ 89 w 236"/>
              <a:gd name="T97" fmla="*/ 212 h 239"/>
              <a:gd name="T98" fmla="*/ 99 w 236"/>
              <a:gd name="T99" fmla="*/ 183 h 239"/>
              <a:gd name="T100" fmla="*/ 71 w 236"/>
              <a:gd name="T101" fmla="*/ 227 h 239"/>
              <a:gd name="T102" fmla="*/ 95 w 236"/>
              <a:gd name="T103" fmla="*/ 117 h 239"/>
              <a:gd name="T104" fmla="*/ 71 w 236"/>
              <a:gd name="T105" fmla="*/ 160 h 239"/>
              <a:gd name="T106" fmla="*/ 92 w 236"/>
              <a:gd name="T107" fmla="*/ 134 h 239"/>
              <a:gd name="T108" fmla="*/ 71 w 236"/>
              <a:gd name="T109" fmla="*/ 107 h 239"/>
              <a:gd name="T110" fmla="*/ 7 w 236"/>
              <a:gd name="T111" fmla="*/ 91 h 239"/>
              <a:gd name="T112" fmla="*/ 70 w 236"/>
              <a:gd name="T113" fmla="*/ 181 h 239"/>
              <a:gd name="T114" fmla="*/ 71 w 236"/>
              <a:gd name="T115" fmla="*/ 149 h 239"/>
              <a:gd name="T116" fmla="*/ 52 w 236"/>
              <a:gd name="T117" fmla="*/ 133 h 239"/>
              <a:gd name="T118" fmla="*/ 35 w 236"/>
              <a:gd name="T119" fmla="*/ 109 h 239"/>
              <a:gd name="T120" fmla="*/ 71 w 236"/>
              <a:gd name="T121" fmla="*/ 31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6" h="239">
                <a:moveTo>
                  <a:pt x="189" y="195"/>
                </a:moveTo>
                <a:cubicBezTo>
                  <a:pt x="216" y="182"/>
                  <a:pt x="216" y="182"/>
                  <a:pt x="216" y="182"/>
                </a:cubicBezTo>
                <a:cubicBezTo>
                  <a:pt x="230" y="176"/>
                  <a:pt x="236" y="159"/>
                  <a:pt x="229" y="146"/>
                </a:cubicBezTo>
                <a:cubicBezTo>
                  <a:pt x="189" y="60"/>
                  <a:pt x="189" y="60"/>
                  <a:pt x="189" y="60"/>
                </a:cubicBezTo>
                <a:cubicBezTo>
                  <a:pt x="189" y="107"/>
                  <a:pt x="189" y="107"/>
                  <a:pt x="189" y="107"/>
                </a:cubicBezTo>
                <a:cubicBezTo>
                  <a:pt x="190" y="108"/>
                  <a:pt x="190" y="108"/>
                  <a:pt x="190" y="109"/>
                </a:cubicBezTo>
                <a:cubicBezTo>
                  <a:pt x="196" y="122"/>
                  <a:pt x="196" y="122"/>
                  <a:pt x="196" y="122"/>
                </a:cubicBezTo>
                <a:cubicBezTo>
                  <a:pt x="196" y="122"/>
                  <a:pt x="196" y="122"/>
                  <a:pt x="196" y="122"/>
                </a:cubicBezTo>
                <a:cubicBezTo>
                  <a:pt x="197" y="124"/>
                  <a:pt x="196" y="126"/>
                  <a:pt x="194" y="127"/>
                </a:cubicBezTo>
                <a:cubicBezTo>
                  <a:pt x="189" y="130"/>
                  <a:pt x="189" y="130"/>
                  <a:pt x="189" y="130"/>
                </a:cubicBezTo>
                <a:cubicBezTo>
                  <a:pt x="189" y="141"/>
                  <a:pt x="189" y="141"/>
                  <a:pt x="189" y="141"/>
                </a:cubicBezTo>
                <a:cubicBezTo>
                  <a:pt x="198" y="136"/>
                  <a:pt x="198" y="136"/>
                  <a:pt x="198" y="136"/>
                </a:cubicBezTo>
                <a:cubicBezTo>
                  <a:pt x="201" y="135"/>
                  <a:pt x="203" y="136"/>
                  <a:pt x="204" y="138"/>
                </a:cubicBezTo>
                <a:cubicBezTo>
                  <a:pt x="210" y="151"/>
                  <a:pt x="210" y="151"/>
                  <a:pt x="210" y="151"/>
                </a:cubicBezTo>
                <a:cubicBezTo>
                  <a:pt x="210" y="151"/>
                  <a:pt x="210" y="151"/>
                  <a:pt x="210" y="151"/>
                </a:cubicBezTo>
                <a:cubicBezTo>
                  <a:pt x="211" y="153"/>
                  <a:pt x="210" y="156"/>
                  <a:pt x="208" y="157"/>
                </a:cubicBezTo>
                <a:cubicBezTo>
                  <a:pt x="189" y="166"/>
                  <a:pt x="189" y="166"/>
                  <a:pt x="189" y="166"/>
                </a:cubicBezTo>
                <a:lnTo>
                  <a:pt x="189" y="195"/>
                </a:lnTo>
                <a:close/>
                <a:moveTo>
                  <a:pt x="168" y="204"/>
                </a:moveTo>
                <a:cubicBezTo>
                  <a:pt x="189" y="195"/>
                  <a:pt x="189" y="195"/>
                  <a:pt x="189" y="195"/>
                </a:cubicBezTo>
                <a:cubicBezTo>
                  <a:pt x="189" y="166"/>
                  <a:pt x="189" y="166"/>
                  <a:pt x="189" y="166"/>
                </a:cubicBezTo>
                <a:cubicBezTo>
                  <a:pt x="180" y="170"/>
                  <a:pt x="180" y="170"/>
                  <a:pt x="180" y="170"/>
                </a:cubicBezTo>
                <a:cubicBezTo>
                  <a:pt x="178" y="171"/>
                  <a:pt x="175" y="170"/>
                  <a:pt x="174" y="168"/>
                </a:cubicBezTo>
                <a:cubicBezTo>
                  <a:pt x="168" y="156"/>
                  <a:pt x="168" y="156"/>
                  <a:pt x="168" y="156"/>
                </a:cubicBezTo>
                <a:cubicBezTo>
                  <a:pt x="168" y="204"/>
                  <a:pt x="168" y="204"/>
                  <a:pt x="168" y="204"/>
                </a:cubicBezTo>
                <a:close/>
                <a:moveTo>
                  <a:pt x="189" y="60"/>
                </a:moveTo>
                <a:cubicBezTo>
                  <a:pt x="168" y="16"/>
                  <a:pt x="168" y="16"/>
                  <a:pt x="168" y="16"/>
                </a:cubicBezTo>
                <a:cubicBezTo>
                  <a:pt x="168" y="78"/>
                  <a:pt x="168" y="78"/>
                  <a:pt x="168" y="78"/>
                </a:cubicBezTo>
                <a:cubicBezTo>
                  <a:pt x="171" y="77"/>
                  <a:pt x="171" y="77"/>
                  <a:pt x="171" y="77"/>
                </a:cubicBezTo>
                <a:cubicBezTo>
                  <a:pt x="173" y="76"/>
                  <a:pt x="175" y="77"/>
                  <a:pt x="176" y="79"/>
                </a:cubicBezTo>
                <a:cubicBezTo>
                  <a:pt x="182" y="92"/>
                  <a:pt x="182" y="92"/>
                  <a:pt x="182" y="92"/>
                </a:cubicBezTo>
                <a:cubicBezTo>
                  <a:pt x="182" y="92"/>
                  <a:pt x="182" y="92"/>
                  <a:pt x="182" y="92"/>
                </a:cubicBezTo>
                <a:cubicBezTo>
                  <a:pt x="183" y="94"/>
                  <a:pt x="182" y="97"/>
                  <a:pt x="180" y="98"/>
                </a:cubicBezTo>
                <a:cubicBezTo>
                  <a:pt x="168" y="103"/>
                  <a:pt x="168" y="103"/>
                  <a:pt x="168" y="103"/>
                </a:cubicBezTo>
                <a:cubicBezTo>
                  <a:pt x="168" y="114"/>
                  <a:pt x="168" y="114"/>
                  <a:pt x="168" y="114"/>
                </a:cubicBezTo>
                <a:cubicBezTo>
                  <a:pt x="185" y="107"/>
                  <a:pt x="185" y="107"/>
                  <a:pt x="185" y="107"/>
                </a:cubicBezTo>
                <a:cubicBezTo>
                  <a:pt x="186" y="106"/>
                  <a:pt x="188" y="106"/>
                  <a:pt x="189" y="107"/>
                </a:cubicBezTo>
                <a:cubicBezTo>
                  <a:pt x="189" y="60"/>
                  <a:pt x="189" y="60"/>
                  <a:pt x="189" y="60"/>
                </a:cubicBezTo>
                <a:close/>
                <a:moveTo>
                  <a:pt x="189" y="130"/>
                </a:moveTo>
                <a:cubicBezTo>
                  <a:pt x="189" y="141"/>
                  <a:pt x="189" y="141"/>
                  <a:pt x="189" y="141"/>
                </a:cubicBezTo>
                <a:cubicBezTo>
                  <a:pt x="170" y="150"/>
                  <a:pt x="170" y="150"/>
                  <a:pt x="170" y="150"/>
                </a:cubicBezTo>
                <a:cubicBezTo>
                  <a:pt x="169" y="150"/>
                  <a:pt x="169" y="151"/>
                  <a:pt x="168" y="151"/>
                </a:cubicBezTo>
                <a:cubicBezTo>
                  <a:pt x="168" y="139"/>
                  <a:pt x="168" y="139"/>
                  <a:pt x="168" y="139"/>
                </a:cubicBezTo>
                <a:lnTo>
                  <a:pt x="189" y="130"/>
                </a:lnTo>
                <a:close/>
                <a:moveTo>
                  <a:pt x="159" y="209"/>
                </a:moveTo>
                <a:cubicBezTo>
                  <a:pt x="168" y="204"/>
                  <a:pt x="168" y="204"/>
                  <a:pt x="168" y="204"/>
                </a:cubicBezTo>
                <a:cubicBezTo>
                  <a:pt x="168" y="156"/>
                  <a:pt x="168" y="156"/>
                  <a:pt x="168" y="156"/>
                </a:cubicBezTo>
                <a:cubicBezTo>
                  <a:pt x="168" y="155"/>
                  <a:pt x="168" y="155"/>
                  <a:pt x="168" y="155"/>
                </a:cubicBezTo>
                <a:cubicBezTo>
                  <a:pt x="168" y="154"/>
                  <a:pt x="168" y="152"/>
                  <a:pt x="168" y="151"/>
                </a:cubicBezTo>
                <a:cubicBezTo>
                  <a:pt x="168" y="139"/>
                  <a:pt x="168" y="139"/>
                  <a:pt x="168" y="139"/>
                </a:cubicBezTo>
                <a:cubicBezTo>
                  <a:pt x="166" y="141"/>
                  <a:pt x="166" y="141"/>
                  <a:pt x="166" y="141"/>
                </a:cubicBezTo>
                <a:cubicBezTo>
                  <a:pt x="164" y="142"/>
                  <a:pt x="161" y="141"/>
                  <a:pt x="160" y="138"/>
                </a:cubicBezTo>
                <a:cubicBezTo>
                  <a:pt x="159" y="136"/>
                  <a:pt x="159" y="136"/>
                  <a:pt x="159" y="136"/>
                </a:cubicBezTo>
                <a:cubicBezTo>
                  <a:pt x="159" y="160"/>
                  <a:pt x="159" y="160"/>
                  <a:pt x="159" y="160"/>
                </a:cubicBezTo>
                <a:cubicBezTo>
                  <a:pt x="165" y="172"/>
                  <a:pt x="165" y="172"/>
                  <a:pt x="165" y="172"/>
                </a:cubicBezTo>
                <a:cubicBezTo>
                  <a:pt x="165" y="172"/>
                  <a:pt x="165" y="172"/>
                  <a:pt x="165" y="172"/>
                </a:cubicBezTo>
                <a:cubicBezTo>
                  <a:pt x="166" y="175"/>
                  <a:pt x="165" y="177"/>
                  <a:pt x="163" y="178"/>
                </a:cubicBezTo>
                <a:cubicBezTo>
                  <a:pt x="159" y="180"/>
                  <a:pt x="159" y="180"/>
                  <a:pt x="159" y="180"/>
                </a:cubicBezTo>
                <a:cubicBezTo>
                  <a:pt x="159" y="209"/>
                  <a:pt x="159" y="209"/>
                  <a:pt x="159" y="209"/>
                </a:cubicBezTo>
                <a:close/>
                <a:moveTo>
                  <a:pt x="168" y="16"/>
                </a:moveTo>
                <a:cubicBezTo>
                  <a:pt x="168" y="15"/>
                  <a:pt x="168" y="15"/>
                  <a:pt x="168" y="15"/>
                </a:cubicBezTo>
                <a:cubicBezTo>
                  <a:pt x="166" y="11"/>
                  <a:pt x="163" y="7"/>
                  <a:pt x="159" y="5"/>
                </a:cubicBezTo>
                <a:cubicBezTo>
                  <a:pt x="159" y="40"/>
                  <a:pt x="159" y="40"/>
                  <a:pt x="159" y="40"/>
                </a:cubicBezTo>
                <a:cubicBezTo>
                  <a:pt x="163" y="49"/>
                  <a:pt x="163" y="49"/>
                  <a:pt x="163" y="49"/>
                </a:cubicBezTo>
                <a:cubicBezTo>
                  <a:pt x="163" y="49"/>
                  <a:pt x="163" y="49"/>
                  <a:pt x="163" y="49"/>
                </a:cubicBezTo>
                <a:cubicBezTo>
                  <a:pt x="166" y="55"/>
                  <a:pt x="164" y="61"/>
                  <a:pt x="159" y="65"/>
                </a:cubicBezTo>
                <a:cubicBezTo>
                  <a:pt x="159" y="82"/>
                  <a:pt x="159" y="82"/>
                  <a:pt x="159" y="82"/>
                </a:cubicBezTo>
                <a:cubicBezTo>
                  <a:pt x="168" y="78"/>
                  <a:pt x="168" y="78"/>
                  <a:pt x="168" y="78"/>
                </a:cubicBezTo>
                <a:cubicBezTo>
                  <a:pt x="168" y="16"/>
                  <a:pt x="168" y="16"/>
                  <a:pt x="168" y="16"/>
                </a:cubicBezTo>
                <a:close/>
                <a:moveTo>
                  <a:pt x="168" y="103"/>
                </a:moveTo>
                <a:cubicBezTo>
                  <a:pt x="168" y="114"/>
                  <a:pt x="168" y="114"/>
                  <a:pt x="168" y="114"/>
                </a:cubicBezTo>
                <a:cubicBezTo>
                  <a:pt x="159" y="118"/>
                  <a:pt x="159" y="118"/>
                  <a:pt x="159" y="118"/>
                </a:cubicBezTo>
                <a:cubicBezTo>
                  <a:pt x="159" y="108"/>
                  <a:pt x="159" y="108"/>
                  <a:pt x="159" y="108"/>
                </a:cubicBezTo>
                <a:lnTo>
                  <a:pt x="168" y="103"/>
                </a:lnTo>
                <a:close/>
                <a:moveTo>
                  <a:pt x="144" y="216"/>
                </a:moveTo>
                <a:cubicBezTo>
                  <a:pt x="159" y="209"/>
                  <a:pt x="159" y="209"/>
                  <a:pt x="159" y="209"/>
                </a:cubicBezTo>
                <a:cubicBezTo>
                  <a:pt x="159" y="180"/>
                  <a:pt x="159" y="180"/>
                  <a:pt x="159" y="180"/>
                </a:cubicBezTo>
                <a:cubicBezTo>
                  <a:pt x="144" y="187"/>
                  <a:pt x="144" y="187"/>
                  <a:pt x="144" y="187"/>
                </a:cubicBezTo>
                <a:cubicBezTo>
                  <a:pt x="144" y="216"/>
                  <a:pt x="144" y="216"/>
                  <a:pt x="144" y="216"/>
                </a:cubicBezTo>
                <a:close/>
                <a:moveTo>
                  <a:pt x="159" y="5"/>
                </a:moveTo>
                <a:cubicBezTo>
                  <a:pt x="155" y="2"/>
                  <a:pt x="149" y="0"/>
                  <a:pt x="144" y="0"/>
                </a:cubicBezTo>
                <a:cubicBezTo>
                  <a:pt x="144" y="22"/>
                  <a:pt x="144" y="22"/>
                  <a:pt x="144" y="22"/>
                </a:cubicBezTo>
                <a:cubicBezTo>
                  <a:pt x="148" y="23"/>
                  <a:pt x="152" y="25"/>
                  <a:pt x="154" y="30"/>
                </a:cubicBezTo>
                <a:cubicBezTo>
                  <a:pt x="159" y="40"/>
                  <a:pt x="159" y="40"/>
                  <a:pt x="159" y="40"/>
                </a:cubicBezTo>
                <a:cubicBezTo>
                  <a:pt x="159" y="5"/>
                  <a:pt x="159" y="5"/>
                  <a:pt x="159" y="5"/>
                </a:cubicBezTo>
                <a:close/>
                <a:moveTo>
                  <a:pt x="159" y="65"/>
                </a:moveTo>
                <a:cubicBezTo>
                  <a:pt x="159" y="82"/>
                  <a:pt x="159" y="82"/>
                  <a:pt x="159" y="82"/>
                </a:cubicBezTo>
                <a:cubicBezTo>
                  <a:pt x="144" y="89"/>
                  <a:pt x="144" y="89"/>
                  <a:pt x="144" y="89"/>
                </a:cubicBezTo>
                <a:cubicBezTo>
                  <a:pt x="144" y="72"/>
                  <a:pt x="144" y="72"/>
                  <a:pt x="144" y="72"/>
                </a:cubicBezTo>
                <a:cubicBezTo>
                  <a:pt x="157" y="66"/>
                  <a:pt x="157" y="66"/>
                  <a:pt x="157" y="66"/>
                </a:cubicBezTo>
                <a:cubicBezTo>
                  <a:pt x="158" y="66"/>
                  <a:pt x="159" y="66"/>
                  <a:pt x="159" y="65"/>
                </a:cubicBezTo>
                <a:close/>
                <a:moveTo>
                  <a:pt x="159" y="108"/>
                </a:moveTo>
                <a:cubicBezTo>
                  <a:pt x="159" y="118"/>
                  <a:pt x="159" y="118"/>
                  <a:pt x="159" y="118"/>
                </a:cubicBezTo>
                <a:cubicBezTo>
                  <a:pt x="156" y="120"/>
                  <a:pt x="156" y="120"/>
                  <a:pt x="156" y="120"/>
                </a:cubicBezTo>
                <a:cubicBezTo>
                  <a:pt x="154" y="121"/>
                  <a:pt x="153" y="123"/>
                  <a:pt x="154" y="126"/>
                </a:cubicBezTo>
                <a:cubicBezTo>
                  <a:pt x="159" y="136"/>
                  <a:pt x="159" y="136"/>
                  <a:pt x="159" y="136"/>
                </a:cubicBezTo>
                <a:cubicBezTo>
                  <a:pt x="159" y="160"/>
                  <a:pt x="159" y="160"/>
                  <a:pt x="159" y="160"/>
                </a:cubicBezTo>
                <a:cubicBezTo>
                  <a:pt x="159" y="159"/>
                  <a:pt x="159" y="159"/>
                  <a:pt x="159" y="159"/>
                </a:cubicBezTo>
                <a:cubicBezTo>
                  <a:pt x="158" y="157"/>
                  <a:pt x="155" y="156"/>
                  <a:pt x="153" y="157"/>
                </a:cubicBezTo>
                <a:cubicBezTo>
                  <a:pt x="144" y="162"/>
                  <a:pt x="144" y="162"/>
                  <a:pt x="144" y="162"/>
                </a:cubicBezTo>
                <a:cubicBezTo>
                  <a:pt x="144" y="151"/>
                  <a:pt x="144" y="151"/>
                  <a:pt x="144" y="151"/>
                </a:cubicBezTo>
                <a:cubicBezTo>
                  <a:pt x="149" y="148"/>
                  <a:pt x="149" y="148"/>
                  <a:pt x="149" y="148"/>
                </a:cubicBezTo>
                <a:cubicBezTo>
                  <a:pt x="151" y="147"/>
                  <a:pt x="152" y="145"/>
                  <a:pt x="151" y="143"/>
                </a:cubicBezTo>
                <a:cubicBezTo>
                  <a:pt x="151" y="143"/>
                  <a:pt x="151" y="143"/>
                  <a:pt x="151" y="143"/>
                </a:cubicBezTo>
                <a:cubicBezTo>
                  <a:pt x="145" y="130"/>
                  <a:pt x="145" y="130"/>
                  <a:pt x="145" y="130"/>
                </a:cubicBezTo>
                <a:cubicBezTo>
                  <a:pt x="145" y="129"/>
                  <a:pt x="144" y="129"/>
                  <a:pt x="144" y="128"/>
                </a:cubicBezTo>
                <a:cubicBezTo>
                  <a:pt x="144" y="104"/>
                  <a:pt x="144" y="104"/>
                  <a:pt x="144" y="104"/>
                </a:cubicBezTo>
                <a:cubicBezTo>
                  <a:pt x="146" y="109"/>
                  <a:pt x="146" y="109"/>
                  <a:pt x="146" y="109"/>
                </a:cubicBezTo>
                <a:cubicBezTo>
                  <a:pt x="147" y="111"/>
                  <a:pt x="150" y="112"/>
                  <a:pt x="152" y="111"/>
                </a:cubicBezTo>
                <a:lnTo>
                  <a:pt x="159" y="108"/>
                </a:lnTo>
                <a:close/>
                <a:moveTo>
                  <a:pt x="132" y="2"/>
                </a:moveTo>
                <a:cubicBezTo>
                  <a:pt x="123" y="7"/>
                  <a:pt x="123" y="7"/>
                  <a:pt x="123" y="7"/>
                </a:cubicBezTo>
                <a:cubicBezTo>
                  <a:pt x="123" y="30"/>
                  <a:pt x="123" y="30"/>
                  <a:pt x="123" y="30"/>
                </a:cubicBezTo>
                <a:cubicBezTo>
                  <a:pt x="137" y="23"/>
                  <a:pt x="137" y="23"/>
                  <a:pt x="137" y="23"/>
                </a:cubicBezTo>
                <a:cubicBezTo>
                  <a:pt x="139" y="22"/>
                  <a:pt x="142" y="22"/>
                  <a:pt x="144" y="22"/>
                </a:cubicBezTo>
                <a:cubicBezTo>
                  <a:pt x="144" y="0"/>
                  <a:pt x="144" y="0"/>
                  <a:pt x="144" y="0"/>
                </a:cubicBezTo>
                <a:cubicBezTo>
                  <a:pt x="140" y="0"/>
                  <a:pt x="136" y="1"/>
                  <a:pt x="132" y="2"/>
                </a:cubicBezTo>
                <a:close/>
                <a:moveTo>
                  <a:pt x="123" y="225"/>
                </a:moveTo>
                <a:cubicBezTo>
                  <a:pt x="144" y="216"/>
                  <a:pt x="144" y="216"/>
                  <a:pt x="144" y="216"/>
                </a:cubicBezTo>
                <a:cubicBezTo>
                  <a:pt x="144" y="187"/>
                  <a:pt x="144" y="187"/>
                  <a:pt x="144" y="187"/>
                </a:cubicBezTo>
                <a:cubicBezTo>
                  <a:pt x="135" y="191"/>
                  <a:pt x="135" y="191"/>
                  <a:pt x="135" y="191"/>
                </a:cubicBezTo>
                <a:cubicBezTo>
                  <a:pt x="133" y="192"/>
                  <a:pt x="130" y="191"/>
                  <a:pt x="129" y="189"/>
                </a:cubicBezTo>
                <a:cubicBezTo>
                  <a:pt x="123" y="177"/>
                  <a:pt x="123" y="177"/>
                  <a:pt x="123" y="177"/>
                </a:cubicBezTo>
                <a:cubicBezTo>
                  <a:pt x="123" y="225"/>
                  <a:pt x="123" y="225"/>
                  <a:pt x="123" y="225"/>
                </a:cubicBezTo>
                <a:close/>
                <a:moveTo>
                  <a:pt x="144" y="72"/>
                </a:moveTo>
                <a:cubicBezTo>
                  <a:pt x="144" y="89"/>
                  <a:pt x="144" y="89"/>
                  <a:pt x="144" y="89"/>
                </a:cubicBezTo>
                <a:cubicBezTo>
                  <a:pt x="142" y="90"/>
                  <a:pt x="142" y="90"/>
                  <a:pt x="142" y="90"/>
                </a:cubicBezTo>
                <a:cubicBezTo>
                  <a:pt x="140" y="91"/>
                  <a:pt x="139" y="94"/>
                  <a:pt x="140" y="96"/>
                </a:cubicBezTo>
                <a:cubicBezTo>
                  <a:pt x="144" y="104"/>
                  <a:pt x="144" y="104"/>
                  <a:pt x="144" y="104"/>
                </a:cubicBezTo>
                <a:cubicBezTo>
                  <a:pt x="144" y="128"/>
                  <a:pt x="144" y="128"/>
                  <a:pt x="144" y="128"/>
                </a:cubicBezTo>
                <a:cubicBezTo>
                  <a:pt x="143" y="127"/>
                  <a:pt x="141" y="127"/>
                  <a:pt x="139" y="128"/>
                </a:cubicBezTo>
                <a:cubicBezTo>
                  <a:pt x="123" y="135"/>
                  <a:pt x="123" y="135"/>
                  <a:pt x="123" y="135"/>
                </a:cubicBezTo>
                <a:cubicBezTo>
                  <a:pt x="123" y="125"/>
                  <a:pt x="123" y="125"/>
                  <a:pt x="123" y="125"/>
                </a:cubicBezTo>
                <a:cubicBezTo>
                  <a:pt x="135" y="119"/>
                  <a:pt x="135" y="119"/>
                  <a:pt x="135" y="119"/>
                </a:cubicBezTo>
                <a:cubicBezTo>
                  <a:pt x="137" y="118"/>
                  <a:pt x="138" y="115"/>
                  <a:pt x="137" y="113"/>
                </a:cubicBezTo>
                <a:cubicBezTo>
                  <a:pt x="137" y="113"/>
                  <a:pt x="137" y="113"/>
                  <a:pt x="137" y="113"/>
                </a:cubicBezTo>
                <a:cubicBezTo>
                  <a:pt x="131" y="100"/>
                  <a:pt x="131" y="100"/>
                  <a:pt x="131" y="100"/>
                </a:cubicBezTo>
                <a:cubicBezTo>
                  <a:pt x="130" y="98"/>
                  <a:pt x="128" y="97"/>
                  <a:pt x="126" y="98"/>
                </a:cubicBezTo>
                <a:cubicBezTo>
                  <a:pt x="123" y="99"/>
                  <a:pt x="123" y="99"/>
                  <a:pt x="123" y="99"/>
                </a:cubicBezTo>
                <a:cubicBezTo>
                  <a:pt x="123" y="82"/>
                  <a:pt x="123" y="82"/>
                  <a:pt x="123" y="82"/>
                </a:cubicBezTo>
                <a:cubicBezTo>
                  <a:pt x="144" y="72"/>
                  <a:pt x="144" y="72"/>
                  <a:pt x="144" y="72"/>
                </a:cubicBezTo>
                <a:close/>
                <a:moveTo>
                  <a:pt x="144" y="151"/>
                </a:moveTo>
                <a:cubicBezTo>
                  <a:pt x="144" y="162"/>
                  <a:pt x="144" y="162"/>
                  <a:pt x="144" y="162"/>
                </a:cubicBezTo>
                <a:cubicBezTo>
                  <a:pt x="125" y="171"/>
                  <a:pt x="125" y="171"/>
                  <a:pt x="125" y="171"/>
                </a:cubicBezTo>
                <a:cubicBezTo>
                  <a:pt x="124" y="171"/>
                  <a:pt x="124" y="172"/>
                  <a:pt x="123" y="172"/>
                </a:cubicBezTo>
                <a:cubicBezTo>
                  <a:pt x="123" y="161"/>
                  <a:pt x="123" y="161"/>
                  <a:pt x="123" y="161"/>
                </a:cubicBezTo>
                <a:lnTo>
                  <a:pt x="144" y="151"/>
                </a:lnTo>
                <a:close/>
                <a:moveTo>
                  <a:pt x="123" y="7"/>
                </a:moveTo>
                <a:cubicBezTo>
                  <a:pt x="99" y="18"/>
                  <a:pt x="99" y="18"/>
                  <a:pt x="99" y="18"/>
                </a:cubicBezTo>
                <a:cubicBezTo>
                  <a:pt x="99" y="41"/>
                  <a:pt x="99" y="41"/>
                  <a:pt x="99" y="41"/>
                </a:cubicBezTo>
                <a:cubicBezTo>
                  <a:pt x="123" y="30"/>
                  <a:pt x="123" y="30"/>
                  <a:pt x="123" y="30"/>
                </a:cubicBezTo>
                <a:cubicBezTo>
                  <a:pt x="123" y="7"/>
                  <a:pt x="123" y="7"/>
                  <a:pt x="123" y="7"/>
                </a:cubicBezTo>
                <a:close/>
                <a:moveTo>
                  <a:pt x="99" y="236"/>
                </a:moveTo>
                <a:cubicBezTo>
                  <a:pt x="100" y="236"/>
                  <a:pt x="102" y="235"/>
                  <a:pt x="103" y="235"/>
                </a:cubicBezTo>
                <a:cubicBezTo>
                  <a:pt x="123" y="225"/>
                  <a:pt x="123" y="225"/>
                  <a:pt x="123" y="225"/>
                </a:cubicBezTo>
                <a:cubicBezTo>
                  <a:pt x="123" y="177"/>
                  <a:pt x="123" y="177"/>
                  <a:pt x="123" y="177"/>
                </a:cubicBezTo>
                <a:cubicBezTo>
                  <a:pt x="123" y="176"/>
                  <a:pt x="123" y="176"/>
                  <a:pt x="123" y="176"/>
                </a:cubicBezTo>
                <a:cubicBezTo>
                  <a:pt x="122" y="175"/>
                  <a:pt x="123" y="174"/>
                  <a:pt x="123" y="172"/>
                </a:cubicBezTo>
                <a:cubicBezTo>
                  <a:pt x="123" y="161"/>
                  <a:pt x="123" y="161"/>
                  <a:pt x="123" y="161"/>
                </a:cubicBezTo>
                <a:cubicBezTo>
                  <a:pt x="121" y="162"/>
                  <a:pt x="121" y="162"/>
                  <a:pt x="121" y="162"/>
                </a:cubicBezTo>
                <a:cubicBezTo>
                  <a:pt x="119" y="163"/>
                  <a:pt x="116" y="162"/>
                  <a:pt x="115" y="159"/>
                </a:cubicBezTo>
                <a:cubicBezTo>
                  <a:pt x="109" y="147"/>
                  <a:pt x="109" y="147"/>
                  <a:pt x="109" y="147"/>
                </a:cubicBezTo>
                <a:cubicBezTo>
                  <a:pt x="108" y="145"/>
                  <a:pt x="109" y="142"/>
                  <a:pt x="111" y="141"/>
                </a:cubicBezTo>
                <a:cubicBezTo>
                  <a:pt x="123" y="135"/>
                  <a:pt x="123" y="135"/>
                  <a:pt x="123" y="135"/>
                </a:cubicBezTo>
                <a:cubicBezTo>
                  <a:pt x="123" y="125"/>
                  <a:pt x="123" y="125"/>
                  <a:pt x="123" y="125"/>
                </a:cubicBezTo>
                <a:cubicBezTo>
                  <a:pt x="107" y="132"/>
                  <a:pt x="107" y="132"/>
                  <a:pt x="107" y="132"/>
                </a:cubicBezTo>
                <a:cubicBezTo>
                  <a:pt x="105" y="133"/>
                  <a:pt x="102" y="132"/>
                  <a:pt x="101" y="130"/>
                </a:cubicBezTo>
                <a:cubicBezTo>
                  <a:pt x="99" y="124"/>
                  <a:pt x="99" y="124"/>
                  <a:pt x="99" y="124"/>
                </a:cubicBezTo>
                <a:cubicBezTo>
                  <a:pt x="99" y="150"/>
                  <a:pt x="99" y="150"/>
                  <a:pt x="99" y="150"/>
                </a:cubicBezTo>
                <a:cubicBezTo>
                  <a:pt x="99" y="150"/>
                  <a:pt x="99" y="151"/>
                  <a:pt x="100" y="151"/>
                </a:cubicBezTo>
                <a:cubicBezTo>
                  <a:pt x="106" y="164"/>
                  <a:pt x="106" y="164"/>
                  <a:pt x="106" y="164"/>
                </a:cubicBezTo>
                <a:cubicBezTo>
                  <a:pt x="106" y="164"/>
                  <a:pt x="106" y="164"/>
                  <a:pt x="106" y="164"/>
                </a:cubicBezTo>
                <a:cubicBezTo>
                  <a:pt x="107" y="166"/>
                  <a:pt x="106" y="169"/>
                  <a:pt x="104" y="170"/>
                </a:cubicBezTo>
                <a:cubicBezTo>
                  <a:pt x="99" y="172"/>
                  <a:pt x="99" y="172"/>
                  <a:pt x="99" y="172"/>
                </a:cubicBezTo>
                <a:cubicBezTo>
                  <a:pt x="99" y="183"/>
                  <a:pt x="99" y="183"/>
                  <a:pt x="99" y="183"/>
                </a:cubicBezTo>
                <a:cubicBezTo>
                  <a:pt x="108" y="179"/>
                  <a:pt x="108" y="179"/>
                  <a:pt x="108" y="179"/>
                </a:cubicBezTo>
                <a:cubicBezTo>
                  <a:pt x="110" y="178"/>
                  <a:pt x="113" y="179"/>
                  <a:pt x="114" y="181"/>
                </a:cubicBezTo>
                <a:cubicBezTo>
                  <a:pt x="120" y="194"/>
                  <a:pt x="120" y="194"/>
                  <a:pt x="120" y="194"/>
                </a:cubicBezTo>
                <a:cubicBezTo>
                  <a:pt x="120" y="194"/>
                  <a:pt x="120" y="194"/>
                  <a:pt x="120" y="194"/>
                </a:cubicBezTo>
                <a:cubicBezTo>
                  <a:pt x="121" y="196"/>
                  <a:pt x="120" y="198"/>
                  <a:pt x="118" y="199"/>
                </a:cubicBezTo>
                <a:cubicBezTo>
                  <a:pt x="99" y="208"/>
                  <a:pt x="99" y="208"/>
                  <a:pt x="99" y="208"/>
                </a:cubicBezTo>
                <a:cubicBezTo>
                  <a:pt x="99" y="236"/>
                  <a:pt x="99" y="236"/>
                  <a:pt x="99" y="236"/>
                </a:cubicBezTo>
                <a:close/>
                <a:moveTo>
                  <a:pt x="123" y="82"/>
                </a:moveTo>
                <a:cubicBezTo>
                  <a:pt x="123" y="99"/>
                  <a:pt x="123" y="99"/>
                  <a:pt x="123" y="99"/>
                </a:cubicBezTo>
                <a:cubicBezTo>
                  <a:pt x="99" y="111"/>
                  <a:pt x="99" y="111"/>
                  <a:pt x="99" y="111"/>
                </a:cubicBezTo>
                <a:cubicBezTo>
                  <a:pt x="99" y="94"/>
                  <a:pt x="99" y="94"/>
                  <a:pt x="99" y="94"/>
                </a:cubicBezTo>
                <a:lnTo>
                  <a:pt x="123" y="82"/>
                </a:lnTo>
                <a:close/>
                <a:moveTo>
                  <a:pt x="99" y="18"/>
                </a:moveTo>
                <a:cubicBezTo>
                  <a:pt x="71" y="31"/>
                  <a:pt x="71" y="31"/>
                  <a:pt x="71" y="31"/>
                </a:cubicBezTo>
                <a:cubicBezTo>
                  <a:pt x="71" y="54"/>
                  <a:pt x="71" y="54"/>
                  <a:pt x="71" y="54"/>
                </a:cubicBezTo>
                <a:cubicBezTo>
                  <a:pt x="99" y="41"/>
                  <a:pt x="99" y="41"/>
                  <a:pt x="99" y="41"/>
                </a:cubicBezTo>
                <a:cubicBezTo>
                  <a:pt x="99" y="18"/>
                  <a:pt x="99" y="18"/>
                  <a:pt x="99" y="18"/>
                </a:cubicBezTo>
                <a:close/>
                <a:moveTo>
                  <a:pt x="71" y="227"/>
                </a:moveTo>
                <a:cubicBezTo>
                  <a:pt x="77" y="235"/>
                  <a:pt x="88" y="239"/>
                  <a:pt x="99" y="236"/>
                </a:cubicBezTo>
                <a:cubicBezTo>
                  <a:pt x="99" y="208"/>
                  <a:pt x="99" y="208"/>
                  <a:pt x="99" y="208"/>
                </a:cubicBezTo>
                <a:cubicBezTo>
                  <a:pt x="89" y="212"/>
                  <a:pt x="89" y="212"/>
                  <a:pt x="89" y="212"/>
                </a:cubicBezTo>
                <a:cubicBezTo>
                  <a:pt x="87" y="213"/>
                  <a:pt x="85" y="213"/>
                  <a:pt x="84" y="210"/>
                </a:cubicBezTo>
                <a:cubicBezTo>
                  <a:pt x="78" y="197"/>
                  <a:pt x="78" y="197"/>
                  <a:pt x="78" y="197"/>
                </a:cubicBezTo>
                <a:cubicBezTo>
                  <a:pt x="77" y="195"/>
                  <a:pt x="78" y="193"/>
                  <a:pt x="80" y="192"/>
                </a:cubicBezTo>
                <a:cubicBezTo>
                  <a:pt x="99" y="183"/>
                  <a:pt x="99" y="183"/>
                  <a:pt x="99" y="183"/>
                </a:cubicBezTo>
                <a:cubicBezTo>
                  <a:pt x="99" y="172"/>
                  <a:pt x="99" y="172"/>
                  <a:pt x="99" y="172"/>
                </a:cubicBezTo>
                <a:cubicBezTo>
                  <a:pt x="75" y="183"/>
                  <a:pt x="75" y="183"/>
                  <a:pt x="75" y="183"/>
                </a:cubicBezTo>
                <a:cubicBezTo>
                  <a:pt x="74" y="184"/>
                  <a:pt x="72" y="183"/>
                  <a:pt x="71" y="182"/>
                </a:cubicBezTo>
                <a:cubicBezTo>
                  <a:pt x="71" y="227"/>
                  <a:pt x="71" y="227"/>
                  <a:pt x="71" y="227"/>
                </a:cubicBezTo>
                <a:close/>
                <a:moveTo>
                  <a:pt x="99" y="94"/>
                </a:moveTo>
                <a:cubicBezTo>
                  <a:pt x="99" y="111"/>
                  <a:pt x="99" y="111"/>
                  <a:pt x="99" y="111"/>
                </a:cubicBezTo>
                <a:cubicBezTo>
                  <a:pt x="97" y="111"/>
                  <a:pt x="97" y="111"/>
                  <a:pt x="97" y="111"/>
                </a:cubicBezTo>
                <a:cubicBezTo>
                  <a:pt x="95" y="112"/>
                  <a:pt x="94" y="115"/>
                  <a:pt x="95" y="117"/>
                </a:cubicBezTo>
                <a:cubicBezTo>
                  <a:pt x="99" y="124"/>
                  <a:pt x="99" y="124"/>
                  <a:pt x="99" y="124"/>
                </a:cubicBezTo>
                <a:cubicBezTo>
                  <a:pt x="99" y="150"/>
                  <a:pt x="99" y="150"/>
                  <a:pt x="99" y="150"/>
                </a:cubicBezTo>
                <a:cubicBezTo>
                  <a:pt x="97" y="149"/>
                  <a:pt x="96" y="148"/>
                  <a:pt x="94" y="149"/>
                </a:cubicBezTo>
                <a:cubicBezTo>
                  <a:pt x="71" y="160"/>
                  <a:pt x="71" y="160"/>
                  <a:pt x="71" y="160"/>
                </a:cubicBezTo>
                <a:cubicBezTo>
                  <a:pt x="71" y="149"/>
                  <a:pt x="71" y="149"/>
                  <a:pt x="71" y="149"/>
                </a:cubicBezTo>
                <a:cubicBezTo>
                  <a:pt x="90" y="140"/>
                  <a:pt x="90" y="140"/>
                  <a:pt x="90" y="140"/>
                </a:cubicBezTo>
                <a:cubicBezTo>
                  <a:pt x="92" y="139"/>
                  <a:pt x="93" y="136"/>
                  <a:pt x="92" y="134"/>
                </a:cubicBezTo>
                <a:cubicBezTo>
                  <a:pt x="92" y="134"/>
                  <a:pt x="92" y="134"/>
                  <a:pt x="92" y="134"/>
                </a:cubicBezTo>
                <a:cubicBezTo>
                  <a:pt x="86" y="122"/>
                  <a:pt x="86" y="122"/>
                  <a:pt x="86" y="122"/>
                </a:cubicBezTo>
                <a:cubicBezTo>
                  <a:pt x="85" y="119"/>
                  <a:pt x="82" y="118"/>
                  <a:pt x="80" y="119"/>
                </a:cubicBezTo>
                <a:cubicBezTo>
                  <a:pt x="71" y="124"/>
                  <a:pt x="71" y="124"/>
                  <a:pt x="71" y="124"/>
                </a:cubicBezTo>
                <a:cubicBezTo>
                  <a:pt x="71" y="107"/>
                  <a:pt x="71" y="107"/>
                  <a:pt x="71" y="107"/>
                </a:cubicBezTo>
                <a:lnTo>
                  <a:pt x="99" y="94"/>
                </a:lnTo>
                <a:close/>
                <a:moveTo>
                  <a:pt x="71" y="31"/>
                </a:moveTo>
                <a:cubicBezTo>
                  <a:pt x="20" y="55"/>
                  <a:pt x="20" y="55"/>
                  <a:pt x="20" y="55"/>
                </a:cubicBezTo>
                <a:cubicBezTo>
                  <a:pt x="6" y="62"/>
                  <a:pt x="0" y="78"/>
                  <a:pt x="7" y="91"/>
                </a:cubicBezTo>
                <a:cubicBezTo>
                  <a:pt x="68" y="222"/>
                  <a:pt x="68" y="222"/>
                  <a:pt x="68" y="222"/>
                </a:cubicBezTo>
                <a:cubicBezTo>
                  <a:pt x="69" y="223"/>
                  <a:pt x="70" y="225"/>
                  <a:pt x="71" y="227"/>
                </a:cubicBezTo>
                <a:cubicBezTo>
                  <a:pt x="71" y="182"/>
                  <a:pt x="71" y="182"/>
                  <a:pt x="71" y="182"/>
                </a:cubicBezTo>
                <a:cubicBezTo>
                  <a:pt x="71" y="182"/>
                  <a:pt x="70" y="181"/>
                  <a:pt x="70" y="181"/>
                </a:cubicBezTo>
                <a:cubicBezTo>
                  <a:pt x="64" y="168"/>
                  <a:pt x="64" y="168"/>
                  <a:pt x="64" y="168"/>
                </a:cubicBezTo>
                <a:cubicBezTo>
                  <a:pt x="63" y="166"/>
                  <a:pt x="64" y="163"/>
                  <a:pt x="66" y="162"/>
                </a:cubicBezTo>
                <a:cubicBezTo>
                  <a:pt x="71" y="160"/>
                  <a:pt x="71" y="160"/>
                  <a:pt x="71" y="160"/>
                </a:cubicBezTo>
                <a:cubicBezTo>
                  <a:pt x="71" y="149"/>
                  <a:pt x="71" y="149"/>
                  <a:pt x="71" y="149"/>
                </a:cubicBezTo>
                <a:cubicBezTo>
                  <a:pt x="62" y="153"/>
                  <a:pt x="62" y="153"/>
                  <a:pt x="62" y="153"/>
                </a:cubicBezTo>
                <a:cubicBezTo>
                  <a:pt x="60" y="154"/>
                  <a:pt x="57" y="153"/>
                  <a:pt x="56" y="151"/>
                </a:cubicBezTo>
                <a:cubicBezTo>
                  <a:pt x="50" y="138"/>
                  <a:pt x="50" y="138"/>
                  <a:pt x="50" y="138"/>
                </a:cubicBezTo>
                <a:cubicBezTo>
                  <a:pt x="49" y="136"/>
                  <a:pt x="50" y="134"/>
                  <a:pt x="52" y="133"/>
                </a:cubicBezTo>
                <a:cubicBezTo>
                  <a:pt x="71" y="124"/>
                  <a:pt x="71" y="124"/>
                  <a:pt x="71" y="124"/>
                </a:cubicBezTo>
                <a:cubicBezTo>
                  <a:pt x="71" y="107"/>
                  <a:pt x="71" y="107"/>
                  <a:pt x="71" y="107"/>
                </a:cubicBezTo>
                <a:cubicBezTo>
                  <a:pt x="53" y="115"/>
                  <a:pt x="53" y="115"/>
                  <a:pt x="53" y="115"/>
                </a:cubicBezTo>
                <a:cubicBezTo>
                  <a:pt x="46" y="118"/>
                  <a:pt x="38" y="116"/>
                  <a:pt x="35" y="109"/>
                </a:cubicBezTo>
                <a:cubicBezTo>
                  <a:pt x="26" y="89"/>
                  <a:pt x="26" y="89"/>
                  <a:pt x="26" y="89"/>
                </a:cubicBezTo>
                <a:cubicBezTo>
                  <a:pt x="23" y="83"/>
                  <a:pt x="26" y="75"/>
                  <a:pt x="33" y="72"/>
                </a:cubicBezTo>
                <a:cubicBezTo>
                  <a:pt x="71" y="54"/>
                  <a:pt x="71" y="54"/>
                  <a:pt x="71" y="54"/>
                </a:cubicBezTo>
                <a:lnTo>
                  <a:pt x="71" y="31"/>
                </a:ln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4" name="Rectangle 59"/>
          <p:cNvSpPr>
            <a:spLocks noChangeArrowheads="1"/>
          </p:cNvSpPr>
          <p:nvPr/>
        </p:nvSpPr>
        <p:spPr bwMode="auto">
          <a:xfrm>
            <a:off x="8465039" y="3421703"/>
            <a:ext cx="626900"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5" name="Rectangle 60"/>
          <p:cNvSpPr>
            <a:spLocks noChangeArrowheads="1"/>
          </p:cNvSpPr>
          <p:nvPr/>
        </p:nvSpPr>
        <p:spPr bwMode="auto">
          <a:xfrm>
            <a:off x="8490433" y="3358219"/>
            <a:ext cx="576113"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6" name="Rectangle 61"/>
          <p:cNvSpPr>
            <a:spLocks noChangeArrowheads="1"/>
          </p:cNvSpPr>
          <p:nvPr/>
        </p:nvSpPr>
        <p:spPr bwMode="auto">
          <a:xfrm>
            <a:off x="8717386" y="3293148"/>
            <a:ext cx="122207"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7" name="Rectangle 62"/>
          <p:cNvSpPr>
            <a:spLocks noChangeArrowheads="1"/>
          </p:cNvSpPr>
          <p:nvPr/>
        </p:nvSpPr>
        <p:spPr bwMode="auto">
          <a:xfrm>
            <a:off x="8739605" y="3059847"/>
            <a:ext cx="77768" cy="253933"/>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8" name="Rectangle 63"/>
          <p:cNvSpPr>
            <a:spLocks noChangeArrowheads="1"/>
          </p:cNvSpPr>
          <p:nvPr/>
        </p:nvSpPr>
        <p:spPr bwMode="auto">
          <a:xfrm>
            <a:off x="8717386" y="3047151"/>
            <a:ext cx="122207"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9" name="Rectangle 64"/>
          <p:cNvSpPr>
            <a:spLocks noChangeArrowheads="1"/>
          </p:cNvSpPr>
          <p:nvPr/>
        </p:nvSpPr>
        <p:spPr bwMode="auto">
          <a:xfrm>
            <a:off x="8903075" y="3293148"/>
            <a:ext cx="119032"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0" name="Rectangle 65"/>
          <p:cNvSpPr>
            <a:spLocks noChangeArrowheads="1"/>
          </p:cNvSpPr>
          <p:nvPr/>
        </p:nvSpPr>
        <p:spPr bwMode="auto">
          <a:xfrm>
            <a:off x="8923707" y="3059847"/>
            <a:ext cx="76180" cy="253933"/>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1" name="Rectangle 66"/>
          <p:cNvSpPr>
            <a:spLocks noChangeArrowheads="1"/>
          </p:cNvSpPr>
          <p:nvPr/>
        </p:nvSpPr>
        <p:spPr bwMode="auto">
          <a:xfrm>
            <a:off x="8903075" y="3047151"/>
            <a:ext cx="119032"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2" name="Rectangle 67"/>
          <p:cNvSpPr>
            <a:spLocks noChangeArrowheads="1"/>
          </p:cNvSpPr>
          <p:nvPr/>
        </p:nvSpPr>
        <p:spPr bwMode="auto">
          <a:xfrm>
            <a:off x="8534871" y="3293148"/>
            <a:ext cx="122207"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3" name="Rectangle 68"/>
          <p:cNvSpPr>
            <a:spLocks noChangeArrowheads="1"/>
          </p:cNvSpPr>
          <p:nvPr/>
        </p:nvSpPr>
        <p:spPr bwMode="auto">
          <a:xfrm>
            <a:off x="8555504" y="3059847"/>
            <a:ext cx="79355" cy="253933"/>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4" name="Rectangle 69"/>
          <p:cNvSpPr>
            <a:spLocks noChangeArrowheads="1"/>
          </p:cNvSpPr>
          <p:nvPr/>
        </p:nvSpPr>
        <p:spPr bwMode="auto">
          <a:xfrm>
            <a:off x="8534871" y="3047151"/>
            <a:ext cx="122207"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5" name="Rectangle 70"/>
          <p:cNvSpPr>
            <a:spLocks noChangeArrowheads="1"/>
          </p:cNvSpPr>
          <p:nvPr/>
        </p:nvSpPr>
        <p:spPr bwMode="auto">
          <a:xfrm>
            <a:off x="8490433" y="2977319"/>
            <a:ext cx="576113"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6" name="Freeform 71"/>
          <p:cNvSpPr/>
          <p:nvPr/>
        </p:nvSpPr>
        <p:spPr bwMode="auto">
          <a:xfrm>
            <a:off x="8490433" y="2793217"/>
            <a:ext cx="576113" cy="184103"/>
          </a:xfrm>
          <a:custGeom>
            <a:avLst/>
            <a:gdLst>
              <a:gd name="T0" fmla="*/ 181 w 363"/>
              <a:gd name="T1" fmla="*/ 0 h 116"/>
              <a:gd name="T2" fmla="*/ 363 w 363"/>
              <a:gd name="T3" fmla="*/ 116 h 116"/>
              <a:gd name="T4" fmla="*/ 0 w 363"/>
              <a:gd name="T5" fmla="*/ 116 h 116"/>
              <a:gd name="T6" fmla="*/ 181 w 363"/>
              <a:gd name="T7" fmla="*/ 0 h 116"/>
            </a:gdLst>
            <a:ahLst/>
            <a:cxnLst>
              <a:cxn ang="0">
                <a:pos x="T0" y="T1"/>
              </a:cxn>
              <a:cxn ang="0">
                <a:pos x="T2" y="T3"/>
              </a:cxn>
              <a:cxn ang="0">
                <a:pos x="T4" y="T5"/>
              </a:cxn>
              <a:cxn ang="0">
                <a:pos x="T6" y="T7"/>
              </a:cxn>
            </a:cxnLst>
            <a:rect l="0" t="0" r="r" b="b"/>
            <a:pathLst>
              <a:path w="363" h="116">
                <a:moveTo>
                  <a:pt x="181" y="0"/>
                </a:moveTo>
                <a:lnTo>
                  <a:pt x="363" y="116"/>
                </a:lnTo>
                <a:lnTo>
                  <a:pt x="0" y="116"/>
                </a:lnTo>
                <a:lnTo>
                  <a:pt x="181"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7" name="Freeform 72"/>
          <p:cNvSpPr>
            <a:spLocks noEditPoints="1"/>
          </p:cNvSpPr>
          <p:nvPr/>
        </p:nvSpPr>
        <p:spPr bwMode="auto">
          <a:xfrm>
            <a:off x="6906521" y="2959860"/>
            <a:ext cx="799892" cy="522152"/>
          </a:xfrm>
          <a:custGeom>
            <a:avLst/>
            <a:gdLst>
              <a:gd name="T0" fmla="*/ 82 w 367"/>
              <a:gd name="T1" fmla="*/ 27 h 240"/>
              <a:gd name="T2" fmla="*/ 367 w 367"/>
              <a:gd name="T3" fmla="*/ 120 h 240"/>
              <a:gd name="T4" fmla="*/ 82 w 367"/>
              <a:gd name="T5" fmla="*/ 213 h 240"/>
              <a:gd name="T6" fmla="*/ 82 w 367"/>
              <a:gd name="T7" fmla="*/ 177 h 240"/>
              <a:gd name="T8" fmla="*/ 127 w 367"/>
              <a:gd name="T9" fmla="*/ 143 h 240"/>
              <a:gd name="T10" fmla="*/ 127 w 367"/>
              <a:gd name="T11" fmla="*/ 87 h 240"/>
              <a:gd name="T12" fmla="*/ 138 w 367"/>
              <a:gd name="T13" fmla="*/ 87 h 240"/>
              <a:gd name="T14" fmla="*/ 138 w 367"/>
              <a:gd name="T15" fmla="*/ 64 h 240"/>
              <a:gd name="T16" fmla="*/ 127 w 367"/>
              <a:gd name="T17" fmla="*/ 64 h 240"/>
              <a:gd name="T18" fmla="*/ 102 w 367"/>
              <a:gd name="T19" fmla="*/ 64 h 240"/>
              <a:gd name="T20" fmla="*/ 91 w 367"/>
              <a:gd name="T21" fmla="*/ 64 h 240"/>
              <a:gd name="T22" fmla="*/ 91 w 367"/>
              <a:gd name="T23" fmla="*/ 87 h 240"/>
              <a:gd name="T24" fmla="*/ 102 w 367"/>
              <a:gd name="T25" fmla="*/ 87 h 240"/>
              <a:gd name="T26" fmla="*/ 102 w 367"/>
              <a:gd name="T27" fmla="*/ 143 h 240"/>
              <a:gd name="T28" fmla="*/ 82 w 367"/>
              <a:gd name="T29" fmla="*/ 156 h 240"/>
              <a:gd name="T30" fmla="*/ 82 w 367"/>
              <a:gd name="T31" fmla="*/ 27 h 240"/>
              <a:gd name="T32" fmla="*/ 0 w 367"/>
              <a:gd name="T33" fmla="*/ 0 h 240"/>
              <a:gd name="T34" fmla="*/ 82 w 367"/>
              <a:gd name="T35" fmla="*/ 27 h 240"/>
              <a:gd name="T36" fmla="*/ 82 w 367"/>
              <a:gd name="T37" fmla="*/ 156 h 240"/>
              <a:gd name="T38" fmla="*/ 82 w 367"/>
              <a:gd name="T39" fmla="*/ 156 h 240"/>
              <a:gd name="T40" fmla="*/ 62 w 367"/>
              <a:gd name="T41" fmla="*/ 143 h 240"/>
              <a:gd name="T42" fmla="*/ 62 w 367"/>
              <a:gd name="T43" fmla="*/ 87 h 240"/>
              <a:gd name="T44" fmla="*/ 73 w 367"/>
              <a:gd name="T45" fmla="*/ 87 h 240"/>
              <a:gd name="T46" fmla="*/ 73 w 367"/>
              <a:gd name="T47" fmla="*/ 64 h 240"/>
              <a:gd name="T48" fmla="*/ 62 w 367"/>
              <a:gd name="T49" fmla="*/ 64 h 240"/>
              <a:gd name="T50" fmla="*/ 37 w 367"/>
              <a:gd name="T51" fmla="*/ 64 h 240"/>
              <a:gd name="T52" fmla="*/ 26 w 367"/>
              <a:gd name="T53" fmla="*/ 64 h 240"/>
              <a:gd name="T54" fmla="*/ 26 w 367"/>
              <a:gd name="T55" fmla="*/ 87 h 240"/>
              <a:gd name="T56" fmla="*/ 37 w 367"/>
              <a:gd name="T57" fmla="*/ 87 h 240"/>
              <a:gd name="T58" fmla="*/ 37 w 367"/>
              <a:gd name="T59" fmla="*/ 143 h 240"/>
              <a:gd name="T60" fmla="*/ 82 w 367"/>
              <a:gd name="T61" fmla="*/ 177 h 240"/>
              <a:gd name="T62" fmla="*/ 82 w 367"/>
              <a:gd name="T63" fmla="*/ 177 h 240"/>
              <a:gd name="T64" fmla="*/ 82 w 367"/>
              <a:gd name="T65" fmla="*/ 213 h 240"/>
              <a:gd name="T66" fmla="*/ 0 w 367"/>
              <a:gd name="T67" fmla="*/ 240 h 240"/>
              <a:gd name="T68" fmla="*/ 0 w 367"/>
              <a:gd name="T69"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67" h="240">
                <a:moveTo>
                  <a:pt x="82" y="27"/>
                </a:moveTo>
                <a:cubicBezTo>
                  <a:pt x="367" y="120"/>
                  <a:pt x="367" y="120"/>
                  <a:pt x="367" y="120"/>
                </a:cubicBezTo>
                <a:cubicBezTo>
                  <a:pt x="82" y="213"/>
                  <a:pt x="82" y="213"/>
                  <a:pt x="82" y="213"/>
                </a:cubicBezTo>
                <a:cubicBezTo>
                  <a:pt x="82" y="177"/>
                  <a:pt x="82" y="177"/>
                  <a:pt x="82" y="177"/>
                </a:cubicBezTo>
                <a:cubicBezTo>
                  <a:pt x="107" y="177"/>
                  <a:pt x="127" y="162"/>
                  <a:pt x="127" y="143"/>
                </a:cubicBezTo>
                <a:cubicBezTo>
                  <a:pt x="127" y="87"/>
                  <a:pt x="127" y="87"/>
                  <a:pt x="127" y="87"/>
                </a:cubicBezTo>
                <a:cubicBezTo>
                  <a:pt x="138" y="87"/>
                  <a:pt x="138" y="87"/>
                  <a:pt x="138" y="87"/>
                </a:cubicBezTo>
                <a:cubicBezTo>
                  <a:pt x="138" y="64"/>
                  <a:pt x="138" y="64"/>
                  <a:pt x="138" y="64"/>
                </a:cubicBezTo>
                <a:cubicBezTo>
                  <a:pt x="127" y="64"/>
                  <a:pt x="127" y="64"/>
                  <a:pt x="127" y="64"/>
                </a:cubicBezTo>
                <a:cubicBezTo>
                  <a:pt x="102" y="64"/>
                  <a:pt x="102" y="64"/>
                  <a:pt x="102" y="64"/>
                </a:cubicBezTo>
                <a:cubicBezTo>
                  <a:pt x="91" y="64"/>
                  <a:pt x="91" y="64"/>
                  <a:pt x="91" y="64"/>
                </a:cubicBezTo>
                <a:cubicBezTo>
                  <a:pt x="91" y="87"/>
                  <a:pt x="91" y="87"/>
                  <a:pt x="91" y="87"/>
                </a:cubicBezTo>
                <a:cubicBezTo>
                  <a:pt x="102" y="87"/>
                  <a:pt x="102" y="87"/>
                  <a:pt x="102" y="87"/>
                </a:cubicBezTo>
                <a:cubicBezTo>
                  <a:pt x="102" y="143"/>
                  <a:pt x="102" y="143"/>
                  <a:pt x="102" y="143"/>
                </a:cubicBezTo>
                <a:cubicBezTo>
                  <a:pt x="102" y="150"/>
                  <a:pt x="93" y="156"/>
                  <a:pt x="82" y="156"/>
                </a:cubicBezTo>
                <a:lnTo>
                  <a:pt x="82" y="27"/>
                </a:lnTo>
                <a:close/>
                <a:moveTo>
                  <a:pt x="0" y="0"/>
                </a:moveTo>
                <a:cubicBezTo>
                  <a:pt x="82" y="27"/>
                  <a:pt x="82" y="27"/>
                  <a:pt x="82" y="27"/>
                </a:cubicBezTo>
                <a:cubicBezTo>
                  <a:pt x="82" y="156"/>
                  <a:pt x="82" y="156"/>
                  <a:pt x="82" y="156"/>
                </a:cubicBezTo>
                <a:cubicBezTo>
                  <a:pt x="82" y="156"/>
                  <a:pt x="82" y="156"/>
                  <a:pt x="82" y="156"/>
                </a:cubicBezTo>
                <a:cubicBezTo>
                  <a:pt x="71" y="156"/>
                  <a:pt x="62" y="150"/>
                  <a:pt x="62" y="143"/>
                </a:cubicBezTo>
                <a:cubicBezTo>
                  <a:pt x="62" y="87"/>
                  <a:pt x="62" y="87"/>
                  <a:pt x="62" y="87"/>
                </a:cubicBezTo>
                <a:cubicBezTo>
                  <a:pt x="73" y="87"/>
                  <a:pt x="73" y="87"/>
                  <a:pt x="73" y="87"/>
                </a:cubicBezTo>
                <a:cubicBezTo>
                  <a:pt x="73" y="64"/>
                  <a:pt x="73" y="64"/>
                  <a:pt x="73" y="64"/>
                </a:cubicBezTo>
                <a:cubicBezTo>
                  <a:pt x="62" y="64"/>
                  <a:pt x="62" y="64"/>
                  <a:pt x="62" y="64"/>
                </a:cubicBezTo>
                <a:cubicBezTo>
                  <a:pt x="37" y="64"/>
                  <a:pt x="37" y="64"/>
                  <a:pt x="37" y="64"/>
                </a:cubicBezTo>
                <a:cubicBezTo>
                  <a:pt x="26" y="64"/>
                  <a:pt x="26" y="64"/>
                  <a:pt x="26" y="64"/>
                </a:cubicBezTo>
                <a:cubicBezTo>
                  <a:pt x="26" y="87"/>
                  <a:pt x="26" y="87"/>
                  <a:pt x="26" y="87"/>
                </a:cubicBezTo>
                <a:cubicBezTo>
                  <a:pt x="37" y="87"/>
                  <a:pt x="37" y="87"/>
                  <a:pt x="37" y="87"/>
                </a:cubicBezTo>
                <a:cubicBezTo>
                  <a:pt x="37" y="143"/>
                  <a:pt x="37" y="143"/>
                  <a:pt x="37" y="143"/>
                </a:cubicBezTo>
                <a:cubicBezTo>
                  <a:pt x="37" y="162"/>
                  <a:pt x="57" y="177"/>
                  <a:pt x="82" y="177"/>
                </a:cubicBezTo>
                <a:cubicBezTo>
                  <a:pt x="82" y="177"/>
                  <a:pt x="82" y="177"/>
                  <a:pt x="82" y="177"/>
                </a:cubicBezTo>
                <a:cubicBezTo>
                  <a:pt x="82" y="213"/>
                  <a:pt x="82" y="213"/>
                  <a:pt x="82" y="213"/>
                </a:cubicBezTo>
                <a:cubicBezTo>
                  <a:pt x="0" y="240"/>
                  <a:pt x="0" y="240"/>
                  <a:pt x="0" y="240"/>
                </a:cubicBezTo>
                <a:lnTo>
                  <a:pt x="0"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8" name="Freeform 73"/>
          <p:cNvSpPr>
            <a:spLocks noEditPoints="1"/>
          </p:cNvSpPr>
          <p:nvPr/>
        </p:nvSpPr>
        <p:spPr bwMode="auto">
          <a:xfrm>
            <a:off x="8671361" y="3532799"/>
            <a:ext cx="187276" cy="326940"/>
          </a:xfrm>
          <a:custGeom>
            <a:avLst/>
            <a:gdLst>
              <a:gd name="T0" fmla="*/ 37 w 86"/>
              <a:gd name="T1" fmla="*/ 128 h 150"/>
              <a:gd name="T2" fmla="*/ 34 w 86"/>
              <a:gd name="T3" fmla="*/ 127 h 150"/>
              <a:gd name="T4" fmla="*/ 34 w 86"/>
              <a:gd name="T5" fmla="*/ 150 h 150"/>
              <a:gd name="T6" fmla="*/ 45 w 86"/>
              <a:gd name="T7" fmla="*/ 142 h 150"/>
              <a:gd name="T8" fmla="*/ 37 w 86"/>
              <a:gd name="T9" fmla="*/ 128 h 150"/>
              <a:gd name="T10" fmla="*/ 34 w 86"/>
              <a:gd name="T11" fmla="*/ 118 h 150"/>
              <a:gd name="T12" fmla="*/ 34 w 86"/>
              <a:gd name="T13" fmla="*/ 51 h 150"/>
              <a:gd name="T14" fmla="*/ 51 w 86"/>
              <a:gd name="T15" fmla="*/ 46 h 150"/>
              <a:gd name="T16" fmla="*/ 61 w 86"/>
              <a:gd name="T17" fmla="*/ 8 h 150"/>
              <a:gd name="T18" fmla="*/ 72 w 86"/>
              <a:gd name="T19" fmla="*/ 1 h 150"/>
              <a:gd name="T20" fmla="*/ 78 w 86"/>
              <a:gd name="T21" fmla="*/ 12 h 150"/>
              <a:gd name="T22" fmla="*/ 69 w 86"/>
              <a:gd name="T23" fmla="*/ 51 h 150"/>
              <a:gd name="T24" fmla="*/ 82 w 86"/>
              <a:gd name="T25" fmla="*/ 84 h 150"/>
              <a:gd name="T26" fmla="*/ 77 w 86"/>
              <a:gd name="T27" fmla="*/ 103 h 150"/>
              <a:gd name="T28" fmla="*/ 77 w 86"/>
              <a:gd name="T29" fmla="*/ 103 h 150"/>
              <a:gd name="T30" fmla="*/ 86 w 86"/>
              <a:gd name="T31" fmla="*/ 117 h 150"/>
              <a:gd name="T32" fmla="*/ 83 w 86"/>
              <a:gd name="T33" fmla="*/ 130 h 150"/>
              <a:gd name="T34" fmla="*/ 34 w 86"/>
              <a:gd name="T35" fmla="*/ 118 h 150"/>
              <a:gd name="T36" fmla="*/ 34 w 86"/>
              <a:gd name="T37" fmla="*/ 127 h 150"/>
              <a:gd name="T38" fmla="*/ 23 w 86"/>
              <a:gd name="T39" fmla="*/ 136 h 150"/>
              <a:gd name="T40" fmla="*/ 31 w 86"/>
              <a:gd name="T41" fmla="*/ 150 h 150"/>
              <a:gd name="T42" fmla="*/ 34 w 86"/>
              <a:gd name="T43" fmla="*/ 150 h 150"/>
              <a:gd name="T44" fmla="*/ 34 w 86"/>
              <a:gd name="T45" fmla="*/ 127 h 150"/>
              <a:gd name="T46" fmla="*/ 34 w 86"/>
              <a:gd name="T47" fmla="*/ 51 h 150"/>
              <a:gd name="T48" fmla="*/ 34 w 86"/>
              <a:gd name="T49" fmla="*/ 118 h 150"/>
              <a:gd name="T50" fmla="*/ 0 w 86"/>
              <a:gd name="T51" fmla="*/ 109 h 150"/>
              <a:gd name="T52" fmla="*/ 3 w 86"/>
              <a:gd name="T53" fmla="*/ 96 h 150"/>
              <a:gd name="T54" fmla="*/ 18 w 86"/>
              <a:gd name="T55" fmla="*/ 88 h 150"/>
              <a:gd name="T56" fmla="*/ 23 w 86"/>
              <a:gd name="T57" fmla="*/ 69 h 150"/>
              <a:gd name="T58" fmla="*/ 34 w 86"/>
              <a:gd name="T59" fmla="*/ 51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6" h="150">
                <a:moveTo>
                  <a:pt x="37" y="128"/>
                </a:moveTo>
                <a:cubicBezTo>
                  <a:pt x="36" y="127"/>
                  <a:pt x="35" y="127"/>
                  <a:pt x="34" y="127"/>
                </a:cubicBezTo>
                <a:cubicBezTo>
                  <a:pt x="34" y="150"/>
                  <a:pt x="34" y="150"/>
                  <a:pt x="34" y="150"/>
                </a:cubicBezTo>
                <a:cubicBezTo>
                  <a:pt x="39" y="150"/>
                  <a:pt x="44" y="147"/>
                  <a:pt x="45" y="142"/>
                </a:cubicBezTo>
                <a:cubicBezTo>
                  <a:pt x="47" y="136"/>
                  <a:pt x="43" y="129"/>
                  <a:pt x="37" y="128"/>
                </a:cubicBezTo>
                <a:close/>
                <a:moveTo>
                  <a:pt x="34" y="118"/>
                </a:moveTo>
                <a:cubicBezTo>
                  <a:pt x="34" y="51"/>
                  <a:pt x="34" y="51"/>
                  <a:pt x="34" y="51"/>
                </a:cubicBezTo>
                <a:cubicBezTo>
                  <a:pt x="39" y="48"/>
                  <a:pt x="45" y="46"/>
                  <a:pt x="51" y="46"/>
                </a:cubicBezTo>
                <a:cubicBezTo>
                  <a:pt x="61" y="8"/>
                  <a:pt x="61" y="8"/>
                  <a:pt x="61" y="8"/>
                </a:cubicBezTo>
                <a:cubicBezTo>
                  <a:pt x="62" y="3"/>
                  <a:pt x="67" y="0"/>
                  <a:pt x="72" y="1"/>
                </a:cubicBezTo>
                <a:cubicBezTo>
                  <a:pt x="77" y="2"/>
                  <a:pt x="80" y="7"/>
                  <a:pt x="78" y="12"/>
                </a:cubicBezTo>
                <a:cubicBezTo>
                  <a:pt x="69" y="51"/>
                  <a:pt x="69" y="51"/>
                  <a:pt x="69" y="51"/>
                </a:cubicBezTo>
                <a:cubicBezTo>
                  <a:pt x="79" y="57"/>
                  <a:pt x="86" y="68"/>
                  <a:pt x="82" y="84"/>
                </a:cubicBezTo>
                <a:cubicBezTo>
                  <a:pt x="82" y="84"/>
                  <a:pt x="79" y="97"/>
                  <a:pt x="77" y="103"/>
                </a:cubicBezTo>
                <a:cubicBezTo>
                  <a:pt x="77" y="103"/>
                  <a:pt x="77" y="103"/>
                  <a:pt x="77" y="103"/>
                </a:cubicBezTo>
                <a:cubicBezTo>
                  <a:pt x="75" y="112"/>
                  <a:pt x="86" y="117"/>
                  <a:pt x="86" y="117"/>
                </a:cubicBezTo>
                <a:cubicBezTo>
                  <a:pt x="83" y="130"/>
                  <a:pt x="83" y="130"/>
                  <a:pt x="83" y="130"/>
                </a:cubicBezTo>
                <a:lnTo>
                  <a:pt x="34" y="118"/>
                </a:lnTo>
                <a:close/>
                <a:moveTo>
                  <a:pt x="34" y="127"/>
                </a:moveTo>
                <a:cubicBezTo>
                  <a:pt x="29" y="127"/>
                  <a:pt x="24" y="131"/>
                  <a:pt x="23" y="136"/>
                </a:cubicBezTo>
                <a:cubicBezTo>
                  <a:pt x="21" y="142"/>
                  <a:pt x="25" y="148"/>
                  <a:pt x="31" y="150"/>
                </a:cubicBezTo>
                <a:cubicBezTo>
                  <a:pt x="32" y="150"/>
                  <a:pt x="33" y="150"/>
                  <a:pt x="34" y="150"/>
                </a:cubicBezTo>
                <a:cubicBezTo>
                  <a:pt x="34" y="127"/>
                  <a:pt x="34" y="127"/>
                  <a:pt x="34" y="127"/>
                </a:cubicBezTo>
                <a:close/>
                <a:moveTo>
                  <a:pt x="34" y="51"/>
                </a:moveTo>
                <a:cubicBezTo>
                  <a:pt x="34" y="118"/>
                  <a:pt x="34" y="118"/>
                  <a:pt x="34" y="118"/>
                </a:cubicBezTo>
                <a:cubicBezTo>
                  <a:pt x="0" y="109"/>
                  <a:pt x="0" y="109"/>
                  <a:pt x="0" y="109"/>
                </a:cubicBezTo>
                <a:cubicBezTo>
                  <a:pt x="3" y="96"/>
                  <a:pt x="3" y="96"/>
                  <a:pt x="3" y="96"/>
                </a:cubicBezTo>
                <a:cubicBezTo>
                  <a:pt x="3" y="96"/>
                  <a:pt x="16" y="97"/>
                  <a:pt x="18" y="88"/>
                </a:cubicBezTo>
                <a:cubicBezTo>
                  <a:pt x="20" y="80"/>
                  <a:pt x="23" y="69"/>
                  <a:pt x="23" y="69"/>
                </a:cubicBezTo>
                <a:cubicBezTo>
                  <a:pt x="25" y="61"/>
                  <a:pt x="29" y="55"/>
                  <a:pt x="34" y="51"/>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9" name="Freeform 74"/>
          <p:cNvSpPr>
            <a:spLocks noEditPoints="1"/>
          </p:cNvSpPr>
          <p:nvPr/>
        </p:nvSpPr>
        <p:spPr bwMode="auto">
          <a:xfrm>
            <a:off x="7036661" y="2412317"/>
            <a:ext cx="376140" cy="460255"/>
          </a:xfrm>
          <a:custGeom>
            <a:avLst/>
            <a:gdLst>
              <a:gd name="T0" fmla="*/ 172 w 172"/>
              <a:gd name="T1" fmla="*/ 9 h 211"/>
              <a:gd name="T2" fmla="*/ 121 w 172"/>
              <a:gd name="T3" fmla="*/ 37 h 211"/>
              <a:gd name="T4" fmla="*/ 143 w 172"/>
              <a:gd name="T5" fmla="*/ 211 h 211"/>
              <a:gd name="T6" fmla="*/ 124 w 172"/>
              <a:gd name="T7" fmla="*/ 165 h 211"/>
              <a:gd name="T8" fmla="*/ 131 w 172"/>
              <a:gd name="T9" fmla="*/ 108 h 211"/>
              <a:gd name="T10" fmla="*/ 121 w 172"/>
              <a:gd name="T11" fmla="*/ 86 h 211"/>
              <a:gd name="T12" fmla="*/ 129 w 172"/>
              <a:gd name="T13" fmla="*/ 146 h 211"/>
              <a:gd name="T14" fmla="*/ 127 w 172"/>
              <a:gd name="T15" fmla="*/ 116 h 211"/>
              <a:gd name="T16" fmla="*/ 121 w 172"/>
              <a:gd name="T17" fmla="*/ 156 h 211"/>
              <a:gd name="T18" fmla="*/ 121 w 172"/>
              <a:gd name="T19" fmla="*/ 9 h 211"/>
              <a:gd name="T20" fmla="*/ 98 w 172"/>
              <a:gd name="T21" fmla="*/ 37 h 211"/>
              <a:gd name="T22" fmla="*/ 110 w 172"/>
              <a:gd name="T23" fmla="*/ 88 h 211"/>
              <a:gd name="T24" fmla="*/ 100 w 172"/>
              <a:gd name="T25" fmla="*/ 81 h 211"/>
              <a:gd name="T26" fmla="*/ 121 w 172"/>
              <a:gd name="T27" fmla="*/ 211 h 211"/>
              <a:gd name="T28" fmla="*/ 101 w 172"/>
              <a:gd name="T29" fmla="*/ 163 h 211"/>
              <a:gd name="T30" fmla="*/ 121 w 172"/>
              <a:gd name="T31" fmla="*/ 211 h 211"/>
              <a:gd name="T32" fmla="*/ 113 w 172"/>
              <a:gd name="T33" fmla="*/ 148 h 211"/>
              <a:gd name="T34" fmla="*/ 121 w 172"/>
              <a:gd name="T35" fmla="*/ 156 h 211"/>
              <a:gd name="T36" fmla="*/ 98 w 172"/>
              <a:gd name="T37" fmla="*/ 0 h 211"/>
              <a:gd name="T38" fmla="*/ 71 w 172"/>
              <a:gd name="T39" fmla="*/ 0 h 211"/>
              <a:gd name="T40" fmla="*/ 98 w 172"/>
              <a:gd name="T41" fmla="*/ 80 h 211"/>
              <a:gd name="T42" fmla="*/ 71 w 172"/>
              <a:gd name="T43" fmla="*/ 37 h 211"/>
              <a:gd name="T44" fmla="*/ 71 w 172"/>
              <a:gd name="T45" fmla="*/ 166 h 211"/>
              <a:gd name="T46" fmla="*/ 98 w 172"/>
              <a:gd name="T47" fmla="*/ 141 h 211"/>
              <a:gd name="T48" fmla="*/ 98 w 172"/>
              <a:gd name="T49" fmla="*/ 160 h 211"/>
              <a:gd name="T50" fmla="*/ 74 w 172"/>
              <a:gd name="T51" fmla="*/ 124 h 211"/>
              <a:gd name="T52" fmla="*/ 71 w 172"/>
              <a:gd name="T53" fmla="*/ 118 h 211"/>
              <a:gd name="T54" fmla="*/ 71 w 172"/>
              <a:gd name="T55" fmla="*/ 98 h 211"/>
              <a:gd name="T56" fmla="*/ 71 w 172"/>
              <a:gd name="T57" fmla="*/ 0 h 211"/>
              <a:gd name="T58" fmla="*/ 60 w 172"/>
              <a:gd name="T59" fmla="*/ 0 h 211"/>
              <a:gd name="T60" fmla="*/ 71 w 172"/>
              <a:gd name="T61" fmla="*/ 88 h 211"/>
              <a:gd name="T62" fmla="*/ 60 w 172"/>
              <a:gd name="T63" fmla="*/ 37 h 211"/>
              <a:gd name="T64" fmla="*/ 60 w 172"/>
              <a:gd name="T65" fmla="*/ 120 h 211"/>
              <a:gd name="T66" fmla="*/ 65 w 172"/>
              <a:gd name="T67" fmla="*/ 166 h 211"/>
              <a:gd name="T68" fmla="*/ 71 w 172"/>
              <a:gd name="T69" fmla="*/ 98 h 211"/>
              <a:gd name="T70" fmla="*/ 71 w 172"/>
              <a:gd name="T71" fmla="*/ 98 h 211"/>
              <a:gd name="T72" fmla="*/ 60 w 172"/>
              <a:gd name="T73" fmla="*/ 9 h 211"/>
              <a:gd name="T74" fmla="*/ 12 w 172"/>
              <a:gd name="T75" fmla="*/ 23 h 211"/>
              <a:gd name="T76" fmla="*/ 60 w 172"/>
              <a:gd name="T77" fmla="*/ 100 h 211"/>
              <a:gd name="T78" fmla="*/ 28 w 172"/>
              <a:gd name="T79" fmla="*/ 118 h 211"/>
              <a:gd name="T80" fmla="*/ 29 w 172"/>
              <a:gd name="T81" fmla="*/ 134 h 211"/>
              <a:gd name="T82" fmla="*/ 34 w 172"/>
              <a:gd name="T83" fmla="*/ 127 h 211"/>
              <a:gd name="T84" fmla="*/ 47 w 172"/>
              <a:gd name="T85" fmla="*/ 120 h 211"/>
              <a:gd name="T86" fmla="*/ 36 w 172"/>
              <a:gd name="T87" fmla="*/ 178 h 211"/>
              <a:gd name="T88" fmla="*/ 45 w 172"/>
              <a:gd name="T89" fmla="*/ 163 h 211"/>
              <a:gd name="T90" fmla="*/ 60 w 172"/>
              <a:gd name="T91" fmla="*/ 211 h 211"/>
              <a:gd name="T92" fmla="*/ 0 w 172"/>
              <a:gd name="T93" fmla="*/ 2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2" h="211">
                <a:moveTo>
                  <a:pt x="121" y="0"/>
                </a:moveTo>
                <a:cubicBezTo>
                  <a:pt x="172" y="0"/>
                  <a:pt x="172" y="0"/>
                  <a:pt x="172" y="0"/>
                </a:cubicBezTo>
                <a:cubicBezTo>
                  <a:pt x="172" y="9"/>
                  <a:pt x="172" y="9"/>
                  <a:pt x="172" y="9"/>
                </a:cubicBezTo>
                <a:cubicBezTo>
                  <a:pt x="121" y="9"/>
                  <a:pt x="121" y="9"/>
                  <a:pt x="121" y="9"/>
                </a:cubicBezTo>
                <a:cubicBezTo>
                  <a:pt x="121" y="0"/>
                  <a:pt x="121" y="0"/>
                  <a:pt x="121" y="0"/>
                </a:cubicBezTo>
                <a:close/>
                <a:moveTo>
                  <a:pt x="121" y="37"/>
                </a:moveTo>
                <a:cubicBezTo>
                  <a:pt x="172" y="37"/>
                  <a:pt x="172" y="37"/>
                  <a:pt x="172" y="37"/>
                </a:cubicBezTo>
                <a:cubicBezTo>
                  <a:pt x="172" y="183"/>
                  <a:pt x="172" y="183"/>
                  <a:pt x="172" y="183"/>
                </a:cubicBezTo>
                <a:cubicBezTo>
                  <a:pt x="172" y="198"/>
                  <a:pt x="159" y="211"/>
                  <a:pt x="143" y="211"/>
                </a:cubicBezTo>
                <a:cubicBezTo>
                  <a:pt x="121" y="211"/>
                  <a:pt x="121" y="211"/>
                  <a:pt x="121" y="211"/>
                </a:cubicBezTo>
                <a:cubicBezTo>
                  <a:pt x="121" y="166"/>
                  <a:pt x="121" y="166"/>
                  <a:pt x="121" y="166"/>
                </a:cubicBezTo>
                <a:cubicBezTo>
                  <a:pt x="122" y="166"/>
                  <a:pt x="123" y="166"/>
                  <a:pt x="124" y="165"/>
                </a:cubicBezTo>
                <a:cubicBezTo>
                  <a:pt x="130" y="163"/>
                  <a:pt x="134" y="159"/>
                  <a:pt x="138" y="153"/>
                </a:cubicBezTo>
                <a:cubicBezTo>
                  <a:pt x="142" y="145"/>
                  <a:pt x="145" y="137"/>
                  <a:pt x="145" y="128"/>
                </a:cubicBezTo>
                <a:cubicBezTo>
                  <a:pt x="145" y="115"/>
                  <a:pt x="140" y="108"/>
                  <a:pt x="131" y="108"/>
                </a:cubicBezTo>
                <a:cubicBezTo>
                  <a:pt x="128" y="108"/>
                  <a:pt x="125" y="109"/>
                  <a:pt x="121" y="111"/>
                </a:cubicBezTo>
                <a:cubicBezTo>
                  <a:pt x="127" y="85"/>
                  <a:pt x="127" y="85"/>
                  <a:pt x="127" y="85"/>
                </a:cubicBezTo>
                <a:cubicBezTo>
                  <a:pt x="121" y="86"/>
                  <a:pt x="121" y="86"/>
                  <a:pt x="121" y="86"/>
                </a:cubicBezTo>
                <a:cubicBezTo>
                  <a:pt x="121" y="37"/>
                  <a:pt x="121" y="37"/>
                  <a:pt x="121" y="37"/>
                </a:cubicBezTo>
                <a:close/>
                <a:moveTo>
                  <a:pt x="121" y="156"/>
                </a:moveTo>
                <a:cubicBezTo>
                  <a:pt x="123" y="155"/>
                  <a:pt x="126" y="152"/>
                  <a:pt x="129" y="146"/>
                </a:cubicBezTo>
                <a:cubicBezTo>
                  <a:pt x="131" y="140"/>
                  <a:pt x="133" y="134"/>
                  <a:pt x="133" y="129"/>
                </a:cubicBezTo>
                <a:cubicBezTo>
                  <a:pt x="133" y="123"/>
                  <a:pt x="132" y="119"/>
                  <a:pt x="129" y="117"/>
                </a:cubicBezTo>
                <a:cubicBezTo>
                  <a:pt x="129" y="117"/>
                  <a:pt x="128" y="116"/>
                  <a:pt x="127" y="116"/>
                </a:cubicBezTo>
                <a:cubicBezTo>
                  <a:pt x="126" y="116"/>
                  <a:pt x="124" y="117"/>
                  <a:pt x="123" y="117"/>
                </a:cubicBezTo>
                <a:cubicBezTo>
                  <a:pt x="122" y="117"/>
                  <a:pt x="121" y="117"/>
                  <a:pt x="121" y="118"/>
                </a:cubicBezTo>
                <a:lnTo>
                  <a:pt x="121" y="156"/>
                </a:lnTo>
                <a:close/>
                <a:moveTo>
                  <a:pt x="98" y="0"/>
                </a:moveTo>
                <a:cubicBezTo>
                  <a:pt x="121" y="0"/>
                  <a:pt x="121" y="0"/>
                  <a:pt x="121" y="0"/>
                </a:cubicBezTo>
                <a:cubicBezTo>
                  <a:pt x="121" y="9"/>
                  <a:pt x="121" y="9"/>
                  <a:pt x="121" y="9"/>
                </a:cubicBezTo>
                <a:cubicBezTo>
                  <a:pt x="98" y="9"/>
                  <a:pt x="98" y="9"/>
                  <a:pt x="98" y="9"/>
                </a:cubicBezTo>
                <a:cubicBezTo>
                  <a:pt x="98" y="0"/>
                  <a:pt x="98" y="0"/>
                  <a:pt x="98" y="0"/>
                </a:cubicBezTo>
                <a:close/>
                <a:moveTo>
                  <a:pt x="98" y="37"/>
                </a:moveTo>
                <a:cubicBezTo>
                  <a:pt x="121" y="37"/>
                  <a:pt x="121" y="37"/>
                  <a:pt x="121" y="37"/>
                </a:cubicBezTo>
                <a:cubicBezTo>
                  <a:pt x="121" y="86"/>
                  <a:pt x="121" y="86"/>
                  <a:pt x="121" y="86"/>
                </a:cubicBezTo>
                <a:cubicBezTo>
                  <a:pt x="110" y="88"/>
                  <a:pt x="110" y="88"/>
                  <a:pt x="110" y="88"/>
                </a:cubicBezTo>
                <a:cubicBezTo>
                  <a:pt x="98" y="141"/>
                  <a:pt x="98" y="141"/>
                  <a:pt x="98" y="141"/>
                </a:cubicBezTo>
                <a:cubicBezTo>
                  <a:pt x="98" y="90"/>
                  <a:pt x="98" y="90"/>
                  <a:pt x="98" y="90"/>
                </a:cubicBezTo>
                <a:cubicBezTo>
                  <a:pt x="100" y="81"/>
                  <a:pt x="100" y="81"/>
                  <a:pt x="100" y="81"/>
                </a:cubicBezTo>
                <a:cubicBezTo>
                  <a:pt x="100" y="81"/>
                  <a:pt x="99" y="81"/>
                  <a:pt x="98" y="80"/>
                </a:cubicBezTo>
                <a:cubicBezTo>
                  <a:pt x="98" y="37"/>
                  <a:pt x="98" y="37"/>
                  <a:pt x="98" y="37"/>
                </a:cubicBezTo>
                <a:close/>
                <a:moveTo>
                  <a:pt x="121" y="211"/>
                </a:moveTo>
                <a:cubicBezTo>
                  <a:pt x="98" y="211"/>
                  <a:pt x="98" y="211"/>
                  <a:pt x="98" y="211"/>
                </a:cubicBezTo>
                <a:cubicBezTo>
                  <a:pt x="98" y="160"/>
                  <a:pt x="98" y="160"/>
                  <a:pt x="98" y="160"/>
                </a:cubicBezTo>
                <a:cubicBezTo>
                  <a:pt x="99" y="161"/>
                  <a:pt x="100" y="162"/>
                  <a:pt x="101" y="163"/>
                </a:cubicBezTo>
                <a:cubicBezTo>
                  <a:pt x="103" y="166"/>
                  <a:pt x="107" y="167"/>
                  <a:pt x="112" y="167"/>
                </a:cubicBezTo>
                <a:cubicBezTo>
                  <a:pt x="115" y="167"/>
                  <a:pt x="118" y="167"/>
                  <a:pt x="121" y="166"/>
                </a:cubicBezTo>
                <a:cubicBezTo>
                  <a:pt x="121" y="211"/>
                  <a:pt x="121" y="211"/>
                  <a:pt x="121" y="211"/>
                </a:cubicBezTo>
                <a:close/>
                <a:moveTo>
                  <a:pt x="121" y="118"/>
                </a:moveTo>
                <a:cubicBezTo>
                  <a:pt x="120" y="118"/>
                  <a:pt x="120" y="118"/>
                  <a:pt x="120" y="119"/>
                </a:cubicBezTo>
                <a:cubicBezTo>
                  <a:pt x="113" y="148"/>
                  <a:pt x="113" y="148"/>
                  <a:pt x="113" y="148"/>
                </a:cubicBezTo>
                <a:cubicBezTo>
                  <a:pt x="113" y="149"/>
                  <a:pt x="113" y="150"/>
                  <a:pt x="113" y="151"/>
                </a:cubicBezTo>
                <a:cubicBezTo>
                  <a:pt x="113" y="154"/>
                  <a:pt x="115" y="156"/>
                  <a:pt x="119" y="156"/>
                </a:cubicBezTo>
                <a:cubicBezTo>
                  <a:pt x="120" y="156"/>
                  <a:pt x="120" y="156"/>
                  <a:pt x="121" y="156"/>
                </a:cubicBezTo>
                <a:lnTo>
                  <a:pt x="121" y="118"/>
                </a:lnTo>
                <a:close/>
                <a:moveTo>
                  <a:pt x="71" y="0"/>
                </a:moveTo>
                <a:cubicBezTo>
                  <a:pt x="98" y="0"/>
                  <a:pt x="98" y="0"/>
                  <a:pt x="98" y="0"/>
                </a:cubicBezTo>
                <a:cubicBezTo>
                  <a:pt x="98" y="9"/>
                  <a:pt x="98" y="9"/>
                  <a:pt x="98" y="9"/>
                </a:cubicBezTo>
                <a:cubicBezTo>
                  <a:pt x="71" y="9"/>
                  <a:pt x="71" y="9"/>
                  <a:pt x="71" y="9"/>
                </a:cubicBezTo>
                <a:cubicBezTo>
                  <a:pt x="71" y="0"/>
                  <a:pt x="71" y="0"/>
                  <a:pt x="71" y="0"/>
                </a:cubicBezTo>
                <a:close/>
                <a:moveTo>
                  <a:pt x="71" y="37"/>
                </a:moveTo>
                <a:cubicBezTo>
                  <a:pt x="98" y="37"/>
                  <a:pt x="98" y="37"/>
                  <a:pt x="98" y="37"/>
                </a:cubicBezTo>
                <a:cubicBezTo>
                  <a:pt x="98" y="80"/>
                  <a:pt x="98" y="80"/>
                  <a:pt x="98" y="80"/>
                </a:cubicBezTo>
                <a:cubicBezTo>
                  <a:pt x="96" y="80"/>
                  <a:pt x="94" y="80"/>
                  <a:pt x="91" y="80"/>
                </a:cubicBezTo>
                <a:cubicBezTo>
                  <a:pt x="85" y="80"/>
                  <a:pt x="78" y="83"/>
                  <a:pt x="71" y="88"/>
                </a:cubicBezTo>
                <a:cubicBezTo>
                  <a:pt x="71" y="37"/>
                  <a:pt x="71" y="37"/>
                  <a:pt x="71" y="37"/>
                </a:cubicBezTo>
                <a:close/>
                <a:moveTo>
                  <a:pt x="98" y="211"/>
                </a:moveTo>
                <a:cubicBezTo>
                  <a:pt x="71" y="211"/>
                  <a:pt x="71" y="211"/>
                  <a:pt x="71" y="211"/>
                </a:cubicBezTo>
                <a:cubicBezTo>
                  <a:pt x="71" y="166"/>
                  <a:pt x="71" y="166"/>
                  <a:pt x="71" y="166"/>
                </a:cubicBezTo>
                <a:cubicBezTo>
                  <a:pt x="82" y="166"/>
                  <a:pt x="82" y="166"/>
                  <a:pt x="82" y="166"/>
                </a:cubicBezTo>
                <a:cubicBezTo>
                  <a:pt x="98" y="90"/>
                  <a:pt x="98" y="90"/>
                  <a:pt x="98" y="90"/>
                </a:cubicBezTo>
                <a:cubicBezTo>
                  <a:pt x="98" y="141"/>
                  <a:pt x="98" y="141"/>
                  <a:pt x="98" y="141"/>
                </a:cubicBezTo>
                <a:cubicBezTo>
                  <a:pt x="97" y="146"/>
                  <a:pt x="97" y="146"/>
                  <a:pt x="97" y="146"/>
                </a:cubicBezTo>
                <a:cubicBezTo>
                  <a:pt x="97" y="148"/>
                  <a:pt x="97" y="150"/>
                  <a:pt x="97" y="152"/>
                </a:cubicBezTo>
                <a:cubicBezTo>
                  <a:pt x="97" y="155"/>
                  <a:pt x="97" y="158"/>
                  <a:pt x="98" y="160"/>
                </a:cubicBezTo>
                <a:cubicBezTo>
                  <a:pt x="98" y="211"/>
                  <a:pt x="98" y="211"/>
                  <a:pt x="98" y="211"/>
                </a:cubicBezTo>
                <a:close/>
                <a:moveTo>
                  <a:pt x="71" y="137"/>
                </a:moveTo>
                <a:cubicBezTo>
                  <a:pt x="74" y="124"/>
                  <a:pt x="74" y="124"/>
                  <a:pt x="74" y="124"/>
                </a:cubicBezTo>
                <a:cubicBezTo>
                  <a:pt x="73" y="124"/>
                  <a:pt x="72" y="124"/>
                  <a:pt x="71" y="123"/>
                </a:cubicBezTo>
                <a:cubicBezTo>
                  <a:pt x="71" y="137"/>
                  <a:pt x="71" y="137"/>
                  <a:pt x="71" y="137"/>
                </a:cubicBezTo>
                <a:close/>
                <a:moveTo>
                  <a:pt x="71" y="118"/>
                </a:moveTo>
                <a:cubicBezTo>
                  <a:pt x="73" y="118"/>
                  <a:pt x="74" y="119"/>
                  <a:pt x="75" y="119"/>
                </a:cubicBezTo>
                <a:cubicBezTo>
                  <a:pt x="82" y="88"/>
                  <a:pt x="82" y="88"/>
                  <a:pt x="82" y="88"/>
                </a:cubicBezTo>
                <a:cubicBezTo>
                  <a:pt x="79" y="90"/>
                  <a:pt x="75" y="93"/>
                  <a:pt x="71" y="98"/>
                </a:cubicBezTo>
                <a:lnTo>
                  <a:pt x="71" y="118"/>
                </a:lnTo>
                <a:close/>
                <a:moveTo>
                  <a:pt x="60" y="0"/>
                </a:moveTo>
                <a:cubicBezTo>
                  <a:pt x="71" y="0"/>
                  <a:pt x="71" y="0"/>
                  <a:pt x="71" y="0"/>
                </a:cubicBezTo>
                <a:cubicBezTo>
                  <a:pt x="71" y="9"/>
                  <a:pt x="71" y="9"/>
                  <a:pt x="71" y="9"/>
                </a:cubicBezTo>
                <a:cubicBezTo>
                  <a:pt x="60" y="9"/>
                  <a:pt x="60" y="9"/>
                  <a:pt x="60" y="9"/>
                </a:cubicBezTo>
                <a:cubicBezTo>
                  <a:pt x="60" y="0"/>
                  <a:pt x="60" y="0"/>
                  <a:pt x="60" y="0"/>
                </a:cubicBezTo>
                <a:close/>
                <a:moveTo>
                  <a:pt x="60" y="37"/>
                </a:moveTo>
                <a:cubicBezTo>
                  <a:pt x="71" y="37"/>
                  <a:pt x="71" y="37"/>
                  <a:pt x="71" y="37"/>
                </a:cubicBezTo>
                <a:cubicBezTo>
                  <a:pt x="71" y="88"/>
                  <a:pt x="71" y="88"/>
                  <a:pt x="71" y="88"/>
                </a:cubicBezTo>
                <a:cubicBezTo>
                  <a:pt x="71" y="89"/>
                  <a:pt x="71" y="89"/>
                  <a:pt x="71" y="89"/>
                </a:cubicBezTo>
                <a:cubicBezTo>
                  <a:pt x="67" y="92"/>
                  <a:pt x="64" y="96"/>
                  <a:pt x="60" y="100"/>
                </a:cubicBezTo>
                <a:cubicBezTo>
                  <a:pt x="60" y="37"/>
                  <a:pt x="60" y="37"/>
                  <a:pt x="60" y="37"/>
                </a:cubicBezTo>
                <a:close/>
                <a:moveTo>
                  <a:pt x="71" y="211"/>
                </a:moveTo>
                <a:cubicBezTo>
                  <a:pt x="60" y="211"/>
                  <a:pt x="60" y="211"/>
                  <a:pt x="60" y="211"/>
                </a:cubicBezTo>
                <a:cubicBezTo>
                  <a:pt x="60" y="120"/>
                  <a:pt x="60" y="120"/>
                  <a:pt x="60" y="120"/>
                </a:cubicBezTo>
                <a:cubicBezTo>
                  <a:pt x="64" y="121"/>
                  <a:pt x="68" y="122"/>
                  <a:pt x="71" y="123"/>
                </a:cubicBezTo>
                <a:cubicBezTo>
                  <a:pt x="71" y="137"/>
                  <a:pt x="71" y="137"/>
                  <a:pt x="71" y="137"/>
                </a:cubicBezTo>
                <a:cubicBezTo>
                  <a:pt x="65" y="166"/>
                  <a:pt x="65" y="166"/>
                  <a:pt x="65" y="166"/>
                </a:cubicBezTo>
                <a:cubicBezTo>
                  <a:pt x="71" y="166"/>
                  <a:pt x="71" y="166"/>
                  <a:pt x="71" y="166"/>
                </a:cubicBezTo>
                <a:cubicBezTo>
                  <a:pt x="71" y="211"/>
                  <a:pt x="71" y="211"/>
                  <a:pt x="71" y="211"/>
                </a:cubicBezTo>
                <a:close/>
                <a:moveTo>
                  <a:pt x="71" y="98"/>
                </a:moveTo>
                <a:cubicBezTo>
                  <a:pt x="68" y="102"/>
                  <a:pt x="65" y="108"/>
                  <a:pt x="61" y="115"/>
                </a:cubicBezTo>
                <a:cubicBezTo>
                  <a:pt x="65" y="116"/>
                  <a:pt x="68" y="117"/>
                  <a:pt x="71" y="118"/>
                </a:cubicBezTo>
                <a:lnTo>
                  <a:pt x="71" y="98"/>
                </a:lnTo>
                <a:close/>
                <a:moveTo>
                  <a:pt x="29" y="0"/>
                </a:moveTo>
                <a:cubicBezTo>
                  <a:pt x="60" y="0"/>
                  <a:pt x="60" y="0"/>
                  <a:pt x="60" y="0"/>
                </a:cubicBezTo>
                <a:cubicBezTo>
                  <a:pt x="60" y="9"/>
                  <a:pt x="60" y="9"/>
                  <a:pt x="60" y="9"/>
                </a:cubicBezTo>
                <a:cubicBezTo>
                  <a:pt x="26" y="9"/>
                  <a:pt x="26" y="9"/>
                  <a:pt x="26" y="9"/>
                </a:cubicBezTo>
                <a:cubicBezTo>
                  <a:pt x="18" y="9"/>
                  <a:pt x="12" y="15"/>
                  <a:pt x="12" y="23"/>
                </a:cubicBezTo>
                <a:cubicBezTo>
                  <a:pt x="12" y="23"/>
                  <a:pt x="12" y="23"/>
                  <a:pt x="12" y="23"/>
                </a:cubicBezTo>
                <a:cubicBezTo>
                  <a:pt x="12" y="30"/>
                  <a:pt x="18" y="37"/>
                  <a:pt x="26" y="37"/>
                </a:cubicBezTo>
                <a:cubicBezTo>
                  <a:pt x="60" y="37"/>
                  <a:pt x="60" y="37"/>
                  <a:pt x="60" y="37"/>
                </a:cubicBezTo>
                <a:cubicBezTo>
                  <a:pt x="60" y="100"/>
                  <a:pt x="60" y="100"/>
                  <a:pt x="60" y="100"/>
                </a:cubicBezTo>
                <a:cubicBezTo>
                  <a:pt x="57" y="104"/>
                  <a:pt x="54" y="109"/>
                  <a:pt x="51" y="114"/>
                </a:cubicBezTo>
                <a:cubicBezTo>
                  <a:pt x="48" y="114"/>
                  <a:pt x="46" y="113"/>
                  <a:pt x="45" y="113"/>
                </a:cubicBezTo>
                <a:cubicBezTo>
                  <a:pt x="38" y="113"/>
                  <a:pt x="32" y="115"/>
                  <a:pt x="28" y="118"/>
                </a:cubicBezTo>
                <a:cubicBezTo>
                  <a:pt x="23" y="120"/>
                  <a:pt x="21" y="124"/>
                  <a:pt x="21" y="128"/>
                </a:cubicBezTo>
                <a:cubicBezTo>
                  <a:pt x="21" y="130"/>
                  <a:pt x="22" y="131"/>
                  <a:pt x="23" y="133"/>
                </a:cubicBezTo>
                <a:cubicBezTo>
                  <a:pt x="24" y="134"/>
                  <a:pt x="26" y="134"/>
                  <a:pt x="29" y="134"/>
                </a:cubicBezTo>
                <a:cubicBezTo>
                  <a:pt x="30" y="134"/>
                  <a:pt x="31" y="134"/>
                  <a:pt x="33" y="133"/>
                </a:cubicBezTo>
                <a:cubicBezTo>
                  <a:pt x="34" y="132"/>
                  <a:pt x="35" y="131"/>
                  <a:pt x="35" y="130"/>
                </a:cubicBezTo>
                <a:cubicBezTo>
                  <a:pt x="35" y="129"/>
                  <a:pt x="34" y="128"/>
                  <a:pt x="34" y="127"/>
                </a:cubicBezTo>
                <a:cubicBezTo>
                  <a:pt x="34" y="127"/>
                  <a:pt x="33" y="126"/>
                  <a:pt x="33" y="126"/>
                </a:cubicBezTo>
                <a:cubicBezTo>
                  <a:pt x="34" y="124"/>
                  <a:pt x="35" y="123"/>
                  <a:pt x="38" y="122"/>
                </a:cubicBezTo>
                <a:cubicBezTo>
                  <a:pt x="40" y="121"/>
                  <a:pt x="43" y="120"/>
                  <a:pt x="47" y="120"/>
                </a:cubicBezTo>
                <a:cubicBezTo>
                  <a:pt x="44" y="125"/>
                  <a:pt x="42" y="129"/>
                  <a:pt x="40" y="134"/>
                </a:cubicBezTo>
                <a:cubicBezTo>
                  <a:pt x="33" y="148"/>
                  <a:pt x="30" y="159"/>
                  <a:pt x="30" y="167"/>
                </a:cubicBezTo>
                <a:cubicBezTo>
                  <a:pt x="30" y="173"/>
                  <a:pt x="32" y="176"/>
                  <a:pt x="36" y="178"/>
                </a:cubicBezTo>
                <a:cubicBezTo>
                  <a:pt x="37" y="179"/>
                  <a:pt x="41" y="180"/>
                  <a:pt x="45" y="180"/>
                </a:cubicBezTo>
                <a:cubicBezTo>
                  <a:pt x="44" y="178"/>
                  <a:pt x="44" y="176"/>
                  <a:pt x="44" y="173"/>
                </a:cubicBezTo>
                <a:cubicBezTo>
                  <a:pt x="44" y="170"/>
                  <a:pt x="44" y="167"/>
                  <a:pt x="45" y="163"/>
                </a:cubicBezTo>
                <a:cubicBezTo>
                  <a:pt x="47" y="150"/>
                  <a:pt x="52" y="136"/>
                  <a:pt x="59" y="120"/>
                </a:cubicBezTo>
                <a:cubicBezTo>
                  <a:pt x="59" y="120"/>
                  <a:pt x="60" y="120"/>
                  <a:pt x="60" y="120"/>
                </a:cubicBezTo>
                <a:cubicBezTo>
                  <a:pt x="60" y="211"/>
                  <a:pt x="60" y="211"/>
                  <a:pt x="60" y="211"/>
                </a:cubicBezTo>
                <a:cubicBezTo>
                  <a:pt x="29" y="211"/>
                  <a:pt x="29" y="211"/>
                  <a:pt x="29" y="211"/>
                </a:cubicBezTo>
                <a:cubicBezTo>
                  <a:pt x="13" y="211"/>
                  <a:pt x="0" y="198"/>
                  <a:pt x="0" y="183"/>
                </a:cubicBezTo>
                <a:cubicBezTo>
                  <a:pt x="0" y="29"/>
                  <a:pt x="0" y="29"/>
                  <a:pt x="0" y="29"/>
                </a:cubicBezTo>
                <a:cubicBezTo>
                  <a:pt x="0" y="13"/>
                  <a:pt x="13" y="0"/>
                  <a:pt x="29" y="0"/>
                </a:cubicBez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0" name="Freeform 75"/>
          <p:cNvSpPr>
            <a:spLocks noEditPoints="1"/>
          </p:cNvSpPr>
          <p:nvPr/>
        </p:nvSpPr>
        <p:spPr bwMode="auto">
          <a:xfrm>
            <a:off x="7760374" y="2896377"/>
            <a:ext cx="569764" cy="571351"/>
          </a:xfrm>
          <a:custGeom>
            <a:avLst/>
            <a:gdLst>
              <a:gd name="T0" fmla="*/ 249 w 261"/>
              <a:gd name="T1" fmla="*/ 220 h 262"/>
              <a:gd name="T2" fmla="*/ 261 w 261"/>
              <a:gd name="T3" fmla="*/ 70 h 262"/>
              <a:gd name="T4" fmla="*/ 249 w 261"/>
              <a:gd name="T5" fmla="*/ 70 h 262"/>
              <a:gd name="T6" fmla="*/ 249 w 261"/>
              <a:gd name="T7" fmla="*/ 154 h 262"/>
              <a:gd name="T8" fmla="*/ 227 w 261"/>
              <a:gd name="T9" fmla="*/ 180 h 262"/>
              <a:gd name="T10" fmla="*/ 209 w 261"/>
              <a:gd name="T11" fmla="*/ 262 h 262"/>
              <a:gd name="T12" fmla="*/ 209 w 261"/>
              <a:gd name="T13" fmla="*/ 262 h 262"/>
              <a:gd name="T14" fmla="*/ 209 w 261"/>
              <a:gd name="T15" fmla="*/ 15 h 262"/>
              <a:gd name="T16" fmla="*/ 203 w 261"/>
              <a:gd name="T17" fmla="*/ 28 h 262"/>
              <a:gd name="T18" fmla="*/ 209 w 261"/>
              <a:gd name="T19" fmla="*/ 50 h 262"/>
              <a:gd name="T20" fmla="*/ 201 w 261"/>
              <a:gd name="T21" fmla="*/ 120 h 262"/>
              <a:gd name="T22" fmla="*/ 209 w 261"/>
              <a:gd name="T23" fmla="*/ 197 h 262"/>
              <a:gd name="T24" fmla="*/ 209 w 261"/>
              <a:gd name="T25" fmla="*/ 197 h 262"/>
              <a:gd name="T26" fmla="*/ 195 w 261"/>
              <a:gd name="T27" fmla="*/ 232 h 262"/>
              <a:gd name="T28" fmla="*/ 168 w 261"/>
              <a:gd name="T29" fmla="*/ 36 h 262"/>
              <a:gd name="T30" fmla="*/ 195 w 261"/>
              <a:gd name="T31" fmla="*/ 20 h 262"/>
              <a:gd name="T32" fmla="*/ 195 w 261"/>
              <a:gd name="T33" fmla="*/ 50 h 262"/>
              <a:gd name="T34" fmla="*/ 195 w 261"/>
              <a:gd name="T35" fmla="*/ 120 h 262"/>
              <a:gd name="T36" fmla="*/ 168 w 261"/>
              <a:gd name="T37" fmla="*/ 220 h 262"/>
              <a:gd name="T38" fmla="*/ 192 w 261"/>
              <a:gd name="T39" fmla="*/ 249 h 262"/>
              <a:gd name="T40" fmla="*/ 168 w 261"/>
              <a:gd name="T41" fmla="*/ 21 h 262"/>
              <a:gd name="T42" fmla="*/ 168 w 261"/>
              <a:gd name="T43" fmla="*/ 44 h 262"/>
              <a:gd name="T44" fmla="*/ 135 w 261"/>
              <a:gd name="T45" fmla="*/ 120 h 262"/>
              <a:gd name="T46" fmla="*/ 167 w 261"/>
              <a:gd name="T47" fmla="*/ 198 h 262"/>
              <a:gd name="T48" fmla="*/ 167 w 261"/>
              <a:gd name="T49" fmla="*/ 167 h 262"/>
              <a:gd name="T50" fmla="*/ 130 w 261"/>
              <a:gd name="T51" fmla="*/ 147 h 262"/>
              <a:gd name="T52" fmla="*/ 93 w 261"/>
              <a:gd name="T53" fmla="*/ 44 h 262"/>
              <a:gd name="T54" fmla="*/ 130 w 261"/>
              <a:gd name="T55" fmla="*/ 0 h 262"/>
              <a:gd name="T56" fmla="*/ 126 w 261"/>
              <a:gd name="T57" fmla="*/ 120 h 262"/>
              <a:gd name="T58" fmla="*/ 130 w 261"/>
              <a:gd name="T59" fmla="*/ 159 h 262"/>
              <a:gd name="T60" fmla="*/ 130 w 261"/>
              <a:gd name="T61" fmla="*/ 179 h 262"/>
              <a:gd name="T62" fmla="*/ 130 w 261"/>
              <a:gd name="T63" fmla="*/ 198 h 262"/>
              <a:gd name="T64" fmla="*/ 93 w 261"/>
              <a:gd name="T65" fmla="*/ 3 h 262"/>
              <a:gd name="T66" fmla="*/ 93 w 261"/>
              <a:gd name="T67" fmla="*/ 36 h 262"/>
              <a:gd name="T68" fmla="*/ 67 w 261"/>
              <a:gd name="T69" fmla="*/ 20 h 262"/>
              <a:gd name="T70" fmla="*/ 67 w 261"/>
              <a:gd name="T71" fmla="*/ 70 h 262"/>
              <a:gd name="T72" fmla="*/ 92 w 261"/>
              <a:gd name="T73" fmla="*/ 147 h 262"/>
              <a:gd name="T74" fmla="*/ 92 w 261"/>
              <a:gd name="T75" fmla="*/ 179 h 262"/>
              <a:gd name="T76" fmla="*/ 93 w 261"/>
              <a:gd name="T77" fmla="*/ 198 h 262"/>
              <a:gd name="T78" fmla="*/ 67 w 261"/>
              <a:gd name="T79" fmla="*/ 171 h 262"/>
              <a:gd name="T80" fmla="*/ 69 w 261"/>
              <a:gd name="T81" fmla="*/ 232 h 262"/>
              <a:gd name="T82" fmla="*/ 58 w 261"/>
              <a:gd name="T83" fmla="*/ 28 h 262"/>
              <a:gd name="T84" fmla="*/ 67 w 261"/>
              <a:gd name="T85" fmla="*/ 9 h 262"/>
              <a:gd name="T86" fmla="*/ 67 w 261"/>
              <a:gd name="T87" fmla="*/ 120 h 262"/>
              <a:gd name="T88" fmla="*/ 67 w 261"/>
              <a:gd name="T89" fmla="*/ 188 h 262"/>
              <a:gd name="T90" fmla="*/ 67 w 261"/>
              <a:gd name="T91" fmla="*/ 232 h 262"/>
              <a:gd name="T92" fmla="*/ 67 w 261"/>
              <a:gd name="T93" fmla="*/ 232 h 262"/>
              <a:gd name="T94" fmla="*/ 52 w 261"/>
              <a:gd name="T95" fmla="*/ 50 h 262"/>
              <a:gd name="T96" fmla="*/ 12 w 261"/>
              <a:gd name="T97" fmla="*/ 220 h 262"/>
              <a:gd name="T98" fmla="*/ 52 w 261"/>
              <a:gd name="T99" fmla="*/ 232 h 262"/>
              <a:gd name="T100" fmla="*/ 52 w 261"/>
              <a:gd name="T101" fmla="*/ 232 h 262"/>
              <a:gd name="T102" fmla="*/ 12 w 261"/>
              <a:gd name="T103" fmla="*/ 114 h 262"/>
              <a:gd name="T104" fmla="*/ 0 w 261"/>
              <a:gd name="T105" fmla="*/ 104 h 262"/>
              <a:gd name="T106" fmla="*/ 12 w 261"/>
              <a:gd name="T107" fmla="*/ 154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61" h="262">
                <a:moveTo>
                  <a:pt x="249" y="220"/>
                </a:moveTo>
                <a:cubicBezTo>
                  <a:pt x="249" y="154"/>
                  <a:pt x="249" y="154"/>
                  <a:pt x="249" y="154"/>
                </a:cubicBezTo>
                <a:cubicBezTo>
                  <a:pt x="251" y="157"/>
                  <a:pt x="252" y="160"/>
                  <a:pt x="252" y="164"/>
                </a:cubicBezTo>
                <a:cubicBezTo>
                  <a:pt x="252" y="220"/>
                  <a:pt x="252" y="220"/>
                  <a:pt x="252" y="220"/>
                </a:cubicBezTo>
                <a:cubicBezTo>
                  <a:pt x="249" y="220"/>
                  <a:pt x="249" y="220"/>
                  <a:pt x="249" y="220"/>
                </a:cubicBezTo>
                <a:close/>
                <a:moveTo>
                  <a:pt x="249" y="114"/>
                </a:moveTo>
                <a:cubicBezTo>
                  <a:pt x="249" y="70"/>
                  <a:pt x="249" y="70"/>
                  <a:pt x="249" y="70"/>
                </a:cubicBezTo>
                <a:cubicBezTo>
                  <a:pt x="250" y="70"/>
                  <a:pt x="250" y="70"/>
                  <a:pt x="250" y="69"/>
                </a:cubicBezTo>
                <a:cubicBezTo>
                  <a:pt x="257" y="67"/>
                  <a:pt x="257" y="67"/>
                  <a:pt x="257" y="67"/>
                </a:cubicBezTo>
                <a:cubicBezTo>
                  <a:pt x="259" y="66"/>
                  <a:pt x="261" y="67"/>
                  <a:pt x="261" y="70"/>
                </a:cubicBezTo>
                <a:cubicBezTo>
                  <a:pt x="261" y="104"/>
                  <a:pt x="261" y="104"/>
                  <a:pt x="261" y="104"/>
                </a:cubicBezTo>
                <a:cubicBezTo>
                  <a:pt x="261" y="107"/>
                  <a:pt x="259" y="110"/>
                  <a:pt x="257" y="111"/>
                </a:cubicBezTo>
                <a:cubicBezTo>
                  <a:pt x="250" y="113"/>
                  <a:pt x="250" y="113"/>
                  <a:pt x="250" y="113"/>
                </a:cubicBezTo>
                <a:cubicBezTo>
                  <a:pt x="250" y="114"/>
                  <a:pt x="250" y="114"/>
                  <a:pt x="249" y="114"/>
                </a:cubicBezTo>
                <a:close/>
                <a:moveTo>
                  <a:pt x="249" y="70"/>
                </a:moveTo>
                <a:cubicBezTo>
                  <a:pt x="249" y="114"/>
                  <a:pt x="249" y="114"/>
                  <a:pt x="249" y="114"/>
                </a:cubicBezTo>
                <a:cubicBezTo>
                  <a:pt x="248" y="114"/>
                  <a:pt x="246" y="112"/>
                  <a:pt x="246" y="110"/>
                </a:cubicBezTo>
                <a:cubicBezTo>
                  <a:pt x="246" y="76"/>
                  <a:pt x="246" y="76"/>
                  <a:pt x="246" y="76"/>
                </a:cubicBezTo>
                <a:cubicBezTo>
                  <a:pt x="246" y="74"/>
                  <a:pt x="248" y="71"/>
                  <a:pt x="249" y="70"/>
                </a:cubicBezTo>
                <a:close/>
                <a:moveTo>
                  <a:pt x="249" y="154"/>
                </a:moveTo>
                <a:cubicBezTo>
                  <a:pt x="246" y="150"/>
                  <a:pt x="241" y="146"/>
                  <a:pt x="235" y="146"/>
                </a:cubicBezTo>
                <a:cubicBezTo>
                  <a:pt x="235" y="50"/>
                  <a:pt x="235" y="50"/>
                  <a:pt x="235" y="50"/>
                </a:cubicBezTo>
                <a:cubicBezTo>
                  <a:pt x="209" y="50"/>
                  <a:pt x="209" y="50"/>
                  <a:pt x="209" y="50"/>
                </a:cubicBezTo>
                <a:cubicBezTo>
                  <a:pt x="209" y="162"/>
                  <a:pt x="209" y="162"/>
                  <a:pt x="209" y="162"/>
                </a:cubicBezTo>
                <a:cubicBezTo>
                  <a:pt x="219" y="162"/>
                  <a:pt x="227" y="170"/>
                  <a:pt x="227" y="180"/>
                </a:cubicBezTo>
                <a:cubicBezTo>
                  <a:pt x="227" y="189"/>
                  <a:pt x="219" y="197"/>
                  <a:pt x="209" y="197"/>
                </a:cubicBezTo>
                <a:cubicBezTo>
                  <a:pt x="209" y="220"/>
                  <a:pt x="209" y="220"/>
                  <a:pt x="209" y="220"/>
                </a:cubicBezTo>
                <a:cubicBezTo>
                  <a:pt x="249" y="220"/>
                  <a:pt x="249" y="220"/>
                  <a:pt x="249" y="220"/>
                </a:cubicBezTo>
                <a:cubicBezTo>
                  <a:pt x="249" y="154"/>
                  <a:pt x="249" y="154"/>
                  <a:pt x="249" y="154"/>
                </a:cubicBezTo>
                <a:close/>
                <a:moveTo>
                  <a:pt x="209" y="262"/>
                </a:moveTo>
                <a:cubicBezTo>
                  <a:pt x="209" y="232"/>
                  <a:pt x="209" y="232"/>
                  <a:pt x="209" y="232"/>
                </a:cubicBezTo>
                <a:cubicBezTo>
                  <a:pt x="226" y="232"/>
                  <a:pt x="226" y="232"/>
                  <a:pt x="226" y="232"/>
                </a:cubicBezTo>
                <a:cubicBezTo>
                  <a:pt x="226" y="249"/>
                  <a:pt x="226" y="249"/>
                  <a:pt x="226" y="249"/>
                </a:cubicBezTo>
                <a:cubicBezTo>
                  <a:pt x="226" y="257"/>
                  <a:pt x="220" y="262"/>
                  <a:pt x="213" y="262"/>
                </a:cubicBezTo>
                <a:cubicBezTo>
                  <a:pt x="209" y="262"/>
                  <a:pt x="209" y="262"/>
                  <a:pt x="209" y="262"/>
                </a:cubicBezTo>
                <a:close/>
                <a:moveTo>
                  <a:pt x="209" y="44"/>
                </a:moveTo>
                <a:cubicBezTo>
                  <a:pt x="209" y="15"/>
                  <a:pt x="209" y="15"/>
                  <a:pt x="209" y="15"/>
                </a:cubicBezTo>
                <a:cubicBezTo>
                  <a:pt x="225" y="23"/>
                  <a:pt x="235" y="33"/>
                  <a:pt x="235" y="44"/>
                </a:cubicBezTo>
                <a:lnTo>
                  <a:pt x="209" y="44"/>
                </a:lnTo>
                <a:close/>
                <a:moveTo>
                  <a:pt x="209" y="15"/>
                </a:moveTo>
                <a:cubicBezTo>
                  <a:pt x="209" y="44"/>
                  <a:pt x="209" y="44"/>
                  <a:pt x="209" y="44"/>
                </a:cubicBezTo>
                <a:cubicBezTo>
                  <a:pt x="195" y="44"/>
                  <a:pt x="195" y="44"/>
                  <a:pt x="195" y="44"/>
                </a:cubicBezTo>
                <a:cubicBezTo>
                  <a:pt x="195" y="37"/>
                  <a:pt x="195" y="37"/>
                  <a:pt x="195" y="37"/>
                </a:cubicBezTo>
                <a:cubicBezTo>
                  <a:pt x="195" y="37"/>
                  <a:pt x="195" y="37"/>
                  <a:pt x="195" y="37"/>
                </a:cubicBezTo>
                <a:cubicBezTo>
                  <a:pt x="199" y="37"/>
                  <a:pt x="203" y="33"/>
                  <a:pt x="203" y="28"/>
                </a:cubicBezTo>
                <a:cubicBezTo>
                  <a:pt x="203" y="24"/>
                  <a:pt x="199" y="20"/>
                  <a:pt x="195" y="20"/>
                </a:cubicBezTo>
                <a:cubicBezTo>
                  <a:pt x="195" y="20"/>
                  <a:pt x="195" y="20"/>
                  <a:pt x="195" y="20"/>
                </a:cubicBezTo>
                <a:cubicBezTo>
                  <a:pt x="195" y="9"/>
                  <a:pt x="195" y="9"/>
                  <a:pt x="195" y="9"/>
                </a:cubicBezTo>
                <a:cubicBezTo>
                  <a:pt x="200" y="11"/>
                  <a:pt x="205" y="13"/>
                  <a:pt x="209" y="15"/>
                </a:cubicBezTo>
                <a:close/>
                <a:moveTo>
                  <a:pt x="209" y="50"/>
                </a:moveTo>
                <a:cubicBezTo>
                  <a:pt x="209" y="162"/>
                  <a:pt x="209" y="162"/>
                  <a:pt x="209" y="162"/>
                </a:cubicBezTo>
                <a:cubicBezTo>
                  <a:pt x="209" y="162"/>
                  <a:pt x="209" y="162"/>
                  <a:pt x="209" y="162"/>
                </a:cubicBezTo>
                <a:cubicBezTo>
                  <a:pt x="203" y="162"/>
                  <a:pt x="198" y="166"/>
                  <a:pt x="195" y="171"/>
                </a:cubicBezTo>
                <a:cubicBezTo>
                  <a:pt x="195" y="120"/>
                  <a:pt x="195" y="120"/>
                  <a:pt x="195" y="120"/>
                </a:cubicBezTo>
                <a:cubicBezTo>
                  <a:pt x="201" y="120"/>
                  <a:pt x="201" y="120"/>
                  <a:pt x="201" y="120"/>
                </a:cubicBezTo>
                <a:cubicBezTo>
                  <a:pt x="201" y="70"/>
                  <a:pt x="201" y="70"/>
                  <a:pt x="201" y="70"/>
                </a:cubicBezTo>
                <a:cubicBezTo>
                  <a:pt x="195" y="70"/>
                  <a:pt x="195" y="70"/>
                  <a:pt x="195" y="70"/>
                </a:cubicBezTo>
                <a:cubicBezTo>
                  <a:pt x="195" y="50"/>
                  <a:pt x="195" y="50"/>
                  <a:pt x="195" y="50"/>
                </a:cubicBezTo>
                <a:cubicBezTo>
                  <a:pt x="209" y="50"/>
                  <a:pt x="209" y="50"/>
                  <a:pt x="209" y="50"/>
                </a:cubicBezTo>
                <a:close/>
                <a:moveTo>
                  <a:pt x="209" y="197"/>
                </a:moveTo>
                <a:cubicBezTo>
                  <a:pt x="209" y="220"/>
                  <a:pt x="209" y="220"/>
                  <a:pt x="209" y="220"/>
                </a:cubicBezTo>
                <a:cubicBezTo>
                  <a:pt x="195" y="220"/>
                  <a:pt x="195" y="220"/>
                  <a:pt x="195" y="220"/>
                </a:cubicBezTo>
                <a:cubicBezTo>
                  <a:pt x="195" y="188"/>
                  <a:pt x="195" y="188"/>
                  <a:pt x="195" y="188"/>
                </a:cubicBezTo>
                <a:cubicBezTo>
                  <a:pt x="198" y="193"/>
                  <a:pt x="203" y="197"/>
                  <a:pt x="209" y="197"/>
                </a:cubicBezTo>
                <a:cubicBezTo>
                  <a:pt x="209" y="197"/>
                  <a:pt x="209" y="197"/>
                  <a:pt x="209" y="197"/>
                </a:cubicBezTo>
                <a:close/>
                <a:moveTo>
                  <a:pt x="209" y="232"/>
                </a:moveTo>
                <a:cubicBezTo>
                  <a:pt x="209" y="262"/>
                  <a:pt x="209" y="262"/>
                  <a:pt x="209" y="262"/>
                </a:cubicBezTo>
                <a:cubicBezTo>
                  <a:pt x="206" y="262"/>
                  <a:pt x="206" y="262"/>
                  <a:pt x="206" y="262"/>
                </a:cubicBezTo>
                <a:cubicBezTo>
                  <a:pt x="201" y="262"/>
                  <a:pt x="197" y="260"/>
                  <a:pt x="195" y="257"/>
                </a:cubicBezTo>
                <a:cubicBezTo>
                  <a:pt x="195" y="232"/>
                  <a:pt x="195" y="232"/>
                  <a:pt x="195" y="232"/>
                </a:cubicBezTo>
                <a:lnTo>
                  <a:pt x="209" y="232"/>
                </a:lnTo>
                <a:close/>
                <a:moveTo>
                  <a:pt x="171" y="20"/>
                </a:moveTo>
                <a:cubicBezTo>
                  <a:pt x="175" y="20"/>
                  <a:pt x="179" y="24"/>
                  <a:pt x="179" y="28"/>
                </a:cubicBezTo>
                <a:cubicBezTo>
                  <a:pt x="179" y="33"/>
                  <a:pt x="175" y="37"/>
                  <a:pt x="171" y="37"/>
                </a:cubicBezTo>
                <a:cubicBezTo>
                  <a:pt x="170" y="37"/>
                  <a:pt x="169" y="37"/>
                  <a:pt x="168" y="36"/>
                </a:cubicBezTo>
                <a:cubicBezTo>
                  <a:pt x="168" y="44"/>
                  <a:pt x="168" y="44"/>
                  <a:pt x="168" y="44"/>
                </a:cubicBezTo>
                <a:cubicBezTo>
                  <a:pt x="195" y="44"/>
                  <a:pt x="195" y="44"/>
                  <a:pt x="195" y="44"/>
                </a:cubicBezTo>
                <a:cubicBezTo>
                  <a:pt x="195" y="37"/>
                  <a:pt x="195" y="37"/>
                  <a:pt x="195" y="37"/>
                </a:cubicBezTo>
                <a:cubicBezTo>
                  <a:pt x="190" y="37"/>
                  <a:pt x="186" y="33"/>
                  <a:pt x="186" y="28"/>
                </a:cubicBezTo>
                <a:cubicBezTo>
                  <a:pt x="186" y="24"/>
                  <a:pt x="190" y="20"/>
                  <a:pt x="195" y="20"/>
                </a:cubicBezTo>
                <a:cubicBezTo>
                  <a:pt x="195" y="9"/>
                  <a:pt x="195" y="9"/>
                  <a:pt x="195" y="9"/>
                </a:cubicBezTo>
                <a:cubicBezTo>
                  <a:pt x="187" y="6"/>
                  <a:pt x="178" y="4"/>
                  <a:pt x="168" y="3"/>
                </a:cubicBezTo>
                <a:cubicBezTo>
                  <a:pt x="168" y="21"/>
                  <a:pt x="168" y="21"/>
                  <a:pt x="168" y="21"/>
                </a:cubicBezTo>
                <a:cubicBezTo>
                  <a:pt x="169" y="20"/>
                  <a:pt x="170" y="20"/>
                  <a:pt x="171" y="20"/>
                </a:cubicBezTo>
                <a:close/>
                <a:moveTo>
                  <a:pt x="195" y="50"/>
                </a:moveTo>
                <a:cubicBezTo>
                  <a:pt x="195" y="70"/>
                  <a:pt x="195" y="70"/>
                  <a:pt x="195" y="70"/>
                </a:cubicBezTo>
                <a:cubicBezTo>
                  <a:pt x="168" y="70"/>
                  <a:pt x="168" y="70"/>
                  <a:pt x="168" y="70"/>
                </a:cubicBezTo>
                <a:cubicBezTo>
                  <a:pt x="168" y="50"/>
                  <a:pt x="168" y="50"/>
                  <a:pt x="168" y="50"/>
                </a:cubicBezTo>
                <a:cubicBezTo>
                  <a:pt x="195" y="50"/>
                  <a:pt x="195" y="50"/>
                  <a:pt x="195" y="50"/>
                </a:cubicBezTo>
                <a:close/>
                <a:moveTo>
                  <a:pt x="195" y="120"/>
                </a:moveTo>
                <a:cubicBezTo>
                  <a:pt x="195" y="171"/>
                  <a:pt x="195" y="171"/>
                  <a:pt x="195" y="171"/>
                </a:cubicBezTo>
                <a:cubicBezTo>
                  <a:pt x="193" y="173"/>
                  <a:pt x="192" y="176"/>
                  <a:pt x="192" y="180"/>
                </a:cubicBezTo>
                <a:cubicBezTo>
                  <a:pt x="192" y="183"/>
                  <a:pt x="193" y="186"/>
                  <a:pt x="195" y="188"/>
                </a:cubicBezTo>
                <a:cubicBezTo>
                  <a:pt x="195" y="220"/>
                  <a:pt x="195" y="220"/>
                  <a:pt x="195" y="220"/>
                </a:cubicBezTo>
                <a:cubicBezTo>
                  <a:pt x="168" y="220"/>
                  <a:pt x="168" y="220"/>
                  <a:pt x="168" y="220"/>
                </a:cubicBezTo>
                <a:cubicBezTo>
                  <a:pt x="168" y="120"/>
                  <a:pt x="168" y="120"/>
                  <a:pt x="168" y="120"/>
                </a:cubicBezTo>
                <a:cubicBezTo>
                  <a:pt x="195" y="120"/>
                  <a:pt x="195" y="120"/>
                  <a:pt x="195" y="120"/>
                </a:cubicBezTo>
                <a:close/>
                <a:moveTo>
                  <a:pt x="195" y="232"/>
                </a:moveTo>
                <a:cubicBezTo>
                  <a:pt x="195" y="257"/>
                  <a:pt x="195" y="257"/>
                  <a:pt x="195" y="257"/>
                </a:cubicBezTo>
                <a:cubicBezTo>
                  <a:pt x="193" y="254"/>
                  <a:pt x="192" y="252"/>
                  <a:pt x="192" y="249"/>
                </a:cubicBezTo>
                <a:cubicBezTo>
                  <a:pt x="192" y="232"/>
                  <a:pt x="192" y="232"/>
                  <a:pt x="192" y="232"/>
                </a:cubicBezTo>
                <a:lnTo>
                  <a:pt x="195" y="232"/>
                </a:lnTo>
                <a:close/>
                <a:moveTo>
                  <a:pt x="168" y="36"/>
                </a:moveTo>
                <a:cubicBezTo>
                  <a:pt x="165" y="35"/>
                  <a:pt x="162" y="32"/>
                  <a:pt x="162" y="28"/>
                </a:cubicBezTo>
                <a:cubicBezTo>
                  <a:pt x="162" y="25"/>
                  <a:pt x="165" y="22"/>
                  <a:pt x="168" y="21"/>
                </a:cubicBezTo>
                <a:cubicBezTo>
                  <a:pt x="168" y="3"/>
                  <a:pt x="168" y="3"/>
                  <a:pt x="168" y="3"/>
                </a:cubicBezTo>
                <a:cubicBezTo>
                  <a:pt x="157" y="1"/>
                  <a:pt x="144" y="0"/>
                  <a:pt x="131" y="0"/>
                </a:cubicBezTo>
                <a:cubicBezTo>
                  <a:pt x="130" y="0"/>
                  <a:pt x="130" y="0"/>
                  <a:pt x="130" y="0"/>
                </a:cubicBezTo>
                <a:cubicBezTo>
                  <a:pt x="130" y="44"/>
                  <a:pt x="130" y="44"/>
                  <a:pt x="130" y="44"/>
                </a:cubicBezTo>
                <a:cubicBezTo>
                  <a:pt x="168" y="44"/>
                  <a:pt x="168" y="44"/>
                  <a:pt x="168" y="44"/>
                </a:cubicBezTo>
                <a:cubicBezTo>
                  <a:pt x="168" y="36"/>
                  <a:pt x="168" y="36"/>
                  <a:pt x="168" y="36"/>
                </a:cubicBezTo>
                <a:close/>
                <a:moveTo>
                  <a:pt x="168" y="50"/>
                </a:moveTo>
                <a:cubicBezTo>
                  <a:pt x="168" y="70"/>
                  <a:pt x="168" y="70"/>
                  <a:pt x="168" y="70"/>
                </a:cubicBezTo>
                <a:cubicBezTo>
                  <a:pt x="135" y="70"/>
                  <a:pt x="135" y="70"/>
                  <a:pt x="135" y="70"/>
                </a:cubicBezTo>
                <a:cubicBezTo>
                  <a:pt x="135" y="120"/>
                  <a:pt x="135" y="120"/>
                  <a:pt x="135" y="120"/>
                </a:cubicBezTo>
                <a:cubicBezTo>
                  <a:pt x="168" y="120"/>
                  <a:pt x="168" y="120"/>
                  <a:pt x="168" y="120"/>
                </a:cubicBezTo>
                <a:cubicBezTo>
                  <a:pt x="168" y="220"/>
                  <a:pt x="168" y="220"/>
                  <a:pt x="168" y="220"/>
                </a:cubicBezTo>
                <a:cubicBezTo>
                  <a:pt x="130" y="220"/>
                  <a:pt x="130" y="220"/>
                  <a:pt x="130" y="220"/>
                </a:cubicBezTo>
                <a:cubicBezTo>
                  <a:pt x="130" y="198"/>
                  <a:pt x="130" y="198"/>
                  <a:pt x="130" y="198"/>
                </a:cubicBezTo>
                <a:cubicBezTo>
                  <a:pt x="167" y="198"/>
                  <a:pt x="167" y="198"/>
                  <a:pt x="167" y="198"/>
                </a:cubicBezTo>
                <a:cubicBezTo>
                  <a:pt x="167" y="187"/>
                  <a:pt x="167" y="187"/>
                  <a:pt x="167" y="187"/>
                </a:cubicBezTo>
                <a:cubicBezTo>
                  <a:pt x="130" y="187"/>
                  <a:pt x="130" y="187"/>
                  <a:pt x="130" y="187"/>
                </a:cubicBezTo>
                <a:cubicBezTo>
                  <a:pt x="130" y="179"/>
                  <a:pt x="130" y="179"/>
                  <a:pt x="130" y="179"/>
                </a:cubicBezTo>
                <a:cubicBezTo>
                  <a:pt x="167" y="179"/>
                  <a:pt x="167" y="179"/>
                  <a:pt x="167" y="179"/>
                </a:cubicBezTo>
                <a:cubicBezTo>
                  <a:pt x="167" y="167"/>
                  <a:pt x="167" y="167"/>
                  <a:pt x="167" y="167"/>
                </a:cubicBezTo>
                <a:cubicBezTo>
                  <a:pt x="130" y="167"/>
                  <a:pt x="130" y="167"/>
                  <a:pt x="130" y="167"/>
                </a:cubicBezTo>
                <a:cubicBezTo>
                  <a:pt x="130" y="159"/>
                  <a:pt x="130" y="159"/>
                  <a:pt x="130" y="159"/>
                </a:cubicBezTo>
                <a:cubicBezTo>
                  <a:pt x="167" y="159"/>
                  <a:pt x="167" y="159"/>
                  <a:pt x="167" y="159"/>
                </a:cubicBezTo>
                <a:cubicBezTo>
                  <a:pt x="167" y="147"/>
                  <a:pt x="167" y="147"/>
                  <a:pt x="167" y="147"/>
                </a:cubicBezTo>
                <a:cubicBezTo>
                  <a:pt x="130" y="147"/>
                  <a:pt x="130" y="147"/>
                  <a:pt x="130" y="147"/>
                </a:cubicBezTo>
                <a:cubicBezTo>
                  <a:pt x="130" y="50"/>
                  <a:pt x="130" y="50"/>
                  <a:pt x="130" y="50"/>
                </a:cubicBezTo>
                <a:lnTo>
                  <a:pt x="168" y="50"/>
                </a:lnTo>
                <a:close/>
                <a:moveTo>
                  <a:pt x="130" y="0"/>
                </a:moveTo>
                <a:cubicBezTo>
                  <a:pt x="130" y="44"/>
                  <a:pt x="130" y="44"/>
                  <a:pt x="130" y="44"/>
                </a:cubicBezTo>
                <a:cubicBezTo>
                  <a:pt x="93" y="44"/>
                  <a:pt x="93" y="44"/>
                  <a:pt x="93" y="44"/>
                </a:cubicBezTo>
                <a:cubicBezTo>
                  <a:pt x="93" y="36"/>
                  <a:pt x="93" y="36"/>
                  <a:pt x="93" y="36"/>
                </a:cubicBezTo>
                <a:cubicBezTo>
                  <a:pt x="96" y="35"/>
                  <a:pt x="99" y="32"/>
                  <a:pt x="99" y="28"/>
                </a:cubicBezTo>
                <a:cubicBezTo>
                  <a:pt x="99" y="25"/>
                  <a:pt x="96" y="22"/>
                  <a:pt x="93" y="21"/>
                </a:cubicBezTo>
                <a:cubicBezTo>
                  <a:pt x="93" y="3"/>
                  <a:pt x="93" y="3"/>
                  <a:pt x="93" y="3"/>
                </a:cubicBezTo>
                <a:cubicBezTo>
                  <a:pt x="104" y="1"/>
                  <a:pt x="117" y="0"/>
                  <a:pt x="130" y="0"/>
                </a:cubicBezTo>
                <a:close/>
                <a:moveTo>
                  <a:pt x="130" y="50"/>
                </a:moveTo>
                <a:cubicBezTo>
                  <a:pt x="130" y="147"/>
                  <a:pt x="130" y="147"/>
                  <a:pt x="130" y="147"/>
                </a:cubicBezTo>
                <a:cubicBezTo>
                  <a:pt x="93" y="147"/>
                  <a:pt x="93" y="147"/>
                  <a:pt x="93" y="147"/>
                </a:cubicBezTo>
                <a:cubicBezTo>
                  <a:pt x="93" y="120"/>
                  <a:pt x="93" y="120"/>
                  <a:pt x="93" y="120"/>
                </a:cubicBezTo>
                <a:cubicBezTo>
                  <a:pt x="126" y="120"/>
                  <a:pt x="126" y="120"/>
                  <a:pt x="126" y="120"/>
                </a:cubicBezTo>
                <a:cubicBezTo>
                  <a:pt x="126" y="70"/>
                  <a:pt x="126" y="70"/>
                  <a:pt x="126" y="70"/>
                </a:cubicBezTo>
                <a:cubicBezTo>
                  <a:pt x="93" y="70"/>
                  <a:pt x="93" y="70"/>
                  <a:pt x="93" y="70"/>
                </a:cubicBezTo>
                <a:cubicBezTo>
                  <a:pt x="93" y="50"/>
                  <a:pt x="93" y="50"/>
                  <a:pt x="93" y="50"/>
                </a:cubicBezTo>
                <a:cubicBezTo>
                  <a:pt x="130" y="50"/>
                  <a:pt x="130" y="50"/>
                  <a:pt x="130" y="50"/>
                </a:cubicBezTo>
                <a:close/>
                <a:moveTo>
                  <a:pt x="130" y="159"/>
                </a:moveTo>
                <a:cubicBezTo>
                  <a:pt x="130" y="167"/>
                  <a:pt x="130" y="167"/>
                  <a:pt x="130" y="167"/>
                </a:cubicBezTo>
                <a:cubicBezTo>
                  <a:pt x="93" y="167"/>
                  <a:pt x="93" y="167"/>
                  <a:pt x="93" y="167"/>
                </a:cubicBezTo>
                <a:cubicBezTo>
                  <a:pt x="93" y="159"/>
                  <a:pt x="93" y="159"/>
                  <a:pt x="93" y="159"/>
                </a:cubicBezTo>
                <a:cubicBezTo>
                  <a:pt x="130" y="159"/>
                  <a:pt x="130" y="159"/>
                  <a:pt x="130" y="159"/>
                </a:cubicBezTo>
                <a:close/>
                <a:moveTo>
                  <a:pt x="130" y="179"/>
                </a:moveTo>
                <a:cubicBezTo>
                  <a:pt x="130" y="187"/>
                  <a:pt x="130" y="187"/>
                  <a:pt x="130" y="187"/>
                </a:cubicBezTo>
                <a:cubicBezTo>
                  <a:pt x="93" y="187"/>
                  <a:pt x="93" y="187"/>
                  <a:pt x="93" y="187"/>
                </a:cubicBezTo>
                <a:cubicBezTo>
                  <a:pt x="93" y="179"/>
                  <a:pt x="93" y="179"/>
                  <a:pt x="93" y="179"/>
                </a:cubicBezTo>
                <a:cubicBezTo>
                  <a:pt x="130" y="179"/>
                  <a:pt x="130" y="179"/>
                  <a:pt x="130" y="179"/>
                </a:cubicBezTo>
                <a:close/>
                <a:moveTo>
                  <a:pt x="130" y="198"/>
                </a:moveTo>
                <a:cubicBezTo>
                  <a:pt x="130" y="220"/>
                  <a:pt x="130" y="220"/>
                  <a:pt x="130" y="220"/>
                </a:cubicBezTo>
                <a:cubicBezTo>
                  <a:pt x="93" y="220"/>
                  <a:pt x="93" y="220"/>
                  <a:pt x="93" y="220"/>
                </a:cubicBezTo>
                <a:cubicBezTo>
                  <a:pt x="93" y="198"/>
                  <a:pt x="93" y="198"/>
                  <a:pt x="93" y="198"/>
                </a:cubicBezTo>
                <a:lnTo>
                  <a:pt x="130" y="198"/>
                </a:lnTo>
                <a:close/>
                <a:moveTo>
                  <a:pt x="93" y="3"/>
                </a:moveTo>
                <a:cubicBezTo>
                  <a:pt x="93" y="21"/>
                  <a:pt x="93" y="21"/>
                  <a:pt x="93" y="21"/>
                </a:cubicBezTo>
                <a:cubicBezTo>
                  <a:pt x="92" y="20"/>
                  <a:pt x="92" y="20"/>
                  <a:pt x="91" y="20"/>
                </a:cubicBezTo>
                <a:cubicBezTo>
                  <a:pt x="86" y="20"/>
                  <a:pt x="83" y="24"/>
                  <a:pt x="83" y="28"/>
                </a:cubicBezTo>
                <a:cubicBezTo>
                  <a:pt x="83" y="33"/>
                  <a:pt x="86" y="37"/>
                  <a:pt x="91" y="37"/>
                </a:cubicBezTo>
                <a:cubicBezTo>
                  <a:pt x="92" y="37"/>
                  <a:pt x="92" y="37"/>
                  <a:pt x="93" y="36"/>
                </a:cubicBezTo>
                <a:cubicBezTo>
                  <a:pt x="93" y="44"/>
                  <a:pt x="93" y="44"/>
                  <a:pt x="93" y="44"/>
                </a:cubicBezTo>
                <a:cubicBezTo>
                  <a:pt x="67" y="44"/>
                  <a:pt x="67" y="44"/>
                  <a:pt x="67" y="44"/>
                </a:cubicBezTo>
                <a:cubicBezTo>
                  <a:pt x="67" y="37"/>
                  <a:pt x="67" y="37"/>
                  <a:pt x="67" y="37"/>
                </a:cubicBezTo>
                <a:cubicBezTo>
                  <a:pt x="71" y="37"/>
                  <a:pt x="75" y="33"/>
                  <a:pt x="75" y="28"/>
                </a:cubicBezTo>
                <a:cubicBezTo>
                  <a:pt x="75" y="24"/>
                  <a:pt x="71" y="20"/>
                  <a:pt x="67" y="20"/>
                </a:cubicBezTo>
                <a:cubicBezTo>
                  <a:pt x="67" y="9"/>
                  <a:pt x="67" y="9"/>
                  <a:pt x="67" y="9"/>
                </a:cubicBezTo>
                <a:cubicBezTo>
                  <a:pt x="75" y="6"/>
                  <a:pt x="84" y="4"/>
                  <a:pt x="93" y="3"/>
                </a:cubicBezTo>
                <a:close/>
                <a:moveTo>
                  <a:pt x="93" y="50"/>
                </a:moveTo>
                <a:cubicBezTo>
                  <a:pt x="93" y="70"/>
                  <a:pt x="93" y="70"/>
                  <a:pt x="93" y="70"/>
                </a:cubicBezTo>
                <a:cubicBezTo>
                  <a:pt x="67" y="70"/>
                  <a:pt x="67" y="70"/>
                  <a:pt x="67" y="70"/>
                </a:cubicBezTo>
                <a:cubicBezTo>
                  <a:pt x="67" y="50"/>
                  <a:pt x="67" y="50"/>
                  <a:pt x="67" y="50"/>
                </a:cubicBezTo>
                <a:cubicBezTo>
                  <a:pt x="93" y="50"/>
                  <a:pt x="93" y="50"/>
                  <a:pt x="93" y="50"/>
                </a:cubicBezTo>
                <a:close/>
                <a:moveTo>
                  <a:pt x="93" y="120"/>
                </a:moveTo>
                <a:cubicBezTo>
                  <a:pt x="93" y="147"/>
                  <a:pt x="93" y="147"/>
                  <a:pt x="93" y="147"/>
                </a:cubicBezTo>
                <a:cubicBezTo>
                  <a:pt x="92" y="147"/>
                  <a:pt x="92" y="147"/>
                  <a:pt x="92" y="147"/>
                </a:cubicBezTo>
                <a:cubicBezTo>
                  <a:pt x="92" y="159"/>
                  <a:pt x="92" y="159"/>
                  <a:pt x="92" y="159"/>
                </a:cubicBezTo>
                <a:cubicBezTo>
                  <a:pt x="93" y="159"/>
                  <a:pt x="93" y="159"/>
                  <a:pt x="93" y="159"/>
                </a:cubicBezTo>
                <a:cubicBezTo>
                  <a:pt x="93" y="167"/>
                  <a:pt x="93" y="167"/>
                  <a:pt x="93" y="167"/>
                </a:cubicBezTo>
                <a:cubicBezTo>
                  <a:pt x="92" y="167"/>
                  <a:pt x="92" y="167"/>
                  <a:pt x="92" y="167"/>
                </a:cubicBezTo>
                <a:cubicBezTo>
                  <a:pt x="92" y="179"/>
                  <a:pt x="92" y="179"/>
                  <a:pt x="92" y="179"/>
                </a:cubicBezTo>
                <a:cubicBezTo>
                  <a:pt x="93" y="179"/>
                  <a:pt x="93" y="179"/>
                  <a:pt x="93" y="179"/>
                </a:cubicBezTo>
                <a:cubicBezTo>
                  <a:pt x="93" y="187"/>
                  <a:pt x="93" y="187"/>
                  <a:pt x="93" y="187"/>
                </a:cubicBezTo>
                <a:cubicBezTo>
                  <a:pt x="92" y="187"/>
                  <a:pt x="92" y="187"/>
                  <a:pt x="92" y="187"/>
                </a:cubicBezTo>
                <a:cubicBezTo>
                  <a:pt x="92" y="198"/>
                  <a:pt x="92" y="198"/>
                  <a:pt x="92" y="198"/>
                </a:cubicBezTo>
                <a:cubicBezTo>
                  <a:pt x="93" y="198"/>
                  <a:pt x="93" y="198"/>
                  <a:pt x="93" y="198"/>
                </a:cubicBezTo>
                <a:cubicBezTo>
                  <a:pt x="93" y="220"/>
                  <a:pt x="93" y="220"/>
                  <a:pt x="93" y="220"/>
                </a:cubicBezTo>
                <a:cubicBezTo>
                  <a:pt x="67" y="220"/>
                  <a:pt x="67" y="220"/>
                  <a:pt x="67" y="220"/>
                </a:cubicBezTo>
                <a:cubicBezTo>
                  <a:pt x="67" y="188"/>
                  <a:pt x="67" y="188"/>
                  <a:pt x="67" y="188"/>
                </a:cubicBezTo>
                <a:cubicBezTo>
                  <a:pt x="68" y="186"/>
                  <a:pt x="69" y="183"/>
                  <a:pt x="69" y="180"/>
                </a:cubicBezTo>
                <a:cubicBezTo>
                  <a:pt x="69" y="176"/>
                  <a:pt x="68" y="173"/>
                  <a:pt x="67" y="171"/>
                </a:cubicBezTo>
                <a:cubicBezTo>
                  <a:pt x="67" y="120"/>
                  <a:pt x="67" y="120"/>
                  <a:pt x="67" y="120"/>
                </a:cubicBezTo>
                <a:cubicBezTo>
                  <a:pt x="93" y="120"/>
                  <a:pt x="93" y="120"/>
                  <a:pt x="93" y="120"/>
                </a:cubicBezTo>
                <a:close/>
                <a:moveTo>
                  <a:pt x="67" y="257"/>
                </a:moveTo>
                <a:cubicBezTo>
                  <a:pt x="67" y="232"/>
                  <a:pt x="67" y="232"/>
                  <a:pt x="67" y="232"/>
                </a:cubicBezTo>
                <a:cubicBezTo>
                  <a:pt x="69" y="232"/>
                  <a:pt x="69" y="232"/>
                  <a:pt x="69" y="232"/>
                </a:cubicBezTo>
                <a:cubicBezTo>
                  <a:pt x="69" y="249"/>
                  <a:pt x="69" y="249"/>
                  <a:pt x="69" y="249"/>
                </a:cubicBezTo>
                <a:cubicBezTo>
                  <a:pt x="69" y="252"/>
                  <a:pt x="68" y="254"/>
                  <a:pt x="67" y="257"/>
                </a:cubicBezTo>
                <a:close/>
                <a:moveTo>
                  <a:pt x="67" y="9"/>
                </a:moveTo>
                <a:cubicBezTo>
                  <a:pt x="67" y="20"/>
                  <a:pt x="67" y="20"/>
                  <a:pt x="67" y="20"/>
                </a:cubicBezTo>
                <a:cubicBezTo>
                  <a:pt x="62" y="20"/>
                  <a:pt x="58" y="24"/>
                  <a:pt x="58" y="28"/>
                </a:cubicBezTo>
                <a:cubicBezTo>
                  <a:pt x="58" y="33"/>
                  <a:pt x="62" y="37"/>
                  <a:pt x="67" y="37"/>
                </a:cubicBezTo>
                <a:cubicBezTo>
                  <a:pt x="67" y="44"/>
                  <a:pt x="67" y="44"/>
                  <a:pt x="67" y="44"/>
                </a:cubicBezTo>
                <a:cubicBezTo>
                  <a:pt x="52" y="44"/>
                  <a:pt x="52" y="44"/>
                  <a:pt x="52" y="44"/>
                </a:cubicBezTo>
                <a:cubicBezTo>
                  <a:pt x="52" y="15"/>
                  <a:pt x="52" y="15"/>
                  <a:pt x="52" y="15"/>
                </a:cubicBezTo>
                <a:cubicBezTo>
                  <a:pt x="56" y="13"/>
                  <a:pt x="61" y="11"/>
                  <a:pt x="67" y="9"/>
                </a:cubicBezTo>
                <a:close/>
                <a:moveTo>
                  <a:pt x="67" y="50"/>
                </a:moveTo>
                <a:cubicBezTo>
                  <a:pt x="67" y="70"/>
                  <a:pt x="67" y="70"/>
                  <a:pt x="67" y="70"/>
                </a:cubicBezTo>
                <a:cubicBezTo>
                  <a:pt x="60" y="70"/>
                  <a:pt x="60" y="70"/>
                  <a:pt x="60" y="70"/>
                </a:cubicBezTo>
                <a:cubicBezTo>
                  <a:pt x="60" y="120"/>
                  <a:pt x="60" y="120"/>
                  <a:pt x="60" y="120"/>
                </a:cubicBezTo>
                <a:cubicBezTo>
                  <a:pt x="67" y="120"/>
                  <a:pt x="67" y="120"/>
                  <a:pt x="67" y="120"/>
                </a:cubicBezTo>
                <a:cubicBezTo>
                  <a:pt x="67" y="171"/>
                  <a:pt x="67" y="171"/>
                  <a:pt x="67" y="171"/>
                </a:cubicBezTo>
                <a:cubicBezTo>
                  <a:pt x="64" y="166"/>
                  <a:pt x="58" y="162"/>
                  <a:pt x="52" y="162"/>
                </a:cubicBezTo>
                <a:cubicBezTo>
                  <a:pt x="52" y="50"/>
                  <a:pt x="52" y="50"/>
                  <a:pt x="52" y="50"/>
                </a:cubicBezTo>
                <a:cubicBezTo>
                  <a:pt x="67" y="50"/>
                  <a:pt x="67" y="50"/>
                  <a:pt x="67" y="50"/>
                </a:cubicBezTo>
                <a:close/>
                <a:moveTo>
                  <a:pt x="67" y="188"/>
                </a:moveTo>
                <a:cubicBezTo>
                  <a:pt x="67" y="220"/>
                  <a:pt x="67" y="220"/>
                  <a:pt x="67" y="220"/>
                </a:cubicBezTo>
                <a:cubicBezTo>
                  <a:pt x="52" y="220"/>
                  <a:pt x="52" y="220"/>
                  <a:pt x="52" y="220"/>
                </a:cubicBezTo>
                <a:cubicBezTo>
                  <a:pt x="52" y="197"/>
                  <a:pt x="52" y="197"/>
                  <a:pt x="52" y="197"/>
                </a:cubicBezTo>
                <a:cubicBezTo>
                  <a:pt x="58" y="197"/>
                  <a:pt x="64" y="193"/>
                  <a:pt x="67" y="188"/>
                </a:cubicBezTo>
                <a:close/>
                <a:moveTo>
                  <a:pt x="67" y="232"/>
                </a:moveTo>
                <a:cubicBezTo>
                  <a:pt x="67" y="257"/>
                  <a:pt x="67" y="257"/>
                  <a:pt x="67" y="257"/>
                </a:cubicBezTo>
                <a:cubicBezTo>
                  <a:pt x="64" y="260"/>
                  <a:pt x="60" y="262"/>
                  <a:pt x="56" y="262"/>
                </a:cubicBezTo>
                <a:cubicBezTo>
                  <a:pt x="52" y="262"/>
                  <a:pt x="52" y="262"/>
                  <a:pt x="52" y="262"/>
                </a:cubicBezTo>
                <a:cubicBezTo>
                  <a:pt x="52" y="232"/>
                  <a:pt x="52" y="232"/>
                  <a:pt x="52" y="232"/>
                </a:cubicBezTo>
                <a:lnTo>
                  <a:pt x="67" y="232"/>
                </a:lnTo>
                <a:close/>
                <a:moveTo>
                  <a:pt x="52" y="15"/>
                </a:moveTo>
                <a:cubicBezTo>
                  <a:pt x="52" y="44"/>
                  <a:pt x="52" y="44"/>
                  <a:pt x="52" y="44"/>
                </a:cubicBezTo>
                <a:cubicBezTo>
                  <a:pt x="27" y="44"/>
                  <a:pt x="27" y="44"/>
                  <a:pt x="27" y="44"/>
                </a:cubicBezTo>
                <a:cubicBezTo>
                  <a:pt x="27" y="33"/>
                  <a:pt x="36" y="23"/>
                  <a:pt x="52" y="15"/>
                </a:cubicBezTo>
                <a:close/>
                <a:moveTo>
                  <a:pt x="52" y="50"/>
                </a:moveTo>
                <a:cubicBezTo>
                  <a:pt x="52" y="162"/>
                  <a:pt x="52" y="162"/>
                  <a:pt x="52" y="162"/>
                </a:cubicBezTo>
                <a:cubicBezTo>
                  <a:pt x="42" y="162"/>
                  <a:pt x="35" y="170"/>
                  <a:pt x="35" y="180"/>
                </a:cubicBezTo>
                <a:cubicBezTo>
                  <a:pt x="35" y="189"/>
                  <a:pt x="42" y="197"/>
                  <a:pt x="52" y="197"/>
                </a:cubicBezTo>
                <a:cubicBezTo>
                  <a:pt x="52" y="220"/>
                  <a:pt x="52" y="220"/>
                  <a:pt x="52" y="220"/>
                </a:cubicBezTo>
                <a:cubicBezTo>
                  <a:pt x="12" y="220"/>
                  <a:pt x="12" y="220"/>
                  <a:pt x="12" y="220"/>
                </a:cubicBezTo>
                <a:cubicBezTo>
                  <a:pt x="12" y="154"/>
                  <a:pt x="12" y="154"/>
                  <a:pt x="12" y="154"/>
                </a:cubicBezTo>
                <a:cubicBezTo>
                  <a:pt x="15" y="150"/>
                  <a:pt x="21" y="146"/>
                  <a:pt x="27" y="146"/>
                </a:cubicBezTo>
                <a:cubicBezTo>
                  <a:pt x="27" y="50"/>
                  <a:pt x="27" y="50"/>
                  <a:pt x="27" y="50"/>
                </a:cubicBezTo>
                <a:cubicBezTo>
                  <a:pt x="52" y="50"/>
                  <a:pt x="52" y="50"/>
                  <a:pt x="52" y="50"/>
                </a:cubicBezTo>
                <a:close/>
                <a:moveTo>
                  <a:pt x="52" y="232"/>
                </a:moveTo>
                <a:cubicBezTo>
                  <a:pt x="52" y="262"/>
                  <a:pt x="52" y="262"/>
                  <a:pt x="52" y="262"/>
                </a:cubicBezTo>
                <a:cubicBezTo>
                  <a:pt x="48" y="262"/>
                  <a:pt x="48" y="262"/>
                  <a:pt x="48" y="262"/>
                </a:cubicBezTo>
                <a:cubicBezTo>
                  <a:pt x="41" y="262"/>
                  <a:pt x="35" y="257"/>
                  <a:pt x="35" y="249"/>
                </a:cubicBezTo>
                <a:cubicBezTo>
                  <a:pt x="35" y="232"/>
                  <a:pt x="35" y="232"/>
                  <a:pt x="35" y="232"/>
                </a:cubicBezTo>
                <a:cubicBezTo>
                  <a:pt x="52" y="232"/>
                  <a:pt x="52" y="232"/>
                  <a:pt x="52" y="232"/>
                </a:cubicBezTo>
                <a:close/>
                <a:moveTo>
                  <a:pt x="12" y="114"/>
                </a:moveTo>
                <a:cubicBezTo>
                  <a:pt x="14" y="114"/>
                  <a:pt x="15" y="112"/>
                  <a:pt x="15" y="110"/>
                </a:cubicBezTo>
                <a:cubicBezTo>
                  <a:pt x="15" y="76"/>
                  <a:pt x="15" y="76"/>
                  <a:pt x="15" y="76"/>
                </a:cubicBezTo>
                <a:cubicBezTo>
                  <a:pt x="15" y="74"/>
                  <a:pt x="14" y="71"/>
                  <a:pt x="12" y="70"/>
                </a:cubicBezTo>
                <a:lnTo>
                  <a:pt x="12" y="114"/>
                </a:lnTo>
                <a:close/>
                <a:moveTo>
                  <a:pt x="12" y="70"/>
                </a:moveTo>
                <a:cubicBezTo>
                  <a:pt x="12" y="114"/>
                  <a:pt x="12" y="114"/>
                  <a:pt x="12" y="114"/>
                </a:cubicBezTo>
                <a:cubicBezTo>
                  <a:pt x="12" y="114"/>
                  <a:pt x="11" y="114"/>
                  <a:pt x="11" y="113"/>
                </a:cubicBezTo>
                <a:cubicBezTo>
                  <a:pt x="4" y="111"/>
                  <a:pt x="4" y="111"/>
                  <a:pt x="4" y="111"/>
                </a:cubicBezTo>
                <a:cubicBezTo>
                  <a:pt x="2" y="110"/>
                  <a:pt x="0" y="107"/>
                  <a:pt x="0" y="104"/>
                </a:cubicBezTo>
                <a:cubicBezTo>
                  <a:pt x="0" y="70"/>
                  <a:pt x="0" y="70"/>
                  <a:pt x="0" y="70"/>
                </a:cubicBezTo>
                <a:cubicBezTo>
                  <a:pt x="0" y="67"/>
                  <a:pt x="2" y="66"/>
                  <a:pt x="4" y="67"/>
                </a:cubicBezTo>
                <a:cubicBezTo>
                  <a:pt x="11" y="69"/>
                  <a:pt x="11" y="69"/>
                  <a:pt x="11" y="69"/>
                </a:cubicBezTo>
                <a:cubicBezTo>
                  <a:pt x="11" y="70"/>
                  <a:pt x="12" y="70"/>
                  <a:pt x="12" y="70"/>
                </a:cubicBezTo>
                <a:close/>
                <a:moveTo>
                  <a:pt x="12" y="154"/>
                </a:moveTo>
                <a:cubicBezTo>
                  <a:pt x="12" y="220"/>
                  <a:pt x="12" y="220"/>
                  <a:pt x="12" y="220"/>
                </a:cubicBezTo>
                <a:cubicBezTo>
                  <a:pt x="9" y="220"/>
                  <a:pt x="9" y="220"/>
                  <a:pt x="9" y="220"/>
                </a:cubicBezTo>
                <a:cubicBezTo>
                  <a:pt x="9" y="164"/>
                  <a:pt x="9" y="164"/>
                  <a:pt x="9" y="164"/>
                </a:cubicBezTo>
                <a:cubicBezTo>
                  <a:pt x="9" y="160"/>
                  <a:pt x="10" y="157"/>
                  <a:pt x="12" y="154"/>
                </a:cubicBez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1" name="Freeform 76"/>
          <p:cNvSpPr>
            <a:spLocks noEditPoints="1"/>
          </p:cNvSpPr>
          <p:nvPr/>
        </p:nvSpPr>
        <p:spPr bwMode="auto">
          <a:xfrm>
            <a:off x="7192195" y="3632786"/>
            <a:ext cx="642771" cy="487236"/>
          </a:xfrm>
          <a:custGeom>
            <a:avLst/>
            <a:gdLst>
              <a:gd name="T0" fmla="*/ 271 w 295"/>
              <a:gd name="T1" fmla="*/ 0 h 224"/>
              <a:gd name="T2" fmla="*/ 277 w 295"/>
              <a:gd name="T3" fmla="*/ 35 h 224"/>
              <a:gd name="T4" fmla="*/ 224 w 295"/>
              <a:gd name="T5" fmla="*/ 224 h 224"/>
              <a:gd name="T6" fmla="*/ 248 w 295"/>
              <a:gd name="T7" fmla="*/ 188 h 224"/>
              <a:gd name="T8" fmla="*/ 249 w 295"/>
              <a:gd name="T9" fmla="*/ 29 h 224"/>
              <a:gd name="T10" fmla="*/ 224 w 295"/>
              <a:gd name="T11" fmla="*/ 194 h 224"/>
              <a:gd name="T12" fmla="*/ 224 w 295"/>
              <a:gd name="T13" fmla="*/ 16 h 224"/>
              <a:gd name="T14" fmla="*/ 224 w 295"/>
              <a:gd name="T15" fmla="*/ 208 h 224"/>
              <a:gd name="T16" fmla="*/ 224 w 295"/>
              <a:gd name="T17" fmla="*/ 179 h 224"/>
              <a:gd name="T18" fmla="*/ 224 w 295"/>
              <a:gd name="T19" fmla="*/ 194 h 224"/>
              <a:gd name="T20" fmla="*/ 201 w 295"/>
              <a:gd name="T21" fmla="*/ 128 h 224"/>
              <a:gd name="T22" fmla="*/ 203 w 295"/>
              <a:gd name="T23" fmla="*/ 98 h 224"/>
              <a:gd name="T24" fmla="*/ 195 w 295"/>
              <a:gd name="T25" fmla="*/ 67 h 224"/>
              <a:gd name="T26" fmla="*/ 187 w 295"/>
              <a:gd name="T27" fmla="*/ 128 h 224"/>
              <a:gd name="T28" fmla="*/ 187 w 295"/>
              <a:gd name="T29" fmla="*/ 100 h 224"/>
              <a:gd name="T30" fmla="*/ 190 w 295"/>
              <a:gd name="T31" fmla="*/ 75 h 224"/>
              <a:gd name="T32" fmla="*/ 187 w 295"/>
              <a:gd name="T33" fmla="*/ 0 h 224"/>
              <a:gd name="T34" fmla="*/ 187 w 295"/>
              <a:gd name="T35" fmla="*/ 0 h 224"/>
              <a:gd name="T36" fmla="*/ 147 w 295"/>
              <a:gd name="T37" fmla="*/ 208 h 224"/>
              <a:gd name="T38" fmla="*/ 182 w 295"/>
              <a:gd name="T39" fmla="*/ 67 h 224"/>
              <a:gd name="T40" fmla="*/ 168 w 295"/>
              <a:gd name="T41" fmla="*/ 109 h 224"/>
              <a:gd name="T42" fmla="*/ 187 w 295"/>
              <a:gd name="T43" fmla="*/ 194 h 224"/>
              <a:gd name="T44" fmla="*/ 148 w 295"/>
              <a:gd name="T45" fmla="*/ 125 h 224"/>
              <a:gd name="T46" fmla="*/ 147 w 295"/>
              <a:gd name="T47" fmla="*/ 106 h 224"/>
              <a:gd name="T48" fmla="*/ 184 w 295"/>
              <a:gd name="T49" fmla="*/ 70 h 224"/>
              <a:gd name="T50" fmla="*/ 187 w 295"/>
              <a:gd name="T51" fmla="*/ 91 h 224"/>
              <a:gd name="T52" fmla="*/ 179 w 295"/>
              <a:gd name="T53" fmla="*/ 116 h 224"/>
              <a:gd name="T54" fmla="*/ 187 w 295"/>
              <a:gd name="T55" fmla="*/ 100 h 224"/>
              <a:gd name="T56" fmla="*/ 147 w 295"/>
              <a:gd name="T57" fmla="*/ 16 h 224"/>
              <a:gd name="T58" fmla="*/ 147 w 295"/>
              <a:gd name="T59" fmla="*/ 208 h 224"/>
              <a:gd name="T60" fmla="*/ 147 w 295"/>
              <a:gd name="T61" fmla="*/ 106 h 224"/>
              <a:gd name="T62" fmla="*/ 127 w 295"/>
              <a:gd name="T63" fmla="*/ 121 h 224"/>
              <a:gd name="T64" fmla="*/ 147 w 295"/>
              <a:gd name="T65" fmla="*/ 137 h 224"/>
              <a:gd name="T66" fmla="*/ 102 w 295"/>
              <a:gd name="T67" fmla="*/ 156 h 224"/>
              <a:gd name="T68" fmla="*/ 109 w 295"/>
              <a:gd name="T69" fmla="*/ 113 h 224"/>
              <a:gd name="T70" fmla="*/ 100 w 295"/>
              <a:gd name="T71" fmla="*/ 93 h 224"/>
              <a:gd name="T72" fmla="*/ 111 w 295"/>
              <a:gd name="T73" fmla="*/ 97 h 224"/>
              <a:gd name="T74" fmla="*/ 99 w 295"/>
              <a:gd name="T75" fmla="*/ 88 h 224"/>
              <a:gd name="T76" fmla="*/ 101 w 295"/>
              <a:gd name="T77" fmla="*/ 150 h 224"/>
              <a:gd name="T78" fmla="*/ 99 w 295"/>
              <a:gd name="T79" fmla="*/ 123 h 224"/>
              <a:gd name="T80" fmla="*/ 0 w 295"/>
              <a:gd name="T81" fmla="*/ 23 h 224"/>
              <a:gd name="T82" fmla="*/ 99 w 295"/>
              <a:gd name="T83" fmla="*/ 208 h 224"/>
              <a:gd name="T84" fmla="*/ 17 w 295"/>
              <a:gd name="T85" fmla="*/ 35 h 224"/>
              <a:gd name="T86" fmla="*/ 99 w 295"/>
              <a:gd name="T87" fmla="*/ 29 h 224"/>
              <a:gd name="T88" fmla="*/ 79 w 295"/>
              <a:gd name="T89" fmla="*/ 129 h 224"/>
              <a:gd name="T90" fmla="*/ 99 w 295"/>
              <a:gd name="T91" fmla="*/ 157 h 224"/>
              <a:gd name="T92" fmla="*/ 30 w 295"/>
              <a:gd name="T93" fmla="*/ 45 h 224"/>
              <a:gd name="T94" fmla="*/ 99 w 295"/>
              <a:gd name="T95" fmla="*/ 115 h 224"/>
              <a:gd name="T96" fmla="*/ 99 w 295"/>
              <a:gd name="T97" fmla="*/ 123 h 224"/>
              <a:gd name="T98" fmla="*/ 91 w 295"/>
              <a:gd name="T99" fmla="*/ 13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95" h="224">
                <a:moveTo>
                  <a:pt x="271" y="224"/>
                </a:moveTo>
                <a:cubicBezTo>
                  <a:pt x="284" y="224"/>
                  <a:pt x="295" y="213"/>
                  <a:pt x="295" y="200"/>
                </a:cubicBezTo>
                <a:cubicBezTo>
                  <a:pt x="295" y="23"/>
                  <a:pt x="295" y="23"/>
                  <a:pt x="295" y="23"/>
                </a:cubicBezTo>
                <a:cubicBezTo>
                  <a:pt x="295" y="10"/>
                  <a:pt x="284" y="0"/>
                  <a:pt x="271" y="0"/>
                </a:cubicBezTo>
                <a:cubicBezTo>
                  <a:pt x="224" y="0"/>
                  <a:pt x="224" y="0"/>
                  <a:pt x="224" y="0"/>
                </a:cubicBezTo>
                <a:cubicBezTo>
                  <a:pt x="224" y="16"/>
                  <a:pt x="224" y="16"/>
                  <a:pt x="224" y="16"/>
                </a:cubicBezTo>
                <a:cubicBezTo>
                  <a:pt x="258" y="16"/>
                  <a:pt x="258" y="16"/>
                  <a:pt x="258" y="16"/>
                </a:cubicBezTo>
                <a:cubicBezTo>
                  <a:pt x="268" y="16"/>
                  <a:pt x="277" y="24"/>
                  <a:pt x="277" y="35"/>
                </a:cubicBezTo>
                <a:cubicBezTo>
                  <a:pt x="277" y="189"/>
                  <a:pt x="277" y="189"/>
                  <a:pt x="277" y="189"/>
                </a:cubicBezTo>
                <a:cubicBezTo>
                  <a:pt x="277" y="199"/>
                  <a:pt x="268" y="208"/>
                  <a:pt x="258" y="208"/>
                </a:cubicBezTo>
                <a:cubicBezTo>
                  <a:pt x="224" y="208"/>
                  <a:pt x="224" y="208"/>
                  <a:pt x="224" y="208"/>
                </a:cubicBezTo>
                <a:cubicBezTo>
                  <a:pt x="224" y="224"/>
                  <a:pt x="224" y="224"/>
                  <a:pt x="224" y="224"/>
                </a:cubicBezTo>
                <a:cubicBezTo>
                  <a:pt x="271" y="224"/>
                  <a:pt x="271" y="224"/>
                  <a:pt x="271" y="224"/>
                </a:cubicBezTo>
                <a:close/>
                <a:moveTo>
                  <a:pt x="224" y="194"/>
                </a:moveTo>
                <a:cubicBezTo>
                  <a:pt x="224" y="188"/>
                  <a:pt x="224" y="188"/>
                  <a:pt x="224" y="188"/>
                </a:cubicBezTo>
                <a:cubicBezTo>
                  <a:pt x="248" y="188"/>
                  <a:pt x="248" y="188"/>
                  <a:pt x="248" y="188"/>
                </a:cubicBezTo>
                <a:cubicBezTo>
                  <a:pt x="248" y="179"/>
                  <a:pt x="248" y="179"/>
                  <a:pt x="248" y="179"/>
                </a:cubicBezTo>
                <a:cubicBezTo>
                  <a:pt x="224" y="179"/>
                  <a:pt x="224" y="179"/>
                  <a:pt x="224" y="179"/>
                </a:cubicBezTo>
                <a:cubicBezTo>
                  <a:pt x="224" y="29"/>
                  <a:pt x="224" y="29"/>
                  <a:pt x="224" y="29"/>
                </a:cubicBezTo>
                <a:cubicBezTo>
                  <a:pt x="249" y="29"/>
                  <a:pt x="249" y="29"/>
                  <a:pt x="249" y="29"/>
                </a:cubicBezTo>
                <a:cubicBezTo>
                  <a:pt x="257" y="29"/>
                  <a:pt x="264" y="36"/>
                  <a:pt x="264" y="45"/>
                </a:cubicBezTo>
                <a:cubicBezTo>
                  <a:pt x="264" y="179"/>
                  <a:pt x="264" y="179"/>
                  <a:pt x="264" y="179"/>
                </a:cubicBezTo>
                <a:cubicBezTo>
                  <a:pt x="264" y="187"/>
                  <a:pt x="257" y="194"/>
                  <a:pt x="249" y="194"/>
                </a:cubicBezTo>
                <a:lnTo>
                  <a:pt x="224" y="194"/>
                </a:lnTo>
                <a:close/>
                <a:moveTo>
                  <a:pt x="224" y="0"/>
                </a:moveTo>
                <a:cubicBezTo>
                  <a:pt x="187" y="0"/>
                  <a:pt x="187" y="0"/>
                  <a:pt x="187" y="0"/>
                </a:cubicBezTo>
                <a:cubicBezTo>
                  <a:pt x="187" y="16"/>
                  <a:pt x="187" y="16"/>
                  <a:pt x="187" y="16"/>
                </a:cubicBezTo>
                <a:cubicBezTo>
                  <a:pt x="224" y="16"/>
                  <a:pt x="224" y="16"/>
                  <a:pt x="224" y="16"/>
                </a:cubicBezTo>
                <a:cubicBezTo>
                  <a:pt x="224" y="0"/>
                  <a:pt x="224" y="0"/>
                  <a:pt x="224" y="0"/>
                </a:cubicBezTo>
                <a:close/>
                <a:moveTo>
                  <a:pt x="187" y="224"/>
                </a:moveTo>
                <a:cubicBezTo>
                  <a:pt x="224" y="224"/>
                  <a:pt x="224" y="224"/>
                  <a:pt x="224" y="224"/>
                </a:cubicBezTo>
                <a:cubicBezTo>
                  <a:pt x="224" y="208"/>
                  <a:pt x="224" y="208"/>
                  <a:pt x="224" y="208"/>
                </a:cubicBezTo>
                <a:cubicBezTo>
                  <a:pt x="187" y="208"/>
                  <a:pt x="187" y="208"/>
                  <a:pt x="187" y="208"/>
                </a:cubicBezTo>
                <a:cubicBezTo>
                  <a:pt x="187" y="224"/>
                  <a:pt x="187" y="224"/>
                  <a:pt x="187" y="224"/>
                </a:cubicBezTo>
                <a:close/>
                <a:moveTo>
                  <a:pt x="224" y="29"/>
                </a:moveTo>
                <a:cubicBezTo>
                  <a:pt x="224" y="179"/>
                  <a:pt x="224" y="179"/>
                  <a:pt x="224" y="179"/>
                </a:cubicBezTo>
                <a:cubicBezTo>
                  <a:pt x="200" y="179"/>
                  <a:pt x="200" y="179"/>
                  <a:pt x="200" y="179"/>
                </a:cubicBezTo>
                <a:cubicBezTo>
                  <a:pt x="200" y="188"/>
                  <a:pt x="200" y="188"/>
                  <a:pt x="200" y="188"/>
                </a:cubicBezTo>
                <a:cubicBezTo>
                  <a:pt x="224" y="188"/>
                  <a:pt x="224" y="188"/>
                  <a:pt x="224" y="188"/>
                </a:cubicBezTo>
                <a:cubicBezTo>
                  <a:pt x="224" y="194"/>
                  <a:pt x="224" y="194"/>
                  <a:pt x="224" y="194"/>
                </a:cubicBezTo>
                <a:cubicBezTo>
                  <a:pt x="187" y="194"/>
                  <a:pt x="187" y="194"/>
                  <a:pt x="187" y="194"/>
                </a:cubicBezTo>
                <a:cubicBezTo>
                  <a:pt x="187" y="135"/>
                  <a:pt x="187" y="135"/>
                  <a:pt x="187" y="135"/>
                </a:cubicBezTo>
                <a:cubicBezTo>
                  <a:pt x="188" y="135"/>
                  <a:pt x="189" y="134"/>
                  <a:pt x="189" y="134"/>
                </a:cubicBezTo>
                <a:cubicBezTo>
                  <a:pt x="194" y="133"/>
                  <a:pt x="197" y="131"/>
                  <a:pt x="201" y="128"/>
                </a:cubicBezTo>
                <a:cubicBezTo>
                  <a:pt x="204" y="124"/>
                  <a:pt x="206" y="121"/>
                  <a:pt x="207" y="117"/>
                </a:cubicBezTo>
                <a:cubicBezTo>
                  <a:pt x="208" y="115"/>
                  <a:pt x="208" y="113"/>
                  <a:pt x="208" y="111"/>
                </a:cubicBezTo>
                <a:cubicBezTo>
                  <a:pt x="208" y="109"/>
                  <a:pt x="208" y="107"/>
                  <a:pt x="207" y="104"/>
                </a:cubicBezTo>
                <a:cubicBezTo>
                  <a:pt x="207" y="102"/>
                  <a:pt x="205" y="100"/>
                  <a:pt x="203" y="98"/>
                </a:cubicBezTo>
                <a:cubicBezTo>
                  <a:pt x="200" y="96"/>
                  <a:pt x="197" y="94"/>
                  <a:pt x="193" y="94"/>
                </a:cubicBezTo>
                <a:cubicBezTo>
                  <a:pt x="197" y="91"/>
                  <a:pt x="199" y="88"/>
                  <a:pt x="201" y="85"/>
                </a:cubicBezTo>
                <a:cubicBezTo>
                  <a:pt x="202" y="81"/>
                  <a:pt x="202" y="78"/>
                  <a:pt x="201" y="74"/>
                </a:cubicBezTo>
                <a:cubicBezTo>
                  <a:pt x="200" y="71"/>
                  <a:pt x="198" y="69"/>
                  <a:pt x="195" y="67"/>
                </a:cubicBezTo>
                <a:cubicBezTo>
                  <a:pt x="193" y="66"/>
                  <a:pt x="190" y="66"/>
                  <a:pt x="187" y="66"/>
                </a:cubicBezTo>
                <a:cubicBezTo>
                  <a:pt x="187" y="29"/>
                  <a:pt x="187" y="29"/>
                  <a:pt x="187" y="29"/>
                </a:cubicBezTo>
                <a:cubicBezTo>
                  <a:pt x="224" y="29"/>
                  <a:pt x="224" y="29"/>
                  <a:pt x="224" y="29"/>
                </a:cubicBezTo>
                <a:close/>
                <a:moveTo>
                  <a:pt x="187" y="128"/>
                </a:moveTo>
                <a:cubicBezTo>
                  <a:pt x="187" y="128"/>
                  <a:pt x="188" y="128"/>
                  <a:pt x="188" y="128"/>
                </a:cubicBezTo>
                <a:cubicBezTo>
                  <a:pt x="191" y="127"/>
                  <a:pt x="193" y="125"/>
                  <a:pt x="194" y="122"/>
                </a:cubicBezTo>
                <a:cubicBezTo>
                  <a:pt x="195" y="118"/>
                  <a:pt x="195" y="115"/>
                  <a:pt x="194" y="111"/>
                </a:cubicBezTo>
                <a:cubicBezTo>
                  <a:pt x="193" y="106"/>
                  <a:pt x="191" y="103"/>
                  <a:pt x="187" y="100"/>
                </a:cubicBezTo>
                <a:cubicBezTo>
                  <a:pt x="187" y="128"/>
                  <a:pt x="187" y="128"/>
                  <a:pt x="187" y="128"/>
                </a:cubicBezTo>
                <a:close/>
                <a:moveTo>
                  <a:pt x="187" y="91"/>
                </a:moveTo>
                <a:cubicBezTo>
                  <a:pt x="189" y="87"/>
                  <a:pt x="190" y="84"/>
                  <a:pt x="190" y="80"/>
                </a:cubicBezTo>
                <a:cubicBezTo>
                  <a:pt x="190" y="78"/>
                  <a:pt x="190" y="77"/>
                  <a:pt x="190" y="75"/>
                </a:cubicBezTo>
                <a:cubicBezTo>
                  <a:pt x="189" y="74"/>
                  <a:pt x="189" y="72"/>
                  <a:pt x="188" y="71"/>
                </a:cubicBezTo>
                <a:cubicBezTo>
                  <a:pt x="187" y="71"/>
                  <a:pt x="187" y="71"/>
                  <a:pt x="187" y="71"/>
                </a:cubicBezTo>
                <a:lnTo>
                  <a:pt x="187" y="91"/>
                </a:lnTo>
                <a:close/>
                <a:moveTo>
                  <a:pt x="187" y="0"/>
                </a:moveTo>
                <a:cubicBezTo>
                  <a:pt x="147" y="0"/>
                  <a:pt x="147" y="0"/>
                  <a:pt x="147" y="0"/>
                </a:cubicBezTo>
                <a:cubicBezTo>
                  <a:pt x="147" y="16"/>
                  <a:pt x="147" y="16"/>
                  <a:pt x="147" y="16"/>
                </a:cubicBezTo>
                <a:cubicBezTo>
                  <a:pt x="187" y="16"/>
                  <a:pt x="187" y="16"/>
                  <a:pt x="187" y="16"/>
                </a:cubicBezTo>
                <a:cubicBezTo>
                  <a:pt x="187" y="0"/>
                  <a:pt x="187" y="0"/>
                  <a:pt x="187" y="0"/>
                </a:cubicBezTo>
                <a:close/>
                <a:moveTo>
                  <a:pt x="147" y="224"/>
                </a:moveTo>
                <a:cubicBezTo>
                  <a:pt x="187" y="224"/>
                  <a:pt x="187" y="224"/>
                  <a:pt x="187" y="224"/>
                </a:cubicBezTo>
                <a:cubicBezTo>
                  <a:pt x="187" y="208"/>
                  <a:pt x="187" y="208"/>
                  <a:pt x="187" y="208"/>
                </a:cubicBezTo>
                <a:cubicBezTo>
                  <a:pt x="147" y="208"/>
                  <a:pt x="147" y="208"/>
                  <a:pt x="147" y="208"/>
                </a:cubicBezTo>
                <a:cubicBezTo>
                  <a:pt x="147" y="224"/>
                  <a:pt x="147" y="224"/>
                  <a:pt x="147" y="224"/>
                </a:cubicBezTo>
                <a:close/>
                <a:moveTo>
                  <a:pt x="187" y="29"/>
                </a:moveTo>
                <a:cubicBezTo>
                  <a:pt x="187" y="66"/>
                  <a:pt x="187" y="66"/>
                  <a:pt x="187" y="66"/>
                </a:cubicBezTo>
                <a:cubicBezTo>
                  <a:pt x="185" y="66"/>
                  <a:pt x="184" y="66"/>
                  <a:pt x="182" y="67"/>
                </a:cubicBezTo>
                <a:cubicBezTo>
                  <a:pt x="176" y="68"/>
                  <a:pt x="172" y="71"/>
                  <a:pt x="169" y="75"/>
                </a:cubicBezTo>
                <a:cubicBezTo>
                  <a:pt x="167" y="80"/>
                  <a:pt x="166" y="84"/>
                  <a:pt x="167" y="88"/>
                </a:cubicBezTo>
                <a:cubicBezTo>
                  <a:pt x="168" y="93"/>
                  <a:pt x="172" y="97"/>
                  <a:pt x="177" y="98"/>
                </a:cubicBezTo>
                <a:cubicBezTo>
                  <a:pt x="173" y="101"/>
                  <a:pt x="169" y="105"/>
                  <a:pt x="168" y="109"/>
                </a:cubicBezTo>
                <a:cubicBezTo>
                  <a:pt x="166" y="113"/>
                  <a:pt x="165" y="117"/>
                  <a:pt x="167" y="122"/>
                </a:cubicBezTo>
                <a:cubicBezTo>
                  <a:pt x="168" y="126"/>
                  <a:pt x="170" y="130"/>
                  <a:pt x="175" y="133"/>
                </a:cubicBezTo>
                <a:cubicBezTo>
                  <a:pt x="178" y="135"/>
                  <a:pt x="182" y="135"/>
                  <a:pt x="187" y="135"/>
                </a:cubicBezTo>
                <a:cubicBezTo>
                  <a:pt x="187" y="194"/>
                  <a:pt x="187" y="194"/>
                  <a:pt x="187" y="194"/>
                </a:cubicBezTo>
                <a:cubicBezTo>
                  <a:pt x="147" y="194"/>
                  <a:pt x="147" y="194"/>
                  <a:pt x="147" y="194"/>
                </a:cubicBezTo>
                <a:cubicBezTo>
                  <a:pt x="147" y="137"/>
                  <a:pt x="147" y="137"/>
                  <a:pt x="147" y="137"/>
                </a:cubicBezTo>
                <a:cubicBezTo>
                  <a:pt x="148" y="137"/>
                  <a:pt x="148" y="137"/>
                  <a:pt x="148" y="137"/>
                </a:cubicBezTo>
                <a:cubicBezTo>
                  <a:pt x="148" y="125"/>
                  <a:pt x="148" y="125"/>
                  <a:pt x="148" y="125"/>
                </a:cubicBezTo>
                <a:cubicBezTo>
                  <a:pt x="159" y="123"/>
                  <a:pt x="159" y="123"/>
                  <a:pt x="159" y="123"/>
                </a:cubicBezTo>
                <a:cubicBezTo>
                  <a:pt x="158" y="112"/>
                  <a:pt x="158" y="112"/>
                  <a:pt x="158" y="112"/>
                </a:cubicBezTo>
                <a:cubicBezTo>
                  <a:pt x="147" y="115"/>
                  <a:pt x="147" y="115"/>
                  <a:pt x="147" y="115"/>
                </a:cubicBezTo>
                <a:cubicBezTo>
                  <a:pt x="147" y="106"/>
                  <a:pt x="147" y="106"/>
                  <a:pt x="147" y="106"/>
                </a:cubicBezTo>
                <a:cubicBezTo>
                  <a:pt x="147" y="29"/>
                  <a:pt x="147" y="29"/>
                  <a:pt x="147" y="29"/>
                </a:cubicBezTo>
                <a:cubicBezTo>
                  <a:pt x="187" y="29"/>
                  <a:pt x="187" y="29"/>
                  <a:pt x="187" y="29"/>
                </a:cubicBezTo>
                <a:close/>
                <a:moveTo>
                  <a:pt x="187" y="71"/>
                </a:moveTo>
                <a:cubicBezTo>
                  <a:pt x="186" y="70"/>
                  <a:pt x="185" y="70"/>
                  <a:pt x="184" y="70"/>
                </a:cubicBezTo>
                <a:cubicBezTo>
                  <a:pt x="181" y="71"/>
                  <a:pt x="179" y="73"/>
                  <a:pt x="178" y="76"/>
                </a:cubicBezTo>
                <a:cubicBezTo>
                  <a:pt x="177" y="78"/>
                  <a:pt x="177" y="81"/>
                  <a:pt x="178" y="83"/>
                </a:cubicBezTo>
                <a:cubicBezTo>
                  <a:pt x="179" y="88"/>
                  <a:pt x="181" y="91"/>
                  <a:pt x="185" y="93"/>
                </a:cubicBezTo>
                <a:cubicBezTo>
                  <a:pt x="186" y="92"/>
                  <a:pt x="187" y="91"/>
                  <a:pt x="187" y="91"/>
                </a:cubicBezTo>
                <a:cubicBezTo>
                  <a:pt x="187" y="71"/>
                  <a:pt x="187" y="71"/>
                  <a:pt x="187" y="71"/>
                </a:cubicBezTo>
                <a:close/>
                <a:moveTo>
                  <a:pt x="187" y="100"/>
                </a:moveTo>
                <a:cubicBezTo>
                  <a:pt x="187" y="100"/>
                  <a:pt x="186" y="100"/>
                  <a:pt x="186" y="99"/>
                </a:cubicBezTo>
                <a:cubicBezTo>
                  <a:pt x="181" y="104"/>
                  <a:pt x="179" y="110"/>
                  <a:pt x="179" y="116"/>
                </a:cubicBezTo>
                <a:cubicBezTo>
                  <a:pt x="179" y="118"/>
                  <a:pt x="179" y="120"/>
                  <a:pt x="180" y="121"/>
                </a:cubicBezTo>
                <a:cubicBezTo>
                  <a:pt x="180" y="124"/>
                  <a:pt x="182" y="126"/>
                  <a:pt x="183" y="127"/>
                </a:cubicBezTo>
                <a:cubicBezTo>
                  <a:pt x="184" y="128"/>
                  <a:pt x="186" y="128"/>
                  <a:pt x="187" y="128"/>
                </a:cubicBezTo>
                <a:lnTo>
                  <a:pt x="187" y="100"/>
                </a:lnTo>
                <a:close/>
                <a:moveTo>
                  <a:pt x="147" y="0"/>
                </a:moveTo>
                <a:cubicBezTo>
                  <a:pt x="99" y="0"/>
                  <a:pt x="99" y="0"/>
                  <a:pt x="99" y="0"/>
                </a:cubicBezTo>
                <a:cubicBezTo>
                  <a:pt x="99" y="16"/>
                  <a:pt x="99" y="16"/>
                  <a:pt x="99" y="16"/>
                </a:cubicBezTo>
                <a:cubicBezTo>
                  <a:pt x="147" y="16"/>
                  <a:pt x="147" y="16"/>
                  <a:pt x="147" y="16"/>
                </a:cubicBezTo>
                <a:cubicBezTo>
                  <a:pt x="147" y="0"/>
                  <a:pt x="147" y="0"/>
                  <a:pt x="147" y="0"/>
                </a:cubicBezTo>
                <a:close/>
                <a:moveTo>
                  <a:pt x="99" y="224"/>
                </a:moveTo>
                <a:cubicBezTo>
                  <a:pt x="147" y="224"/>
                  <a:pt x="147" y="224"/>
                  <a:pt x="147" y="224"/>
                </a:cubicBezTo>
                <a:cubicBezTo>
                  <a:pt x="147" y="208"/>
                  <a:pt x="147" y="208"/>
                  <a:pt x="147" y="208"/>
                </a:cubicBezTo>
                <a:cubicBezTo>
                  <a:pt x="99" y="208"/>
                  <a:pt x="99" y="208"/>
                  <a:pt x="99" y="208"/>
                </a:cubicBezTo>
                <a:cubicBezTo>
                  <a:pt x="99" y="224"/>
                  <a:pt x="99" y="224"/>
                  <a:pt x="99" y="224"/>
                </a:cubicBezTo>
                <a:close/>
                <a:moveTo>
                  <a:pt x="147" y="29"/>
                </a:moveTo>
                <a:cubicBezTo>
                  <a:pt x="147" y="106"/>
                  <a:pt x="147" y="106"/>
                  <a:pt x="147" y="106"/>
                </a:cubicBezTo>
                <a:cubicBezTo>
                  <a:pt x="147" y="104"/>
                  <a:pt x="147" y="104"/>
                  <a:pt x="147" y="104"/>
                </a:cubicBezTo>
                <a:cubicBezTo>
                  <a:pt x="137" y="107"/>
                  <a:pt x="137" y="107"/>
                  <a:pt x="137" y="107"/>
                </a:cubicBezTo>
                <a:cubicBezTo>
                  <a:pt x="138" y="118"/>
                  <a:pt x="138" y="118"/>
                  <a:pt x="138" y="118"/>
                </a:cubicBezTo>
                <a:cubicBezTo>
                  <a:pt x="127" y="121"/>
                  <a:pt x="127" y="121"/>
                  <a:pt x="127" y="121"/>
                </a:cubicBezTo>
                <a:cubicBezTo>
                  <a:pt x="127" y="131"/>
                  <a:pt x="127" y="131"/>
                  <a:pt x="127" y="131"/>
                </a:cubicBezTo>
                <a:cubicBezTo>
                  <a:pt x="138" y="128"/>
                  <a:pt x="138" y="128"/>
                  <a:pt x="138" y="128"/>
                </a:cubicBezTo>
                <a:cubicBezTo>
                  <a:pt x="138" y="139"/>
                  <a:pt x="138" y="139"/>
                  <a:pt x="138" y="139"/>
                </a:cubicBezTo>
                <a:cubicBezTo>
                  <a:pt x="147" y="137"/>
                  <a:pt x="147" y="137"/>
                  <a:pt x="147" y="137"/>
                </a:cubicBezTo>
                <a:cubicBezTo>
                  <a:pt x="147" y="194"/>
                  <a:pt x="147" y="194"/>
                  <a:pt x="147" y="194"/>
                </a:cubicBezTo>
                <a:cubicBezTo>
                  <a:pt x="99" y="194"/>
                  <a:pt x="99" y="194"/>
                  <a:pt x="99" y="194"/>
                </a:cubicBezTo>
                <a:cubicBezTo>
                  <a:pt x="99" y="157"/>
                  <a:pt x="99" y="157"/>
                  <a:pt x="99" y="157"/>
                </a:cubicBezTo>
                <a:cubicBezTo>
                  <a:pt x="100" y="157"/>
                  <a:pt x="101" y="157"/>
                  <a:pt x="102" y="156"/>
                </a:cubicBezTo>
                <a:cubicBezTo>
                  <a:pt x="109" y="155"/>
                  <a:pt x="113" y="151"/>
                  <a:pt x="117" y="145"/>
                </a:cubicBezTo>
                <a:cubicBezTo>
                  <a:pt x="120" y="139"/>
                  <a:pt x="121" y="132"/>
                  <a:pt x="119" y="124"/>
                </a:cubicBezTo>
                <a:cubicBezTo>
                  <a:pt x="118" y="120"/>
                  <a:pt x="116" y="117"/>
                  <a:pt x="114" y="115"/>
                </a:cubicBezTo>
                <a:cubicBezTo>
                  <a:pt x="112" y="114"/>
                  <a:pt x="111" y="113"/>
                  <a:pt x="109" y="113"/>
                </a:cubicBezTo>
                <a:cubicBezTo>
                  <a:pt x="108" y="112"/>
                  <a:pt x="105" y="113"/>
                  <a:pt x="103" y="113"/>
                </a:cubicBezTo>
                <a:cubicBezTo>
                  <a:pt x="101" y="114"/>
                  <a:pt x="100" y="114"/>
                  <a:pt x="99" y="115"/>
                </a:cubicBezTo>
                <a:cubicBezTo>
                  <a:pt x="99" y="93"/>
                  <a:pt x="99" y="93"/>
                  <a:pt x="99" y="93"/>
                </a:cubicBezTo>
                <a:cubicBezTo>
                  <a:pt x="100" y="93"/>
                  <a:pt x="100" y="93"/>
                  <a:pt x="100" y="93"/>
                </a:cubicBezTo>
                <a:cubicBezTo>
                  <a:pt x="102" y="93"/>
                  <a:pt x="103" y="93"/>
                  <a:pt x="104" y="94"/>
                </a:cubicBezTo>
                <a:cubicBezTo>
                  <a:pt x="105" y="94"/>
                  <a:pt x="106" y="95"/>
                  <a:pt x="106" y="97"/>
                </a:cubicBezTo>
                <a:cubicBezTo>
                  <a:pt x="106" y="98"/>
                  <a:pt x="106" y="99"/>
                  <a:pt x="105" y="100"/>
                </a:cubicBezTo>
                <a:cubicBezTo>
                  <a:pt x="108" y="99"/>
                  <a:pt x="110" y="98"/>
                  <a:pt x="111" y="97"/>
                </a:cubicBezTo>
                <a:cubicBezTo>
                  <a:pt x="112" y="95"/>
                  <a:pt x="112" y="93"/>
                  <a:pt x="111" y="92"/>
                </a:cubicBezTo>
                <a:cubicBezTo>
                  <a:pt x="111" y="90"/>
                  <a:pt x="110" y="89"/>
                  <a:pt x="107" y="88"/>
                </a:cubicBezTo>
                <a:cubicBezTo>
                  <a:pt x="105" y="87"/>
                  <a:pt x="103" y="87"/>
                  <a:pt x="100" y="88"/>
                </a:cubicBezTo>
                <a:cubicBezTo>
                  <a:pt x="99" y="88"/>
                  <a:pt x="99" y="88"/>
                  <a:pt x="99" y="88"/>
                </a:cubicBezTo>
                <a:cubicBezTo>
                  <a:pt x="99" y="29"/>
                  <a:pt x="99" y="29"/>
                  <a:pt x="99" y="29"/>
                </a:cubicBezTo>
                <a:cubicBezTo>
                  <a:pt x="147" y="29"/>
                  <a:pt x="147" y="29"/>
                  <a:pt x="147" y="29"/>
                </a:cubicBezTo>
                <a:close/>
                <a:moveTo>
                  <a:pt x="99" y="150"/>
                </a:moveTo>
                <a:cubicBezTo>
                  <a:pt x="100" y="150"/>
                  <a:pt x="101" y="150"/>
                  <a:pt x="101" y="150"/>
                </a:cubicBezTo>
                <a:cubicBezTo>
                  <a:pt x="105" y="149"/>
                  <a:pt x="107" y="146"/>
                  <a:pt x="109" y="142"/>
                </a:cubicBezTo>
                <a:cubicBezTo>
                  <a:pt x="110" y="137"/>
                  <a:pt x="111" y="133"/>
                  <a:pt x="110" y="129"/>
                </a:cubicBezTo>
                <a:cubicBezTo>
                  <a:pt x="108" y="123"/>
                  <a:pt x="106" y="120"/>
                  <a:pt x="103" y="121"/>
                </a:cubicBezTo>
                <a:cubicBezTo>
                  <a:pt x="101" y="121"/>
                  <a:pt x="100" y="122"/>
                  <a:pt x="99" y="123"/>
                </a:cubicBezTo>
                <a:lnTo>
                  <a:pt x="99" y="150"/>
                </a:lnTo>
                <a:close/>
                <a:moveTo>
                  <a:pt x="99" y="0"/>
                </a:moveTo>
                <a:cubicBezTo>
                  <a:pt x="23" y="0"/>
                  <a:pt x="23" y="0"/>
                  <a:pt x="23" y="0"/>
                </a:cubicBezTo>
                <a:cubicBezTo>
                  <a:pt x="10" y="0"/>
                  <a:pt x="0" y="10"/>
                  <a:pt x="0" y="23"/>
                </a:cubicBezTo>
                <a:cubicBezTo>
                  <a:pt x="0" y="200"/>
                  <a:pt x="0" y="200"/>
                  <a:pt x="0" y="200"/>
                </a:cubicBezTo>
                <a:cubicBezTo>
                  <a:pt x="0" y="213"/>
                  <a:pt x="10" y="224"/>
                  <a:pt x="23" y="224"/>
                </a:cubicBezTo>
                <a:cubicBezTo>
                  <a:pt x="99" y="224"/>
                  <a:pt x="99" y="224"/>
                  <a:pt x="99" y="224"/>
                </a:cubicBezTo>
                <a:cubicBezTo>
                  <a:pt x="99" y="208"/>
                  <a:pt x="99" y="208"/>
                  <a:pt x="99" y="208"/>
                </a:cubicBezTo>
                <a:cubicBezTo>
                  <a:pt x="37" y="208"/>
                  <a:pt x="37" y="208"/>
                  <a:pt x="37" y="208"/>
                </a:cubicBezTo>
                <a:cubicBezTo>
                  <a:pt x="37" y="208"/>
                  <a:pt x="37" y="208"/>
                  <a:pt x="37" y="208"/>
                </a:cubicBezTo>
                <a:cubicBezTo>
                  <a:pt x="26" y="208"/>
                  <a:pt x="17" y="199"/>
                  <a:pt x="17" y="189"/>
                </a:cubicBezTo>
                <a:cubicBezTo>
                  <a:pt x="17" y="35"/>
                  <a:pt x="17" y="35"/>
                  <a:pt x="17" y="35"/>
                </a:cubicBezTo>
                <a:cubicBezTo>
                  <a:pt x="17" y="24"/>
                  <a:pt x="26" y="16"/>
                  <a:pt x="37" y="16"/>
                </a:cubicBezTo>
                <a:cubicBezTo>
                  <a:pt x="99" y="16"/>
                  <a:pt x="99" y="16"/>
                  <a:pt x="99" y="16"/>
                </a:cubicBezTo>
                <a:cubicBezTo>
                  <a:pt x="99" y="0"/>
                  <a:pt x="99" y="0"/>
                  <a:pt x="99" y="0"/>
                </a:cubicBezTo>
                <a:close/>
                <a:moveTo>
                  <a:pt x="99" y="29"/>
                </a:moveTo>
                <a:cubicBezTo>
                  <a:pt x="99" y="88"/>
                  <a:pt x="99" y="88"/>
                  <a:pt x="99" y="88"/>
                </a:cubicBezTo>
                <a:cubicBezTo>
                  <a:pt x="93" y="89"/>
                  <a:pt x="89" y="93"/>
                  <a:pt x="85" y="97"/>
                </a:cubicBezTo>
                <a:cubicBezTo>
                  <a:pt x="82" y="102"/>
                  <a:pt x="80" y="109"/>
                  <a:pt x="79" y="116"/>
                </a:cubicBezTo>
                <a:cubicBezTo>
                  <a:pt x="78" y="120"/>
                  <a:pt x="78" y="124"/>
                  <a:pt x="79" y="129"/>
                </a:cubicBezTo>
                <a:cubicBezTo>
                  <a:pt x="79" y="134"/>
                  <a:pt x="80" y="138"/>
                  <a:pt x="81" y="142"/>
                </a:cubicBezTo>
                <a:cubicBezTo>
                  <a:pt x="81" y="144"/>
                  <a:pt x="81" y="144"/>
                  <a:pt x="81" y="144"/>
                </a:cubicBezTo>
                <a:cubicBezTo>
                  <a:pt x="82" y="146"/>
                  <a:pt x="82" y="148"/>
                  <a:pt x="83" y="150"/>
                </a:cubicBezTo>
                <a:cubicBezTo>
                  <a:pt x="86" y="156"/>
                  <a:pt x="92" y="158"/>
                  <a:pt x="99" y="157"/>
                </a:cubicBezTo>
                <a:cubicBezTo>
                  <a:pt x="99" y="194"/>
                  <a:pt x="99" y="194"/>
                  <a:pt x="99" y="194"/>
                </a:cubicBezTo>
                <a:cubicBezTo>
                  <a:pt x="46" y="194"/>
                  <a:pt x="46" y="194"/>
                  <a:pt x="46" y="194"/>
                </a:cubicBezTo>
                <a:cubicBezTo>
                  <a:pt x="37" y="194"/>
                  <a:pt x="30" y="187"/>
                  <a:pt x="30" y="179"/>
                </a:cubicBezTo>
                <a:cubicBezTo>
                  <a:pt x="30" y="45"/>
                  <a:pt x="30" y="45"/>
                  <a:pt x="30" y="45"/>
                </a:cubicBezTo>
                <a:cubicBezTo>
                  <a:pt x="30" y="36"/>
                  <a:pt x="37" y="29"/>
                  <a:pt x="46" y="29"/>
                </a:cubicBezTo>
                <a:cubicBezTo>
                  <a:pt x="99" y="29"/>
                  <a:pt x="99" y="29"/>
                  <a:pt x="99" y="29"/>
                </a:cubicBezTo>
                <a:close/>
                <a:moveTo>
                  <a:pt x="99" y="93"/>
                </a:moveTo>
                <a:cubicBezTo>
                  <a:pt x="99" y="115"/>
                  <a:pt x="99" y="115"/>
                  <a:pt x="99" y="115"/>
                </a:cubicBezTo>
                <a:cubicBezTo>
                  <a:pt x="98" y="115"/>
                  <a:pt x="97" y="116"/>
                  <a:pt x="96" y="118"/>
                </a:cubicBezTo>
                <a:cubicBezTo>
                  <a:pt x="94" y="120"/>
                  <a:pt x="93" y="122"/>
                  <a:pt x="94" y="125"/>
                </a:cubicBezTo>
                <a:cubicBezTo>
                  <a:pt x="94" y="127"/>
                  <a:pt x="95" y="128"/>
                  <a:pt x="97" y="129"/>
                </a:cubicBezTo>
                <a:cubicBezTo>
                  <a:pt x="97" y="127"/>
                  <a:pt x="98" y="125"/>
                  <a:pt x="99" y="123"/>
                </a:cubicBezTo>
                <a:cubicBezTo>
                  <a:pt x="99" y="150"/>
                  <a:pt x="99" y="150"/>
                  <a:pt x="99" y="150"/>
                </a:cubicBezTo>
                <a:cubicBezTo>
                  <a:pt x="98" y="150"/>
                  <a:pt x="97" y="149"/>
                  <a:pt x="96" y="149"/>
                </a:cubicBezTo>
                <a:cubicBezTo>
                  <a:pt x="95" y="148"/>
                  <a:pt x="94" y="146"/>
                  <a:pt x="93" y="142"/>
                </a:cubicBezTo>
                <a:cubicBezTo>
                  <a:pt x="92" y="140"/>
                  <a:pt x="92" y="137"/>
                  <a:pt x="91" y="133"/>
                </a:cubicBezTo>
                <a:cubicBezTo>
                  <a:pt x="91" y="128"/>
                  <a:pt x="90" y="124"/>
                  <a:pt x="90" y="119"/>
                </a:cubicBezTo>
                <a:cubicBezTo>
                  <a:pt x="90" y="111"/>
                  <a:pt x="91" y="104"/>
                  <a:pt x="93" y="100"/>
                </a:cubicBezTo>
                <a:cubicBezTo>
                  <a:pt x="95" y="97"/>
                  <a:pt x="97" y="94"/>
                  <a:pt x="99" y="93"/>
                </a:cubicBez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2" name="Freeform 77"/>
          <p:cNvSpPr/>
          <p:nvPr/>
        </p:nvSpPr>
        <p:spPr bwMode="auto">
          <a:xfrm>
            <a:off x="7473112" y="2918596"/>
            <a:ext cx="214257" cy="160296"/>
          </a:xfrm>
          <a:custGeom>
            <a:avLst/>
            <a:gdLst>
              <a:gd name="T0" fmla="*/ 69 w 98"/>
              <a:gd name="T1" fmla="*/ 0 h 74"/>
              <a:gd name="T2" fmla="*/ 49 w 98"/>
              <a:gd name="T3" fmla="*/ 8 h 74"/>
              <a:gd name="T4" fmla="*/ 30 w 98"/>
              <a:gd name="T5" fmla="*/ 0 h 74"/>
              <a:gd name="T6" fmla="*/ 0 w 98"/>
              <a:gd name="T7" fmla="*/ 29 h 74"/>
              <a:gd name="T8" fmla="*/ 51 w 98"/>
              <a:gd name="T9" fmla="*/ 74 h 74"/>
              <a:gd name="T10" fmla="*/ 98 w 98"/>
              <a:gd name="T11" fmla="*/ 29 h 74"/>
              <a:gd name="T12" fmla="*/ 69 w 98"/>
              <a:gd name="T13" fmla="*/ 0 h 74"/>
            </a:gdLst>
            <a:ahLst/>
            <a:cxnLst>
              <a:cxn ang="0">
                <a:pos x="T0" y="T1"/>
              </a:cxn>
              <a:cxn ang="0">
                <a:pos x="T2" y="T3"/>
              </a:cxn>
              <a:cxn ang="0">
                <a:pos x="T4" y="T5"/>
              </a:cxn>
              <a:cxn ang="0">
                <a:pos x="T6" y="T7"/>
              </a:cxn>
              <a:cxn ang="0">
                <a:pos x="T8" y="T9"/>
              </a:cxn>
              <a:cxn ang="0">
                <a:pos x="T10" y="T11"/>
              </a:cxn>
              <a:cxn ang="0">
                <a:pos x="T12" y="T13"/>
              </a:cxn>
            </a:cxnLst>
            <a:rect l="0" t="0" r="r" b="b"/>
            <a:pathLst>
              <a:path w="98" h="74">
                <a:moveTo>
                  <a:pt x="69" y="0"/>
                </a:moveTo>
                <a:cubicBezTo>
                  <a:pt x="61" y="0"/>
                  <a:pt x="54" y="3"/>
                  <a:pt x="49" y="8"/>
                </a:cubicBezTo>
                <a:cubicBezTo>
                  <a:pt x="44" y="3"/>
                  <a:pt x="37" y="0"/>
                  <a:pt x="30" y="0"/>
                </a:cubicBezTo>
                <a:cubicBezTo>
                  <a:pt x="13" y="0"/>
                  <a:pt x="0" y="13"/>
                  <a:pt x="0" y="29"/>
                </a:cubicBezTo>
                <a:cubicBezTo>
                  <a:pt x="0" y="47"/>
                  <a:pt x="15" y="74"/>
                  <a:pt x="51" y="74"/>
                </a:cubicBezTo>
                <a:cubicBezTo>
                  <a:pt x="88" y="74"/>
                  <a:pt x="98" y="45"/>
                  <a:pt x="98" y="29"/>
                </a:cubicBezTo>
                <a:cubicBezTo>
                  <a:pt x="98" y="13"/>
                  <a:pt x="85" y="0"/>
                  <a:pt x="69"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3" name="Freeform 78"/>
          <p:cNvSpPr/>
          <p:nvPr/>
        </p:nvSpPr>
        <p:spPr bwMode="auto">
          <a:xfrm>
            <a:off x="7568335" y="2877332"/>
            <a:ext cx="58723" cy="73005"/>
          </a:xfrm>
          <a:custGeom>
            <a:avLst/>
            <a:gdLst>
              <a:gd name="T0" fmla="*/ 6 w 27"/>
              <a:gd name="T1" fmla="*/ 34 h 34"/>
              <a:gd name="T2" fmla="*/ 13 w 27"/>
              <a:gd name="T3" fmla="*/ 0 h 34"/>
              <a:gd name="T4" fmla="*/ 27 w 27"/>
              <a:gd name="T5" fmla="*/ 3 h 34"/>
              <a:gd name="T6" fmla="*/ 6 w 27"/>
              <a:gd name="T7" fmla="*/ 34 h 34"/>
            </a:gdLst>
            <a:ahLst/>
            <a:cxnLst>
              <a:cxn ang="0">
                <a:pos x="T0" y="T1"/>
              </a:cxn>
              <a:cxn ang="0">
                <a:pos x="T2" y="T3"/>
              </a:cxn>
              <a:cxn ang="0">
                <a:pos x="T4" y="T5"/>
              </a:cxn>
              <a:cxn ang="0">
                <a:pos x="T6" y="T7"/>
              </a:cxn>
            </a:cxnLst>
            <a:rect l="0" t="0" r="r" b="b"/>
            <a:pathLst>
              <a:path w="27" h="34">
                <a:moveTo>
                  <a:pt x="6" y="34"/>
                </a:moveTo>
                <a:cubicBezTo>
                  <a:pt x="0" y="22"/>
                  <a:pt x="4" y="9"/>
                  <a:pt x="13" y="0"/>
                </a:cubicBezTo>
                <a:cubicBezTo>
                  <a:pt x="27" y="3"/>
                  <a:pt x="27" y="3"/>
                  <a:pt x="27" y="3"/>
                </a:cubicBezTo>
                <a:cubicBezTo>
                  <a:pt x="14" y="10"/>
                  <a:pt x="6" y="18"/>
                  <a:pt x="6" y="34"/>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4" name="Freeform 79"/>
          <p:cNvSpPr>
            <a:spLocks noEditPoints="1"/>
          </p:cNvSpPr>
          <p:nvPr/>
        </p:nvSpPr>
        <p:spPr bwMode="auto">
          <a:xfrm>
            <a:off x="7235047" y="4213659"/>
            <a:ext cx="225367" cy="312656"/>
          </a:xfrm>
          <a:custGeom>
            <a:avLst/>
            <a:gdLst>
              <a:gd name="T0" fmla="*/ 87 w 103"/>
              <a:gd name="T1" fmla="*/ 88 h 143"/>
              <a:gd name="T2" fmla="*/ 103 w 103"/>
              <a:gd name="T3" fmla="*/ 112 h 143"/>
              <a:gd name="T4" fmla="*/ 102 w 103"/>
              <a:gd name="T5" fmla="*/ 143 h 143"/>
              <a:gd name="T6" fmla="*/ 87 w 103"/>
              <a:gd name="T7" fmla="*/ 137 h 143"/>
              <a:gd name="T8" fmla="*/ 87 w 103"/>
              <a:gd name="T9" fmla="*/ 134 h 143"/>
              <a:gd name="T10" fmla="*/ 91 w 103"/>
              <a:gd name="T11" fmla="*/ 136 h 143"/>
              <a:gd name="T12" fmla="*/ 100 w 103"/>
              <a:gd name="T13" fmla="*/ 130 h 143"/>
              <a:gd name="T14" fmla="*/ 100 w 103"/>
              <a:gd name="T15" fmla="*/ 113 h 143"/>
              <a:gd name="T16" fmla="*/ 100 w 103"/>
              <a:gd name="T17" fmla="*/ 113 h 143"/>
              <a:gd name="T18" fmla="*/ 99 w 103"/>
              <a:gd name="T19" fmla="*/ 111 h 143"/>
              <a:gd name="T20" fmla="*/ 92 w 103"/>
              <a:gd name="T21" fmla="*/ 110 h 143"/>
              <a:gd name="T22" fmla="*/ 90 w 103"/>
              <a:gd name="T23" fmla="*/ 116 h 143"/>
              <a:gd name="T24" fmla="*/ 87 w 103"/>
              <a:gd name="T25" fmla="*/ 115 h 143"/>
              <a:gd name="T26" fmla="*/ 87 w 103"/>
              <a:gd name="T27" fmla="*/ 88 h 143"/>
              <a:gd name="T28" fmla="*/ 73 w 103"/>
              <a:gd name="T29" fmla="*/ 132 h 143"/>
              <a:gd name="T30" fmla="*/ 32 w 103"/>
              <a:gd name="T31" fmla="*/ 70 h 143"/>
              <a:gd name="T32" fmla="*/ 28 w 103"/>
              <a:gd name="T33" fmla="*/ 68 h 143"/>
              <a:gd name="T34" fmla="*/ 28 w 103"/>
              <a:gd name="T35" fmla="*/ 67 h 143"/>
              <a:gd name="T36" fmla="*/ 28 w 103"/>
              <a:gd name="T37" fmla="*/ 63 h 143"/>
              <a:gd name="T38" fmla="*/ 29 w 103"/>
              <a:gd name="T39" fmla="*/ 65 h 143"/>
              <a:gd name="T40" fmla="*/ 34 w 103"/>
              <a:gd name="T41" fmla="*/ 66 h 143"/>
              <a:gd name="T42" fmla="*/ 41 w 103"/>
              <a:gd name="T43" fmla="*/ 61 h 143"/>
              <a:gd name="T44" fmla="*/ 41 w 103"/>
              <a:gd name="T45" fmla="*/ 61 h 143"/>
              <a:gd name="T46" fmla="*/ 37 w 103"/>
              <a:gd name="T47" fmla="*/ 59 h 143"/>
              <a:gd name="T48" fmla="*/ 28 w 103"/>
              <a:gd name="T49" fmla="*/ 45 h 143"/>
              <a:gd name="T50" fmla="*/ 28 w 103"/>
              <a:gd name="T51" fmla="*/ 26 h 143"/>
              <a:gd name="T52" fmla="*/ 39 w 103"/>
              <a:gd name="T53" fmla="*/ 19 h 143"/>
              <a:gd name="T54" fmla="*/ 44 w 103"/>
              <a:gd name="T55" fmla="*/ 21 h 143"/>
              <a:gd name="T56" fmla="*/ 61 w 103"/>
              <a:gd name="T57" fmla="*/ 46 h 143"/>
              <a:gd name="T58" fmla="*/ 61 w 103"/>
              <a:gd name="T59" fmla="*/ 50 h 143"/>
              <a:gd name="T60" fmla="*/ 87 w 103"/>
              <a:gd name="T61" fmla="*/ 88 h 143"/>
              <a:gd name="T62" fmla="*/ 87 w 103"/>
              <a:gd name="T63" fmla="*/ 115 h 143"/>
              <a:gd name="T64" fmla="*/ 84 w 103"/>
              <a:gd name="T65" fmla="*/ 116 h 143"/>
              <a:gd name="T66" fmla="*/ 82 w 103"/>
              <a:gd name="T67" fmla="*/ 122 h 143"/>
              <a:gd name="T68" fmla="*/ 75 w 103"/>
              <a:gd name="T69" fmla="*/ 121 h 143"/>
              <a:gd name="T70" fmla="*/ 74 w 103"/>
              <a:gd name="T71" fmla="*/ 128 h 143"/>
              <a:gd name="T72" fmla="*/ 75 w 103"/>
              <a:gd name="T73" fmla="*/ 130 h 143"/>
              <a:gd name="T74" fmla="*/ 87 w 103"/>
              <a:gd name="T75" fmla="*/ 134 h 143"/>
              <a:gd name="T76" fmla="*/ 87 w 103"/>
              <a:gd name="T77" fmla="*/ 137 h 143"/>
              <a:gd name="T78" fmla="*/ 73 w 103"/>
              <a:gd name="T79" fmla="*/ 132 h 143"/>
              <a:gd name="T80" fmla="*/ 28 w 103"/>
              <a:gd name="T81" fmla="*/ 4 h 143"/>
              <a:gd name="T82" fmla="*/ 28 w 103"/>
              <a:gd name="T83" fmla="*/ 24 h 143"/>
              <a:gd name="T84" fmla="*/ 36 w 103"/>
              <a:gd name="T85" fmla="*/ 15 h 143"/>
              <a:gd name="T86" fmla="*/ 32 w 103"/>
              <a:gd name="T87" fmla="*/ 8 h 143"/>
              <a:gd name="T88" fmla="*/ 28 w 103"/>
              <a:gd name="T89" fmla="*/ 4 h 143"/>
              <a:gd name="T90" fmla="*/ 28 w 103"/>
              <a:gd name="T91" fmla="*/ 67 h 143"/>
              <a:gd name="T92" fmla="*/ 11 w 103"/>
              <a:gd name="T93" fmla="*/ 43 h 143"/>
              <a:gd name="T94" fmla="*/ 11 w 103"/>
              <a:gd name="T95" fmla="*/ 37 h 143"/>
              <a:gd name="T96" fmla="*/ 5 w 103"/>
              <a:gd name="T97" fmla="*/ 27 h 143"/>
              <a:gd name="T98" fmla="*/ 9 w 103"/>
              <a:gd name="T99" fmla="*/ 4 h 143"/>
              <a:gd name="T100" fmla="*/ 28 w 103"/>
              <a:gd name="T101" fmla="*/ 4 h 143"/>
              <a:gd name="T102" fmla="*/ 28 w 103"/>
              <a:gd name="T103" fmla="*/ 24 h 143"/>
              <a:gd name="T104" fmla="*/ 21 w 103"/>
              <a:gd name="T105" fmla="*/ 31 h 143"/>
              <a:gd name="T106" fmla="*/ 28 w 103"/>
              <a:gd name="T107" fmla="*/ 26 h 143"/>
              <a:gd name="T108" fmla="*/ 28 w 103"/>
              <a:gd name="T109" fmla="*/ 45 h 143"/>
              <a:gd name="T110" fmla="*/ 22 w 103"/>
              <a:gd name="T111" fmla="*/ 37 h 143"/>
              <a:gd name="T112" fmla="*/ 22 w 103"/>
              <a:gd name="T113" fmla="*/ 33 h 143"/>
              <a:gd name="T114" fmla="*/ 15 w 103"/>
              <a:gd name="T115" fmla="*/ 37 h 143"/>
              <a:gd name="T116" fmla="*/ 14 w 103"/>
              <a:gd name="T117" fmla="*/ 43 h 143"/>
              <a:gd name="T118" fmla="*/ 28 w 103"/>
              <a:gd name="T119" fmla="*/ 63 h 143"/>
              <a:gd name="T120" fmla="*/ 28 w 103"/>
              <a:gd name="T121" fmla="*/ 67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3" h="143">
                <a:moveTo>
                  <a:pt x="87" y="88"/>
                </a:moveTo>
                <a:cubicBezTo>
                  <a:pt x="103" y="112"/>
                  <a:pt x="103" y="112"/>
                  <a:pt x="103" y="112"/>
                </a:cubicBezTo>
                <a:cubicBezTo>
                  <a:pt x="102" y="143"/>
                  <a:pt x="102" y="143"/>
                  <a:pt x="102" y="143"/>
                </a:cubicBezTo>
                <a:cubicBezTo>
                  <a:pt x="87" y="137"/>
                  <a:pt x="87" y="137"/>
                  <a:pt x="87" y="137"/>
                </a:cubicBezTo>
                <a:cubicBezTo>
                  <a:pt x="87" y="134"/>
                  <a:pt x="87" y="134"/>
                  <a:pt x="87" y="134"/>
                </a:cubicBezTo>
                <a:cubicBezTo>
                  <a:pt x="91" y="136"/>
                  <a:pt x="91" y="136"/>
                  <a:pt x="91" y="136"/>
                </a:cubicBezTo>
                <a:cubicBezTo>
                  <a:pt x="100" y="130"/>
                  <a:pt x="100" y="130"/>
                  <a:pt x="100" y="130"/>
                </a:cubicBezTo>
                <a:cubicBezTo>
                  <a:pt x="100" y="113"/>
                  <a:pt x="100" y="113"/>
                  <a:pt x="100" y="113"/>
                </a:cubicBezTo>
                <a:cubicBezTo>
                  <a:pt x="100" y="113"/>
                  <a:pt x="100" y="113"/>
                  <a:pt x="100" y="113"/>
                </a:cubicBezTo>
                <a:cubicBezTo>
                  <a:pt x="99" y="111"/>
                  <a:pt x="99" y="111"/>
                  <a:pt x="99" y="111"/>
                </a:cubicBezTo>
                <a:cubicBezTo>
                  <a:pt x="98" y="109"/>
                  <a:pt x="95" y="108"/>
                  <a:pt x="92" y="110"/>
                </a:cubicBezTo>
                <a:cubicBezTo>
                  <a:pt x="90" y="111"/>
                  <a:pt x="89" y="114"/>
                  <a:pt x="90" y="116"/>
                </a:cubicBezTo>
                <a:cubicBezTo>
                  <a:pt x="89" y="115"/>
                  <a:pt x="88" y="115"/>
                  <a:pt x="87" y="115"/>
                </a:cubicBezTo>
                <a:lnTo>
                  <a:pt x="87" y="88"/>
                </a:lnTo>
                <a:close/>
                <a:moveTo>
                  <a:pt x="73" y="132"/>
                </a:moveTo>
                <a:cubicBezTo>
                  <a:pt x="32" y="70"/>
                  <a:pt x="32" y="70"/>
                  <a:pt x="32" y="70"/>
                </a:cubicBezTo>
                <a:cubicBezTo>
                  <a:pt x="30" y="70"/>
                  <a:pt x="29" y="69"/>
                  <a:pt x="28" y="68"/>
                </a:cubicBezTo>
                <a:cubicBezTo>
                  <a:pt x="28" y="67"/>
                  <a:pt x="28" y="67"/>
                  <a:pt x="28" y="67"/>
                </a:cubicBezTo>
                <a:cubicBezTo>
                  <a:pt x="28" y="63"/>
                  <a:pt x="28" y="63"/>
                  <a:pt x="28" y="63"/>
                </a:cubicBezTo>
                <a:cubicBezTo>
                  <a:pt x="29" y="65"/>
                  <a:pt x="29" y="65"/>
                  <a:pt x="29" y="65"/>
                </a:cubicBezTo>
                <a:cubicBezTo>
                  <a:pt x="30" y="67"/>
                  <a:pt x="33" y="67"/>
                  <a:pt x="34" y="66"/>
                </a:cubicBezTo>
                <a:cubicBezTo>
                  <a:pt x="41" y="61"/>
                  <a:pt x="41" y="61"/>
                  <a:pt x="41" y="61"/>
                </a:cubicBezTo>
                <a:cubicBezTo>
                  <a:pt x="41" y="61"/>
                  <a:pt x="41" y="61"/>
                  <a:pt x="41" y="61"/>
                </a:cubicBezTo>
                <a:cubicBezTo>
                  <a:pt x="40" y="61"/>
                  <a:pt x="38" y="61"/>
                  <a:pt x="37" y="59"/>
                </a:cubicBezTo>
                <a:cubicBezTo>
                  <a:pt x="28" y="45"/>
                  <a:pt x="28" y="45"/>
                  <a:pt x="28" y="45"/>
                </a:cubicBezTo>
                <a:cubicBezTo>
                  <a:pt x="28" y="26"/>
                  <a:pt x="28" y="26"/>
                  <a:pt x="28" y="26"/>
                </a:cubicBezTo>
                <a:cubicBezTo>
                  <a:pt x="39" y="19"/>
                  <a:pt x="39" y="19"/>
                  <a:pt x="39" y="19"/>
                </a:cubicBezTo>
                <a:cubicBezTo>
                  <a:pt x="41" y="18"/>
                  <a:pt x="43" y="19"/>
                  <a:pt x="44" y="21"/>
                </a:cubicBezTo>
                <a:cubicBezTo>
                  <a:pt x="61" y="46"/>
                  <a:pt x="61" y="46"/>
                  <a:pt x="61" y="46"/>
                </a:cubicBezTo>
                <a:cubicBezTo>
                  <a:pt x="62" y="47"/>
                  <a:pt x="62" y="49"/>
                  <a:pt x="61" y="50"/>
                </a:cubicBezTo>
                <a:cubicBezTo>
                  <a:pt x="87" y="88"/>
                  <a:pt x="87" y="88"/>
                  <a:pt x="87" y="88"/>
                </a:cubicBezTo>
                <a:cubicBezTo>
                  <a:pt x="87" y="115"/>
                  <a:pt x="87" y="115"/>
                  <a:pt x="87" y="115"/>
                </a:cubicBezTo>
                <a:cubicBezTo>
                  <a:pt x="86" y="115"/>
                  <a:pt x="85" y="115"/>
                  <a:pt x="84" y="116"/>
                </a:cubicBezTo>
                <a:cubicBezTo>
                  <a:pt x="82" y="117"/>
                  <a:pt x="81" y="120"/>
                  <a:pt x="82" y="122"/>
                </a:cubicBezTo>
                <a:cubicBezTo>
                  <a:pt x="80" y="120"/>
                  <a:pt x="77" y="120"/>
                  <a:pt x="75" y="121"/>
                </a:cubicBezTo>
                <a:cubicBezTo>
                  <a:pt x="73" y="123"/>
                  <a:pt x="72" y="126"/>
                  <a:pt x="74" y="128"/>
                </a:cubicBezTo>
                <a:cubicBezTo>
                  <a:pt x="75" y="130"/>
                  <a:pt x="75" y="130"/>
                  <a:pt x="75" y="130"/>
                </a:cubicBezTo>
                <a:cubicBezTo>
                  <a:pt x="87" y="134"/>
                  <a:pt x="87" y="134"/>
                  <a:pt x="87" y="134"/>
                </a:cubicBezTo>
                <a:cubicBezTo>
                  <a:pt x="87" y="137"/>
                  <a:pt x="87" y="137"/>
                  <a:pt x="87" y="137"/>
                </a:cubicBezTo>
                <a:cubicBezTo>
                  <a:pt x="73" y="132"/>
                  <a:pt x="73" y="132"/>
                  <a:pt x="73" y="132"/>
                </a:cubicBezTo>
                <a:close/>
                <a:moveTo>
                  <a:pt x="28" y="4"/>
                </a:moveTo>
                <a:cubicBezTo>
                  <a:pt x="28" y="24"/>
                  <a:pt x="28" y="24"/>
                  <a:pt x="28" y="24"/>
                </a:cubicBezTo>
                <a:cubicBezTo>
                  <a:pt x="36" y="15"/>
                  <a:pt x="36" y="15"/>
                  <a:pt x="36" y="15"/>
                </a:cubicBezTo>
                <a:cubicBezTo>
                  <a:pt x="32" y="8"/>
                  <a:pt x="32" y="8"/>
                  <a:pt x="32" y="8"/>
                </a:cubicBezTo>
                <a:cubicBezTo>
                  <a:pt x="31" y="7"/>
                  <a:pt x="29" y="5"/>
                  <a:pt x="28" y="4"/>
                </a:cubicBezTo>
                <a:close/>
                <a:moveTo>
                  <a:pt x="28" y="67"/>
                </a:moveTo>
                <a:cubicBezTo>
                  <a:pt x="11" y="43"/>
                  <a:pt x="11" y="43"/>
                  <a:pt x="11" y="43"/>
                </a:cubicBezTo>
                <a:cubicBezTo>
                  <a:pt x="10" y="41"/>
                  <a:pt x="10" y="38"/>
                  <a:pt x="11" y="37"/>
                </a:cubicBezTo>
                <a:cubicBezTo>
                  <a:pt x="5" y="27"/>
                  <a:pt x="5" y="27"/>
                  <a:pt x="5" y="27"/>
                </a:cubicBezTo>
                <a:cubicBezTo>
                  <a:pt x="0" y="19"/>
                  <a:pt x="2" y="9"/>
                  <a:pt x="9" y="4"/>
                </a:cubicBezTo>
                <a:cubicBezTo>
                  <a:pt x="15" y="0"/>
                  <a:pt x="22" y="0"/>
                  <a:pt x="28" y="4"/>
                </a:cubicBezTo>
                <a:cubicBezTo>
                  <a:pt x="28" y="24"/>
                  <a:pt x="28" y="24"/>
                  <a:pt x="28" y="24"/>
                </a:cubicBezTo>
                <a:cubicBezTo>
                  <a:pt x="21" y="31"/>
                  <a:pt x="21" y="31"/>
                  <a:pt x="21" y="31"/>
                </a:cubicBezTo>
                <a:cubicBezTo>
                  <a:pt x="28" y="26"/>
                  <a:pt x="28" y="26"/>
                  <a:pt x="28" y="26"/>
                </a:cubicBezTo>
                <a:cubicBezTo>
                  <a:pt x="28" y="45"/>
                  <a:pt x="28" y="45"/>
                  <a:pt x="28" y="45"/>
                </a:cubicBezTo>
                <a:cubicBezTo>
                  <a:pt x="22" y="37"/>
                  <a:pt x="22" y="37"/>
                  <a:pt x="22" y="37"/>
                </a:cubicBezTo>
                <a:cubicBezTo>
                  <a:pt x="21" y="36"/>
                  <a:pt x="21" y="34"/>
                  <a:pt x="22" y="33"/>
                </a:cubicBezTo>
                <a:cubicBezTo>
                  <a:pt x="15" y="37"/>
                  <a:pt x="15" y="37"/>
                  <a:pt x="15" y="37"/>
                </a:cubicBezTo>
                <a:cubicBezTo>
                  <a:pt x="14" y="39"/>
                  <a:pt x="13" y="41"/>
                  <a:pt x="14" y="43"/>
                </a:cubicBezTo>
                <a:cubicBezTo>
                  <a:pt x="28" y="63"/>
                  <a:pt x="28" y="63"/>
                  <a:pt x="28" y="63"/>
                </a:cubicBezTo>
                <a:lnTo>
                  <a:pt x="28" y="67"/>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5" name="Freeform 80"/>
          <p:cNvSpPr>
            <a:spLocks noEditPoints="1"/>
          </p:cNvSpPr>
          <p:nvPr/>
        </p:nvSpPr>
        <p:spPr bwMode="auto">
          <a:xfrm>
            <a:off x="8966559" y="2610701"/>
            <a:ext cx="282501" cy="309483"/>
          </a:xfrm>
          <a:custGeom>
            <a:avLst/>
            <a:gdLst>
              <a:gd name="T0" fmla="*/ 101 w 130"/>
              <a:gd name="T1" fmla="*/ 65 h 142"/>
              <a:gd name="T2" fmla="*/ 97 w 130"/>
              <a:gd name="T3" fmla="*/ 81 h 142"/>
              <a:gd name="T4" fmla="*/ 97 w 130"/>
              <a:gd name="T5" fmla="*/ 94 h 142"/>
              <a:gd name="T6" fmla="*/ 100 w 130"/>
              <a:gd name="T7" fmla="*/ 95 h 142"/>
              <a:gd name="T8" fmla="*/ 111 w 130"/>
              <a:gd name="T9" fmla="*/ 112 h 142"/>
              <a:gd name="T10" fmla="*/ 97 w 130"/>
              <a:gd name="T11" fmla="*/ 103 h 142"/>
              <a:gd name="T12" fmla="*/ 97 w 130"/>
              <a:gd name="T13" fmla="*/ 28 h 142"/>
              <a:gd name="T14" fmla="*/ 111 w 130"/>
              <a:gd name="T15" fmla="*/ 19 h 142"/>
              <a:gd name="T16" fmla="*/ 100 w 130"/>
              <a:gd name="T17" fmla="*/ 35 h 142"/>
              <a:gd name="T18" fmla="*/ 97 w 130"/>
              <a:gd name="T19" fmla="*/ 36 h 142"/>
              <a:gd name="T20" fmla="*/ 127 w 130"/>
              <a:gd name="T21" fmla="*/ 62 h 142"/>
              <a:gd name="T22" fmla="*/ 108 w 130"/>
              <a:gd name="T23" fmla="*/ 65 h 142"/>
              <a:gd name="T24" fmla="*/ 127 w 130"/>
              <a:gd name="T25" fmla="*/ 69 h 142"/>
              <a:gd name="T26" fmla="*/ 127 w 130"/>
              <a:gd name="T27" fmla="*/ 62 h 142"/>
              <a:gd name="T28" fmla="*/ 67 w 130"/>
              <a:gd name="T29" fmla="*/ 142 h 142"/>
              <a:gd name="T30" fmla="*/ 85 w 130"/>
              <a:gd name="T31" fmla="*/ 95 h 142"/>
              <a:gd name="T32" fmla="*/ 97 w 130"/>
              <a:gd name="T33" fmla="*/ 50 h 142"/>
              <a:gd name="T34" fmla="*/ 65 w 130"/>
              <a:gd name="T35" fmla="*/ 37 h 142"/>
              <a:gd name="T36" fmla="*/ 93 w 130"/>
              <a:gd name="T37" fmla="*/ 65 h 142"/>
              <a:gd name="T38" fmla="*/ 79 w 130"/>
              <a:gd name="T39" fmla="*/ 90 h 142"/>
              <a:gd name="T40" fmla="*/ 78 w 130"/>
              <a:gd name="T41" fmla="*/ 110 h 142"/>
              <a:gd name="T42" fmla="*/ 65 w 130"/>
              <a:gd name="T43" fmla="*/ 142 h 142"/>
              <a:gd name="T44" fmla="*/ 97 w 130"/>
              <a:gd name="T45" fmla="*/ 36 h 142"/>
              <a:gd name="T46" fmla="*/ 95 w 130"/>
              <a:gd name="T47" fmla="*/ 31 h 142"/>
              <a:gd name="T48" fmla="*/ 97 w 130"/>
              <a:gd name="T49" fmla="*/ 94 h 142"/>
              <a:gd name="T50" fmla="*/ 95 w 130"/>
              <a:gd name="T51" fmla="*/ 100 h 142"/>
              <a:gd name="T52" fmla="*/ 97 w 130"/>
              <a:gd name="T53" fmla="*/ 94 h 142"/>
              <a:gd name="T54" fmla="*/ 65 w 130"/>
              <a:gd name="T55" fmla="*/ 0 h 142"/>
              <a:gd name="T56" fmla="*/ 68 w 130"/>
              <a:gd name="T57" fmla="*/ 3 h 142"/>
              <a:gd name="T58" fmla="*/ 65 w 130"/>
              <a:gd name="T59" fmla="*/ 23 h 142"/>
              <a:gd name="T60" fmla="*/ 65 w 130"/>
              <a:gd name="T61" fmla="*/ 23 h 142"/>
              <a:gd name="T62" fmla="*/ 32 w 130"/>
              <a:gd name="T63" fmla="*/ 50 h 142"/>
              <a:gd name="T64" fmla="*/ 45 w 130"/>
              <a:gd name="T65" fmla="*/ 96 h 142"/>
              <a:gd name="T66" fmla="*/ 63 w 130"/>
              <a:gd name="T67" fmla="*/ 142 h 142"/>
              <a:gd name="T68" fmla="*/ 65 w 130"/>
              <a:gd name="T69" fmla="*/ 110 h 142"/>
              <a:gd name="T70" fmla="*/ 52 w 130"/>
              <a:gd name="T71" fmla="*/ 93 h 142"/>
              <a:gd name="T72" fmla="*/ 36 w 130"/>
              <a:gd name="T73" fmla="*/ 65 h 142"/>
              <a:gd name="T74" fmla="*/ 65 w 130"/>
              <a:gd name="T75" fmla="*/ 37 h 142"/>
              <a:gd name="T76" fmla="*/ 65 w 130"/>
              <a:gd name="T77" fmla="*/ 29 h 142"/>
              <a:gd name="T78" fmla="*/ 65 w 130"/>
              <a:gd name="T79" fmla="*/ 0 h 142"/>
              <a:gd name="T80" fmla="*/ 62 w 130"/>
              <a:gd name="T81" fmla="*/ 20 h 142"/>
              <a:gd name="T82" fmla="*/ 65 w 130"/>
              <a:gd name="T83" fmla="*/ 0 h 142"/>
              <a:gd name="T84" fmla="*/ 32 w 130"/>
              <a:gd name="T85" fmla="*/ 94 h 142"/>
              <a:gd name="T86" fmla="*/ 35 w 130"/>
              <a:gd name="T87" fmla="*/ 100 h 142"/>
              <a:gd name="T88" fmla="*/ 32 w 130"/>
              <a:gd name="T89" fmla="*/ 36 h 142"/>
              <a:gd name="T90" fmla="*/ 35 w 130"/>
              <a:gd name="T91" fmla="*/ 31 h 142"/>
              <a:gd name="T92" fmla="*/ 32 w 130"/>
              <a:gd name="T93" fmla="*/ 36 h 142"/>
              <a:gd name="T94" fmla="*/ 29 w 130"/>
              <a:gd name="T95" fmla="*/ 65 h 142"/>
              <a:gd name="T96" fmla="*/ 32 w 130"/>
              <a:gd name="T97" fmla="*/ 50 h 142"/>
              <a:gd name="T98" fmla="*/ 32 w 130"/>
              <a:gd name="T99" fmla="*/ 36 h 142"/>
              <a:gd name="T100" fmla="*/ 30 w 130"/>
              <a:gd name="T101" fmla="*/ 35 h 142"/>
              <a:gd name="T102" fmla="*/ 19 w 130"/>
              <a:gd name="T103" fmla="*/ 19 h 142"/>
              <a:gd name="T104" fmla="*/ 32 w 130"/>
              <a:gd name="T105" fmla="*/ 28 h 142"/>
              <a:gd name="T106" fmla="*/ 32 w 130"/>
              <a:gd name="T107" fmla="*/ 103 h 142"/>
              <a:gd name="T108" fmla="*/ 19 w 130"/>
              <a:gd name="T109" fmla="*/ 112 h 142"/>
              <a:gd name="T110" fmla="*/ 30 w 130"/>
              <a:gd name="T111" fmla="*/ 95 h 142"/>
              <a:gd name="T112" fmla="*/ 32 w 130"/>
              <a:gd name="T113" fmla="*/ 94 h 142"/>
              <a:gd name="T114" fmla="*/ 22 w 130"/>
              <a:gd name="T115" fmla="*/ 65 h 142"/>
              <a:gd name="T116" fmla="*/ 3 w 130"/>
              <a:gd name="T117" fmla="*/ 62 h 142"/>
              <a:gd name="T118" fmla="*/ 3 w 130"/>
              <a:gd name="T119" fmla="*/ 69 h 142"/>
              <a:gd name="T120" fmla="*/ 22 w 130"/>
              <a:gd name="T121" fmla="*/ 65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0" h="142">
                <a:moveTo>
                  <a:pt x="97" y="81"/>
                </a:moveTo>
                <a:cubicBezTo>
                  <a:pt x="100" y="76"/>
                  <a:pt x="101" y="71"/>
                  <a:pt x="101" y="65"/>
                </a:cubicBezTo>
                <a:cubicBezTo>
                  <a:pt x="101" y="60"/>
                  <a:pt x="100" y="55"/>
                  <a:pt x="97" y="50"/>
                </a:cubicBezTo>
                <a:cubicBezTo>
                  <a:pt x="97" y="81"/>
                  <a:pt x="97" y="81"/>
                  <a:pt x="97" y="81"/>
                </a:cubicBezTo>
                <a:close/>
                <a:moveTo>
                  <a:pt x="97" y="103"/>
                </a:moveTo>
                <a:cubicBezTo>
                  <a:pt x="97" y="94"/>
                  <a:pt x="97" y="94"/>
                  <a:pt x="97" y="94"/>
                </a:cubicBezTo>
                <a:cubicBezTo>
                  <a:pt x="98" y="94"/>
                  <a:pt x="99" y="95"/>
                  <a:pt x="100" y="95"/>
                </a:cubicBezTo>
                <a:cubicBezTo>
                  <a:pt x="100" y="95"/>
                  <a:pt x="100" y="95"/>
                  <a:pt x="100" y="95"/>
                </a:cubicBezTo>
                <a:cubicBezTo>
                  <a:pt x="111" y="107"/>
                  <a:pt x="111" y="107"/>
                  <a:pt x="111" y="107"/>
                </a:cubicBezTo>
                <a:cubicBezTo>
                  <a:pt x="113" y="108"/>
                  <a:pt x="113" y="110"/>
                  <a:pt x="111" y="112"/>
                </a:cubicBezTo>
                <a:cubicBezTo>
                  <a:pt x="110" y="113"/>
                  <a:pt x="108" y="113"/>
                  <a:pt x="106" y="112"/>
                </a:cubicBezTo>
                <a:cubicBezTo>
                  <a:pt x="97" y="103"/>
                  <a:pt x="97" y="103"/>
                  <a:pt x="97" y="103"/>
                </a:cubicBezTo>
                <a:close/>
                <a:moveTo>
                  <a:pt x="97" y="36"/>
                </a:moveTo>
                <a:cubicBezTo>
                  <a:pt x="97" y="28"/>
                  <a:pt x="97" y="28"/>
                  <a:pt x="97" y="28"/>
                </a:cubicBezTo>
                <a:cubicBezTo>
                  <a:pt x="106" y="19"/>
                  <a:pt x="106" y="19"/>
                  <a:pt x="106" y="19"/>
                </a:cubicBezTo>
                <a:cubicBezTo>
                  <a:pt x="108" y="18"/>
                  <a:pt x="110" y="18"/>
                  <a:pt x="111" y="19"/>
                </a:cubicBezTo>
                <a:cubicBezTo>
                  <a:pt x="113" y="20"/>
                  <a:pt x="113" y="23"/>
                  <a:pt x="111" y="24"/>
                </a:cubicBezTo>
                <a:cubicBezTo>
                  <a:pt x="100" y="35"/>
                  <a:pt x="100" y="35"/>
                  <a:pt x="100" y="35"/>
                </a:cubicBezTo>
                <a:cubicBezTo>
                  <a:pt x="100" y="35"/>
                  <a:pt x="100" y="35"/>
                  <a:pt x="100" y="35"/>
                </a:cubicBezTo>
                <a:cubicBezTo>
                  <a:pt x="99" y="36"/>
                  <a:pt x="98" y="36"/>
                  <a:pt x="97" y="36"/>
                </a:cubicBezTo>
                <a:close/>
                <a:moveTo>
                  <a:pt x="127" y="62"/>
                </a:moveTo>
                <a:cubicBezTo>
                  <a:pt x="127" y="62"/>
                  <a:pt x="127" y="62"/>
                  <a:pt x="127" y="62"/>
                </a:cubicBezTo>
                <a:cubicBezTo>
                  <a:pt x="111" y="62"/>
                  <a:pt x="111" y="62"/>
                  <a:pt x="111" y="62"/>
                </a:cubicBezTo>
                <a:cubicBezTo>
                  <a:pt x="109" y="62"/>
                  <a:pt x="108" y="64"/>
                  <a:pt x="108" y="65"/>
                </a:cubicBezTo>
                <a:cubicBezTo>
                  <a:pt x="108" y="67"/>
                  <a:pt x="109" y="69"/>
                  <a:pt x="111" y="69"/>
                </a:cubicBezTo>
                <a:cubicBezTo>
                  <a:pt x="127" y="69"/>
                  <a:pt x="127" y="69"/>
                  <a:pt x="127" y="69"/>
                </a:cubicBezTo>
                <a:cubicBezTo>
                  <a:pt x="129" y="69"/>
                  <a:pt x="130" y="67"/>
                  <a:pt x="130" y="65"/>
                </a:cubicBezTo>
                <a:cubicBezTo>
                  <a:pt x="130" y="64"/>
                  <a:pt x="129" y="62"/>
                  <a:pt x="127" y="62"/>
                </a:cubicBezTo>
                <a:close/>
                <a:moveTo>
                  <a:pt x="65" y="142"/>
                </a:moveTo>
                <a:cubicBezTo>
                  <a:pt x="67" y="142"/>
                  <a:pt x="67" y="142"/>
                  <a:pt x="67" y="142"/>
                </a:cubicBezTo>
                <a:cubicBezTo>
                  <a:pt x="77" y="142"/>
                  <a:pt x="85" y="134"/>
                  <a:pt x="85" y="124"/>
                </a:cubicBezTo>
                <a:cubicBezTo>
                  <a:pt x="85" y="95"/>
                  <a:pt x="85" y="95"/>
                  <a:pt x="85" y="95"/>
                </a:cubicBezTo>
                <a:cubicBezTo>
                  <a:pt x="90" y="92"/>
                  <a:pt x="95" y="87"/>
                  <a:pt x="97" y="81"/>
                </a:cubicBezTo>
                <a:cubicBezTo>
                  <a:pt x="97" y="50"/>
                  <a:pt x="97" y="50"/>
                  <a:pt x="97" y="50"/>
                </a:cubicBezTo>
                <a:cubicBezTo>
                  <a:pt x="92" y="38"/>
                  <a:pt x="79" y="29"/>
                  <a:pt x="65" y="29"/>
                </a:cubicBezTo>
                <a:cubicBezTo>
                  <a:pt x="65" y="37"/>
                  <a:pt x="65" y="37"/>
                  <a:pt x="65" y="37"/>
                </a:cubicBezTo>
                <a:cubicBezTo>
                  <a:pt x="73" y="37"/>
                  <a:pt x="80" y="40"/>
                  <a:pt x="85" y="45"/>
                </a:cubicBezTo>
                <a:cubicBezTo>
                  <a:pt x="90" y="50"/>
                  <a:pt x="93" y="57"/>
                  <a:pt x="93" y="65"/>
                </a:cubicBezTo>
                <a:cubicBezTo>
                  <a:pt x="93" y="76"/>
                  <a:pt x="88" y="85"/>
                  <a:pt x="79" y="90"/>
                </a:cubicBezTo>
                <a:cubicBezTo>
                  <a:pt x="79" y="90"/>
                  <a:pt x="79" y="90"/>
                  <a:pt x="79" y="90"/>
                </a:cubicBezTo>
                <a:cubicBezTo>
                  <a:pt x="78" y="91"/>
                  <a:pt x="78" y="92"/>
                  <a:pt x="78" y="93"/>
                </a:cubicBezTo>
                <a:cubicBezTo>
                  <a:pt x="78" y="110"/>
                  <a:pt x="78" y="110"/>
                  <a:pt x="78" y="110"/>
                </a:cubicBezTo>
                <a:cubicBezTo>
                  <a:pt x="65" y="110"/>
                  <a:pt x="65" y="110"/>
                  <a:pt x="65" y="110"/>
                </a:cubicBezTo>
                <a:cubicBezTo>
                  <a:pt x="65" y="142"/>
                  <a:pt x="65" y="142"/>
                  <a:pt x="65" y="142"/>
                </a:cubicBezTo>
                <a:close/>
                <a:moveTo>
                  <a:pt x="97" y="28"/>
                </a:moveTo>
                <a:cubicBezTo>
                  <a:pt x="97" y="36"/>
                  <a:pt x="97" y="36"/>
                  <a:pt x="97" y="36"/>
                </a:cubicBezTo>
                <a:cubicBezTo>
                  <a:pt x="97" y="36"/>
                  <a:pt x="96" y="36"/>
                  <a:pt x="95" y="35"/>
                </a:cubicBezTo>
                <a:cubicBezTo>
                  <a:pt x="94" y="34"/>
                  <a:pt x="94" y="32"/>
                  <a:pt x="95" y="31"/>
                </a:cubicBezTo>
                <a:cubicBezTo>
                  <a:pt x="97" y="28"/>
                  <a:pt x="97" y="28"/>
                  <a:pt x="97" y="28"/>
                </a:cubicBezTo>
                <a:close/>
                <a:moveTo>
                  <a:pt x="97" y="94"/>
                </a:moveTo>
                <a:cubicBezTo>
                  <a:pt x="97" y="103"/>
                  <a:pt x="97" y="103"/>
                  <a:pt x="97" y="103"/>
                </a:cubicBezTo>
                <a:cubicBezTo>
                  <a:pt x="95" y="100"/>
                  <a:pt x="95" y="100"/>
                  <a:pt x="95" y="100"/>
                </a:cubicBezTo>
                <a:cubicBezTo>
                  <a:pt x="94" y="99"/>
                  <a:pt x="94" y="97"/>
                  <a:pt x="95" y="95"/>
                </a:cubicBezTo>
                <a:cubicBezTo>
                  <a:pt x="96" y="95"/>
                  <a:pt x="97" y="94"/>
                  <a:pt x="97" y="94"/>
                </a:cubicBezTo>
                <a:close/>
                <a:moveTo>
                  <a:pt x="65" y="23"/>
                </a:moveTo>
                <a:cubicBezTo>
                  <a:pt x="65" y="0"/>
                  <a:pt x="65" y="0"/>
                  <a:pt x="65" y="0"/>
                </a:cubicBezTo>
                <a:cubicBezTo>
                  <a:pt x="65" y="0"/>
                  <a:pt x="65" y="0"/>
                  <a:pt x="65" y="0"/>
                </a:cubicBezTo>
                <a:cubicBezTo>
                  <a:pt x="67" y="0"/>
                  <a:pt x="68" y="2"/>
                  <a:pt x="68" y="3"/>
                </a:cubicBezTo>
                <a:cubicBezTo>
                  <a:pt x="68" y="20"/>
                  <a:pt x="68" y="20"/>
                  <a:pt x="68" y="20"/>
                </a:cubicBezTo>
                <a:cubicBezTo>
                  <a:pt x="68" y="21"/>
                  <a:pt x="67" y="23"/>
                  <a:pt x="65" y="23"/>
                </a:cubicBezTo>
                <a:cubicBezTo>
                  <a:pt x="65" y="23"/>
                  <a:pt x="65" y="23"/>
                  <a:pt x="65" y="23"/>
                </a:cubicBezTo>
                <a:cubicBezTo>
                  <a:pt x="65" y="23"/>
                  <a:pt x="65" y="23"/>
                  <a:pt x="65" y="23"/>
                </a:cubicBezTo>
                <a:close/>
                <a:moveTo>
                  <a:pt x="65" y="29"/>
                </a:moveTo>
                <a:cubicBezTo>
                  <a:pt x="50" y="29"/>
                  <a:pt x="38" y="37"/>
                  <a:pt x="32" y="50"/>
                </a:cubicBezTo>
                <a:cubicBezTo>
                  <a:pt x="32" y="81"/>
                  <a:pt x="32" y="81"/>
                  <a:pt x="32" y="81"/>
                </a:cubicBezTo>
                <a:cubicBezTo>
                  <a:pt x="35" y="87"/>
                  <a:pt x="40" y="92"/>
                  <a:pt x="45" y="96"/>
                </a:cubicBezTo>
                <a:cubicBezTo>
                  <a:pt x="45" y="124"/>
                  <a:pt x="45" y="124"/>
                  <a:pt x="45" y="124"/>
                </a:cubicBezTo>
                <a:cubicBezTo>
                  <a:pt x="45" y="134"/>
                  <a:pt x="53" y="142"/>
                  <a:pt x="63" y="142"/>
                </a:cubicBezTo>
                <a:cubicBezTo>
                  <a:pt x="65" y="142"/>
                  <a:pt x="65" y="142"/>
                  <a:pt x="65" y="142"/>
                </a:cubicBezTo>
                <a:cubicBezTo>
                  <a:pt x="65" y="110"/>
                  <a:pt x="65" y="110"/>
                  <a:pt x="65" y="110"/>
                </a:cubicBezTo>
                <a:cubicBezTo>
                  <a:pt x="52" y="110"/>
                  <a:pt x="52" y="110"/>
                  <a:pt x="52" y="110"/>
                </a:cubicBezTo>
                <a:cubicBezTo>
                  <a:pt x="52" y="93"/>
                  <a:pt x="52" y="93"/>
                  <a:pt x="52" y="93"/>
                </a:cubicBezTo>
                <a:cubicBezTo>
                  <a:pt x="52" y="92"/>
                  <a:pt x="52" y="91"/>
                  <a:pt x="51" y="90"/>
                </a:cubicBezTo>
                <a:cubicBezTo>
                  <a:pt x="42" y="85"/>
                  <a:pt x="36" y="76"/>
                  <a:pt x="36" y="65"/>
                </a:cubicBezTo>
                <a:cubicBezTo>
                  <a:pt x="36" y="57"/>
                  <a:pt x="39" y="50"/>
                  <a:pt x="44" y="45"/>
                </a:cubicBezTo>
                <a:cubicBezTo>
                  <a:pt x="50" y="40"/>
                  <a:pt x="57" y="37"/>
                  <a:pt x="65" y="37"/>
                </a:cubicBezTo>
                <a:cubicBezTo>
                  <a:pt x="65" y="37"/>
                  <a:pt x="65" y="37"/>
                  <a:pt x="65" y="37"/>
                </a:cubicBezTo>
                <a:cubicBezTo>
                  <a:pt x="65" y="29"/>
                  <a:pt x="65" y="29"/>
                  <a:pt x="65" y="29"/>
                </a:cubicBezTo>
                <a:cubicBezTo>
                  <a:pt x="65" y="29"/>
                  <a:pt x="65" y="29"/>
                  <a:pt x="65" y="29"/>
                </a:cubicBezTo>
                <a:close/>
                <a:moveTo>
                  <a:pt x="65" y="0"/>
                </a:moveTo>
                <a:cubicBezTo>
                  <a:pt x="65" y="23"/>
                  <a:pt x="65" y="23"/>
                  <a:pt x="65" y="23"/>
                </a:cubicBezTo>
                <a:cubicBezTo>
                  <a:pt x="63" y="23"/>
                  <a:pt x="62" y="21"/>
                  <a:pt x="62" y="20"/>
                </a:cubicBezTo>
                <a:cubicBezTo>
                  <a:pt x="62" y="3"/>
                  <a:pt x="62" y="3"/>
                  <a:pt x="62" y="3"/>
                </a:cubicBezTo>
                <a:cubicBezTo>
                  <a:pt x="62" y="2"/>
                  <a:pt x="63" y="0"/>
                  <a:pt x="65" y="0"/>
                </a:cubicBezTo>
                <a:close/>
                <a:moveTo>
                  <a:pt x="32" y="103"/>
                </a:moveTo>
                <a:cubicBezTo>
                  <a:pt x="32" y="94"/>
                  <a:pt x="32" y="94"/>
                  <a:pt x="32" y="94"/>
                </a:cubicBezTo>
                <a:cubicBezTo>
                  <a:pt x="33" y="94"/>
                  <a:pt x="34" y="95"/>
                  <a:pt x="35" y="95"/>
                </a:cubicBezTo>
                <a:cubicBezTo>
                  <a:pt x="36" y="97"/>
                  <a:pt x="36" y="99"/>
                  <a:pt x="35" y="100"/>
                </a:cubicBezTo>
                <a:cubicBezTo>
                  <a:pt x="32" y="103"/>
                  <a:pt x="32" y="103"/>
                  <a:pt x="32" y="103"/>
                </a:cubicBezTo>
                <a:close/>
                <a:moveTo>
                  <a:pt x="32" y="36"/>
                </a:moveTo>
                <a:cubicBezTo>
                  <a:pt x="32" y="28"/>
                  <a:pt x="32" y="28"/>
                  <a:pt x="32" y="28"/>
                </a:cubicBezTo>
                <a:cubicBezTo>
                  <a:pt x="35" y="31"/>
                  <a:pt x="35" y="31"/>
                  <a:pt x="35" y="31"/>
                </a:cubicBezTo>
                <a:cubicBezTo>
                  <a:pt x="36" y="32"/>
                  <a:pt x="36" y="34"/>
                  <a:pt x="35" y="35"/>
                </a:cubicBezTo>
                <a:cubicBezTo>
                  <a:pt x="34" y="36"/>
                  <a:pt x="33" y="36"/>
                  <a:pt x="32" y="36"/>
                </a:cubicBezTo>
                <a:close/>
                <a:moveTo>
                  <a:pt x="32" y="50"/>
                </a:moveTo>
                <a:cubicBezTo>
                  <a:pt x="30" y="54"/>
                  <a:pt x="29" y="60"/>
                  <a:pt x="29" y="65"/>
                </a:cubicBezTo>
                <a:cubicBezTo>
                  <a:pt x="29" y="71"/>
                  <a:pt x="30" y="76"/>
                  <a:pt x="32" y="81"/>
                </a:cubicBezTo>
                <a:cubicBezTo>
                  <a:pt x="32" y="50"/>
                  <a:pt x="32" y="50"/>
                  <a:pt x="32" y="50"/>
                </a:cubicBezTo>
                <a:close/>
                <a:moveTo>
                  <a:pt x="32" y="28"/>
                </a:moveTo>
                <a:cubicBezTo>
                  <a:pt x="32" y="36"/>
                  <a:pt x="32" y="36"/>
                  <a:pt x="32" y="36"/>
                </a:cubicBezTo>
                <a:cubicBezTo>
                  <a:pt x="32" y="36"/>
                  <a:pt x="31" y="36"/>
                  <a:pt x="30" y="35"/>
                </a:cubicBezTo>
                <a:cubicBezTo>
                  <a:pt x="30" y="35"/>
                  <a:pt x="30" y="35"/>
                  <a:pt x="30" y="35"/>
                </a:cubicBezTo>
                <a:cubicBezTo>
                  <a:pt x="19" y="24"/>
                  <a:pt x="19" y="24"/>
                  <a:pt x="19" y="24"/>
                </a:cubicBezTo>
                <a:cubicBezTo>
                  <a:pt x="17" y="23"/>
                  <a:pt x="17" y="20"/>
                  <a:pt x="19" y="19"/>
                </a:cubicBezTo>
                <a:cubicBezTo>
                  <a:pt x="20" y="18"/>
                  <a:pt x="22" y="18"/>
                  <a:pt x="24" y="19"/>
                </a:cubicBezTo>
                <a:cubicBezTo>
                  <a:pt x="32" y="28"/>
                  <a:pt x="32" y="28"/>
                  <a:pt x="32" y="28"/>
                </a:cubicBezTo>
                <a:close/>
                <a:moveTo>
                  <a:pt x="32" y="94"/>
                </a:moveTo>
                <a:cubicBezTo>
                  <a:pt x="32" y="103"/>
                  <a:pt x="32" y="103"/>
                  <a:pt x="32" y="103"/>
                </a:cubicBezTo>
                <a:cubicBezTo>
                  <a:pt x="24" y="112"/>
                  <a:pt x="24" y="112"/>
                  <a:pt x="24" y="112"/>
                </a:cubicBezTo>
                <a:cubicBezTo>
                  <a:pt x="22" y="113"/>
                  <a:pt x="20" y="113"/>
                  <a:pt x="19" y="112"/>
                </a:cubicBezTo>
                <a:cubicBezTo>
                  <a:pt x="17" y="110"/>
                  <a:pt x="17" y="108"/>
                  <a:pt x="19" y="107"/>
                </a:cubicBezTo>
                <a:cubicBezTo>
                  <a:pt x="30" y="95"/>
                  <a:pt x="30" y="95"/>
                  <a:pt x="30" y="95"/>
                </a:cubicBezTo>
                <a:cubicBezTo>
                  <a:pt x="30" y="95"/>
                  <a:pt x="30" y="95"/>
                  <a:pt x="30" y="95"/>
                </a:cubicBezTo>
                <a:cubicBezTo>
                  <a:pt x="31" y="95"/>
                  <a:pt x="32" y="95"/>
                  <a:pt x="32" y="94"/>
                </a:cubicBezTo>
                <a:close/>
                <a:moveTo>
                  <a:pt x="22" y="65"/>
                </a:moveTo>
                <a:cubicBezTo>
                  <a:pt x="22" y="65"/>
                  <a:pt x="22" y="65"/>
                  <a:pt x="22" y="65"/>
                </a:cubicBezTo>
                <a:cubicBezTo>
                  <a:pt x="22" y="64"/>
                  <a:pt x="21" y="62"/>
                  <a:pt x="19" y="62"/>
                </a:cubicBezTo>
                <a:cubicBezTo>
                  <a:pt x="3" y="62"/>
                  <a:pt x="3" y="62"/>
                  <a:pt x="3" y="62"/>
                </a:cubicBezTo>
                <a:cubicBezTo>
                  <a:pt x="1" y="62"/>
                  <a:pt x="0" y="64"/>
                  <a:pt x="0" y="65"/>
                </a:cubicBezTo>
                <a:cubicBezTo>
                  <a:pt x="0" y="67"/>
                  <a:pt x="1" y="69"/>
                  <a:pt x="3" y="69"/>
                </a:cubicBezTo>
                <a:cubicBezTo>
                  <a:pt x="19" y="69"/>
                  <a:pt x="19" y="69"/>
                  <a:pt x="19" y="69"/>
                </a:cubicBezTo>
                <a:cubicBezTo>
                  <a:pt x="21" y="69"/>
                  <a:pt x="22" y="67"/>
                  <a:pt x="22" y="6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6" name="Freeform 81"/>
          <p:cNvSpPr>
            <a:spLocks noEditPoints="1"/>
          </p:cNvSpPr>
          <p:nvPr/>
        </p:nvSpPr>
        <p:spPr bwMode="auto">
          <a:xfrm>
            <a:off x="7554051" y="2194884"/>
            <a:ext cx="426927" cy="614203"/>
          </a:xfrm>
          <a:custGeom>
            <a:avLst/>
            <a:gdLst>
              <a:gd name="T0" fmla="*/ 98 w 196"/>
              <a:gd name="T1" fmla="*/ 5 h 282"/>
              <a:gd name="T2" fmla="*/ 113 w 196"/>
              <a:gd name="T3" fmla="*/ 0 h 282"/>
              <a:gd name="T4" fmla="*/ 155 w 196"/>
              <a:gd name="T5" fmla="*/ 128 h 282"/>
              <a:gd name="T6" fmla="*/ 108 w 196"/>
              <a:gd name="T7" fmla="*/ 143 h 282"/>
              <a:gd name="T8" fmla="*/ 98 w 196"/>
              <a:gd name="T9" fmla="*/ 111 h 282"/>
              <a:gd name="T10" fmla="*/ 98 w 196"/>
              <a:gd name="T11" fmla="*/ 5 h 282"/>
              <a:gd name="T12" fmla="*/ 98 w 196"/>
              <a:gd name="T13" fmla="*/ 222 h 282"/>
              <a:gd name="T14" fmla="*/ 136 w 196"/>
              <a:gd name="T15" fmla="*/ 209 h 282"/>
              <a:gd name="T16" fmla="*/ 107 w 196"/>
              <a:gd name="T17" fmla="*/ 209 h 282"/>
              <a:gd name="T18" fmla="*/ 107 w 196"/>
              <a:gd name="T19" fmla="*/ 192 h 282"/>
              <a:gd name="T20" fmla="*/ 152 w 196"/>
              <a:gd name="T21" fmla="*/ 192 h 282"/>
              <a:gd name="T22" fmla="*/ 189 w 196"/>
              <a:gd name="T23" fmla="*/ 192 h 282"/>
              <a:gd name="T24" fmla="*/ 196 w 196"/>
              <a:gd name="T25" fmla="*/ 192 h 282"/>
              <a:gd name="T26" fmla="*/ 196 w 196"/>
              <a:gd name="T27" fmla="*/ 209 h 282"/>
              <a:gd name="T28" fmla="*/ 180 w 196"/>
              <a:gd name="T29" fmla="*/ 209 h 282"/>
              <a:gd name="T30" fmla="*/ 134 w 196"/>
              <a:gd name="T31" fmla="*/ 247 h 282"/>
              <a:gd name="T32" fmla="*/ 169 w 196"/>
              <a:gd name="T33" fmla="*/ 267 h 282"/>
              <a:gd name="T34" fmla="*/ 169 w 196"/>
              <a:gd name="T35" fmla="*/ 282 h 282"/>
              <a:gd name="T36" fmla="*/ 98 w 196"/>
              <a:gd name="T37" fmla="*/ 282 h 282"/>
              <a:gd name="T38" fmla="*/ 98 w 196"/>
              <a:gd name="T39" fmla="*/ 268 h 282"/>
              <a:gd name="T40" fmla="*/ 111 w 196"/>
              <a:gd name="T41" fmla="*/ 255 h 282"/>
              <a:gd name="T42" fmla="*/ 98 w 196"/>
              <a:gd name="T43" fmla="*/ 242 h 282"/>
              <a:gd name="T44" fmla="*/ 98 w 196"/>
              <a:gd name="T45" fmla="*/ 222 h 282"/>
              <a:gd name="T46" fmla="*/ 67 w 196"/>
              <a:gd name="T47" fmla="*/ 15 h 282"/>
              <a:gd name="T48" fmla="*/ 98 w 196"/>
              <a:gd name="T49" fmla="*/ 5 h 282"/>
              <a:gd name="T50" fmla="*/ 98 w 196"/>
              <a:gd name="T51" fmla="*/ 111 h 282"/>
              <a:gd name="T52" fmla="*/ 92 w 196"/>
              <a:gd name="T53" fmla="*/ 92 h 282"/>
              <a:gd name="T54" fmla="*/ 33 w 196"/>
              <a:gd name="T55" fmla="*/ 157 h 282"/>
              <a:gd name="T56" fmla="*/ 98 w 196"/>
              <a:gd name="T57" fmla="*/ 222 h 282"/>
              <a:gd name="T58" fmla="*/ 98 w 196"/>
              <a:gd name="T59" fmla="*/ 222 h 282"/>
              <a:gd name="T60" fmla="*/ 98 w 196"/>
              <a:gd name="T61" fmla="*/ 242 h 282"/>
              <a:gd name="T62" fmla="*/ 85 w 196"/>
              <a:gd name="T63" fmla="*/ 255 h 282"/>
              <a:gd name="T64" fmla="*/ 98 w 196"/>
              <a:gd name="T65" fmla="*/ 268 h 282"/>
              <a:gd name="T66" fmla="*/ 98 w 196"/>
              <a:gd name="T67" fmla="*/ 282 h 282"/>
              <a:gd name="T68" fmla="*/ 27 w 196"/>
              <a:gd name="T69" fmla="*/ 282 h 282"/>
              <a:gd name="T70" fmla="*/ 27 w 196"/>
              <a:gd name="T71" fmla="*/ 267 h 282"/>
              <a:gd name="T72" fmla="*/ 61 w 196"/>
              <a:gd name="T73" fmla="*/ 247 h 282"/>
              <a:gd name="T74" fmla="*/ 0 w 196"/>
              <a:gd name="T75" fmla="*/ 157 h 282"/>
              <a:gd name="T76" fmla="*/ 82 w 196"/>
              <a:gd name="T77" fmla="*/ 61 h 282"/>
              <a:gd name="T78" fmla="*/ 67 w 196"/>
              <a:gd name="T79" fmla="*/ 15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6" h="282">
                <a:moveTo>
                  <a:pt x="98" y="5"/>
                </a:moveTo>
                <a:cubicBezTo>
                  <a:pt x="113" y="0"/>
                  <a:pt x="113" y="0"/>
                  <a:pt x="113" y="0"/>
                </a:cubicBezTo>
                <a:cubicBezTo>
                  <a:pt x="155" y="128"/>
                  <a:pt x="155" y="128"/>
                  <a:pt x="155" y="128"/>
                </a:cubicBezTo>
                <a:cubicBezTo>
                  <a:pt x="108" y="143"/>
                  <a:pt x="108" y="143"/>
                  <a:pt x="108" y="143"/>
                </a:cubicBezTo>
                <a:cubicBezTo>
                  <a:pt x="98" y="111"/>
                  <a:pt x="98" y="111"/>
                  <a:pt x="98" y="111"/>
                </a:cubicBezTo>
                <a:cubicBezTo>
                  <a:pt x="98" y="5"/>
                  <a:pt x="98" y="5"/>
                  <a:pt x="98" y="5"/>
                </a:cubicBezTo>
                <a:close/>
                <a:moveTo>
                  <a:pt x="98" y="222"/>
                </a:moveTo>
                <a:cubicBezTo>
                  <a:pt x="112" y="222"/>
                  <a:pt x="125" y="217"/>
                  <a:pt x="136" y="209"/>
                </a:cubicBezTo>
                <a:cubicBezTo>
                  <a:pt x="107" y="209"/>
                  <a:pt x="107" y="209"/>
                  <a:pt x="107" y="209"/>
                </a:cubicBezTo>
                <a:cubicBezTo>
                  <a:pt x="107" y="192"/>
                  <a:pt x="107" y="192"/>
                  <a:pt x="107" y="192"/>
                </a:cubicBezTo>
                <a:cubicBezTo>
                  <a:pt x="152" y="192"/>
                  <a:pt x="152" y="192"/>
                  <a:pt x="152" y="192"/>
                </a:cubicBezTo>
                <a:cubicBezTo>
                  <a:pt x="189" y="192"/>
                  <a:pt x="189" y="192"/>
                  <a:pt x="189" y="192"/>
                </a:cubicBezTo>
                <a:cubicBezTo>
                  <a:pt x="196" y="192"/>
                  <a:pt x="196" y="192"/>
                  <a:pt x="196" y="192"/>
                </a:cubicBezTo>
                <a:cubicBezTo>
                  <a:pt x="196" y="209"/>
                  <a:pt x="196" y="209"/>
                  <a:pt x="196" y="209"/>
                </a:cubicBezTo>
                <a:cubicBezTo>
                  <a:pt x="180" y="209"/>
                  <a:pt x="180" y="209"/>
                  <a:pt x="180" y="209"/>
                </a:cubicBezTo>
                <a:cubicBezTo>
                  <a:pt x="169" y="226"/>
                  <a:pt x="153" y="239"/>
                  <a:pt x="134" y="247"/>
                </a:cubicBezTo>
                <a:cubicBezTo>
                  <a:pt x="154" y="251"/>
                  <a:pt x="169" y="257"/>
                  <a:pt x="169" y="267"/>
                </a:cubicBezTo>
                <a:cubicBezTo>
                  <a:pt x="169" y="282"/>
                  <a:pt x="169" y="282"/>
                  <a:pt x="169" y="282"/>
                </a:cubicBezTo>
                <a:cubicBezTo>
                  <a:pt x="98" y="282"/>
                  <a:pt x="98" y="282"/>
                  <a:pt x="98" y="282"/>
                </a:cubicBezTo>
                <a:cubicBezTo>
                  <a:pt x="98" y="268"/>
                  <a:pt x="98" y="268"/>
                  <a:pt x="98" y="268"/>
                </a:cubicBezTo>
                <a:cubicBezTo>
                  <a:pt x="105" y="268"/>
                  <a:pt x="111" y="262"/>
                  <a:pt x="111" y="255"/>
                </a:cubicBezTo>
                <a:cubicBezTo>
                  <a:pt x="111" y="248"/>
                  <a:pt x="105" y="242"/>
                  <a:pt x="98" y="242"/>
                </a:cubicBezTo>
                <a:lnTo>
                  <a:pt x="98" y="222"/>
                </a:lnTo>
                <a:close/>
                <a:moveTo>
                  <a:pt x="67" y="15"/>
                </a:moveTo>
                <a:cubicBezTo>
                  <a:pt x="98" y="5"/>
                  <a:pt x="98" y="5"/>
                  <a:pt x="98" y="5"/>
                </a:cubicBezTo>
                <a:cubicBezTo>
                  <a:pt x="98" y="111"/>
                  <a:pt x="98" y="111"/>
                  <a:pt x="98" y="111"/>
                </a:cubicBezTo>
                <a:cubicBezTo>
                  <a:pt x="92" y="92"/>
                  <a:pt x="92" y="92"/>
                  <a:pt x="92" y="92"/>
                </a:cubicBezTo>
                <a:cubicBezTo>
                  <a:pt x="59" y="95"/>
                  <a:pt x="33" y="123"/>
                  <a:pt x="33" y="157"/>
                </a:cubicBezTo>
                <a:cubicBezTo>
                  <a:pt x="33" y="193"/>
                  <a:pt x="62" y="222"/>
                  <a:pt x="98" y="222"/>
                </a:cubicBezTo>
                <a:cubicBezTo>
                  <a:pt x="98" y="222"/>
                  <a:pt x="98" y="222"/>
                  <a:pt x="98" y="222"/>
                </a:cubicBezTo>
                <a:cubicBezTo>
                  <a:pt x="98" y="242"/>
                  <a:pt x="98" y="242"/>
                  <a:pt x="98" y="242"/>
                </a:cubicBezTo>
                <a:cubicBezTo>
                  <a:pt x="91" y="242"/>
                  <a:pt x="85" y="248"/>
                  <a:pt x="85" y="255"/>
                </a:cubicBezTo>
                <a:cubicBezTo>
                  <a:pt x="85" y="262"/>
                  <a:pt x="91" y="268"/>
                  <a:pt x="98" y="268"/>
                </a:cubicBezTo>
                <a:cubicBezTo>
                  <a:pt x="98" y="282"/>
                  <a:pt x="98" y="282"/>
                  <a:pt x="98" y="282"/>
                </a:cubicBezTo>
                <a:cubicBezTo>
                  <a:pt x="27" y="282"/>
                  <a:pt x="27" y="282"/>
                  <a:pt x="27" y="282"/>
                </a:cubicBezTo>
                <a:cubicBezTo>
                  <a:pt x="27" y="267"/>
                  <a:pt x="27" y="267"/>
                  <a:pt x="27" y="267"/>
                </a:cubicBezTo>
                <a:cubicBezTo>
                  <a:pt x="27" y="257"/>
                  <a:pt x="41" y="251"/>
                  <a:pt x="61" y="247"/>
                </a:cubicBezTo>
                <a:cubicBezTo>
                  <a:pt x="26" y="233"/>
                  <a:pt x="0" y="198"/>
                  <a:pt x="0" y="157"/>
                </a:cubicBezTo>
                <a:cubicBezTo>
                  <a:pt x="0" y="108"/>
                  <a:pt x="36" y="68"/>
                  <a:pt x="82" y="61"/>
                </a:cubicBezTo>
                <a:lnTo>
                  <a:pt x="67" y="15"/>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7" name="Freeform 82"/>
          <p:cNvSpPr>
            <a:spLocks noEditPoints="1"/>
          </p:cNvSpPr>
          <p:nvPr/>
        </p:nvSpPr>
        <p:spPr bwMode="auto">
          <a:xfrm>
            <a:off x="7401691" y="2107595"/>
            <a:ext cx="245999" cy="217432"/>
          </a:xfrm>
          <a:custGeom>
            <a:avLst/>
            <a:gdLst>
              <a:gd name="T0" fmla="*/ 103 w 113"/>
              <a:gd name="T1" fmla="*/ 31 h 100"/>
              <a:gd name="T2" fmla="*/ 57 w 113"/>
              <a:gd name="T3" fmla="*/ 0 h 100"/>
              <a:gd name="T4" fmla="*/ 57 w 113"/>
              <a:gd name="T5" fmla="*/ 9 h 100"/>
              <a:gd name="T6" fmla="*/ 95 w 113"/>
              <a:gd name="T7" fmla="*/ 35 h 100"/>
              <a:gd name="T8" fmla="*/ 72 w 113"/>
              <a:gd name="T9" fmla="*/ 88 h 100"/>
              <a:gd name="T10" fmla="*/ 57 w 113"/>
              <a:gd name="T11" fmla="*/ 91 h 100"/>
              <a:gd name="T12" fmla="*/ 57 w 113"/>
              <a:gd name="T13" fmla="*/ 100 h 100"/>
              <a:gd name="T14" fmla="*/ 75 w 113"/>
              <a:gd name="T15" fmla="*/ 96 h 100"/>
              <a:gd name="T16" fmla="*/ 103 w 113"/>
              <a:gd name="T17" fmla="*/ 31 h 100"/>
              <a:gd name="T18" fmla="*/ 57 w 113"/>
              <a:gd name="T19" fmla="*/ 0 h 100"/>
              <a:gd name="T20" fmla="*/ 38 w 113"/>
              <a:gd name="T21" fmla="*/ 4 h 100"/>
              <a:gd name="T22" fmla="*/ 11 w 113"/>
              <a:gd name="T23" fmla="*/ 68 h 100"/>
              <a:gd name="T24" fmla="*/ 57 w 113"/>
              <a:gd name="T25" fmla="*/ 100 h 100"/>
              <a:gd name="T26" fmla="*/ 57 w 113"/>
              <a:gd name="T27" fmla="*/ 91 h 100"/>
              <a:gd name="T28" fmla="*/ 19 w 113"/>
              <a:gd name="T29" fmla="*/ 65 h 100"/>
              <a:gd name="T30" fmla="*/ 19 w 113"/>
              <a:gd name="T31" fmla="*/ 65 h 100"/>
              <a:gd name="T32" fmla="*/ 42 w 113"/>
              <a:gd name="T33" fmla="*/ 12 h 100"/>
              <a:gd name="T34" fmla="*/ 57 w 113"/>
              <a:gd name="T35" fmla="*/ 9 h 100"/>
              <a:gd name="T36" fmla="*/ 57 w 113"/>
              <a:gd name="T3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3" h="100">
                <a:moveTo>
                  <a:pt x="103" y="31"/>
                </a:moveTo>
                <a:cubicBezTo>
                  <a:pt x="95" y="12"/>
                  <a:pt x="77" y="0"/>
                  <a:pt x="57" y="0"/>
                </a:cubicBezTo>
                <a:cubicBezTo>
                  <a:pt x="57" y="9"/>
                  <a:pt x="57" y="9"/>
                  <a:pt x="57" y="9"/>
                </a:cubicBezTo>
                <a:cubicBezTo>
                  <a:pt x="73" y="9"/>
                  <a:pt x="88" y="19"/>
                  <a:pt x="95" y="35"/>
                </a:cubicBezTo>
                <a:cubicBezTo>
                  <a:pt x="103" y="56"/>
                  <a:pt x="93" y="79"/>
                  <a:pt x="72" y="88"/>
                </a:cubicBezTo>
                <a:cubicBezTo>
                  <a:pt x="67" y="90"/>
                  <a:pt x="62" y="91"/>
                  <a:pt x="57" y="91"/>
                </a:cubicBezTo>
                <a:cubicBezTo>
                  <a:pt x="57" y="100"/>
                  <a:pt x="57" y="100"/>
                  <a:pt x="57" y="100"/>
                </a:cubicBezTo>
                <a:cubicBezTo>
                  <a:pt x="63" y="100"/>
                  <a:pt x="69" y="99"/>
                  <a:pt x="75" y="96"/>
                </a:cubicBezTo>
                <a:cubicBezTo>
                  <a:pt x="101" y="86"/>
                  <a:pt x="113" y="57"/>
                  <a:pt x="103" y="31"/>
                </a:cubicBezTo>
                <a:close/>
                <a:moveTo>
                  <a:pt x="57" y="0"/>
                </a:moveTo>
                <a:cubicBezTo>
                  <a:pt x="51" y="0"/>
                  <a:pt x="44" y="1"/>
                  <a:pt x="38" y="4"/>
                </a:cubicBezTo>
                <a:cubicBezTo>
                  <a:pt x="13" y="14"/>
                  <a:pt x="0" y="43"/>
                  <a:pt x="11" y="68"/>
                </a:cubicBezTo>
                <a:cubicBezTo>
                  <a:pt x="18" y="88"/>
                  <a:pt x="37" y="100"/>
                  <a:pt x="57" y="100"/>
                </a:cubicBezTo>
                <a:cubicBezTo>
                  <a:pt x="57" y="91"/>
                  <a:pt x="57" y="91"/>
                  <a:pt x="57" y="91"/>
                </a:cubicBezTo>
                <a:cubicBezTo>
                  <a:pt x="41" y="90"/>
                  <a:pt x="26" y="81"/>
                  <a:pt x="19" y="65"/>
                </a:cubicBezTo>
                <a:cubicBezTo>
                  <a:pt x="19" y="65"/>
                  <a:pt x="19" y="65"/>
                  <a:pt x="19" y="65"/>
                </a:cubicBezTo>
                <a:cubicBezTo>
                  <a:pt x="11" y="44"/>
                  <a:pt x="21" y="21"/>
                  <a:pt x="42" y="12"/>
                </a:cubicBezTo>
                <a:cubicBezTo>
                  <a:pt x="47" y="10"/>
                  <a:pt x="52" y="9"/>
                  <a:pt x="57" y="9"/>
                </a:cubicBezTo>
                <a:lnTo>
                  <a:pt x="57"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8" name="Freeform 83"/>
          <p:cNvSpPr/>
          <p:nvPr/>
        </p:nvSpPr>
        <p:spPr bwMode="auto">
          <a:xfrm>
            <a:off x="7331860" y="2237736"/>
            <a:ext cx="107921" cy="68245"/>
          </a:xfrm>
          <a:custGeom>
            <a:avLst/>
            <a:gdLst>
              <a:gd name="T0" fmla="*/ 7 w 68"/>
              <a:gd name="T1" fmla="*/ 43 h 43"/>
              <a:gd name="T2" fmla="*/ 0 w 68"/>
              <a:gd name="T3" fmla="*/ 25 h 43"/>
              <a:gd name="T4" fmla="*/ 62 w 68"/>
              <a:gd name="T5" fmla="*/ 0 h 43"/>
              <a:gd name="T6" fmla="*/ 68 w 68"/>
              <a:gd name="T7" fmla="*/ 18 h 43"/>
              <a:gd name="T8" fmla="*/ 7 w 68"/>
              <a:gd name="T9" fmla="*/ 43 h 43"/>
            </a:gdLst>
            <a:ahLst/>
            <a:cxnLst>
              <a:cxn ang="0">
                <a:pos x="T0" y="T1"/>
              </a:cxn>
              <a:cxn ang="0">
                <a:pos x="T2" y="T3"/>
              </a:cxn>
              <a:cxn ang="0">
                <a:pos x="T4" y="T5"/>
              </a:cxn>
              <a:cxn ang="0">
                <a:pos x="T6" y="T7"/>
              </a:cxn>
              <a:cxn ang="0">
                <a:pos x="T8" y="T9"/>
              </a:cxn>
            </a:cxnLst>
            <a:rect l="0" t="0" r="r" b="b"/>
            <a:pathLst>
              <a:path w="68" h="43">
                <a:moveTo>
                  <a:pt x="7" y="43"/>
                </a:moveTo>
                <a:lnTo>
                  <a:pt x="0" y="25"/>
                </a:lnTo>
                <a:lnTo>
                  <a:pt x="62" y="0"/>
                </a:lnTo>
                <a:lnTo>
                  <a:pt x="68" y="18"/>
                </a:lnTo>
                <a:lnTo>
                  <a:pt x="7" y="4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9" name="Freeform 84"/>
          <p:cNvSpPr/>
          <p:nvPr/>
        </p:nvSpPr>
        <p:spPr bwMode="auto">
          <a:xfrm>
            <a:off x="7263615" y="2247259"/>
            <a:ext cx="146012" cy="88877"/>
          </a:xfrm>
          <a:custGeom>
            <a:avLst/>
            <a:gdLst>
              <a:gd name="T0" fmla="*/ 16 w 67"/>
              <a:gd name="T1" fmla="*/ 39 h 41"/>
              <a:gd name="T2" fmla="*/ 2 w 67"/>
              <a:gd name="T3" fmla="*/ 33 h 41"/>
              <a:gd name="T4" fmla="*/ 8 w 67"/>
              <a:gd name="T5" fmla="*/ 19 h 41"/>
              <a:gd name="T6" fmla="*/ 50 w 67"/>
              <a:gd name="T7" fmla="*/ 2 h 41"/>
              <a:gd name="T8" fmla="*/ 64 w 67"/>
              <a:gd name="T9" fmla="*/ 8 h 41"/>
              <a:gd name="T10" fmla="*/ 58 w 67"/>
              <a:gd name="T11" fmla="*/ 22 h 41"/>
              <a:gd name="T12" fmla="*/ 16 w 67"/>
              <a:gd name="T13" fmla="*/ 39 h 41"/>
            </a:gdLst>
            <a:ahLst/>
            <a:cxnLst>
              <a:cxn ang="0">
                <a:pos x="T0" y="T1"/>
              </a:cxn>
              <a:cxn ang="0">
                <a:pos x="T2" y="T3"/>
              </a:cxn>
              <a:cxn ang="0">
                <a:pos x="T4" y="T5"/>
              </a:cxn>
              <a:cxn ang="0">
                <a:pos x="T6" y="T7"/>
              </a:cxn>
              <a:cxn ang="0">
                <a:pos x="T8" y="T9"/>
              </a:cxn>
              <a:cxn ang="0">
                <a:pos x="T10" y="T11"/>
              </a:cxn>
              <a:cxn ang="0">
                <a:pos x="T12" y="T13"/>
              </a:cxn>
            </a:cxnLst>
            <a:rect l="0" t="0" r="r" b="b"/>
            <a:pathLst>
              <a:path w="67" h="41">
                <a:moveTo>
                  <a:pt x="16" y="39"/>
                </a:moveTo>
                <a:cubicBezTo>
                  <a:pt x="10" y="41"/>
                  <a:pt x="4" y="39"/>
                  <a:pt x="2" y="33"/>
                </a:cubicBezTo>
                <a:cubicBezTo>
                  <a:pt x="0" y="28"/>
                  <a:pt x="2" y="21"/>
                  <a:pt x="8" y="19"/>
                </a:cubicBezTo>
                <a:cubicBezTo>
                  <a:pt x="50" y="2"/>
                  <a:pt x="50" y="2"/>
                  <a:pt x="50" y="2"/>
                </a:cubicBezTo>
                <a:cubicBezTo>
                  <a:pt x="56" y="0"/>
                  <a:pt x="62" y="3"/>
                  <a:pt x="64" y="8"/>
                </a:cubicBezTo>
                <a:cubicBezTo>
                  <a:pt x="67" y="14"/>
                  <a:pt x="64" y="20"/>
                  <a:pt x="58" y="22"/>
                </a:cubicBezTo>
                <a:lnTo>
                  <a:pt x="16" y="39"/>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0" name="Freeform 85"/>
          <p:cNvSpPr>
            <a:spLocks noEditPoints="1"/>
          </p:cNvSpPr>
          <p:nvPr/>
        </p:nvSpPr>
        <p:spPr bwMode="auto">
          <a:xfrm>
            <a:off x="7179499" y="3405831"/>
            <a:ext cx="445972" cy="158709"/>
          </a:xfrm>
          <a:custGeom>
            <a:avLst/>
            <a:gdLst>
              <a:gd name="T0" fmla="*/ 142 w 205"/>
              <a:gd name="T1" fmla="*/ 5 h 73"/>
              <a:gd name="T2" fmla="*/ 157 w 205"/>
              <a:gd name="T3" fmla="*/ 2 h 73"/>
              <a:gd name="T4" fmla="*/ 164 w 205"/>
              <a:gd name="T5" fmla="*/ 5 h 73"/>
              <a:gd name="T6" fmla="*/ 179 w 205"/>
              <a:gd name="T7" fmla="*/ 2 h 73"/>
              <a:gd name="T8" fmla="*/ 202 w 205"/>
              <a:gd name="T9" fmla="*/ 18 h 73"/>
              <a:gd name="T10" fmla="*/ 187 w 205"/>
              <a:gd name="T11" fmla="*/ 42 h 73"/>
              <a:gd name="T12" fmla="*/ 177 w 205"/>
              <a:gd name="T13" fmla="*/ 43 h 73"/>
              <a:gd name="T14" fmla="*/ 166 w 205"/>
              <a:gd name="T15" fmla="*/ 18 h 73"/>
              <a:gd name="T16" fmla="*/ 172 w 205"/>
              <a:gd name="T17" fmla="*/ 45 h 73"/>
              <a:gd name="T18" fmla="*/ 167 w 205"/>
              <a:gd name="T19" fmla="*/ 50 h 73"/>
              <a:gd name="T20" fmla="*/ 142 w 205"/>
              <a:gd name="T21" fmla="*/ 55 h 73"/>
              <a:gd name="T22" fmla="*/ 142 w 205"/>
              <a:gd name="T23" fmla="*/ 20 h 73"/>
              <a:gd name="T24" fmla="*/ 158 w 205"/>
              <a:gd name="T25" fmla="*/ 17 h 73"/>
              <a:gd name="T26" fmla="*/ 163 w 205"/>
              <a:gd name="T27" fmla="*/ 19 h 73"/>
              <a:gd name="T28" fmla="*/ 161 w 205"/>
              <a:gd name="T29" fmla="*/ 9 h 73"/>
              <a:gd name="T30" fmla="*/ 155 w 205"/>
              <a:gd name="T31" fmla="*/ 5 h 73"/>
              <a:gd name="T32" fmla="*/ 142 w 205"/>
              <a:gd name="T33" fmla="*/ 8 h 73"/>
              <a:gd name="T34" fmla="*/ 142 w 205"/>
              <a:gd name="T35" fmla="*/ 5 h 73"/>
              <a:gd name="T36" fmla="*/ 28 w 205"/>
              <a:gd name="T37" fmla="*/ 30 h 73"/>
              <a:gd name="T38" fmla="*/ 116 w 205"/>
              <a:gd name="T39" fmla="*/ 13 h 73"/>
              <a:gd name="T40" fmla="*/ 121 w 205"/>
              <a:gd name="T41" fmla="*/ 9 h 73"/>
              <a:gd name="T42" fmla="*/ 142 w 205"/>
              <a:gd name="T43" fmla="*/ 5 h 73"/>
              <a:gd name="T44" fmla="*/ 142 w 205"/>
              <a:gd name="T45" fmla="*/ 8 h 73"/>
              <a:gd name="T46" fmla="*/ 124 w 205"/>
              <a:gd name="T47" fmla="*/ 11 h 73"/>
              <a:gd name="T48" fmla="*/ 120 w 205"/>
              <a:gd name="T49" fmla="*/ 17 h 73"/>
              <a:gd name="T50" fmla="*/ 122 w 205"/>
              <a:gd name="T51" fmla="*/ 28 h 73"/>
              <a:gd name="T52" fmla="*/ 122 w 205"/>
              <a:gd name="T53" fmla="*/ 28 h 73"/>
              <a:gd name="T54" fmla="*/ 126 w 205"/>
              <a:gd name="T55" fmla="*/ 24 h 73"/>
              <a:gd name="T56" fmla="*/ 142 w 205"/>
              <a:gd name="T57" fmla="*/ 20 h 73"/>
              <a:gd name="T58" fmla="*/ 142 w 205"/>
              <a:gd name="T59" fmla="*/ 55 h 73"/>
              <a:gd name="T60" fmla="*/ 130 w 205"/>
              <a:gd name="T61" fmla="*/ 57 h 73"/>
              <a:gd name="T62" fmla="*/ 125 w 205"/>
              <a:gd name="T63" fmla="*/ 56 h 73"/>
              <a:gd name="T64" fmla="*/ 35 w 205"/>
              <a:gd name="T65" fmla="*/ 73 h 73"/>
              <a:gd name="T66" fmla="*/ 28 w 205"/>
              <a:gd name="T67" fmla="*/ 70 h 73"/>
              <a:gd name="T68" fmla="*/ 28 w 205"/>
              <a:gd name="T69" fmla="*/ 67 h 73"/>
              <a:gd name="T70" fmla="*/ 35 w 205"/>
              <a:gd name="T71" fmla="*/ 70 h 73"/>
              <a:gd name="T72" fmla="*/ 35 w 205"/>
              <a:gd name="T73" fmla="*/ 70 h 73"/>
              <a:gd name="T74" fmla="*/ 37 w 205"/>
              <a:gd name="T75" fmla="*/ 70 h 73"/>
              <a:gd name="T76" fmla="*/ 42 w 205"/>
              <a:gd name="T77" fmla="*/ 62 h 73"/>
              <a:gd name="T78" fmla="*/ 36 w 205"/>
              <a:gd name="T79" fmla="*/ 57 h 73"/>
              <a:gd name="T80" fmla="*/ 40 w 205"/>
              <a:gd name="T81" fmla="*/ 50 h 73"/>
              <a:gd name="T82" fmla="*/ 34 w 205"/>
              <a:gd name="T83" fmla="*/ 45 h 73"/>
              <a:gd name="T84" fmla="*/ 37 w 205"/>
              <a:gd name="T85" fmla="*/ 38 h 73"/>
              <a:gd name="T86" fmla="*/ 30 w 205"/>
              <a:gd name="T87" fmla="*/ 33 h 73"/>
              <a:gd name="T88" fmla="*/ 28 w 205"/>
              <a:gd name="T89" fmla="*/ 33 h 73"/>
              <a:gd name="T90" fmla="*/ 28 w 205"/>
              <a:gd name="T91" fmla="*/ 34 h 73"/>
              <a:gd name="T92" fmla="*/ 28 w 205"/>
              <a:gd name="T93" fmla="*/ 30 h 73"/>
              <a:gd name="T94" fmla="*/ 26 w 205"/>
              <a:gd name="T95" fmla="*/ 31 h 73"/>
              <a:gd name="T96" fmla="*/ 28 w 205"/>
              <a:gd name="T97" fmla="*/ 30 h 73"/>
              <a:gd name="T98" fmla="*/ 28 w 205"/>
              <a:gd name="T99" fmla="*/ 34 h 73"/>
              <a:gd name="T100" fmla="*/ 13 w 205"/>
              <a:gd name="T101" fmla="*/ 49 h 73"/>
              <a:gd name="T102" fmla="*/ 15 w 205"/>
              <a:gd name="T103" fmla="*/ 62 h 73"/>
              <a:gd name="T104" fmla="*/ 28 w 205"/>
              <a:gd name="T105" fmla="*/ 67 h 73"/>
              <a:gd name="T106" fmla="*/ 28 w 205"/>
              <a:gd name="T107" fmla="*/ 70 h 73"/>
              <a:gd name="T108" fmla="*/ 0 w 205"/>
              <a:gd name="T109" fmla="*/ 58 h 73"/>
              <a:gd name="T110" fmla="*/ 26 w 205"/>
              <a:gd name="T111" fmla="*/ 31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05" h="73">
                <a:moveTo>
                  <a:pt x="142" y="5"/>
                </a:moveTo>
                <a:cubicBezTo>
                  <a:pt x="157" y="2"/>
                  <a:pt x="157" y="2"/>
                  <a:pt x="157" y="2"/>
                </a:cubicBezTo>
                <a:cubicBezTo>
                  <a:pt x="160" y="1"/>
                  <a:pt x="163" y="3"/>
                  <a:pt x="164" y="5"/>
                </a:cubicBezTo>
                <a:cubicBezTo>
                  <a:pt x="179" y="2"/>
                  <a:pt x="179" y="2"/>
                  <a:pt x="179" y="2"/>
                </a:cubicBezTo>
                <a:cubicBezTo>
                  <a:pt x="190" y="0"/>
                  <a:pt x="200" y="7"/>
                  <a:pt x="202" y="18"/>
                </a:cubicBezTo>
                <a:cubicBezTo>
                  <a:pt x="205" y="29"/>
                  <a:pt x="197" y="39"/>
                  <a:pt x="187" y="42"/>
                </a:cubicBezTo>
                <a:cubicBezTo>
                  <a:pt x="177" y="43"/>
                  <a:pt x="177" y="43"/>
                  <a:pt x="177" y="43"/>
                </a:cubicBezTo>
                <a:cubicBezTo>
                  <a:pt x="166" y="18"/>
                  <a:pt x="166" y="18"/>
                  <a:pt x="166" y="18"/>
                </a:cubicBezTo>
                <a:cubicBezTo>
                  <a:pt x="172" y="45"/>
                  <a:pt x="172" y="45"/>
                  <a:pt x="172" y="45"/>
                </a:cubicBezTo>
                <a:cubicBezTo>
                  <a:pt x="172" y="47"/>
                  <a:pt x="170" y="50"/>
                  <a:pt x="167" y="50"/>
                </a:cubicBezTo>
                <a:cubicBezTo>
                  <a:pt x="142" y="55"/>
                  <a:pt x="142" y="55"/>
                  <a:pt x="142" y="55"/>
                </a:cubicBezTo>
                <a:cubicBezTo>
                  <a:pt x="142" y="20"/>
                  <a:pt x="142" y="20"/>
                  <a:pt x="142" y="20"/>
                </a:cubicBezTo>
                <a:cubicBezTo>
                  <a:pt x="158" y="17"/>
                  <a:pt x="158" y="17"/>
                  <a:pt x="158" y="17"/>
                </a:cubicBezTo>
                <a:cubicBezTo>
                  <a:pt x="160" y="17"/>
                  <a:pt x="162" y="18"/>
                  <a:pt x="163" y="19"/>
                </a:cubicBezTo>
                <a:cubicBezTo>
                  <a:pt x="161" y="9"/>
                  <a:pt x="161" y="9"/>
                  <a:pt x="161" y="9"/>
                </a:cubicBezTo>
                <a:cubicBezTo>
                  <a:pt x="161" y="6"/>
                  <a:pt x="158" y="5"/>
                  <a:pt x="155" y="5"/>
                </a:cubicBezTo>
                <a:cubicBezTo>
                  <a:pt x="142" y="8"/>
                  <a:pt x="142" y="8"/>
                  <a:pt x="142" y="8"/>
                </a:cubicBezTo>
                <a:lnTo>
                  <a:pt x="142" y="5"/>
                </a:lnTo>
                <a:close/>
                <a:moveTo>
                  <a:pt x="28" y="30"/>
                </a:moveTo>
                <a:cubicBezTo>
                  <a:pt x="116" y="13"/>
                  <a:pt x="116" y="13"/>
                  <a:pt x="116" y="13"/>
                </a:cubicBezTo>
                <a:cubicBezTo>
                  <a:pt x="117" y="11"/>
                  <a:pt x="119" y="9"/>
                  <a:pt x="121" y="9"/>
                </a:cubicBezTo>
                <a:cubicBezTo>
                  <a:pt x="142" y="5"/>
                  <a:pt x="142" y="5"/>
                  <a:pt x="142" y="5"/>
                </a:cubicBezTo>
                <a:cubicBezTo>
                  <a:pt x="142" y="8"/>
                  <a:pt x="142" y="8"/>
                  <a:pt x="142" y="8"/>
                </a:cubicBezTo>
                <a:cubicBezTo>
                  <a:pt x="124" y="11"/>
                  <a:pt x="124" y="11"/>
                  <a:pt x="124" y="11"/>
                </a:cubicBezTo>
                <a:cubicBezTo>
                  <a:pt x="121" y="12"/>
                  <a:pt x="119" y="15"/>
                  <a:pt x="120" y="17"/>
                </a:cubicBezTo>
                <a:cubicBezTo>
                  <a:pt x="122" y="28"/>
                  <a:pt x="122" y="28"/>
                  <a:pt x="122" y="28"/>
                </a:cubicBezTo>
                <a:cubicBezTo>
                  <a:pt x="122" y="28"/>
                  <a:pt x="122" y="28"/>
                  <a:pt x="122" y="28"/>
                </a:cubicBezTo>
                <a:cubicBezTo>
                  <a:pt x="122" y="26"/>
                  <a:pt x="124" y="24"/>
                  <a:pt x="126" y="24"/>
                </a:cubicBezTo>
                <a:cubicBezTo>
                  <a:pt x="142" y="20"/>
                  <a:pt x="142" y="20"/>
                  <a:pt x="142" y="20"/>
                </a:cubicBezTo>
                <a:cubicBezTo>
                  <a:pt x="142" y="55"/>
                  <a:pt x="142" y="55"/>
                  <a:pt x="142" y="55"/>
                </a:cubicBezTo>
                <a:cubicBezTo>
                  <a:pt x="130" y="57"/>
                  <a:pt x="130" y="57"/>
                  <a:pt x="130" y="57"/>
                </a:cubicBezTo>
                <a:cubicBezTo>
                  <a:pt x="128" y="58"/>
                  <a:pt x="126" y="57"/>
                  <a:pt x="125" y="56"/>
                </a:cubicBezTo>
                <a:cubicBezTo>
                  <a:pt x="35" y="73"/>
                  <a:pt x="35" y="73"/>
                  <a:pt x="35" y="73"/>
                </a:cubicBezTo>
                <a:cubicBezTo>
                  <a:pt x="28" y="70"/>
                  <a:pt x="28" y="70"/>
                  <a:pt x="28" y="70"/>
                </a:cubicBezTo>
                <a:cubicBezTo>
                  <a:pt x="28" y="67"/>
                  <a:pt x="28" y="67"/>
                  <a:pt x="28" y="67"/>
                </a:cubicBezTo>
                <a:cubicBezTo>
                  <a:pt x="35" y="70"/>
                  <a:pt x="35" y="70"/>
                  <a:pt x="35" y="70"/>
                </a:cubicBezTo>
                <a:cubicBezTo>
                  <a:pt x="35" y="70"/>
                  <a:pt x="35" y="70"/>
                  <a:pt x="35" y="70"/>
                </a:cubicBezTo>
                <a:cubicBezTo>
                  <a:pt x="37" y="70"/>
                  <a:pt x="37" y="70"/>
                  <a:pt x="37" y="70"/>
                </a:cubicBezTo>
                <a:cubicBezTo>
                  <a:pt x="41" y="69"/>
                  <a:pt x="43" y="66"/>
                  <a:pt x="42" y="62"/>
                </a:cubicBezTo>
                <a:cubicBezTo>
                  <a:pt x="42" y="59"/>
                  <a:pt x="39" y="57"/>
                  <a:pt x="36" y="57"/>
                </a:cubicBezTo>
                <a:cubicBezTo>
                  <a:pt x="39" y="56"/>
                  <a:pt x="40" y="53"/>
                  <a:pt x="40" y="50"/>
                </a:cubicBezTo>
                <a:cubicBezTo>
                  <a:pt x="39" y="47"/>
                  <a:pt x="37" y="45"/>
                  <a:pt x="34" y="45"/>
                </a:cubicBezTo>
                <a:cubicBezTo>
                  <a:pt x="36" y="44"/>
                  <a:pt x="38" y="41"/>
                  <a:pt x="37" y="38"/>
                </a:cubicBezTo>
                <a:cubicBezTo>
                  <a:pt x="37" y="34"/>
                  <a:pt x="33" y="32"/>
                  <a:pt x="30" y="33"/>
                </a:cubicBezTo>
                <a:cubicBezTo>
                  <a:pt x="28" y="33"/>
                  <a:pt x="28" y="33"/>
                  <a:pt x="28" y="33"/>
                </a:cubicBezTo>
                <a:cubicBezTo>
                  <a:pt x="28" y="34"/>
                  <a:pt x="28" y="34"/>
                  <a:pt x="28" y="34"/>
                </a:cubicBezTo>
                <a:lnTo>
                  <a:pt x="28" y="30"/>
                </a:lnTo>
                <a:close/>
                <a:moveTo>
                  <a:pt x="26" y="31"/>
                </a:moveTo>
                <a:cubicBezTo>
                  <a:pt x="28" y="30"/>
                  <a:pt x="28" y="30"/>
                  <a:pt x="28" y="30"/>
                </a:cubicBezTo>
                <a:cubicBezTo>
                  <a:pt x="28" y="34"/>
                  <a:pt x="28" y="34"/>
                  <a:pt x="28" y="34"/>
                </a:cubicBezTo>
                <a:cubicBezTo>
                  <a:pt x="13" y="49"/>
                  <a:pt x="13" y="49"/>
                  <a:pt x="13" y="49"/>
                </a:cubicBezTo>
                <a:cubicBezTo>
                  <a:pt x="15" y="62"/>
                  <a:pt x="15" y="62"/>
                  <a:pt x="15" y="62"/>
                </a:cubicBezTo>
                <a:cubicBezTo>
                  <a:pt x="28" y="67"/>
                  <a:pt x="28" y="67"/>
                  <a:pt x="28" y="67"/>
                </a:cubicBezTo>
                <a:cubicBezTo>
                  <a:pt x="28" y="70"/>
                  <a:pt x="28" y="70"/>
                  <a:pt x="28" y="70"/>
                </a:cubicBezTo>
                <a:cubicBezTo>
                  <a:pt x="0" y="58"/>
                  <a:pt x="0" y="58"/>
                  <a:pt x="0" y="58"/>
                </a:cubicBezTo>
                <a:lnTo>
                  <a:pt x="26" y="31"/>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1" name="Freeform 86"/>
          <p:cNvSpPr/>
          <p:nvPr/>
        </p:nvSpPr>
        <p:spPr bwMode="auto">
          <a:xfrm>
            <a:off x="9026869" y="3815301"/>
            <a:ext cx="245999" cy="315831"/>
          </a:xfrm>
          <a:custGeom>
            <a:avLst/>
            <a:gdLst>
              <a:gd name="T0" fmla="*/ 113 w 113"/>
              <a:gd name="T1" fmla="*/ 25 h 145"/>
              <a:gd name="T2" fmla="*/ 108 w 113"/>
              <a:gd name="T3" fmla="*/ 22 h 145"/>
              <a:gd name="T4" fmla="*/ 42 w 113"/>
              <a:gd name="T5" fmla="*/ 128 h 145"/>
              <a:gd name="T6" fmla="*/ 19 w 113"/>
              <a:gd name="T7" fmla="*/ 132 h 145"/>
              <a:gd name="T8" fmla="*/ 12 w 113"/>
              <a:gd name="T9" fmla="*/ 109 h 145"/>
              <a:gd name="T10" fmla="*/ 78 w 113"/>
              <a:gd name="T11" fmla="*/ 3 h 145"/>
              <a:gd name="T12" fmla="*/ 73 w 113"/>
              <a:gd name="T13" fmla="*/ 0 h 145"/>
              <a:gd name="T14" fmla="*/ 6 w 113"/>
              <a:gd name="T15" fmla="*/ 107 h 145"/>
              <a:gd name="T16" fmla="*/ 15 w 113"/>
              <a:gd name="T17" fmla="*/ 138 h 145"/>
              <a:gd name="T18" fmla="*/ 47 w 113"/>
              <a:gd name="T19" fmla="*/ 132 h 145"/>
              <a:gd name="T20" fmla="*/ 113 w 113"/>
              <a:gd name="T21" fmla="*/ 25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3" h="145">
                <a:moveTo>
                  <a:pt x="113" y="25"/>
                </a:moveTo>
                <a:cubicBezTo>
                  <a:pt x="108" y="22"/>
                  <a:pt x="108" y="22"/>
                  <a:pt x="108" y="22"/>
                </a:cubicBezTo>
                <a:cubicBezTo>
                  <a:pt x="42" y="128"/>
                  <a:pt x="42" y="128"/>
                  <a:pt x="42" y="128"/>
                </a:cubicBezTo>
                <a:cubicBezTo>
                  <a:pt x="38" y="135"/>
                  <a:pt x="27" y="137"/>
                  <a:pt x="19" y="132"/>
                </a:cubicBezTo>
                <a:cubicBezTo>
                  <a:pt x="11" y="127"/>
                  <a:pt x="8" y="117"/>
                  <a:pt x="12" y="109"/>
                </a:cubicBezTo>
                <a:cubicBezTo>
                  <a:pt x="78" y="3"/>
                  <a:pt x="78" y="3"/>
                  <a:pt x="78" y="3"/>
                </a:cubicBezTo>
                <a:cubicBezTo>
                  <a:pt x="73" y="0"/>
                  <a:pt x="73" y="0"/>
                  <a:pt x="73" y="0"/>
                </a:cubicBezTo>
                <a:cubicBezTo>
                  <a:pt x="6" y="107"/>
                  <a:pt x="6" y="107"/>
                  <a:pt x="6" y="107"/>
                </a:cubicBezTo>
                <a:cubicBezTo>
                  <a:pt x="0" y="117"/>
                  <a:pt x="4" y="131"/>
                  <a:pt x="15" y="138"/>
                </a:cubicBezTo>
                <a:cubicBezTo>
                  <a:pt x="26" y="145"/>
                  <a:pt x="40" y="142"/>
                  <a:pt x="47" y="132"/>
                </a:cubicBezTo>
                <a:lnTo>
                  <a:pt x="113" y="25"/>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2" name="Freeform 87"/>
          <p:cNvSpPr/>
          <p:nvPr/>
        </p:nvSpPr>
        <p:spPr bwMode="auto">
          <a:xfrm>
            <a:off x="9166532" y="3804191"/>
            <a:ext cx="119032" cy="82528"/>
          </a:xfrm>
          <a:custGeom>
            <a:avLst/>
            <a:gdLst>
              <a:gd name="T0" fmla="*/ 54 w 55"/>
              <a:gd name="T1" fmla="*/ 35 h 38"/>
              <a:gd name="T2" fmla="*/ 48 w 55"/>
              <a:gd name="T3" fmla="*/ 37 h 38"/>
              <a:gd name="T4" fmla="*/ 3 w 55"/>
              <a:gd name="T5" fmla="*/ 9 h 38"/>
              <a:gd name="T6" fmla="*/ 2 w 55"/>
              <a:gd name="T7" fmla="*/ 3 h 38"/>
              <a:gd name="T8" fmla="*/ 8 w 55"/>
              <a:gd name="T9" fmla="*/ 1 h 38"/>
              <a:gd name="T10" fmla="*/ 53 w 55"/>
              <a:gd name="T11" fmla="*/ 29 h 38"/>
              <a:gd name="T12" fmla="*/ 54 w 55"/>
              <a:gd name="T13" fmla="*/ 35 h 38"/>
            </a:gdLst>
            <a:ahLst/>
            <a:cxnLst>
              <a:cxn ang="0">
                <a:pos x="T0" y="T1"/>
              </a:cxn>
              <a:cxn ang="0">
                <a:pos x="T2" y="T3"/>
              </a:cxn>
              <a:cxn ang="0">
                <a:pos x="T4" y="T5"/>
              </a:cxn>
              <a:cxn ang="0">
                <a:pos x="T6" y="T7"/>
              </a:cxn>
              <a:cxn ang="0">
                <a:pos x="T8" y="T9"/>
              </a:cxn>
              <a:cxn ang="0">
                <a:pos x="T10" y="T11"/>
              </a:cxn>
              <a:cxn ang="0">
                <a:pos x="T12" y="T13"/>
              </a:cxn>
            </a:cxnLst>
            <a:rect l="0" t="0" r="r" b="b"/>
            <a:pathLst>
              <a:path w="55" h="38">
                <a:moveTo>
                  <a:pt x="54" y="35"/>
                </a:moveTo>
                <a:cubicBezTo>
                  <a:pt x="53" y="37"/>
                  <a:pt x="50" y="38"/>
                  <a:pt x="48" y="37"/>
                </a:cubicBezTo>
                <a:cubicBezTo>
                  <a:pt x="3" y="9"/>
                  <a:pt x="3" y="9"/>
                  <a:pt x="3" y="9"/>
                </a:cubicBezTo>
                <a:cubicBezTo>
                  <a:pt x="1" y="7"/>
                  <a:pt x="0" y="5"/>
                  <a:pt x="2" y="3"/>
                </a:cubicBezTo>
                <a:cubicBezTo>
                  <a:pt x="3" y="1"/>
                  <a:pt x="6" y="0"/>
                  <a:pt x="8" y="1"/>
                </a:cubicBezTo>
                <a:cubicBezTo>
                  <a:pt x="53" y="29"/>
                  <a:pt x="53" y="29"/>
                  <a:pt x="53" y="29"/>
                </a:cubicBezTo>
                <a:cubicBezTo>
                  <a:pt x="55" y="31"/>
                  <a:pt x="55" y="33"/>
                  <a:pt x="54" y="3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3" name="Freeform 88"/>
          <p:cNvSpPr/>
          <p:nvPr/>
        </p:nvSpPr>
        <p:spPr bwMode="auto">
          <a:xfrm>
            <a:off x="9074481" y="3869262"/>
            <a:ext cx="163471" cy="226953"/>
          </a:xfrm>
          <a:custGeom>
            <a:avLst/>
            <a:gdLst>
              <a:gd name="T0" fmla="*/ 75 w 75"/>
              <a:gd name="T1" fmla="*/ 4 h 104"/>
              <a:gd name="T2" fmla="*/ 69 w 75"/>
              <a:gd name="T3" fmla="*/ 0 h 104"/>
              <a:gd name="T4" fmla="*/ 10 w 75"/>
              <a:gd name="T5" fmla="*/ 95 h 104"/>
              <a:gd name="T6" fmla="*/ 0 w 75"/>
              <a:gd name="T7" fmla="*/ 100 h 104"/>
              <a:gd name="T8" fmla="*/ 1 w 75"/>
              <a:gd name="T9" fmla="*/ 101 h 104"/>
              <a:gd name="T10" fmla="*/ 17 w 75"/>
              <a:gd name="T11" fmla="*/ 98 h 104"/>
              <a:gd name="T12" fmla="*/ 75 w 75"/>
              <a:gd name="T13" fmla="*/ 4 h 104"/>
            </a:gdLst>
            <a:ahLst/>
            <a:cxnLst>
              <a:cxn ang="0">
                <a:pos x="T0" y="T1"/>
              </a:cxn>
              <a:cxn ang="0">
                <a:pos x="T2" y="T3"/>
              </a:cxn>
              <a:cxn ang="0">
                <a:pos x="T4" y="T5"/>
              </a:cxn>
              <a:cxn ang="0">
                <a:pos x="T6" y="T7"/>
              </a:cxn>
              <a:cxn ang="0">
                <a:pos x="T8" y="T9"/>
              </a:cxn>
              <a:cxn ang="0">
                <a:pos x="T10" y="T11"/>
              </a:cxn>
              <a:cxn ang="0">
                <a:pos x="T12" y="T13"/>
              </a:cxn>
            </a:cxnLst>
            <a:rect l="0" t="0" r="r" b="b"/>
            <a:pathLst>
              <a:path w="75" h="104">
                <a:moveTo>
                  <a:pt x="75" y="4"/>
                </a:moveTo>
                <a:cubicBezTo>
                  <a:pt x="69" y="0"/>
                  <a:pt x="69" y="0"/>
                  <a:pt x="69" y="0"/>
                </a:cubicBezTo>
                <a:cubicBezTo>
                  <a:pt x="10" y="95"/>
                  <a:pt x="10" y="95"/>
                  <a:pt x="10" y="95"/>
                </a:cubicBezTo>
                <a:cubicBezTo>
                  <a:pt x="8" y="98"/>
                  <a:pt x="4" y="100"/>
                  <a:pt x="0" y="100"/>
                </a:cubicBezTo>
                <a:cubicBezTo>
                  <a:pt x="0" y="100"/>
                  <a:pt x="1" y="100"/>
                  <a:pt x="1" y="101"/>
                </a:cubicBezTo>
                <a:cubicBezTo>
                  <a:pt x="7" y="104"/>
                  <a:pt x="14" y="103"/>
                  <a:pt x="17" y="98"/>
                </a:cubicBezTo>
                <a:lnTo>
                  <a:pt x="75" y="4"/>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4" name="Freeform 89"/>
          <p:cNvSpPr>
            <a:spLocks noEditPoints="1"/>
          </p:cNvSpPr>
          <p:nvPr/>
        </p:nvSpPr>
        <p:spPr bwMode="auto">
          <a:xfrm>
            <a:off x="8693579" y="2577373"/>
            <a:ext cx="222192" cy="161883"/>
          </a:xfrm>
          <a:custGeom>
            <a:avLst/>
            <a:gdLst>
              <a:gd name="T0" fmla="*/ 84 w 102"/>
              <a:gd name="T1" fmla="*/ 71 h 74"/>
              <a:gd name="T2" fmla="*/ 79 w 102"/>
              <a:gd name="T3" fmla="*/ 69 h 74"/>
              <a:gd name="T4" fmla="*/ 79 w 102"/>
              <a:gd name="T5" fmla="*/ 69 h 74"/>
              <a:gd name="T6" fmla="*/ 79 w 102"/>
              <a:gd name="T7" fmla="*/ 52 h 74"/>
              <a:gd name="T8" fmla="*/ 86 w 102"/>
              <a:gd name="T9" fmla="*/ 49 h 74"/>
              <a:gd name="T10" fmla="*/ 90 w 102"/>
              <a:gd name="T11" fmla="*/ 38 h 74"/>
              <a:gd name="T12" fmla="*/ 79 w 102"/>
              <a:gd name="T13" fmla="*/ 31 h 74"/>
              <a:gd name="T14" fmla="*/ 85 w 102"/>
              <a:gd name="T15" fmla="*/ 20 h 74"/>
              <a:gd name="T16" fmla="*/ 79 w 102"/>
              <a:gd name="T17" fmla="*/ 16 h 74"/>
              <a:gd name="T18" fmla="*/ 72 w 102"/>
              <a:gd name="T19" fmla="*/ 3 h 74"/>
              <a:gd name="T20" fmla="*/ 79 w 102"/>
              <a:gd name="T21" fmla="*/ 16 h 74"/>
              <a:gd name="T22" fmla="*/ 72 w 102"/>
              <a:gd name="T23" fmla="*/ 21 h 74"/>
              <a:gd name="T24" fmla="*/ 72 w 102"/>
              <a:gd name="T25" fmla="*/ 9 h 74"/>
              <a:gd name="T26" fmla="*/ 79 w 102"/>
              <a:gd name="T27" fmla="*/ 73 h 74"/>
              <a:gd name="T28" fmla="*/ 72 w 102"/>
              <a:gd name="T29" fmla="*/ 69 h 74"/>
              <a:gd name="T30" fmla="*/ 79 w 102"/>
              <a:gd name="T31" fmla="*/ 73 h 74"/>
              <a:gd name="T32" fmla="*/ 79 w 102"/>
              <a:gd name="T33" fmla="*/ 34 h 74"/>
              <a:gd name="T34" fmla="*/ 75 w 102"/>
              <a:gd name="T35" fmla="*/ 45 h 74"/>
              <a:gd name="T36" fmla="*/ 79 w 102"/>
              <a:gd name="T37" fmla="*/ 52 h 74"/>
              <a:gd name="T38" fmla="*/ 72 w 102"/>
              <a:gd name="T39" fmla="*/ 25 h 74"/>
              <a:gd name="T40" fmla="*/ 79 w 102"/>
              <a:gd name="T41" fmla="*/ 31 h 74"/>
              <a:gd name="T42" fmla="*/ 72 w 102"/>
              <a:gd name="T43" fmla="*/ 3 h 74"/>
              <a:gd name="T44" fmla="*/ 71 w 102"/>
              <a:gd name="T45" fmla="*/ 8 h 74"/>
              <a:gd name="T46" fmla="*/ 66 w 102"/>
              <a:gd name="T47" fmla="*/ 2 h 74"/>
              <a:gd name="T48" fmla="*/ 66 w 102"/>
              <a:gd name="T49" fmla="*/ 73 h 74"/>
              <a:gd name="T50" fmla="*/ 67 w 102"/>
              <a:gd name="T51" fmla="*/ 65 h 74"/>
              <a:gd name="T52" fmla="*/ 72 w 102"/>
              <a:gd name="T53" fmla="*/ 74 h 74"/>
              <a:gd name="T54" fmla="*/ 72 w 102"/>
              <a:gd name="T55" fmla="*/ 21 h 74"/>
              <a:gd name="T56" fmla="*/ 72 w 102"/>
              <a:gd name="T57" fmla="*/ 52 h 74"/>
              <a:gd name="T58" fmla="*/ 66 w 102"/>
              <a:gd name="T59" fmla="*/ 57 h 74"/>
              <a:gd name="T60" fmla="*/ 69 w 102"/>
              <a:gd name="T61" fmla="*/ 16 h 74"/>
              <a:gd name="T62" fmla="*/ 22 w 102"/>
              <a:gd name="T63" fmla="*/ 10 h 74"/>
              <a:gd name="T64" fmla="*/ 66 w 102"/>
              <a:gd name="T65" fmla="*/ 5 h 74"/>
              <a:gd name="T66" fmla="*/ 64 w 102"/>
              <a:gd name="T67" fmla="*/ 6 h 74"/>
              <a:gd name="T68" fmla="*/ 66 w 102"/>
              <a:gd name="T69" fmla="*/ 16 h 74"/>
              <a:gd name="T70" fmla="*/ 66 w 102"/>
              <a:gd name="T71" fmla="*/ 64 h 74"/>
              <a:gd name="T72" fmla="*/ 37 w 102"/>
              <a:gd name="T73" fmla="*/ 57 h 74"/>
              <a:gd name="T74" fmla="*/ 22 w 102"/>
              <a:gd name="T75" fmla="*/ 49 h 74"/>
              <a:gd name="T76" fmla="*/ 27 w 102"/>
              <a:gd name="T77" fmla="*/ 48 h 74"/>
              <a:gd name="T78" fmla="*/ 22 w 102"/>
              <a:gd name="T79" fmla="*/ 27 h 74"/>
              <a:gd name="T80" fmla="*/ 2 w 102"/>
              <a:gd name="T81" fmla="*/ 41 h 74"/>
              <a:gd name="T82" fmla="*/ 22 w 102"/>
              <a:gd name="T83" fmla="*/ 10 h 74"/>
              <a:gd name="T84" fmla="*/ 17 w 102"/>
              <a:gd name="T85" fmla="*/ 28 h 74"/>
              <a:gd name="T86" fmla="*/ 22 w 102"/>
              <a:gd name="T87" fmla="*/ 49 h 74"/>
              <a:gd name="T88" fmla="*/ 2 w 102"/>
              <a:gd name="T89" fmla="*/ 4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2" h="74">
                <a:moveTo>
                  <a:pt x="79" y="7"/>
                </a:moveTo>
                <a:cubicBezTo>
                  <a:pt x="102" y="22"/>
                  <a:pt x="98" y="62"/>
                  <a:pt x="84" y="71"/>
                </a:cubicBezTo>
                <a:cubicBezTo>
                  <a:pt x="82" y="72"/>
                  <a:pt x="80" y="73"/>
                  <a:pt x="79" y="73"/>
                </a:cubicBezTo>
                <a:cubicBezTo>
                  <a:pt x="79" y="69"/>
                  <a:pt x="79" y="69"/>
                  <a:pt x="79" y="69"/>
                </a:cubicBezTo>
                <a:cubicBezTo>
                  <a:pt x="79" y="69"/>
                  <a:pt x="79" y="69"/>
                  <a:pt x="79" y="69"/>
                </a:cubicBezTo>
                <a:cubicBezTo>
                  <a:pt x="79" y="69"/>
                  <a:pt x="79" y="69"/>
                  <a:pt x="79" y="69"/>
                </a:cubicBezTo>
                <a:cubicBezTo>
                  <a:pt x="83" y="67"/>
                  <a:pt x="85" y="61"/>
                  <a:pt x="83" y="57"/>
                </a:cubicBezTo>
                <a:cubicBezTo>
                  <a:pt x="82" y="55"/>
                  <a:pt x="80" y="53"/>
                  <a:pt x="79" y="52"/>
                </a:cubicBezTo>
                <a:cubicBezTo>
                  <a:pt x="79" y="49"/>
                  <a:pt x="79" y="49"/>
                  <a:pt x="79" y="49"/>
                </a:cubicBezTo>
                <a:cubicBezTo>
                  <a:pt x="81" y="50"/>
                  <a:pt x="84" y="50"/>
                  <a:pt x="86" y="49"/>
                </a:cubicBezTo>
                <a:cubicBezTo>
                  <a:pt x="86" y="49"/>
                  <a:pt x="86" y="49"/>
                  <a:pt x="86" y="49"/>
                </a:cubicBezTo>
                <a:cubicBezTo>
                  <a:pt x="90" y="47"/>
                  <a:pt x="92" y="42"/>
                  <a:pt x="90" y="38"/>
                </a:cubicBezTo>
                <a:cubicBezTo>
                  <a:pt x="88" y="34"/>
                  <a:pt x="83" y="32"/>
                  <a:pt x="79" y="34"/>
                </a:cubicBezTo>
                <a:cubicBezTo>
                  <a:pt x="79" y="31"/>
                  <a:pt x="79" y="31"/>
                  <a:pt x="79" y="31"/>
                </a:cubicBezTo>
                <a:cubicBezTo>
                  <a:pt x="80" y="31"/>
                  <a:pt x="81" y="30"/>
                  <a:pt x="82" y="30"/>
                </a:cubicBezTo>
                <a:cubicBezTo>
                  <a:pt x="86" y="28"/>
                  <a:pt x="87" y="24"/>
                  <a:pt x="85" y="20"/>
                </a:cubicBezTo>
                <a:cubicBezTo>
                  <a:pt x="85" y="20"/>
                  <a:pt x="85" y="20"/>
                  <a:pt x="85" y="20"/>
                </a:cubicBezTo>
                <a:cubicBezTo>
                  <a:pt x="84" y="17"/>
                  <a:pt x="81" y="16"/>
                  <a:pt x="79" y="16"/>
                </a:cubicBezTo>
                <a:lnTo>
                  <a:pt x="79" y="7"/>
                </a:lnTo>
                <a:close/>
                <a:moveTo>
                  <a:pt x="72" y="3"/>
                </a:moveTo>
                <a:cubicBezTo>
                  <a:pt x="74" y="4"/>
                  <a:pt x="76" y="5"/>
                  <a:pt x="79" y="7"/>
                </a:cubicBezTo>
                <a:cubicBezTo>
                  <a:pt x="79" y="16"/>
                  <a:pt x="79" y="16"/>
                  <a:pt x="79" y="16"/>
                </a:cubicBezTo>
                <a:cubicBezTo>
                  <a:pt x="77" y="16"/>
                  <a:pt x="76" y="16"/>
                  <a:pt x="75" y="17"/>
                </a:cubicBezTo>
                <a:cubicBezTo>
                  <a:pt x="73" y="17"/>
                  <a:pt x="72" y="19"/>
                  <a:pt x="72" y="21"/>
                </a:cubicBezTo>
                <a:cubicBezTo>
                  <a:pt x="72" y="13"/>
                  <a:pt x="72" y="13"/>
                  <a:pt x="72" y="13"/>
                </a:cubicBezTo>
                <a:cubicBezTo>
                  <a:pt x="72" y="12"/>
                  <a:pt x="72" y="10"/>
                  <a:pt x="72" y="9"/>
                </a:cubicBezTo>
                <a:cubicBezTo>
                  <a:pt x="72" y="3"/>
                  <a:pt x="72" y="3"/>
                  <a:pt x="72" y="3"/>
                </a:cubicBezTo>
                <a:close/>
                <a:moveTo>
                  <a:pt x="79" y="73"/>
                </a:moveTo>
                <a:cubicBezTo>
                  <a:pt x="76" y="74"/>
                  <a:pt x="74" y="74"/>
                  <a:pt x="72" y="74"/>
                </a:cubicBezTo>
                <a:cubicBezTo>
                  <a:pt x="72" y="69"/>
                  <a:pt x="72" y="69"/>
                  <a:pt x="72" y="69"/>
                </a:cubicBezTo>
                <a:cubicBezTo>
                  <a:pt x="74" y="70"/>
                  <a:pt x="76" y="70"/>
                  <a:pt x="79" y="69"/>
                </a:cubicBezTo>
                <a:cubicBezTo>
                  <a:pt x="79" y="73"/>
                  <a:pt x="79" y="73"/>
                  <a:pt x="79" y="73"/>
                </a:cubicBezTo>
                <a:close/>
                <a:moveTo>
                  <a:pt x="79" y="31"/>
                </a:moveTo>
                <a:cubicBezTo>
                  <a:pt x="79" y="34"/>
                  <a:pt x="79" y="34"/>
                  <a:pt x="79" y="34"/>
                </a:cubicBezTo>
                <a:cubicBezTo>
                  <a:pt x="78" y="34"/>
                  <a:pt x="78" y="34"/>
                  <a:pt x="78" y="34"/>
                </a:cubicBezTo>
                <a:cubicBezTo>
                  <a:pt x="74" y="36"/>
                  <a:pt x="73" y="41"/>
                  <a:pt x="75" y="45"/>
                </a:cubicBezTo>
                <a:cubicBezTo>
                  <a:pt x="76" y="47"/>
                  <a:pt x="77" y="48"/>
                  <a:pt x="79" y="49"/>
                </a:cubicBezTo>
                <a:cubicBezTo>
                  <a:pt x="79" y="52"/>
                  <a:pt x="79" y="52"/>
                  <a:pt x="79" y="52"/>
                </a:cubicBezTo>
                <a:cubicBezTo>
                  <a:pt x="76" y="51"/>
                  <a:pt x="74" y="51"/>
                  <a:pt x="72" y="52"/>
                </a:cubicBezTo>
                <a:cubicBezTo>
                  <a:pt x="72" y="25"/>
                  <a:pt x="72" y="25"/>
                  <a:pt x="72" y="25"/>
                </a:cubicBezTo>
                <a:cubicBezTo>
                  <a:pt x="72" y="26"/>
                  <a:pt x="72" y="26"/>
                  <a:pt x="72" y="26"/>
                </a:cubicBezTo>
                <a:cubicBezTo>
                  <a:pt x="73" y="29"/>
                  <a:pt x="76" y="31"/>
                  <a:pt x="79" y="31"/>
                </a:cubicBezTo>
                <a:close/>
                <a:moveTo>
                  <a:pt x="66" y="2"/>
                </a:moveTo>
                <a:cubicBezTo>
                  <a:pt x="68" y="2"/>
                  <a:pt x="70" y="3"/>
                  <a:pt x="72" y="3"/>
                </a:cubicBezTo>
                <a:cubicBezTo>
                  <a:pt x="72" y="9"/>
                  <a:pt x="72" y="9"/>
                  <a:pt x="72" y="9"/>
                </a:cubicBezTo>
                <a:cubicBezTo>
                  <a:pt x="71" y="9"/>
                  <a:pt x="71" y="9"/>
                  <a:pt x="71" y="8"/>
                </a:cubicBezTo>
                <a:cubicBezTo>
                  <a:pt x="70" y="7"/>
                  <a:pt x="68" y="5"/>
                  <a:pt x="66" y="5"/>
                </a:cubicBezTo>
                <a:cubicBezTo>
                  <a:pt x="66" y="2"/>
                  <a:pt x="66" y="2"/>
                  <a:pt x="66" y="2"/>
                </a:cubicBezTo>
                <a:close/>
                <a:moveTo>
                  <a:pt x="72" y="74"/>
                </a:moveTo>
                <a:cubicBezTo>
                  <a:pt x="70" y="74"/>
                  <a:pt x="68" y="73"/>
                  <a:pt x="66" y="73"/>
                </a:cubicBezTo>
                <a:cubicBezTo>
                  <a:pt x="66" y="64"/>
                  <a:pt x="66" y="64"/>
                  <a:pt x="66" y="64"/>
                </a:cubicBezTo>
                <a:cubicBezTo>
                  <a:pt x="66" y="64"/>
                  <a:pt x="67" y="64"/>
                  <a:pt x="67" y="65"/>
                </a:cubicBezTo>
                <a:cubicBezTo>
                  <a:pt x="68" y="67"/>
                  <a:pt x="70" y="68"/>
                  <a:pt x="72" y="69"/>
                </a:cubicBezTo>
                <a:cubicBezTo>
                  <a:pt x="72" y="74"/>
                  <a:pt x="72" y="74"/>
                  <a:pt x="72" y="74"/>
                </a:cubicBezTo>
                <a:close/>
                <a:moveTo>
                  <a:pt x="72" y="13"/>
                </a:moveTo>
                <a:cubicBezTo>
                  <a:pt x="72" y="21"/>
                  <a:pt x="72" y="21"/>
                  <a:pt x="72" y="21"/>
                </a:cubicBezTo>
                <a:cubicBezTo>
                  <a:pt x="71" y="22"/>
                  <a:pt x="71" y="24"/>
                  <a:pt x="72" y="25"/>
                </a:cubicBezTo>
                <a:cubicBezTo>
                  <a:pt x="72" y="52"/>
                  <a:pt x="72" y="52"/>
                  <a:pt x="72" y="52"/>
                </a:cubicBezTo>
                <a:cubicBezTo>
                  <a:pt x="71" y="52"/>
                  <a:pt x="71" y="52"/>
                  <a:pt x="71" y="52"/>
                </a:cubicBezTo>
                <a:cubicBezTo>
                  <a:pt x="69" y="54"/>
                  <a:pt x="67" y="55"/>
                  <a:pt x="66" y="57"/>
                </a:cubicBezTo>
                <a:cubicBezTo>
                  <a:pt x="66" y="16"/>
                  <a:pt x="66" y="16"/>
                  <a:pt x="66" y="16"/>
                </a:cubicBezTo>
                <a:cubicBezTo>
                  <a:pt x="67" y="16"/>
                  <a:pt x="68" y="16"/>
                  <a:pt x="69" y="16"/>
                </a:cubicBezTo>
                <a:cubicBezTo>
                  <a:pt x="70" y="15"/>
                  <a:pt x="71" y="14"/>
                  <a:pt x="72" y="13"/>
                </a:cubicBezTo>
                <a:close/>
                <a:moveTo>
                  <a:pt x="22" y="10"/>
                </a:moveTo>
                <a:cubicBezTo>
                  <a:pt x="41" y="2"/>
                  <a:pt x="55" y="0"/>
                  <a:pt x="66" y="2"/>
                </a:cubicBezTo>
                <a:cubicBezTo>
                  <a:pt x="66" y="5"/>
                  <a:pt x="66" y="5"/>
                  <a:pt x="66" y="5"/>
                </a:cubicBezTo>
                <a:cubicBezTo>
                  <a:pt x="65" y="5"/>
                  <a:pt x="65" y="6"/>
                  <a:pt x="64" y="6"/>
                </a:cubicBezTo>
                <a:cubicBezTo>
                  <a:pt x="64" y="6"/>
                  <a:pt x="64" y="6"/>
                  <a:pt x="64" y="6"/>
                </a:cubicBezTo>
                <a:cubicBezTo>
                  <a:pt x="61" y="7"/>
                  <a:pt x="60" y="11"/>
                  <a:pt x="61" y="13"/>
                </a:cubicBezTo>
                <a:cubicBezTo>
                  <a:pt x="62" y="15"/>
                  <a:pt x="64" y="16"/>
                  <a:pt x="66" y="16"/>
                </a:cubicBezTo>
                <a:cubicBezTo>
                  <a:pt x="66" y="57"/>
                  <a:pt x="66" y="57"/>
                  <a:pt x="66" y="57"/>
                </a:cubicBezTo>
                <a:cubicBezTo>
                  <a:pt x="66" y="59"/>
                  <a:pt x="66" y="62"/>
                  <a:pt x="66" y="64"/>
                </a:cubicBezTo>
                <a:cubicBezTo>
                  <a:pt x="66" y="73"/>
                  <a:pt x="66" y="73"/>
                  <a:pt x="66" y="73"/>
                </a:cubicBezTo>
                <a:cubicBezTo>
                  <a:pt x="56" y="68"/>
                  <a:pt x="48" y="56"/>
                  <a:pt x="37" y="57"/>
                </a:cubicBezTo>
                <a:cubicBezTo>
                  <a:pt x="32" y="57"/>
                  <a:pt x="27" y="58"/>
                  <a:pt x="22" y="57"/>
                </a:cubicBezTo>
                <a:cubicBezTo>
                  <a:pt x="22" y="49"/>
                  <a:pt x="22" y="49"/>
                  <a:pt x="22" y="49"/>
                </a:cubicBezTo>
                <a:cubicBezTo>
                  <a:pt x="24" y="49"/>
                  <a:pt x="25" y="48"/>
                  <a:pt x="27" y="48"/>
                </a:cubicBezTo>
                <a:cubicBezTo>
                  <a:pt x="27" y="48"/>
                  <a:pt x="27" y="48"/>
                  <a:pt x="27" y="48"/>
                </a:cubicBezTo>
                <a:cubicBezTo>
                  <a:pt x="32" y="45"/>
                  <a:pt x="34" y="38"/>
                  <a:pt x="32" y="33"/>
                </a:cubicBezTo>
                <a:cubicBezTo>
                  <a:pt x="30" y="29"/>
                  <a:pt x="26" y="27"/>
                  <a:pt x="22" y="27"/>
                </a:cubicBezTo>
                <a:lnTo>
                  <a:pt x="22" y="10"/>
                </a:lnTo>
                <a:close/>
                <a:moveTo>
                  <a:pt x="2" y="41"/>
                </a:moveTo>
                <a:cubicBezTo>
                  <a:pt x="0" y="23"/>
                  <a:pt x="18" y="12"/>
                  <a:pt x="18" y="12"/>
                </a:cubicBezTo>
                <a:cubicBezTo>
                  <a:pt x="20" y="12"/>
                  <a:pt x="21" y="11"/>
                  <a:pt x="22" y="10"/>
                </a:cubicBezTo>
                <a:cubicBezTo>
                  <a:pt x="22" y="27"/>
                  <a:pt x="22" y="27"/>
                  <a:pt x="22" y="27"/>
                </a:cubicBezTo>
                <a:cubicBezTo>
                  <a:pt x="20" y="27"/>
                  <a:pt x="19" y="27"/>
                  <a:pt x="17" y="28"/>
                </a:cubicBezTo>
                <a:cubicBezTo>
                  <a:pt x="12" y="31"/>
                  <a:pt x="9" y="37"/>
                  <a:pt x="12" y="43"/>
                </a:cubicBezTo>
                <a:cubicBezTo>
                  <a:pt x="14" y="47"/>
                  <a:pt x="18" y="49"/>
                  <a:pt x="22" y="49"/>
                </a:cubicBezTo>
                <a:cubicBezTo>
                  <a:pt x="22" y="57"/>
                  <a:pt x="22" y="57"/>
                  <a:pt x="22" y="57"/>
                </a:cubicBezTo>
                <a:cubicBezTo>
                  <a:pt x="12" y="57"/>
                  <a:pt x="4" y="53"/>
                  <a:pt x="2" y="41"/>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5" name="Freeform 90"/>
          <p:cNvSpPr/>
          <p:nvPr/>
        </p:nvSpPr>
        <p:spPr bwMode="auto">
          <a:xfrm>
            <a:off x="6841450" y="3637547"/>
            <a:ext cx="206321" cy="266631"/>
          </a:xfrm>
          <a:custGeom>
            <a:avLst/>
            <a:gdLst>
              <a:gd name="T0" fmla="*/ 0 w 95"/>
              <a:gd name="T1" fmla="*/ 21 h 123"/>
              <a:gd name="T2" fmla="*/ 4 w 95"/>
              <a:gd name="T3" fmla="*/ 19 h 123"/>
              <a:gd name="T4" fmla="*/ 59 w 95"/>
              <a:gd name="T5" fmla="*/ 109 h 123"/>
              <a:gd name="T6" fmla="*/ 79 w 95"/>
              <a:gd name="T7" fmla="*/ 112 h 123"/>
              <a:gd name="T8" fmla="*/ 85 w 95"/>
              <a:gd name="T9" fmla="*/ 93 h 123"/>
              <a:gd name="T10" fmla="*/ 29 w 95"/>
              <a:gd name="T11" fmla="*/ 3 h 123"/>
              <a:gd name="T12" fmla="*/ 34 w 95"/>
              <a:gd name="T13" fmla="*/ 0 h 123"/>
              <a:gd name="T14" fmla="*/ 90 w 95"/>
              <a:gd name="T15" fmla="*/ 91 h 123"/>
              <a:gd name="T16" fmla="*/ 82 w 95"/>
              <a:gd name="T17" fmla="*/ 117 h 123"/>
              <a:gd name="T18" fmla="*/ 56 w 95"/>
              <a:gd name="T19" fmla="*/ 112 h 123"/>
              <a:gd name="T20" fmla="*/ 0 w 95"/>
              <a:gd name="T21" fmla="*/ 21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5" h="123">
                <a:moveTo>
                  <a:pt x="0" y="21"/>
                </a:moveTo>
                <a:cubicBezTo>
                  <a:pt x="4" y="19"/>
                  <a:pt x="4" y="19"/>
                  <a:pt x="4" y="19"/>
                </a:cubicBezTo>
                <a:cubicBezTo>
                  <a:pt x="59" y="109"/>
                  <a:pt x="59" y="109"/>
                  <a:pt x="59" y="109"/>
                </a:cubicBezTo>
                <a:cubicBezTo>
                  <a:pt x="63" y="115"/>
                  <a:pt x="72" y="117"/>
                  <a:pt x="79" y="112"/>
                </a:cubicBezTo>
                <a:cubicBezTo>
                  <a:pt x="87" y="108"/>
                  <a:pt x="89" y="99"/>
                  <a:pt x="85" y="93"/>
                </a:cubicBezTo>
                <a:cubicBezTo>
                  <a:pt x="29" y="3"/>
                  <a:pt x="29" y="3"/>
                  <a:pt x="29" y="3"/>
                </a:cubicBezTo>
                <a:cubicBezTo>
                  <a:pt x="34" y="0"/>
                  <a:pt x="34" y="0"/>
                  <a:pt x="34" y="0"/>
                </a:cubicBezTo>
                <a:cubicBezTo>
                  <a:pt x="90" y="91"/>
                  <a:pt x="90" y="91"/>
                  <a:pt x="90" y="91"/>
                </a:cubicBezTo>
                <a:cubicBezTo>
                  <a:pt x="95" y="100"/>
                  <a:pt x="92" y="111"/>
                  <a:pt x="82" y="117"/>
                </a:cubicBezTo>
                <a:cubicBezTo>
                  <a:pt x="73" y="123"/>
                  <a:pt x="61" y="121"/>
                  <a:pt x="56" y="112"/>
                </a:cubicBezTo>
                <a:lnTo>
                  <a:pt x="0" y="21"/>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6" name="Freeform 91"/>
          <p:cNvSpPr/>
          <p:nvPr/>
        </p:nvSpPr>
        <p:spPr bwMode="auto">
          <a:xfrm>
            <a:off x="6828754" y="3628024"/>
            <a:ext cx="101573" cy="69832"/>
          </a:xfrm>
          <a:custGeom>
            <a:avLst/>
            <a:gdLst>
              <a:gd name="T0" fmla="*/ 1 w 47"/>
              <a:gd name="T1" fmla="*/ 30 h 32"/>
              <a:gd name="T2" fmla="*/ 6 w 47"/>
              <a:gd name="T3" fmla="*/ 31 h 32"/>
              <a:gd name="T4" fmla="*/ 44 w 47"/>
              <a:gd name="T5" fmla="*/ 7 h 32"/>
              <a:gd name="T6" fmla="*/ 46 w 47"/>
              <a:gd name="T7" fmla="*/ 2 h 32"/>
              <a:gd name="T8" fmla="*/ 41 w 47"/>
              <a:gd name="T9" fmla="*/ 1 h 32"/>
              <a:gd name="T10" fmla="*/ 2 w 47"/>
              <a:gd name="T11" fmla="*/ 25 h 32"/>
              <a:gd name="T12" fmla="*/ 1 w 47"/>
              <a:gd name="T13" fmla="*/ 30 h 32"/>
            </a:gdLst>
            <a:ahLst/>
            <a:cxnLst>
              <a:cxn ang="0">
                <a:pos x="T0" y="T1"/>
              </a:cxn>
              <a:cxn ang="0">
                <a:pos x="T2" y="T3"/>
              </a:cxn>
              <a:cxn ang="0">
                <a:pos x="T4" y="T5"/>
              </a:cxn>
              <a:cxn ang="0">
                <a:pos x="T6" y="T7"/>
              </a:cxn>
              <a:cxn ang="0">
                <a:pos x="T8" y="T9"/>
              </a:cxn>
              <a:cxn ang="0">
                <a:pos x="T10" y="T11"/>
              </a:cxn>
              <a:cxn ang="0">
                <a:pos x="T12" y="T13"/>
              </a:cxn>
            </a:cxnLst>
            <a:rect l="0" t="0" r="r" b="b"/>
            <a:pathLst>
              <a:path w="47" h="32">
                <a:moveTo>
                  <a:pt x="1" y="30"/>
                </a:moveTo>
                <a:cubicBezTo>
                  <a:pt x="2" y="32"/>
                  <a:pt x="4" y="32"/>
                  <a:pt x="6" y="31"/>
                </a:cubicBezTo>
                <a:cubicBezTo>
                  <a:pt x="44" y="7"/>
                  <a:pt x="44" y="7"/>
                  <a:pt x="44" y="7"/>
                </a:cubicBezTo>
                <a:cubicBezTo>
                  <a:pt x="46" y="6"/>
                  <a:pt x="47" y="4"/>
                  <a:pt x="46" y="2"/>
                </a:cubicBezTo>
                <a:cubicBezTo>
                  <a:pt x="45" y="1"/>
                  <a:pt x="42" y="0"/>
                  <a:pt x="41" y="1"/>
                </a:cubicBezTo>
                <a:cubicBezTo>
                  <a:pt x="2" y="25"/>
                  <a:pt x="2" y="25"/>
                  <a:pt x="2" y="25"/>
                </a:cubicBezTo>
                <a:cubicBezTo>
                  <a:pt x="1" y="26"/>
                  <a:pt x="0" y="28"/>
                  <a:pt x="1" y="3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7" name="Freeform 92"/>
          <p:cNvSpPr/>
          <p:nvPr/>
        </p:nvSpPr>
        <p:spPr bwMode="auto">
          <a:xfrm>
            <a:off x="6870017" y="3685159"/>
            <a:ext cx="139664" cy="192037"/>
          </a:xfrm>
          <a:custGeom>
            <a:avLst/>
            <a:gdLst>
              <a:gd name="T0" fmla="*/ 0 w 64"/>
              <a:gd name="T1" fmla="*/ 3 h 88"/>
              <a:gd name="T2" fmla="*/ 5 w 64"/>
              <a:gd name="T3" fmla="*/ 0 h 88"/>
              <a:gd name="T4" fmla="*/ 55 w 64"/>
              <a:gd name="T5" fmla="*/ 80 h 88"/>
              <a:gd name="T6" fmla="*/ 64 w 64"/>
              <a:gd name="T7" fmla="*/ 85 h 88"/>
              <a:gd name="T8" fmla="*/ 63 w 64"/>
              <a:gd name="T9" fmla="*/ 85 h 88"/>
              <a:gd name="T10" fmla="*/ 49 w 64"/>
              <a:gd name="T11" fmla="*/ 82 h 88"/>
              <a:gd name="T12" fmla="*/ 0 w 64"/>
              <a:gd name="T13" fmla="*/ 3 h 88"/>
            </a:gdLst>
            <a:ahLst/>
            <a:cxnLst>
              <a:cxn ang="0">
                <a:pos x="T0" y="T1"/>
              </a:cxn>
              <a:cxn ang="0">
                <a:pos x="T2" y="T3"/>
              </a:cxn>
              <a:cxn ang="0">
                <a:pos x="T4" y="T5"/>
              </a:cxn>
              <a:cxn ang="0">
                <a:pos x="T6" y="T7"/>
              </a:cxn>
              <a:cxn ang="0">
                <a:pos x="T8" y="T9"/>
              </a:cxn>
              <a:cxn ang="0">
                <a:pos x="T10" y="T11"/>
              </a:cxn>
              <a:cxn ang="0">
                <a:pos x="T12" y="T13"/>
              </a:cxn>
            </a:cxnLst>
            <a:rect l="0" t="0" r="r" b="b"/>
            <a:pathLst>
              <a:path w="64" h="88">
                <a:moveTo>
                  <a:pt x="0" y="3"/>
                </a:moveTo>
                <a:cubicBezTo>
                  <a:pt x="5" y="0"/>
                  <a:pt x="5" y="0"/>
                  <a:pt x="5" y="0"/>
                </a:cubicBezTo>
                <a:cubicBezTo>
                  <a:pt x="55" y="80"/>
                  <a:pt x="55" y="80"/>
                  <a:pt x="55" y="80"/>
                </a:cubicBezTo>
                <a:cubicBezTo>
                  <a:pt x="57" y="83"/>
                  <a:pt x="60" y="85"/>
                  <a:pt x="64" y="85"/>
                </a:cubicBezTo>
                <a:cubicBezTo>
                  <a:pt x="63" y="85"/>
                  <a:pt x="63" y="85"/>
                  <a:pt x="63" y="85"/>
                </a:cubicBezTo>
                <a:cubicBezTo>
                  <a:pt x="58" y="88"/>
                  <a:pt x="52" y="87"/>
                  <a:pt x="49" y="82"/>
                </a:cubicBezTo>
                <a:lnTo>
                  <a:pt x="0" y="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8" name="Freeform 93"/>
          <p:cNvSpPr>
            <a:spLocks noEditPoints="1"/>
          </p:cNvSpPr>
          <p:nvPr/>
        </p:nvSpPr>
        <p:spPr bwMode="auto">
          <a:xfrm>
            <a:off x="8201584" y="5288117"/>
            <a:ext cx="219017" cy="239651"/>
          </a:xfrm>
          <a:custGeom>
            <a:avLst/>
            <a:gdLst>
              <a:gd name="T0" fmla="*/ 78 w 101"/>
              <a:gd name="T1" fmla="*/ 51 h 110"/>
              <a:gd name="T2" fmla="*/ 75 w 101"/>
              <a:gd name="T3" fmla="*/ 63 h 110"/>
              <a:gd name="T4" fmla="*/ 75 w 101"/>
              <a:gd name="T5" fmla="*/ 73 h 110"/>
              <a:gd name="T6" fmla="*/ 77 w 101"/>
              <a:gd name="T7" fmla="*/ 74 h 110"/>
              <a:gd name="T8" fmla="*/ 86 w 101"/>
              <a:gd name="T9" fmla="*/ 86 h 110"/>
              <a:gd name="T10" fmla="*/ 75 w 101"/>
              <a:gd name="T11" fmla="*/ 80 h 110"/>
              <a:gd name="T12" fmla="*/ 75 w 101"/>
              <a:gd name="T13" fmla="*/ 22 h 110"/>
              <a:gd name="T14" fmla="*/ 86 w 101"/>
              <a:gd name="T15" fmla="*/ 15 h 110"/>
              <a:gd name="T16" fmla="*/ 77 w 101"/>
              <a:gd name="T17" fmla="*/ 28 h 110"/>
              <a:gd name="T18" fmla="*/ 75 w 101"/>
              <a:gd name="T19" fmla="*/ 28 h 110"/>
              <a:gd name="T20" fmla="*/ 98 w 101"/>
              <a:gd name="T21" fmla="*/ 48 h 110"/>
              <a:gd name="T22" fmla="*/ 83 w 101"/>
              <a:gd name="T23" fmla="*/ 51 h 110"/>
              <a:gd name="T24" fmla="*/ 98 w 101"/>
              <a:gd name="T25" fmla="*/ 53 h 110"/>
              <a:gd name="T26" fmla="*/ 98 w 101"/>
              <a:gd name="T27" fmla="*/ 48 h 110"/>
              <a:gd name="T28" fmla="*/ 52 w 101"/>
              <a:gd name="T29" fmla="*/ 110 h 110"/>
              <a:gd name="T30" fmla="*/ 66 w 101"/>
              <a:gd name="T31" fmla="*/ 74 h 110"/>
              <a:gd name="T32" fmla="*/ 75 w 101"/>
              <a:gd name="T33" fmla="*/ 39 h 110"/>
              <a:gd name="T34" fmla="*/ 50 w 101"/>
              <a:gd name="T35" fmla="*/ 29 h 110"/>
              <a:gd name="T36" fmla="*/ 72 w 101"/>
              <a:gd name="T37" fmla="*/ 51 h 110"/>
              <a:gd name="T38" fmla="*/ 62 w 101"/>
              <a:gd name="T39" fmla="*/ 70 h 110"/>
              <a:gd name="T40" fmla="*/ 60 w 101"/>
              <a:gd name="T41" fmla="*/ 85 h 110"/>
              <a:gd name="T42" fmla="*/ 50 w 101"/>
              <a:gd name="T43" fmla="*/ 110 h 110"/>
              <a:gd name="T44" fmla="*/ 75 w 101"/>
              <a:gd name="T45" fmla="*/ 28 h 110"/>
              <a:gd name="T46" fmla="*/ 74 w 101"/>
              <a:gd name="T47" fmla="*/ 24 h 110"/>
              <a:gd name="T48" fmla="*/ 75 w 101"/>
              <a:gd name="T49" fmla="*/ 73 h 110"/>
              <a:gd name="T50" fmla="*/ 74 w 101"/>
              <a:gd name="T51" fmla="*/ 78 h 110"/>
              <a:gd name="T52" fmla="*/ 75 w 101"/>
              <a:gd name="T53" fmla="*/ 73 h 110"/>
              <a:gd name="T54" fmla="*/ 50 w 101"/>
              <a:gd name="T55" fmla="*/ 0 h 110"/>
              <a:gd name="T56" fmla="*/ 53 w 101"/>
              <a:gd name="T57" fmla="*/ 3 h 110"/>
              <a:gd name="T58" fmla="*/ 50 w 101"/>
              <a:gd name="T59" fmla="*/ 18 h 110"/>
              <a:gd name="T60" fmla="*/ 50 w 101"/>
              <a:gd name="T61" fmla="*/ 23 h 110"/>
              <a:gd name="T62" fmla="*/ 25 w 101"/>
              <a:gd name="T63" fmla="*/ 63 h 110"/>
              <a:gd name="T64" fmla="*/ 35 w 101"/>
              <a:gd name="T65" fmla="*/ 96 h 110"/>
              <a:gd name="T66" fmla="*/ 50 w 101"/>
              <a:gd name="T67" fmla="*/ 110 h 110"/>
              <a:gd name="T68" fmla="*/ 41 w 101"/>
              <a:gd name="T69" fmla="*/ 85 h 110"/>
              <a:gd name="T70" fmla="*/ 39 w 101"/>
              <a:gd name="T71" fmla="*/ 70 h 110"/>
              <a:gd name="T72" fmla="*/ 34 w 101"/>
              <a:gd name="T73" fmla="*/ 35 h 110"/>
              <a:gd name="T74" fmla="*/ 50 w 101"/>
              <a:gd name="T75" fmla="*/ 23 h 110"/>
              <a:gd name="T76" fmla="*/ 50 w 101"/>
              <a:gd name="T77" fmla="*/ 18 h 110"/>
              <a:gd name="T78" fmla="*/ 48 w 101"/>
              <a:gd name="T79" fmla="*/ 3 h 110"/>
              <a:gd name="T80" fmla="*/ 25 w 101"/>
              <a:gd name="T81" fmla="*/ 80 h 110"/>
              <a:gd name="T82" fmla="*/ 27 w 101"/>
              <a:gd name="T83" fmla="*/ 74 h 110"/>
              <a:gd name="T84" fmla="*/ 25 w 101"/>
              <a:gd name="T85" fmla="*/ 80 h 110"/>
              <a:gd name="T86" fmla="*/ 25 w 101"/>
              <a:gd name="T87" fmla="*/ 22 h 110"/>
              <a:gd name="T88" fmla="*/ 27 w 101"/>
              <a:gd name="T89" fmla="*/ 28 h 110"/>
              <a:gd name="T90" fmla="*/ 25 w 101"/>
              <a:gd name="T91" fmla="*/ 39 h 110"/>
              <a:gd name="T92" fmla="*/ 25 w 101"/>
              <a:gd name="T93" fmla="*/ 63 h 110"/>
              <a:gd name="T94" fmla="*/ 25 w 101"/>
              <a:gd name="T95" fmla="*/ 22 h 110"/>
              <a:gd name="T96" fmla="*/ 23 w 101"/>
              <a:gd name="T97" fmla="*/ 28 h 110"/>
              <a:gd name="T98" fmla="*/ 15 w 101"/>
              <a:gd name="T99" fmla="*/ 19 h 110"/>
              <a:gd name="T100" fmla="*/ 18 w 101"/>
              <a:gd name="T101" fmla="*/ 15 h 110"/>
              <a:gd name="T102" fmla="*/ 25 w 101"/>
              <a:gd name="T103" fmla="*/ 73 h 110"/>
              <a:gd name="T104" fmla="*/ 18 w 101"/>
              <a:gd name="T105" fmla="*/ 86 h 110"/>
              <a:gd name="T106" fmla="*/ 15 w 101"/>
              <a:gd name="T107" fmla="*/ 83 h 110"/>
              <a:gd name="T108" fmla="*/ 23 w 101"/>
              <a:gd name="T109" fmla="*/ 74 h 110"/>
              <a:gd name="T110" fmla="*/ 18 w 101"/>
              <a:gd name="T111" fmla="*/ 51 h 110"/>
              <a:gd name="T112" fmla="*/ 15 w 101"/>
              <a:gd name="T113" fmla="*/ 48 h 110"/>
              <a:gd name="T114" fmla="*/ 0 w 101"/>
              <a:gd name="T115" fmla="*/ 51 h 110"/>
              <a:gd name="T116" fmla="*/ 15 w 101"/>
              <a:gd name="T117" fmla="*/ 5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 h="110">
                <a:moveTo>
                  <a:pt x="75" y="63"/>
                </a:moveTo>
                <a:cubicBezTo>
                  <a:pt x="77" y="59"/>
                  <a:pt x="78" y="55"/>
                  <a:pt x="78" y="51"/>
                </a:cubicBezTo>
                <a:cubicBezTo>
                  <a:pt x="78" y="47"/>
                  <a:pt x="77" y="43"/>
                  <a:pt x="75" y="39"/>
                </a:cubicBezTo>
                <a:cubicBezTo>
                  <a:pt x="75" y="63"/>
                  <a:pt x="75" y="63"/>
                  <a:pt x="75" y="63"/>
                </a:cubicBezTo>
                <a:close/>
                <a:moveTo>
                  <a:pt x="75" y="80"/>
                </a:moveTo>
                <a:cubicBezTo>
                  <a:pt x="75" y="73"/>
                  <a:pt x="75" y="73"/>
                  <a:pt x="75" y="73"/>
                </a:cubicBezTo>
                <a:cubicBezTo>
                  <a:pt x="76" y="73"/>
                  <a:pt x="77" y="73"/>
                  <a:pt x="77" y="74"/>
                </a:cubicBezTo>
                <a:cubicBezTo>
                  <a:pt x="77" y="74"/>
                  <a:pt x="77" y="74"/>
                  <a:pt x="77" y="74"/>
                </a:cubicBezTo>
                <a:cubicBezTo>
                  <a:pt x="86" y="83"/>
                  <a:pt x="86" y="83"/>
                  <a:pt x="86" y="83"/>
                </a:cubicBezTo>
                <a:cubicBezTo>
                  <a:pt x="87" y="84"/>
                  <a:pt x="87" y="85"/>
                  <a:pt x="86" y="86"/>
                </a:cubicBezTo>
                <a:cubicBezTo>
                  <a:pt x="85" y="87"/>
                  <a:pt x="83" y="87"/>
                  <a:pt x="82" y="86"/>
                </a:cubicBezTo>
                <a:cubicBezTo>
                  <a:pt x="75" y="80"/>
                  <a:pt x="75" y="80"/>
                  <a:pt x="75" y="80"/>
                </a:cubicBezTo>
                <a:close/>
                <a:moveTo>
                  <a:pt x="75" y="28"/>
                </a:moveTo>
                <a:cubicBezTo>
                  <a:pt x="75" y="22"/>
                  <a:pt x="75" y="22"/>
                  <a:pt x="75" y="22"/>
                </a:cubicBezTo>
                <a:cubicBezTo>
                  <a:pt x="82" y="15"/>
                  <a:pt x="82" y="15"/>
                  <a:pt x="82" y="15"/>
                </a:cubicBezTo>
                <a:cubicBezTo>
                  <a:pt x="83" y="14"/>
                  <a:pt x="85" y="14"/>
                  <a:pt x="86" y="15"/>
                </a:cubicBezTo>
                <a:cubicBezTo>
                  <a:pt x="87" y="16"/>
                  <a:pt x="87" y="18"/>
                  <a:pt x="86" y="19"/>
                </a:cubicBezTo>
                <a:cubicBezTo>
                  <a:pt x="77" y="28"/>
                  <a:pt x="77" y="28"/>
                  <a:pt x="77" y="28"/>
                </a:cubicBezTo>
                <a:cubicBezTo>
                  <a:pt x="77" y="28"/>
                  <a:pt x="77" y="28"/>
                  <a:pt x="77" y="28"/>
                </a:cubicBezTo>
                <a:cubicBezTo>
                  <a:pt x="77" y="28"/>
                  <a:pt x="76" y="28"/>
                  <a:pt x="75" y="28"/>
                </a:cubicBezTo>
                <a:close/>
                <a:moveTo>
                  <a:pt x="98" y="48"/>
                </a:moveTo>
                <a:cubicBezTo>
                  <a:pt x="98" y="48"/>
                  <a:pt x="98" y="48"/>
                  <a:pt x="98" y="48"/>
                </a:cubicBezTo>
                <a:cubicBezTo>
                  <a:pt x="86" y="48"/>
                  <a:pt x="86" y="48"/>
                  <a:pt x="86" y="48"/>
                </a:cubicBezTo>
                <a:cubicBezTo>
                  <a:pt x="84" y="48"/>
                  <a:pt x="83" y="49"/>
                  <a:pt x="83" y="51"/>
                </a:cubicBezTo>
                <a:cubicBezTo>
                  <a:pt x="83" y="52"/>
                  <a:pt x="84" y="53"/>
                  <a:pt x="86" y="53"/>
                </a:cubicBezTo>
                <a:cubicBezTo>
                  <a:pt x="98" y="53"/>
                  <a:pt x="98" y="53"/>
                  <a:pt x="98" y="53"/>
                </a:cubicBezTo>
                <a:cubicBezTo>
                  <a:pt x="100" y="53"/>
                  <a:pt x="101" y="52"/>
                  <a:pt x="101" y="51"/>
                </a:cubicBezTo>
                <a:cubicBezTo>
                  <a:pt x="101" y="49"/>
                  <a:pt x="100" y="48"/>
                  <a:pt x="98" y="48"/>
                </a:cubicBezTo>
                <a:close/>
                <a:moveTo>
                  <a:pt x="50" y="110"/>
                </a:moveTo>
                <a:cubicBezTo>
                  <a:pt x="52" y="110"/>
                  <a:pt x="52" y="110"/>
                  <a:pt x="52" y="110"/>
                </a:cubicBezTo>
                <a:cubicBezTo>
                  <a:pt x="60" y="110"/>
                  <a:pt x="66" y="104"/>
                  <a:pt x="66" y="96"/>
                </a:cubicBezTo>
                <a:cubicBezTo>
                  <a:pt x="66" y="74"/>
                  <a:pt x="66" y="74"/>
                  <a:pt x="66" y="74"/>
                </a:cubicBezTo>
                <a:cubicBezTo>
                  <a:pt x="70" y="71"/>
                  <a:pt x="73" y="67"/>
                  <a:pt x="75" y="63"/>
                </a:cubicBezTo>
                <a:cubicBezTo>
                  <a:pt x="75" y="39"/>
                  <a:pt x="75" y="39"/>
                  <a:pt x="75" y="39"/>
                </a:cubicBezTo>
                <a:cubicBezTo>
                  <a:pt x="71" y="29"/>
                  <a:pt x="61" y="23"/>
                  <a:pt x="50" y="23"/>
                </a:cubicBezTo>
                <a:cubicBezTo>
                  <a:pt x="50" y="29"/>
                  <a:pt x="50" y="29"/>
                  <a:pt x="50" y="29"/>
                </a:cubicBezTo>
                <a:cubicBezTo>
                  <a:pt x="56" y="29"/>
                  <a:pt x="62" y="31"/>
                  <a:pt x="66" y="35"/>
                </a:cubicBezTo>
                <a:cubicBezTo>
                  <a:pt x="70" y="39"/>
                  <a:pt x="72" y="45"/>
                  <a:pt x="72" y="51"/>
                </a:cubicBezTo>
                <a:cubicBezTo>
                  <a:pt x="72" y="59"/>
                  <a:pt x="68" y="66"/>
                  <a:pt x="62" y="70"/>
                </a:cubicBezTo>
                <a:cubicBezTo>
                  <a:pt x="62" y="70"/>
                  <a:pt x="62" y="70"/>
                  <a:pt x="62" y="70"/>
                </a:cubicBezTo>
                <a:cubicBezTo>
                  <a:pt x="61" y="70"/>
                  <a:pt x="60" y="71"/>
                  <a:pt x="60" y="72"/>
                </a:cubicBezTo>
                <a:cubicBezTo>
                  <a:pt x="60" y="85"/>
                  <a:pt x="60" y="85"/>
                  <a:pt x="60" y="85"/>
                </a:cubicBezTo>
                <a:cubicBezTo>
                  <a:pt x="50" y="85"/>
                  <a:pt x="50" y="85"/>
                  <a:pt x="50" y="85"/>
                </a:cubicBezTo>
                <a:cubicBezTo>
                  <a:pt x="50" y="110"/>
                  <a:pt x="50" y="110"/>
                  <a:pt x="50" y="110"/>
                </a:cubicBezTo>
                <a:close/>
                <a:moveTo>
                  <a:pt x="75" y="22"/>
                </a:moveTo>
                <a:cubicBezTo>
                  <a:pt x="75" y="28"/>
                  <a:pt x="75" y="28"/>
                  <a:pt x="75" y="28"/>
                </a:cubicBezTo>
                <a:cubicBezTo>
                  <a:pt x="75" y="28"/>
                  <a:pt x="74" y="28"/>
                  <a:pt x="74" y="28"/>
                </a:cubicBezTo>
                <a:cubicBezTo>
                  <a:pt x="72" y="27"/>
                  <a:pt x="72" y="25"/>
                  <a:pt x="74" y="24"/>
                </a:cubicBezTo>
                <a:cubicBezTo>
                  <a:pt x="75" y="22"/>
                  <a:pt x="75" y="22"/>
                  <a:pt x="75" y="22"/>
                </a:cubicBezTo>
                <a:close/>
                <a:moveTo>
                  <a:pt x="75" y="73"/>
                </a:moveTo>
                <a:cubicBezTo>
                  <a:pt x="75" y="80"/>
                  <a:pt x="75" y="80"/>
                  <a:pt x="75" y="80"/>
                </a:cubicBezTo>
                <a:cubicBezTo>
                  <a:pt x="74" y="78"/>
                  <a:pt x="74" y="78"/>
                  <a:pt x="74" y="78"/>
                </a:cubicBezTo>
                <a:cubicBezTo>
                  <a:pt x="72" y="77"/>
                  <a:pt x="72" y="75"/>
                  <a:pt x="74" y="74"/>
                </a:cubicBezTo>
                <a:cubicBezTo>
                  <a:pt x="74" y="73"/>
                  <a:pt x="75" y="73"/>
                  <a:pt x="75" y="73"/>
                </a:cubicBezTo>
                <a:close/>
                <a:moveTo>
                  <a:pt x="50" y="18"/>
                </a:moveTo>
                <a:cubicBezTo>
                  <a:pt x="50" y="0"/>
                  <a:pt x="50" y="0"/>
                  <a:pt x="50" y="0"/>
                </a:cubicBezTo>
                <a:cubicBezTo>
                  <a:pt x="50" y="0"/>
                  <a:pt x="50" y="0"/>
                  <a:pt x="50" y="0"/>
                </a:cubicBezTo>
                <a:cubicBezTo>
                  <a:pt x="52" y="0"/>
                  <a:pt x="53" y="2"/>
                  <a:pt x="53" y="3"/>
                </a:cubicBezTo>
                <a:cubicBezTo>
                  <a:pt x="53" y="15"/>
                  <a:pt x="53" y="15"/>
                  <a:pt x="53" y="15"/>
                </a:cubicBezTo>
                <a:cubicBezTo>
                  <a:pt x="53" y="17"/>
                  <a:pt x="52" y="18"/>
                  <a:pt x="50" y="18"/>
                </a:cubicBezTo>
                <a:cubicBezTo>
                  <a:pt x="50" y="18"/>
                  <a:pt x="50" y="18"/>
                  <a:pt x="50" y="18"/>
                </a:cubicBezTo>
                <a:close/>
                <a:moveTo>
                  <a:pt x="50" y="23"/>
                </a:moveTo>
                <a:cubicBezTo>
                  <a:pt x="39" y="23"/>
                  <a:pt x="30" y="29"/>
                  <a:pt x="25" y="39"/>
                </a:cubicBezTo>
                <a:cubicBezTo>
                  <a:pt x="25" y="63"/>
                  <a:pt x="25" y="63"/>
                  <a:pt x="25" y="63"/>
                </a:cubicBezTo>
                <a:cubicBezTo>
                  <a:pt x="27" y="68"/>
                  <a:pt x="31" y="71"/>
                  <a:pt x="35" y="74"/>
                </a:cubicBezTo>
                <a:cubicBezTo>
                  <a:pt x="35" y="96"/>
                  <a:pt x="35" y="96"/>
                  <a:pt x="35" y="96"/>
                </a:cubicBezTo>
                <a:cubicBezTo>
                  <a:pt x="35" y="104"/>
                  <a:pt x="41" y="110"/>
                  <a:pt x="49" y="110"/>
                </a:cubicBezTo>
                <a:cubicBezTo>
                  <a:pt x="50" y="110"/>
                  <a:pt x="50" y="110"/>
                  <a:pt x="50" y="110"/>
                </a:cubicBezTo>
                <a:cubicBezTo>
                  <a:pt x="50" y="85"/>
                  <a:pt x="50" y="85"/>
                  <a:pt x="50" y="85"/>
                </a:cubicBezTo>
                <a:cubicBezTo>
                  <a:pt x="41" y="85"/>
                  <a:pt x="41" y="85"/>
                  <a:pt x="41" y="85"/>
                </a:cubicBezTo>
                <a:cubicBezTo>
                  <a:pt x="41" y="72"/>
                  <a:pt x="41" y="72"/>
                  <a:pt x="41" y="72"/>
                </a:cubicBezTo>
                <a:cubicBezTo>
                  <a:pt x="41" y="71"/>
                  <a:pt x="40" y="71"/>
                  <a:pt x="39" y="70"/>
                </a:cubicBezTo>
                <a:cubicBezTo>
                  <a:pt x="33" y="66"/>
                  <a:pt x="28" y="59"/>
                  <a:pt x="28" y="51"/>
                </a:cubicBezTo>
                <a:cubicBezTo>
                  <a:pt x="28" y="45"/>
                  <a:pt x="30" y="39"/>
                  <a:pt x="34" y="35"/>
                </a:cubicBezTo>
                <a:cubicBezTo>
                  <a:pt x="39" y="31"/>
                  <a:pt x="44" y="29"/>
                  <a:pt x="50" y="29"/>
                </a:cubicBezTo>
                <a:cubicBezTo>
                  <a:pt x="50" y="23"/>
                  <a:pt x="50" y="23"/>
                  <a:pt x="50" y="23"/>
                </a:cubicBezTo>
                <a:close/>
                <a:moveTo>
                  <a:pt x="50" y="0"/>
                </a:moveTo>
                <a:cubicBezTo>
                  <a:pt x="50" y="18"/>
                  <a:pt x="50" y="18"/>
                  <a:pt x="50" y="18"/>
                </a:cubicBezTo>
                <a:cubicBezTo>
                  <a:pt x="49" y="18"/>
                  <a:pt x="48" y="17"/>
                  <a:pt x="48" y="15"/>
                </a:cubicBezTo>
                <a:cubicBezTo>
                  <a:pt x="48" y="3"/>
                  <a:pt x="48" y="3"/>
                  <a:pt x="48" y="3"/>
                </a:cubicBezTo>
                <a:cubicBezTo>
                  <a:pt x="48" y="2"/>
                  <a:pt x="49" y="1"/>
                  <a:pt x="50" y="0"/>
                </a:cubicBezTo>
                <a:close/>
                <a:moveTo>
                  <a:pt x="25" y="80"/>
                </a:moveTo>
                <a:cubicBezTo>
                  <a:pt x="25" y="73"/>
                  <a:pt x="25" y="73"/>
                  <a:pt x="25" y="73"/>
                </a:cubicBezTo>
                <a:cubicBezTo>
                  <a:pt x="26" y="73"/>
                  <a:pt x="27" y="73"/>
                  <a:pt x="27" y="74"/>
                </a:cubicBezTo>
                <a:cubicBezTo>
                  <a:pt x="28" y="75"/>
                  <a:pt x="28" y="77"/>
                  <a:pt x="27" y="78"/>
                </a:cubicBezTo>
                <a:cubicBezTo>
                  <a:pt x="25" y="80"/>
                  <a:pt x="25" y="80"/>
                  <a:pt x="25" y="80"/>
                </a:cubicBezTo>
                <a:close/>
                <a:moveTo>
                  <a:pt x="25" y="28"/>
                </a:moveTo>
                <a:cubicBezTo>
                  <a:pt x="25" y="22"/>
                  <a:pt x="25" y="22"/>
                  <a:pt x="25" y="22"/>
                </a:cubicBezTo>
                <a:cubicBezTo>
                  <a:pt x="27" y="24"/>
                  <a:pt x="27" y="24"/>
                  <a:pt x="27" y="24"/>
                </a:cubicBezTo>
                <a:cubicBezTo>
                  <a:pt x="28" y="25"/>
                  <a:pt x="28" y="27"/>
                  <a:pt x="27" y="28"/>
                </a:cubicBezTo>
                <a:cubicBezTo>
                  <a:pt x="27" y="28"/>
                  <a:pt x="26" y="28"/>
                  <a:pt x="25" y="28"/>
                </a:cubicBezTo>
                <a:close/>
                <a:moveTo>
                  <a:pt x="25" y="39"/>
                </a:moveTo>
                <a:cubicBezTo>
                  <a:pt x="23" y="42"/>
                  <a:pt x="22" y="46"/>
                  <a:pt x="22" y="51"/>
                </a:cubicBezTo>
                <a:cubicBezTo>
                  <a:pt x="22" y="55"/>
                  <a:pt x="23" y="59"/>
                  <a:pt x="25" y="63"/>
                </a:cubicBezTo>
                <a:cubicBezTo>
                  <a:pt x="25" y="39"/>
                  <a:pt x="25" y="39"/>
                  <a:pt x="25" y="39"/>
                </a:cubicBezTo>
                <a:close/>
                <a:moveTo>
                  <a:pt x="25" y="22"/>
                </a:moveTo>
                <a:cubicBezTo>
                  <a:pt x="25" y="28"/>
                  <a:pt x="25" y="28"/>
                  <a:pt x="25" y="28"/>
                </a:cubicBezTo>
                <a:cubicBezTo>
                  <a:pt x="25" y="28"/>
                  <a:pt x="24" y="28"/>
                  <a:pt x="23" y="28"/>
                </a:cubicBezTo>
                <a:cubicBezTo>
                  <a:pt x="23" y="28"/>
                  <a:pt x="23" y="28"/>
                  <a:pt x="23" y="28"/>
                </a:cubicBezTo>
                <a:cubicBezTo>
                  <a:pt x="15" y="19"/>
                  <a:pt x="15" y="19"/>
                  <a:pt x="15" y="19"/>
                </a:cubicBezTo>
                <a:cubicBezTo>
                  <a:pt x="14" y="18"/>
                  <a:pt x="14" y="16"/>
                  <a:pt x="15" y="15"/>
                </a:cubicBezTo>
                <a:cubicBezTo>
                  <a:pt x="16" y="14"/>
                  <a:pt x="17" y="14"/>
                  <a:pt x="18" y="15"/>
                </a:cubicBezTo>
                <a:cubicBezTo>
                  <a:pt x="25" y="22"/>
                  <a:pt x="25" y="22"/>
                  <a:pt x="25" y="22"/>
                </a:cubicBezTo>
                <a:close/>
                <a:moveTo>
                  <a:pt x="25" y="73"/>
                </a:moveTo>
                <a:cubicBezTo>
                  <a:pt x="25" y="80"/>
                  <a:pt x="25" y="80"/>
                  <a:pt x="25" y="80"/>
                </a:cubicBezTo>
                <a:cubicBezTo>
                  <a:pt x="18" y="86"/>
                  <a:pt x="18" y="86"/>
                  <a:pt x="18" y="86"/>
                </a:cubicBezTo>
                <a:cubicBezTo>
                  <a:pt x="17" y="87"/>
                  <a:pt x="16" y="87"/>
                  <a:pt x="15" y="86"/>
                </a:cubicBezTo>
                <a:cubicBezTo>
                  <a:pt x="14" y="85"/>
                  <a:pt x="14" y="84"/>
                  <a:pt x="15" y="83"/>
                </a:cubicBezTo>
                <a:cubicBezTo>
                  <a:pt x="23" y="74"/>
                  <a:pt x="23" y="74"/>
                  <a:pt x="23" y="74"/>
                </a:cubicBezTo>
                <a:cubicBezTo>
                  <a:pt x="23" y="74"/>
                  <a:pt x="23" y="74"/>
                  <a:pt x="23" y="74"/>
                </a:cubicBezTo>
                <a:cubicBezTo>
                  <a:pt x="24" y="74"/>
                  <a:pt x="25" y="73"/>
                  <a:pt x="25" y="73"/>
                </a:cubicBezTo>
                <a:close/>
                <a:moveTo>
                  <a:pt x="18" y="51"/>
                </a:moveTo>
                <a:cubicBezTo>
                  <a:pt x="18" y="51"/>
                  <a:pt x="18" y="51"/>
                  <a:pt x="18" y="51"/>
                </a:cubicBezTo>
                <a:cubicBezTo>
                  <a:pt x="18" y="49"/>
                  <a:pt x="16" y="48"/>
                  <a:pt x="15" y="48"/>
                </a:cubicBezTo>
                <a:cubicBezTo>
                  <a:pt x="3" y="48"/>
                  <a:pt x="3" y="48"/>
                  <a:pt x="3" y="48"/>
                </a:cubicBezTo>
                <a:cubicBezTo>
                  <a:pt x="1" y="48"/>
                  <a:pt x="0" y="49"/>
                  <a:pt x="0" y="51"/>
                </a:cubicBezTo>
                <a:cubicBezTo>
                  <a:pt x="0" y="52"/>
                  <a:pt x="1" y="53"/>
                  <a:pt x="3" y="53"/>
                </a:cubicBezTo>
                <a:cubicBezTo>
                  <a:pt x="15" y="53"/>
                  <a:pt x="15" y="53"/>
                  <a:pt x="15" y="53"/>
                </a:cubicBezTo>
                <a:cubicBezTo>
                  <a:pt x="16" y="53"/>
                  <a:pt x="18" y="52"/>
                  <a:pt x="18" y="51"/>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9" name="Freeform 94"/>
          <p:cNvSpPr/>
          <p:nvPr/>
        </p:nvSpPr>
        <p:spPr bwMode="auto">
          <a:xfrm>
            <a:off x="7936539" y="3708966"/>
            <a:ext cx="63484" cy="60309"/>
          </a:xfrm>
          <a:custGeom>
            <a:avLst/>
            <a:gdLst>
              <a:gd name="T0" fmla="*/ 28 w 29"/>
              <a:gd name="T1" fmla="*/ 16 h 28"/>
              <a:gd name="T2" fmla="*/ 12 w 29"/>
              <a:gd name="T3" fmla="*/ 27 h 28"/>
              <a:gd name="T4" fmla="*/ 1 w 29"/>
              <a:gd name="T5" fmla="*/ 12 h 28"/>
              <a:gd name="T6" fmla="*/ 17 w 29"/>
              <a:gd name="T7" fmla="*/ 1 h 28"/>
              <a:gd name="T8" fmla="*/ 28 w 29"/>
              <a:gd name="T9" fmla="*/ 16 h 28"/>
            </a:gdLst>
            <a:ahLst/>
            <a:cxnLst>
              <a:cxn ang="0">
                <a:pos x="T0" y="T1"/>
              </a:cxn>
              <a:cxn ang="0">
                <a:pos x="T2" y="T3"/>
              </a:cxn>
              <a:cxn ang="0">
                <a:pos x="T4" y="T5"/>
              </a:cxn>
              <a:cxn ang="0">
                <a:pos x="T6" y="T7"/>
              </a:cxn>
              <a:cxn ang="0">
                <a:pos x="T8" y="T9"/>
              </a:cxn>
            </a:cxnLst>
            <a:rect l="0" t="0" r="r" b="b"/>
            <a:pathLst>
              <a:path w="29" h="28">
                <a:moveTo>
                  <a:pt x="28" y="16"/>
                </a:moveTo>
                <a:cubicBezTo>
                  <a:pt x="26" y="23"/>
                  <a:pt x="19" y="28"/>
                  <a:pt x="12" y="27"/>
                </a:cubicBezTo>
                <a:cubicBezTo>
                  <a:pt x="5" y="26"/>
                  <a:pt x="0" y="19"/>
                  <a:pt x="1" y="12"/>
                </a:cubicBezTo>
                <a:cubicBezTo>
                  <a:pt x="3" y="4"/>
                  <a:pt x="10" y="0"/>
                  <a:pt x="17" y="1"/>
                </a:cubicBezTo>
                <a:cubicBezTo>
                  <a:pt x="24" y="2"/>
                  <a:pt x="29" y="9"/>
                  <a:pt x="28" y="16"/>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00" name="Freeform 95"/>
          <p:cNvSpPr/>
          <p:nvPr/>
        </p:nvSpPr>
        <p:spPr bwMode="auto">
          <a:xfrm>
            <a:off x="7922255" y="3526451"/>
            <a:ext cx="58723" cy="196799"/>
          </a:xfrm>
          <a:custGeom>
            <a:avLst/>
            <a:gdLst>
              <a:gd name="T0" fmla="*/ 27 w 27"/>
              <a:gd name="T1" fmla="*/ 90 h 91"/>
              <a:gd name="T2" fmla="*/ 12 w 27"/>
              <a:gd name="T3" fmla="*/ 14 h 91"/>
              <a:gd name="T4" fmla="*/ 1 w 27"/>
              <a:gd name="T5" fmla="*/ 0 h 91"/>
              <a:gd name="T6" fmla="*/ 17 w 27"/>
              <a:gd name="T7" fmla="*/ 91 h 91"/>
              <a:gd name="T8" fmla="*/ 27 w 27"/>
              <a:gd name="T9" fmla="*/ 90 h 91"/>
            </a:gdLst>
            <a:ahLst/>
            <a:cxnLst>
              <a:cxn ang="0">
                <a:pos x="T0" y="T1"/>
              </a:cxn>
              <a:cxn ang="0">
                <a:pos x="T2" y="T3"/>
              </a:cxn>
              <a:cxn ang="0">
                <a:pos x="T4" y="T5"/>
              </a:cxn>
              <a:cxn ang="0">
                <a:pos x="T6" y="T7"/>
              </a:cxn>
              <a:cxn ang="0">
                <a:pos x="T8" y="T9"/>
              </a:cxn>
            </a:cxnLst>
            <a:rect l="0" t="0" r="r" b="b"/>
            <a:pathLst>
              <a:path w="27" h="91">
                <a:moveTo>
                  <a:pt x="27" y="90"/>
                </a:moveTo>
                <a:cubicBezTo>
                  <a:pt x="27" y="90"/>
                  <a:pt x="12" y="14"/>
                  <a:pt x="12" y="14"/>
                </a:cubicBezTo>
                <a:cubicBezTo>
                  <a:pt x="12" y="14"/>
                  <a:pt x="3" y="0"/>
                  <a:pt x="1" y="0"/>
                </a:cubicBezTo>
                <a:cubicBezTo>
                  <a:pt x="0" y="0"/>
                  <a:pt x="17" y="91"/>
                  <a:pt x="17" y="91"/>
                </a:cubicBezTo>
                <a:lnTo>
                  <a:pt x="27" y="9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01" name="Freeform 96"/>
          <p:cNvSpPr/>
          <p:nvPr/>
        </p:nvSpPr>
        <p:spPr bwMode="auto">
          <a:xfrm>
            <a:off x="7963521" y="3558192"/>
            <a:ext cx="126967" cy="169819"/>
          </a:xfrm>
          <a:custGeom>
            <a:avLst/>
            <a:gdLst>
              <a:gd name="T0" fmla="*/ 1 w 80"/>
              <a:gd name="T1" fmla="*/ 99 h 107"/>
              <a:gd name="T2" fmla="*/ 60 w 80"/>
              <a:gd name="T3" fmla="*/ 13 h 107"/>
              <a:gd name="T4" fmla="*/ 80 w 80"/>
              <a:gd name="T5" fmla="*/ 0 h 107"/>
              <a:gd name="T6" fmla="*/ 71 w 80"/>
              <a:gd name="T7" fmla="*/ 21 h 107"/>
              <a:gd name="T8" fmla="*/ 12 w 80"/>
              <a:gd name="T9" fmla="*/ 107 h 107"/>
              <a:gd name="T10" fmla="*/ 0 w 80"/>
              <a:gd name="T11" fmla="*/ 100 h 107"/>
              <a:gd name="T12" fmla="*/ 1 w 80"/>
              <a:gd name="T13" fmla="*/ 99 h 107"/>
            </a:gdLst>
            <a:ahLst/>
            <a:cxnLst>
              <a:cxn ang="0">
                <a:pos x="T0" y="T1"/>
              </a:cxn>
              <a:cxn ang="0">
                <a:pos x="T2" y="T3"/>
              </a:cxn>
              <a:cxn ang="0">
                <a:pos x="T4" y="T5"/>
              </a:cxn>
              <a:cxn ang="0">
                <a:pos x="T6" y="T7"/>
              </a:cxn>
              <a:cxn ang="0">
                <a:pos x="T8" y="T9"/>
              </a:cxn>
              <a:cxn ang="0">
                <a:pos x="T10" y="T11"/>
              </a:cxn>
              <a:cxn ang="0">
                <a:pos x="T12" y="T13"/>
              </a:cxn>
            </a:cxnLst>
            <a:rect l="0" t="0" r="r" b="b"/>
            <a:pathLst>
              <a:path w="80" h="107">
                <a:moveTo>
                  <a:pt x="1" y="99"/>
                </a:moveTo>
                <a:lnTo>
                  <a:pt x="60" y="13"/>
                </a:lnTo>
                <a:lnTo>
                  <a:pt x="80" y="0"/>
                </a:lnTo>
                <a:lnTo>
                  <a:pt x="71" y="21"/>
                </a:lnTo>
                <a:lnTo>
                  <a:pt x="12" y="107"/>
                </a:lnTo>
                <a:lnTo>
                  <a:pt x="0" y="100"/>
                </a:lnTo>
                <a:lnTo>
                  <a:pt x="1" y="99"/>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02" name="Freeform 97"/>
          <p:cNvSpPr/>
          <p:nvPr/>
        </p:nvSpPr>
        <p:spPr bwMode="auto">
          <a:xfrm>
            <a:off x="7952411" y="3754991"/>
            <a:ext cx="15871" cy="31741"/>
          </a:xfrm>
          <a:custGeom>
            <a:avLst/>
            <a:gdLst>
              <a:gd name="T0" fmla="*/ 2 w 7"/>
              <a:gd name="T1" fmla="*/ 3 h 15"/>
              <a:gd name="T2" fmla="*/ 5 w 7"/>
              <a:gd name="T3" fmla="*/ 1 h 15"/>
              <a:gd name="T4" fmla="*/ 7 w 7"/>
              <a:gd name="T5" fmla="*/ 3 h 15"/>
              <a:gd name="T6" fmla="*/ 5 w 7"/>
              <a:gd name="T7" fmla="*/ 13 h 15"/>
              <a:gd name="T8" fmla="*/ 3 w 7"/>
              <a:gd name="T9" fmla="*/ 15 h 15"/>
              <a:gd name="T10" fmla="*/ 1 w 7"/>
              <a:gd name="T11" fmla="*/ 12 h 15"/>
              <a:gd name="T12" fmla="*/ 2 w 7"/>
              <a:gd name="T13" fmla="*/ 3 h 15"/>
            </a:gdLst>
            <a:ahLst/>
            <a:cxnLst>
              <a:cxn ang="0">
                <a:pos x="T0" y="T1"/>
              </a:cxn>
              <a:cxn ang="0">
                <a:pos x="T2" y="T3"/>
              </a:cxn>
              <a:cxn ang="0">
                <a:pos x="T4" y="T5"/>
              </a:cxn>
              <a:cxn ang="0">
                <a:pos x="T6" y="T7"/>
              </a:cxn>
              <a:cxn ang="0">
                <a:pos x="T8" y="T9"/>
              </a:cxn>
              <a:cxn ang="0">
                <a:pos x="T10" y="T11"/>
              </a:cxn>
              <a:cxn ang="0">
                <a:pos x="T12" y="T13"/>
              </a:cxn>
            </a:cxnLst>
            <a:rect l="0" t="0" r="r" b="b"/>
            <a:pathLst>
              <a:path w="7" h="15">
                <a:moveTo>
                  <a:pt x="2" y="3"/>
                </a:moveTo>
                <a:cubicBezTo>
                  <a:pt x="3" y="1"/>
                  <a:pt x="4" y="0"/>
                  <a:pt x="5" y="1"/>
                </a:cubicBezTo>
                <a:cubicBezTo>
                  <a:pt x="6" y="1"/>
                  <a:pt x="7" y="2"/>
                  <a:pt x="7" y="3"/>
                </a:cubicBezTo>
                <a:cubicBezTo>
                  <a:pt x="5" y="13"/>
                  <a:pt x="5" y="13"/>
                  <a:pt x="5" y="13"/>
                </a:cubicBezTo>
                <a:cubicBezTo>
                  <a:pt x="5" y="14"/>
                  <a:pt x="4" y="15"/>
                  <a:pt x="3" y="15"/>
                </a:cubicBezTo>
                <a:cubicBezTo>
                  <a:pt x="1" y="15"/>
                  <a:pt x="0" y="13"/>
                  <a:pt x="1" y="12"/>
                </a:cubicBezTo>
                <a:lnTo>
                  <a:pt x="2" y="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03" name="Freeform 98"/>
          <p:cNvSpPr>
            <a:spLocks noEditPoints="1"/>
          </p:cNvSpPr>
          <p:nvPr/>
        </p:nvSpPr>
        <p:spPr bwMode="auto">
          <a:xfrm>
            <a:off x="7901624" y="2147273"/>
            <a:ext cx="220605" cy="236476"/>
          </a:xfrm>
          <a:custGeom>
            <a:avLst/>
            <a:gdLst>
              <a:gd name="T0" fmla="*/ 78 w 101"/>
              <a:gd name="T1" fmla="*/ 50 h 109"/>
              <a:gd name="T2" fmla="*/ 76 w 101"/>
              <a:gd name="T3" fmla="*/ 62 h 109"/>
              <a:gd name="T4" fmla="*/ 76 w 101"/>
              <a:gd name="T5" fmla="*/ 73 h 109"/>
              <a:gd name="T6" fmla="*/ 78 w 101"/>
              <a:gd name="T7" fmla="*/ 73 h 109"/>
              <a:gd name="T8" fmla="*/ 86 w 101"/>
              <a:gd name="T9" fmla="*/ 86 h 109"/>
              <a:gd name="T10" fmla="*/ 76 w 101"/>
              <a:gd name="T11" fmla="*/ 79 h 109"/>
              <a:gd name="T12" fmla="*/ 76 w 101"/>
              <a:gd name="T13" fmla="*/ 22 h 109"/>
              <a:gd name="T14" fmla="*/ 86 w 101"/>
              <a:gd name="T15" fmla="*/ 15 h 109"/>
              <a:gd name="T16" fmla="*/ 78 w 101"/>
              <a:gd name="T17" fmla="*/ 27 h 109"/>
              <a:gd name="T18" fmla="*/ 76 w 101"/>
              <a:gd name="T19" fmla="*/ 28 h 109"/>
              <a:gd name="T20" fmla="*/ 99 w 101"/>
              <a:gd name="T21" fmla="*/ 48 h 109"/>
              <a:gd name="T22" fmla="*/ 84 w 101"/>
              <a:gd name="T23" fmla="*/ 50 h 109"/>
              <a:gd name="T24" fmla="*/ 99 w 101"/>
              <a:gd name="T25" fmla="*/ 53 h 109"/>
              <a:gd name="T26" fmla="*/ 99 w 101"/>
              <a:gd name="T27" fmla="*/ 48 h 109"/>
              <a:gd name="T28" fmla="*/ 53 w 101"/>
              <a:gd name="T29" fmla="*/ 109 h 109"/>
              <a:gd name="T30" fmla="*/ 66 w 101"/>
              <a:gd name="T31" fmla="*/ 73 h 109"/>
              <a:gd name="T32" fmla="*/ 76 w 101"/>
              <a:gd name="T33" fmla="*/ 38 h 109"/>
              <a:gd name="T34" fmla="*/ 51 w 101"/>
              <a:gd name="T35" fmla="*/ 28 h 109"/>
              <a:gd name="T36" fmla="*/ 73 w 101"/>
              <a:gd name="T37" fmla="*/ 50 h 109"/>
              <a:gd name="T38" fmla="*/ 62 w 101"/>
              <a:gd name="T39" fmla="*/ 69 h 109"/>
              <a:gd name="T40" fmla="*/ 61 w 101"/>
              <a:gd name="T41" fmla="*/ 84 h 109"/>
              <a:gd name="T42" fmla="*/ 51 w 101"/>
              <a:gd name="T43" fmla="*/ 109 h 109"/>
              <a:gd name="T44" fmla="*/ 76 w 101"/>
              <a:gd name="T45" fmla="*/ 28 h 109"/>
              <a:gd name="T46" fmla="*/ 74 w 101"/>
              <a:gd name="T47" fmla="*/ 23 h 109"/>
              <a:gd name="T48" fmla="*/ 76 w 101"/>
              <a:gd name="T49" fmla="*/ 73 h 109"/>
              <a:gd name="T50" fmla="*/ 74 w 101"/>
              <a:gd name="T51" fmla="*/ 77 h 109"/>
              <a:gd name="T52" fmla="*/ 76 w 101"/>
              <a:gd name="T53" fmla="*/ 73 h 109"/>
              <a:gd name="T54" fmla="*/ 51 w 101"/>
              <a:gd name="T55" fmla="*/ 0 h 109"/>
              <a:gd name="T56" fmla="*/ 53 w 101"/>
              <a:gd name="T57" fmla="*/ 2 h 109"/>
              <a:gd name="T58" fmla="*/ 51 w 101"/>
              <a:gd name="T59" fmla="*/ 17 h 109"/>
              <a:gd name="T60" fmla="*/ 51 w 101"/>
              <a:gd name="T61" fmla="*/ 22 h 109"/>
              <a:gd name="T62" fmla="*/ 26 w 101"/>
              <a:gd name="T63" fmla="*/ 62 h 109"/>
              <a:gd name="T64" fmla="*/ 35 w 101"/>
              <a:gd name="T65" fmla="*/ 95 h 109"/>
              <a:gd name="T66" fmla="*/ 51 w 101"/>
              <a:gd name="T67" fmla="*/ 109 h 109"/>
              <a:gd name="T68" fmla="*/ 41 w 101"/>
              <a:gd name="T69" fmla="*/ 84 h 109"/>
              <a:gd name="T70" fmla="*/ 40 w 101"/>
              <a:gd name="T71" fmla="*/ 69 h 109"/>
              <a:gd name="T72" fmla="*/ 35 w 101"/>
              <a:gd name="T73" fmla="*/ 35 h 109"/>
              <a:gd name="T74" fmla="*/ 51 w 101"/>
              <a:gd name="T75" fmla="*/ 22 h 109"/>
              <a:gd name="T76" fmla="*/ 51 w 101"/>
              <a:gd name="T77" fmla="*/ 17 h 109"/>
              <a:gd name="T78" fmla="*/ 48 w 101"/>
              <a:gd name="T79" fmla="*/ 2 h 109"/>
              <a:gd name="T80" fmla="*/ 26 w 101"/>
              <a:gd name="T81" fmla="*/ 79 h 109"/>
              <a:gd name="T82" fmla="*/ 28 w 101"/>
              <a:gd name="T83" fmla="*/ 73 h 109"/>
              <a:gd name="T84" fmla="*/ 26 w 101"/>
              <a:gd name="T85" fmla="*/ 79 h 109"/>
              <a:gd name="T86" fmla="*/ 26 w 101"/>
              <a:gd name="T87" fmla="*/ 21 h 109"/>
              <a:gd name="T88" fmla="*/ 28 w 101"/>
              <a:gd name="T89" fmla="*/ 27 h 109"/>
              <a:gd name="T90" fmla="*/ 26 w 101"/>
              <a:gd name="T91" fmla="*/ 38 h 109"/>
              <a:gd name="T92" fmla="*/ 26 w 101"/>
              <a:gd name="T93" fmla="*/ 62 h 109"/>
              <a:gd name="T94" fmla="*/ 26 w 101"/>
              <a:gd name="T95" fmla="*/ 21 h 109"/>
              <a:gd name="T96" fmla="*/ 24 w 101"/>
              <a:gd name="T97" fmla="*/ 27 h 109"/>
              <a:gd name="T98" fmla="*/ 15 w 101"/>
              <a:gd name="T99" fmla="*/ 18 h 109"/>
              <a:gd name="T100" fmla="*/ 19 w 101"/>
              <a:gd name="T101" fmla="*/ 15 h 109"/>
              <a:gd name="T102" fmla="*/ 26 w 101"/>
              <a:gd name="T103" fmla="*/ 73 h 109"/>
              <a:gd name="T104" fmla="*/ 19 w 101"/>
              <a:gd name="T105" fmla="*/ 86 h 109"/>
              <a:gd name="T106" fmla="*/ 15 w 101"/>
              <a:gd name="T107" fmla="*/ 82 h 109"/>
              <a:gd name="T108" fmla="*/ 24 w 101"/>
              <a:gd name="T109" fmla="*/ 73 h 109"/>
              <a:gd name="T110" fmla="*/ 18 w 101"/>
              <a:gd name="T111" fmla="*/ 50 h 109"/>
              <a:gd name="T112" fmla="*/ 15 w 101"/>
              <a:gd name="T113" fmla="*/ 48 h 109"/>
              <a:gd name="T114" fmla="*/ 0 w 101"/>
              <a:gd name="T115" fmla="*/ 50 h 109"/>
              <a:gd name="T116" fmla="*/ 15 w 101"/>
              <a:gd name="T117" fmla="*/ 53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 h="109">
                <a:moveTo>
                  <a:pt x="76" y="62"/>
                </a:moveTo>
                <a:cubicBezTo>
                  <a:pt x="78" y="58"/>
                  <a:pt x="78" y="54"/>
                  <a:pt x="78" y="50"/>
                </a:cubicBezTo>
                <a:cubicBezTo>
                  <a:pt x="78" y="46"/>
                  <a:pt x="78" y="42"/>
                  <a:pt x="76" y="38"/>
                </a:cubicBezTo>
                <a:cubicBezTo>
                  <a:pt x="76" y="62"/>
                  <a:pt x="76" y="62"/>
                  <a:pt x="76" y="62"/>
                </a:cubicBezTo>
                <a:close/>
                <a:moveTo>
                  <a:pt x="76" y="79"/>
                </a:moveTo>
                <a:cubicBezTo>
                  <a:pt x="76" y="73"/>
                  <a:pt x="76" y="73"/>
                  <a:pt x="76" y="73"/>
                </a:cubicBezTo>
                <a:cubicBezTo>
                  <a:pt x="77" y="73"/>
                  <a:pt x="77" y="73"/>
                  <a:pt x="78" y="73"/>
                </a:cubicBezTo>
                <a:cubicBezTo>
                  <a:pt x="78" y="73"/>
                  <a:pt x="78" y="73"/>
                  <a:pt x="78" y="73"/>
                </a:cubicBezTo>
                <a:cubicBezTo>
                  <a:pt x="86" y="82"/>
                  <a:pt x="86" y="82"/>
                  <a:pt x="86" y="82"/>
                </a:cubicBezTo>
                <a:cubicBezTo>
                  <a:pt x="87" y="83"/>
                  <a:pt x="87" y="85"/>
                  <a:pt x="86" y="86"/>
                </a:cubicBezTo>
                <a:cubicBezTo>
                  <a:pt x="85" y="87"/>
                  <a:pt x="84" y="87"/>
                  <a:pt x="83" y="86"/>
                </a:cubicBezTo>
                <a:cubicBezTo>
                  <a:pt x="76" y="79"/>
                  <a:pt x="76" y="79"/>
                  <a:pt x="76" y="79"/>
                </a:cubicBezTo>
                <a:close/>
                <a:moveTo>
                  <a:pt x="76" y="28"/>
                </a:moveTo>
                <a:cubicBezTo>
                  <a:pt x="76" y="22"/>
                  <a:pt x="76" y="22"/>
                  <a:pt x="76" y="22"/>
                </a:cubicBezTo>
                <a:cubicBezTo>
                  <a:pt x="83" y="15"/>
                  <a:pt x="83" y="15"/>
                  <a:pt x="83" y="15"/>
                </a:cubicBezTo>
                <a:cubicBezTo>
                  <a:pt x="84" y="14"/>
                  <a:pt x="85" y="14"/>
                  <a:pt x="86" y="15"/>
                </a:cubicBezTo>
                <a:cubicBezTo>
                  <a:pt x="87" y="16"/>
                  <a:pt x="87" y="17"/>
                  <a:pt x="86" y="18"/>
                </a:cubicBezTo>
                <a:cubicBezTo>
                  <a:pt x="78" y="27"/>
                  <a:pt x="78" y="27"/>
                  <a:pt x="78" y="27"/>
                </a:cubicBezTo>
                <a:cubicBezTo>
                  <a:pt x="78" y="27"/>
                  <a:pt x="78" y="27"/>
                  <a:pt x="78" y="27"/>
                </a:cubicBezTo>
                <a:cubicBezTo>
                  <a:pt x="77" y="28"/>
                  <a:pt x="77" y="28"/>
                  <a:pt x="76" y="28"/>
                </a:cubicBezTo>
                <a:close/>
                <a:moveTo>
                  <a:pt x="99" y="48"/>
                </a:moveTo>
                <a:cubicBezTo>
                  <a:pt x="99" y="48"/>
                  <a:pt x="99" y="48"/>
                  <a:pt x="99" y="48"/>
                </a:cubicBezTo>
                <a:cubicBezTo>
                  <a:pt x="86" y="48"/>
                  <a:pt x="86" y="48"/>
                  <a:pt x="86" y="48"/>
                </a:cubicBezTo>
                <a:cubicBezTo>
                  <a:pt x="85" y="48"/>
                  <a:pt x="84" y="49"/>
                  <a:pt x="84" y="50"/>
                </a:cubicBezTo>
                <a:cubicBezTo>
                  <a:pt x="84" y="52"/>
                  <a:pt x="85" y="53"/>
                  <a:pt x="86" y="53"/>
                </a:cubicBezTo>
                <a:cubicBezTo>
                  <a:pt x="99" y="53"/>
                  <a:pt x="99" y="53"/>
                  <a:pt x="99" y="53"/>
                </a:cubicBezTo>
                <a:cubicBezTo>
                  <a:pt x="100" y="53"/>
                  <a:pt x="101" y="52"/>
                  <a:pt x="101" y="50"/>
                </a:cubicBezTo>
                <a:cubicBezTo>
                  <a:pt x="101" y="49"/>
                  <a:pt x="100" y="48"/>
                  <a:pt x="99" y="48"/>
                </a:cubicBezTo>
                <a:close/>
                <a:moveTo>
                  <a:pt x="51" y="109"/>
                </a:moveTo>
                <a:cubicBezTo>
                  <a:pt x="53" y="109"/>
                  <a:pt x="53" y="109"/>
                  <a:pt x="53" y="109"/>
                </a:cubicBezTo>
                <a:cubicBezTo>
                  <a:pt x="60" y="109"/>
                  <a:pt x="66" y="103"/>
                  <a:pt x="66" y="95"/>
                </a:cubicBezTo>
                <a:cubicBezTo>
                  <a:pt x="66" y="73"/>
                  <a:pt x="66" y="73"/>
                  <a:pt x="66" y="73"/>
                </a:cubicBezTo>
                <a:cubicBezTo>
                  <a:pt x="70" y="70"/>
                  <a:pt x="74" y="67"/>
                  <a:pt x="76" y="62"/>
                </a:cubicBezTo>
                <a:cubicBezTo>
                  <a:pt x="76" y="38"/>
                  <a:pt x="76" y="38"/>
                  <a:pt x="76" y="38"/>
                </a:cubicBezTo>
                <a:cubicBezTo>
                  <a:pt x="71" y="29"/>
                  <a:pt x="62" y="22"/>
                  <a:pt x="51" y="22"/>
                </a:cubicBezTo>
                <a:cubicBezTo>
                  <a:pt x="51" y="28"/>
                  <a:pt x="51" y="28"/>
                  <a:pt x="51" y="28"/>
                </a:cubicBezTo>
                <a:cubicBezTo>
                  <a:pt x="57" y="28"/>
                  <a:pt x="62" y="31"/>
                  <a:pt x="66" y="35"/>
                </a:cubicBezTo>
                <a:cubicBezTo>
                  <a:pt x="70" y="39"/>
                  <a:pt x="73" y="44"/>
                  <a:pt x="73" y="50"/>
                </a:cubicBezTo>
                <a:cubicBezTo>
                  <a:pt x="73" y="58"/>
                  <a:pt x="68" y="65"/>
                  <a:pt x="62" y="69"/>
                </a:cubicBezTo>
                <a:cubicBezTo>
                  <a:pt x="62" y="69"/>
                  <a:pt x="62" y="69"/>
                  <a:pt x="62" y="69"/>
                </a:cubicBezTo>
                <a:cubicBezTo>
                  <a:pt x="61" y="70"/>
                  <a:pt x="61" y="71"/>
                  <a:pt x="61" y="72"/>
                </a:cubicBezTo>
                <a:cubicBezTo>
                  <a:pt x="61" y="84"/>
                  <a:pt x="61" y="84"/>
                  <a:pt x="61" y="84"/>
                </a:cubicBezTo>
                <a:cubicBezTo>
                  <a:pt x="51" y="84"/>
                  <a:pt x="51" y="84"/>
                  <a:pt x="51" y="84"/>
                </a:cubicBezTo>
                <a:cubicBezTo>
                  <a:pt x="51" y="109"/>
                  <a:pt x="51" y="109"/>
                  <a:pt x="51" y="109"/>
                </a:cubicBezTo>
                <a:close/>
                <a:moveTo>
                  <a:pt x="76" y="22"/>
                </a:moveTo>
                <a:cubicBezTo>
                  <a:pt x="76" y="28"/>
                  <a:pt x="76" y="28"/>
                  <a:pt x="76" y="28"/>
                </a:cubicBezTo>
                <a:cubicBezTo>
                  <a:pt x="75" y="28"/>
                  <a:pt x="75" y="28"/>
                  <a:pt x="74" y="27"/>
                </a:cubicBezTo>
                <a:cubicBezTo>
                  <a:pt x="73" y="26"/>
                  <a:pt x="73" y="24"/>
                  <a:pt x="74" y="23"/>
                </a:cubicBezTo>
                <a:cubicBezTo>
                  <a:pt x="76" y="22"/>
                  <a:pt x="76" y="22"/>
                  <a:pt x="76" y="22"/>
                </a:cubicBezTo>
                <a:close/>
                <a:moveTo>
                  <a:pt x="76" y="73"/>
                </a:moveTo>
                <a:cubicBezTo>
                  <a:pt x="76" y="79"/>
                  <a:pt x="76" y="79"/>
                  <a:pt x="76" y="79"/>
                </a:cubicBezTo>
                <a:cubicBezTo>
                  <a:pt x="74" y="77"/>
                  <a:pt x="74" y="77"/>
                  <a:pt x="74" y="77"/>
                </a:cubicBezTo>
                <a:cubicBezTo>
                  <a:pt x="73" y="76"/>
                  <a:pt x="73" y="74"/>
                  <a:pt x="74" y="73"/>
                </a:cubicBezTo>
                <a:cubicBezTo>
                  <a:pt x="75" y="73"/>
                  <a:pt x="75" y="73"/>
                  <a:pt x="76" y="73"/>
                </a:cubicBezTo>
                <a:close/>
                <a:moveTo>
                  <a:pt x="51" y="17"/>
                </a:moveTo>
                <a:cubicBezTo>
                  <a:pt x="51" y="0"/>
                  <a:pt x="51" y="0"/>
                  <a:pt x="51" y="0"/>
                </a:cubicBezTo>
                <a:cubicBezTo>
                  <a:pt x="51" y="0"/>
                  <a:pt x="51" y="0"/>
                  <a:pt x="51" y="0"/>
                </a:cubicBezTo>
                <a:cubicBezTo>
                  <a:pt x="52" y="0"/>
                  <a:pt x="53" y="1"/>
                  <a:pt x="53" y="2"/>
                </a:cubicBezTo>
                <a:cubicBezTo>
                  <a:pt x="53" y="15"/>
                  <a:pt x="53" y="15"/>
                  <a:pt x="53" y="15"/>
                </a:cubicBezTo>
                <a:cubicBezTo>
                  <a:pt x="53" y="16"/>
                  <a:pt x="52" y="17"/>
                  <a:pt x="51" y="17"/>
                </a:cubicBezTo>
                <a:cubicBezTo>
                  <a:pt x="51" y="17"/>
                  <a:pt x="51" y="17"/>
                  <a:pt x="51" y="17"/>
                </a:cubicBezTo>
                <a:close/>
                <a:moveTo>
                  <a:pt x="51" y="22"/>
                </a:moveTo>
                <a:cubicBezTo>
                  <a:pt x="40" y="22"/>
                  <a:pt x="30" y="29"/>
                  <a:pt x="26" y="38"/>
                </a:cubicBezTo>
                <a:cubicBezTo>
                  <a:pt x="26" y="62"/>
                  <a:pt x="26" y="62"/>
                  <a:pt x="26" y="62"/>
                </a:cubicBezTo>
                <a:cubicBezTo>
                  <a:pt x="28" y="67"/>
                  <a:pt x="31" y="71"/>
                  <a:pt x="35" y="74"/>
                </a:cubicBezTo>
                <a:cubicBezTo>
                  <a:pt x="35" y="95"/>
                  <a:pt x="35" y="95"/>
                  <a:pt x="35" y="95"/>
                </a:cubicBezTo>
                <a:cubicBezTo>
                  <a:pt x="35" y="103"/>
                  <a:pt x="42" y="109"/>
                  <a:pt x="49" y="109"/>
                </a:cubicBezTo>
                <a:cubicBezTo>
                  <a:pt x="51" y="109"/>
                  <a:pt x="51" y="109"/>
                  <a:pt x="51" y="109"/>
                </a:cubicBezTo>
                <a:cubicBezTo>
                  <a:pt x="51" y="84"/>
                  <a:pt x="51" y="84"/>
                  <a:pt x="51" y="84"/>
                </a:cubicBezTo>
                <a:cubicBezTo>
                  <a:pt x="41" y="84"/>
                  <a:pt x="41" y="84"/>
                  <a:pt x="41" y="84"/>
                </a:cubicBezTo>
                <a:cubicBezTo>
                  <a:pt x="41" y="72"/>
                  <a:pt x="41" y="72"/>
                  <a:pt x="41" y="72"/>
                </a:cubicBezTo>
                <a:cubicBezTo>
                  <a:pt x="41" y="71"/>
                  <a:pt x="41" y="70"/>
                  <a:pt x="40" y="69"/>
                </a:cubicBezTo>
                <a:cubicBezTo>
                  <a:pt x="33" y="66"/>
                  <a:pt x="28" y="58"/>
                  <a:pt x="28" y="50"/>
                </a:cubicBezTo>
                <a:cubicBezTo>
                  <a:pt x="28" y="44"/>
                  <a:pt x="31" y="39"/>
                  <a:pt x="35" y="35"/>
                </a:cubicBezTo>
                <a:cubicBezTo>
                  <a:pt x="39" y="31"/>
                  <a:pt x="44" y="28"/>
                  <a:pt x="51" y="28"/>
                </a:cubicBezTo>
                <a:cubicBezTo>
                  <a:pt x="51" y="22"/>
                  <a:pt x="51" y="22"/>
                  <a:pt x="51" y="22"/>
                </a:cubicBezTo>
                <a:close/>
                <a:moveTo>
                  <a:pt x="51" y="0"/>
                </a:moveTo>
                <a:cubicBezTo>
                  <a:pt x="51" y="17"/>
                  <a:pt x="51" y="17"/>
                  <a:pt x="51" y="17"/>
                </a:cubicBezTo>
                <a:cubicBezTo>
                  <a:pt x="49" y="17"/>
                  <a:pt x="48" y="16"/>
                  <a:pt x="48" y="15"/>
                </a:cubicBezTo>
                <a:cubicBezTo>
                  <a:pt x="48" y="2"/>
                  <a:pt x="48" y="2"/>
                  <a:pt x="48" y="2"/>
                </a:cubicBezTo>
                <a:cubicBezTo>
                  <a:pt x="48" y="1"/>
                  <a:pt x="49" y="0"/>
                  <a:pt x="51" y="0"/>
                </a:cubicBezTo>
                <a:close/>
                <a:moveTo>
                  <a:pt x="26" y="79"/>
                </a:moveTo>
                <a:cubicBezTo>
                  <a:pt x="26" y="73"/>
                  <a:pt x="26" y="73"/>
                  <a:pt x="26" y="73"/>
                </a:cubicBezTo>
                <a:cubicBezTo>
                  <a:pt x="26" y="73"/>
                  <a:pt x="27" y="73"/>
                  <a:pt x="28" y="73"/>
                </a:cubicBezTo>
                <a:cubicBezTo>
                  <a:pt x="29" y="74"/>
                  <a:pt x="29" y="76"/>
                  <a:pt x="28" y="77"/>
                </a:cubicBezTo>
                <a:cubicBezTo>
                  <a:pt x="26" y="79"/>
                  <a:pt x="26" y="79"/>
                  <a:pt x="26" y="79"/>
                </a:cubicBezTo>
                <a:close/>
                <a:moveTo>
                  <a:pt x="26" y="28"/>
                </a:moveTo>
                <a:cubicBezTo>
                  <a:pt x="26" y="21"/>
                  <a:pt x="26" y="21"/>
                  <a:pt x="26" y="21"/>
                </a:cubicBezTo>
                <a:cubicBezTo>
                  <a:pt x="28" y="23"/>
                  <a:pt x="28" y="23"/>
                  <a:pt x="28" y="23"/>
                </a:cubicBezTo>
                <a:cubicBezTo>
                  <a:pt x="29" y="24"/>
                  <a:pt x="29" y="26"/>
                  <a:pt x="28" y="27"/>
                </a:cubicBezTo>
                <a:cubicBezTo>
                  <a:pt x="27" y="28"/>
                  <a:pt x="26" y="28"/>
                  <a:pt x="26" y="28"/>
                </a:cubicBezTo>
                <a:close/>
                <a:moveTo>
                  <a:pt x="26" y="38"/>
                </a:moveTo>
                <a:cubicBezTo>
                  <a:pt x="24" y="42"/>
                  <a:pt x="23" y="46"/>
                  <a:pt x="23" y="50"/>
                </a:cubicBezTo>
                <a:cubicBezTo>
                  <a:pt x="23" y="55"/>
                  <a:pt x="24" y="59"/>
                  <a:pt x="26" y="62"/>
                </a:cubicBezTo>
                <a:cubicBezTo>
                  <a:pt x="26" y="38"/>
                  <a:pt x="26" y="38"/>
                  <a:pt x="26" y="38"/>
                </a:cubicBezTo>
                <a:close/>
                <a:moveTo>
                  <a:pt x="26" y="21"/>
                </a:moveTo>
                <a:cubicBezTo>
                  <a:pt x="26" y="28"/>
                  <a:pt x="26" y="28"/>
                  <a:pt x="26" y="28"/>
                </a:cubicBezTo>
                <a:cubicBezTo>
                  <a:pt x="25" y="28"/>
                  <a:pt x="24" y="27"/>
                  <a:pt x="24" y="27"/>
                </a:cubicBezTo>
                <a:cubicBezTo>
                  <a:pt x="24" y="27"/>
                  <a:pt x="24" y="27"/>
                  <a:pt x="24" y="27"/>
                </a:cubicBezTo>
                <a:cubicBezTo>
                  <a:pt x="15" y="18"/>
                  <a:pt x="15" y="18"/>
                  <a:pt x="15" y="18"/>
                </a:cubicBezTo>
                <a:cubicBezTo>
                  <a:pt x="14" y="17"/>
                  <a:pt x="14" y="16"/>
                  <a:pt x="15" y="15"/>
                </a:cubicBezTo>
                <a:cubicBezTo>
                  <a:pt x="16" y="14"/>
                  <a:pt x="18" y="14"/>
                  <a:pt x="19" y="15"/>
                </a:cubicBezTo>
                <a:cubicBezTo>
                  <a:pt x="26" y="21"/>
                  <a:pt x="26" y="21"/>
                  <a:pt x="26" y="21"/>
                </a:cubicBezTo>
                <a:close/>
                <a:moveTo>
                  <a:pt x="26" y="73"/>
                </a:moveTo>
                <a:cubicBezTo>
                  <a:pt x="26" y="79"/>
                  <a:pt x="26" y="79"/>
                  <a:pt x="26" y="79"/>
                </a:cubicBezTo>
                <a:cubicBezTo>
                  <a:pt x="19" y="86"/>
                  <a:pt x="19" y="86"/>
                  <a:pt x="19" y="86"/>
                </a:cubicBezTo>
                <a:cubicBezTo>
                  <a:pt x="18" y="87"/>
                  <a:pt x="16" y="87"/>
                  <a:pt x="15" y="86"/>
                </a:cubicBezTo>
                <a:cubicBezTo>
                  <a:pt x="14" y="85"/>
                  <a:pt x="14" y="83"/>
                  <a:pt x="15" y="82"/>
                </a:cubicBezTo>
                <a:cubicBezTo>
                  <a:pt x="24" y="73"/>
                  <a:pt x="24" y="73"/>
                  <a:pt x="24" y="73"/>
                </a:cubicBezTo>
                <a:cubicBezTo>
                  <a:pt x="24" y="73"/>
                  <a:pt x="24" y="73"/>
                  <a:pt x="24" y="73"/>
                </a:cubicBezTo>
                <a:cubicBezTo>
                  <a:pt x="24" y="73"/>
                  <a:pt x="25" y="73"/>
                  <a:pt x="26" y="73"/>
                </a:cubicBezTo>
                <a:close/>
                <a:moveTo>
                  <a:pt x="18" y="50"/>
                </a:moveTo>
                <a:cubicBezTo>
                  <a:pt x="18" y="50"/>
                  <a:pt x="18" y="50"/>
                  <a:pt x="18" y="50"/>
                </a:cubicBezTo>
                <a:cubicBezTo>
                  <a:pt x="18" y="49"/>
                  <a:pt x="17" y="48"/>
                  <a:pt x="15" y="48"/>
                </a:cubicBezTo>
                <a:cubicBezTo>
                  <a:pt x="3" y="48"/>
                  <a:pt x="3" y="48"/>
                  <a:pt x="3" y="48"/>
                </a:cubicBezTo>
                <a:cubicBezTo>
                  <a:pt x="2" y="48"/>
                  <a:pt x="0" y="49"/>
                  <a:pt x="0" y="50"/>
                </a:cubicBezTo>
                <a:cubicBezTo>
                  <a:pt x="0" y="52"/>
                  <a:pt x="2" y="53"/>
                  <a:pt x="3" y="53"/>
                </a:cubicBezTo>
                <a:cubicBezTo>
                  <a:pt x="15" y="53"/>
                  <a:pt x="15" y="53"/>
                  <a:pt x="15" y="53"/>
                </a:cubicBezTo>
                <a:cubicBezTo>
                  <a:pt x="17" y="53"/>
                  <a:pt x="18" y="52"/>
                  <a:pt x="18" y="5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04" name="燕尾形 103"/>
          <p:cNvSpPr/>
          <p:nvPr/>
        </p:nvSpPr>
        <p:spPr>
          <a:xfrm rot="5400000">
            <a:off x="1833411" y="2637731"/>
            <a:ext cx="359947" cy="575915"/>
          </a:xfrm>
          <a:prstGeom prst="chevron">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tx1"/>
              </a:solidFill>
              <a:latin typeface="微软雅黑" panose="020B0503020204020204" pitchFamily="34" charset="-122"/>
              <a:ea typeface="微软雅黑" panose="020B0503020204020204" pitchFamily="34" charset="-122"/>
            </a:endParaRPr>
          </a:p>
        </p:txBody>
      </p:sp>
      <p:cxnSp>
        <p:nvCxnSpPr>
          <p:cNvPr id="105" name="直接连接符 104"/>
          <p:cNvCxnSpPr/>
          <p:nvPr/>
        </p:nvCxnSpPr>
        <p:spPr>
          <a:xfrm>
            <a:off x="2013385" y="3213644"/>
            <a:ext cx="3635457"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06" name="矩形 105"/>
          <p:cNvSpPr/>
          <p:nvPr/>
        </p:nvSpPr>
        <p:spPr>
          <a:xfrm>
            <a:off x="2350295" y="2117795"/>
            <a:ext cx="710384" cy="400077"/>
          </a:xfrm>
          <a:prstGeom prst="rect">
            <a:avLst/>
          </a:prstGeom>
        </p:spPr>
        <p:txBody>
          <a:bodyPr wrap="none" lIns="91407" tIns="45704" rIns="91407" bIns="45704">
            <a:spAutoFit/>
          </a:bodyPr>
          <a:lstStyle/>
          <a:p>
            <a:r>
              <a:rPr lang="zh-CN" altLang="en-US" sz="2000" b="1" dirty="0">
                <a:latin typeface="微软雅黑" panose="020B0503020204020204" pitchFamily="34" charset="-122"/>
                <a:ea typeface="微软雅黑" panose="020B0503020204020204" pitchFamily="34" charset="-122"/>
              </a:rPr>
              <a:t>标题</a:t>
            </a:r>
            <a:endParaRPr lang="en-US" altLang="zh-CN" sz="2000" b="1" dirty="0">
              <a:latin typeface="微软雅黑" panose="020B0503020204020204" pitchFamily="34" charset="-122"/>
              <a:ea typeface="微软雅黑" panose="020B0503020204020204" pitchFamily="34" charset="-122"/>
            </a:endParaRPr>
          </a:p>
        </p:txBody>
      </p:sp>
      <p:sp>
        <p:nvSpPr>
          <p:cNvPr id="107" name="矩形 47"/>
          <p:cNvSpPr>
            <a:spLocks noChangeArrowheads="1"/>
          </p:cNvSpPr>
          <p:nvPr/>
        </p:nvSpPr>
        <p:spPr bwMode="auto">
          <a:xfrm>
            <a:off x="2337337" y="2532424"/>
            <a:ext cx="3311505" cy="587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7" tIns="45704" rIns="91407" bIns="45704">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pPr>
            <a:r>
              <a:rPr lang="zh-CN" altLang="en-US" sz="1400" dirty="0"/>
              <a:t>在此处输入具体内容在此处输入具体内容在此处输入具体内容</a:t>
            </a:r>
            <a:endParaRPr lang="en-US" altLang="zh-CN" sz="1400" dirty="0"/>
          </a:p>
        </p:txBody>
      </p:sp>
      <p:sp>
        <p:nvSpPr>
          <p:cNvPr id="108" name="燕尾形 107"/>
          <p:cNvSpPr/>
          <p:nvPr/>
        </p:nvSpPr>
        <p:spPr>
          <a:xfrm rot="5400000">
            <a:off x="1833411" y="4005527"/>
            <a:ext cx="359947" cy="575915"/>
          </a:xfrm>
          <a:prstGeom prst="chevron">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tx1"/>
              </a:solidFill>
              <a:latin typeface="微软雅黑" panose="020B0503020204020204" pitchFamily="34" charset="-122"/>
              <a:ea typeface="微软雅黑" panose="020B0503020204020204" pitchFamily="34" charset="-122"/>
            </a:endParaRPr>
          </a:p>
        </p:txBody>
      </p:sp>
      <p:cxnSp>
        <p:nvCxnSpPr>
          <p:cNvPr id="109" name="直接连接符 108"/>
          <p:cNvCxnSpPr/>
          <p:nvPr/>
        </p:nvCxnSpPr>
        <p:spPr>
          <a:xfrm>
            <a:off x="2013385" y="4581440"/>
            <a:ext cx="3635457"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10" name="矩形 109"/>
          <p:cNvSpPr/>
          <p:nvPr/>
        </p:nvSpPr>
        <p:spPr>
          <a:xfrm>
            <a:off x="2350295" y="3485591"/>
            <a:ext cx="710384" cy="400077"/>
          </a:xfrm>
          <a:prstGeom prst="rect">
            <a:avLst/>
          </a:prstGeom>
        </p:spPr>
        <p:txBody>
          <a:bodyPr wrap="none" lIns="91407" tIns="45704" rIns="91407" bIns="45704">
            <a:spAutoFit/>
          </a:bodyPr>
          <a:lstStyle/>
          <a:p>
            <a:r>
              <a:rPr lang="zh-CN" altLang="en-US" sz="2000" b="1" dirty="0">
                <a:latin typeface="微软雅黑" panose="020B0503020204020204" pitchFamily="34" charset="-122"/>
                <a:ea typeface="微软雅黑" panose="020B0503020204020204" pitchFamily="34" charset="-122"/>
              </a:rPr>
              <a:t>标题</a:t>
            </a:r>
            <a:endParaRPr lang="en-US" altLang="zh-CN" sz="2000" b="1" dirty="0">
              <a:latin typeface="微软雅黑" panose="020B0503020204020204" pitchFamily="34" charset="-122"/>
              <a:ea typeface="微软雅黑" panose="020B0503020204020204" pitchFamily="34" charset="-122"/>
            </a:endParaRPr>
          </a:p>
        </p:txBody>
      </p:sp>
      <p:sp>
        <p:nvSpPr>
          <p:cNvPr id="111" name="矩形 47"/>
          <p:cNvSpPr>
            <a:spLocks noChangeArrowheads="1"/>
          </p:cNvSpPr>
          <p:nvPr/>
        </p:nvSpPr>
        <p:spPr bwMode="auto">
          <a:xfrm>
            <a:off x="2337337" y="3900220"/>
            <a:ext cx="3311505" cy="587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7" tIns="45704" rIns="91407" bIns="45704">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pPr>
            <a:r>
              <a:rPr lang="zh-CN" altLang="en-US" sz="1400" dirty="0"/>
              <a:t>在此处输入具体内容在此处输入具体内容在此处输入具体内容</a:t>
            </a:r>
            <a:endParaRPr lang="en-US" altLang="zh-CN" sz="1400" dirty="0"/>
          </a:p>
        </p:txBody>
      </p:sp>
      <p:sp>
        <p:nvSpPr>
          <p:cNvPr id="112" name="燕尾形 111"/>
          <p:cNvSpPr/>
          <p:nvPr/>
        </p:nvSpPr>
        <p:spPr>
          <a:xfrm rot="5400000">
            <a:off x="1833411" y="5445311"/>
            <a:ext cx="359947" cy="575915"/>
          </a:xfrm>
          <a:prstGeom prst="chevron">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tx1"/>
              </a:solidFill>
              <a:latin typeface="微软雅黑" panose="020B0503020204020204" pitchFamily="34" charset="-122"/>
              <a:ea typeface="微软雅黑" panose="020B0503020204020204" pitchFamily="34" charset="-122"/>
            </a:endParaRPr>
          </a:p>
        </p:txBody>
      </p:sp>
      <p:cxnSp>
        <p:nvCxnSpPr>
          <p:cNvPr id="113" name="直接连接符 112"/>
          <p:cNvCxnSpPr/>
          <p:nvPr/>
        </p:nvCxnSpPr>
        <p:spPr>
          <a:xfrm>
            <a:off x="2013385" y="6021225"/>
            <a:ext cx="3635457"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14" name="矩形 113"/>
          <p:cNvSpPr/>
          <p:nvPr/>
        </p:nvSpPr>
        <p:spPr>
          <a:xfrm>
            <a:off x="2350295" y="4925376"/>
            <a:ext cx="710384" cy="400077"/>
          </a:xfrm>
          <a:prstGeom prst="rect">
            <a:avLst/>
          </a:prstGeom>
        </p:spPr>
        <p:txBody>
          <a:bodyPr wrap="none" lIns="91407" tIns="45704" rIns="91407" bIns="45704">
            <a:spAutoFit/>
          </a:bodyPr>
          <a:lstStyle/>
          <a:p>
            <a:r>
              <a:rPr lang="zh-CN" altLang="en-US" sz="2000" b="1" dirty="0">
                <a:latin typeface="微软雅黑" panose="020B0503020204020204" pitchFamily="34" charset="-122"/>
                <a:ea typeface="微软雅黑" panose="020B0503020204020204" pitchFamily="34" charset="-122"/>
              </a:rPr>
              <a:t>标题</a:t>
            </a:r>
            <a:endParaRPr lang="en-US" altLang="zh-CN" sz="2000" b="1" dirty="0">
              <a:latin typeface="微软雅黑" panose="020B0503020204020204" pitchFamily="34" charset="-122"/>
              <a:ea typeface="微软雅黑" panose="020B0503020204020204" pitchFamily="34" charset="-122"/>
            </a:endParaRPr>
          </a:p>
        </p:txBody>
      </p:sp>
      <p:sp>
        <p:nvSpPr>
          <p:cNvPr id="115" name="矩形 47"/>
          <p:cNvSpPr>
            <a:spLocks noChangeArrowheads="1"/>
          </p:cNvSpPr>
          <p:nvPr/>
        </p:nvSpPr>
        <p:spPr bwMode="auto">
          <a:xfrm>
            <a:off x="2337337" y="5340006"/>
            <a:ext cx="3311505" cy="587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7" tIns="45704" rIns="91407" bIns="45704">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pPr>
            <a:r>
              <a:rPr lang="zh-CN" altLang="en-US" sz="1400" dirty="0"/>
              <a:t>在此处输入具体内容在此处输入具体内容在此处输入具体内容</a:t>
            </a:r>
            <a:endParaRPr lang="en-US" altLang="zh-CN" sz="1400" dirty="0"/>
          </a:p>
        </p:txBody>
      </p:sp>
      <p:sp>
        <p:nvSpPr>
          <p:cNvPr id="122" name="Text Box 4">
            <a:extLst>
              <a:ext uri="{FF2B5EF4-FFF2-40B4-BE49-F238E27FC236}">
                <a16:creationId xmlns:a16="http://schemas.microsoft.com/office/drawing/2014/main" id="{6BE4597B-CAEF-CB44-87B9-FEE2CD05D2A6}"/>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23" name="Half Frame 12">
            <a:extLst>
              <a:ext uri="{FF2B5EF4-FFF2-40B4-BE49-F238E27FC236}">
                <a16:creationId xmlns:a16="http://schemas.microsoft.com/office/drawing/2014/main" id="{7E0D3E9A-1621-C84A-B1F5-C7AAF2695A3E}"/>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124" name="直线连接符 123">
            <a:extLst>
              <a:ext uri="{FF2B5EF4-FFF2-40B4-BE49-F238E27FC236}">
                <a16:creationId xmlns:a16="http://schemas.microsoft.com/office/drawing/2014/main" id="{E253F40D-58FF-BB4A-9842-6E7D1786834A}"/>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50" advTm="0">
        <p14:flip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2"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1+#ppt_w/2"/>
                                              </p:val>
                                            </p:tav>
                                            <p:tav tm="100000">
                                              <p:val>
                                                <p:strVal val="#ppt_x"/>
                                              </p:val>
                                            </p:tav>
                                          </p:tavLst>
                                        </p:anim>
                                        <p:anim calcmode="lin" valueType="num">
                                          <p:cBhvr additive="base">
                                            <p:cTn id="23" dur="500" fill="hold"/>
                                            <p:tgtEl>
                                              <p:spTgt spid="7"/>
                                            </p:tgtEl>
                                            <p:attrNameLst>
                                              <p:attrName>ppt_y</p:attrName>
                                            </p:attrNameLst>
                                          </p:cBhvr>
                                          <p:tavLst>
                                            <p:tav tm="0">
                                              <p:val>
                                                <p:strVal val="#ppt_y"/>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ppt_x"/>
                                              </p:val>
                                            </p:tav>
                                            <p:tav tm="100000">
                                              <p:val>
                                                <p:strVal val="#ppt_x"/>
                                              </p:val>
                                            </p:tav>
                                          </p:tavLst>
                                        </p:anim>
                                        <p:anim calcmode="lin" valueType="num">
                                          <p:cBhvr additive="base">
                                            <p:cTn id="31" dur="500" fill="hold"/>
                                            <p:tgtEl>
                                              <p:spTgt spid="9"/>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1+#ppt_h/2"/>
                                              </p:val>
                                            </p:tav>
                                            <p:tav tm="100000">
                                              <p:val>
                                                <p:strVal val="#ppt_y"/>
                                              </p:val>
                                            </p:tav>
                                          </p:tavLst>
                                        </p:anim>
                                      </p:childTnLst>
                                    </p:cTn>
                                  </p:par>
                                  <p:par>
                                    <p:cTn id="36" presetID="2" presetClass="entr" presetSubtype="3"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ppt_x</p:attrName>
                                            </p:attrNameLst>
                                          </p:cBhvr>
                                          <p:tavLst>
                                            <p:tav tm="0">
                                              <p:val>
                                                <p:strVal val="1+#ppt_w/2"/>
                                              </p:val>
                                            </p:tav>
                                            <p:tav tm="100000">
                                              <p:val>
                                                <p:strVal val="#ppt_x"/>
                                              </p:val>
                                            </p:tav>
                                          </p:tavLst>
                                        </p:anim>
                                        <p:anim calcmode="lin" valueType="num">
                                          <p:cBhvr additive="base">
                                            <p:cTn id="39" dur="500" fill="hold"/>
                                            <p:tgtEl>
                                              <p:spTgt spid="11"/>
                                            </p:tgtEl>
                                            <p:attrNameLst>
                                              <p:attrName>ppt_y</p:attrName>
                                            </p:attrNameLst>
                                          </p:cBhvr>
                                          <p:tavLst>
                                            <p:tav tm="0">
                                              <p:val>
                                                <p:strVal val="0-#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00" fill="hold"/>
                                            <p:tgtEl>
                                              <p:spTgt spid="12"/>
                                            </p:tgtEl>
                                            <p:attrNameLst>
                                              <p:attrName>ppt_x</p:attrName>
                                            </p:attrNameLst>
                                          </p:cBhvr>
                                          <p:tavLst>
                                            <p:tav tm="0">
                                              <p:val>
                                                <p:strVal val="#ppt_x"/>
                                              </p:val>
                                            </p:tav>
                                            <p:tav tm="100000">
                                              <p:val>
                                                <p:strVal val="#ppt_x"/>
                                              </p:val>
                                            </p:tav>
                                          </p:tavLst>
                                        </p:anim>
                                        <p:anim calcmode="lin" valueType="num">
                                          <p:cBhvr additive="base">
                                            <p:cTn id="43" dur="500" fill="hold"/>
                                            <p:tgtEl>
                                              <p:spTgt spid="12"/>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500" fill="hold"/>
                                            <p:tgtEl>
                                              <p:spTgt spid="13"/>
                                            </p:tgtEl>
                                            <p:attrNameLst>
                                              <p:attrName>ppt_x</p:attrName>
                                            </p:attrNameLst>
                                          </p:cBhvr>
                                          <p:tavLst>
                                            <p:tav tm="0">
                                              <p:val>
                                                <p:strVal val="#ppt_x"/>
                                              </p:val>
                                            </p:tav>
                                            <p:tav tm="100000">
                                              <p:val>
                                                <p:strVal val="#ppt_x"/>
                                              </p:val>
                                            </p:tav>
                                          </p:tavLst>
                                        </p:anim>
                                        <p:anim calcmode="lin" valueType="num">
                                          <p:cBhvr additive="base">
                                            <p:cTn id="47" dur="500" fill="hold"/>
                                            <p:tgtEl>
                                              <p:spTgt spid="13"/>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00" fill="hold"/>
                                            <p:tgtEl>
                                              <p:spTgt spid="14"/>
                                            </p:tgtEl>
                                            <p:attrNameLst>
                                              <p:attrName>ppt_x</p:attrName>
                                            </p:attrNameLst>
                                          </p:cBhvr>
                                          <p:tavLst>
                                            <p:tav tm="0">
                                              <p:val>
                                                <p:strVal val="#ppt_x"/>
                                              </p:val>
                                            </p:tav>
                                            <p:tav tm="100000">
                                              <p:val>
                                                <p:strVal val="#ppt_x"/>
                                              </p:val>
                                            </p:tav>
                                          </p:tavLst>
                                        </p:anim>
                                        <p:anim calcmode="lin" valueType="num">
                                          <p:cBhvr additive="base">
                                            <p:cTn id="51" dur="500" fill="hold"/>
                                            <p:tgtEl>
                                              <p:spTgt spid="14"/>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 calcmode="lin" valueType="num">
                                          <p:cBhvr additive="base">
                                            <p:cTn id="54" dur="500" fill="hold"/>
                                            <p:tgtEl>
                                              <p:spTgt spid="15"/>
                                            </p:tgtEl>
                                            <p:attrNameLst>
                                              <p:attrName>ppt_x</p:attrName>
                                            </p:attrNameLst>
                                          </p:cBhvr>
                                          <p:tavLst>
                                            <p:tav tm="0">
                                              <p:val>
                                                <p:strVal val="#ppt_x"/>
                                              </p:val>
                                            </p:tav>
                                            <p:tav tm="100000">
                                              <p:val>
                                                <p:strVal val="#ppt_x"/>
                                              </p:val>
                                            </p:tav>
                                          </p:tavLst>
                                        </p:anim>
                                        <p:anim calcmode="lin" valueType="num">
                                          <p:cBhvr additive="base">
                                            <p:cTn id="55" dur="500" fill="hold"/>
                                            <p:tgtEl>
                                              <p:spTgt spid="15"/>
                                            </p:tgtEl>
                                            <p:attrNameLst>
                                              <p:attrName>ppt_y</p:attrName>
                                            </p:attrNameLst>
                                          </p:cBhvr>
                                          <p:tavLst>
                                            <p:tav tm="0">
                                              <p:val>
                                                <p:strVal val="1+#ppt_h/2"/>
                                              </p:val>
                                            </p:tav>
                                            <p:tav tm="100000">
                                              <p:val>
                                                <p:strVal val="#ppt_y"/>
                                              </p:val>
                                            </p:tav>
                                          </p:tavLst>
                                        </p:anim>
                                      </p:childTnLst>
                                    </p:cTn>
                                  </p:par>
                                  <p:par>
                                    <p:cTn id="56" presetID="2" presetClass="entr" presetSubtype="6" fill="hold" nodeType="with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500" fill="hold"/>
                                            <p:tgtEl>
                                              <p:spTgt spid="16"/>
                                            </p:tgtEl>
                                            <p:attrNameLst>
                                              <p:attrName>ppt_x</p:attrName>
                                            </p:attrNameLst>
                                          </p:cBhvr>
                                          <p:tavLst>
                                            <p:tav tm="0">
                                              <p:val>
                                                <p:strVal val="1+#ppt_w/2"/>
                                              </p:val>
                                            </p:tav>
                                            <p:tav tm="100000">
                                              <p:val>
                                                <p:strVal val="#ppt_x"/>
                                              </p:val>
                                            </p:tav>
                                          </p:tavLst>
                                        </p:anim>
                                        <p:anim calcmode="lin" valueType="num">
                                          <p:cBhvr additive="base">
                                            <p:cTn id="59" dur="500" fill="hold"/>
                                            <p:tgtEl>
                                              <p:spTgt spid="16"/>
                                            </p:tgtEl>
                                            <p:attrNameLst>
                                              <p:attrName>ppt_y</p:attrName>
                                            </p:attrNameLst>
                                          </p:cBhvr>
                                          <p:tavLst>
                                            <p:tav tm="0">
                                              <p:val>
                                                <p:strVal val="1+#ppt_h/2"/>
                                              </p:val>
                                            </p:tav>
                                            <p:tav tm="100000">
                                              <p:val>
                                                <p:strVal val="#ppt_y"/>
                                              </p:val>
                                            </p:tav>
                                          </p:tavLst>
                                        </p:anim>
                                      </p:childTnLst>
                                    </p:cTn>
                                  </p:par>
                                  <p:par>
                                    <p:cTn id="60" presetID="2" presetClass="entr" presetSubtype="6"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 calcmode="lin" valueType="num">
                                          <p:cBhvr additive="base">
                                            <p:cTn id="62" dur="500" fill="hold"/>
                                            <p:tgtEl>
                                              <p:spTgt spid="23"/>
                                            </p:tgtEl>
                                            <p:attrNameLst>
                                              <p:attrName>ppt_x</p:attrName>
                                            </p:attrNameLst>
                                          </p:cBhvr>
                                          <p:tavLst>
                                            <p:tav tm="0">
                                              <p:val>
                                                <p:strVal val="1+#ppt_w/2"/>
                                              </p:val>
                                            </p:tav>
                                            <p:tav tm="100000">
                                              <p:val>
                                                <p:strVal val="#ppt_x"/>
                                              </p:val>
                                            </p:tav>
                                          </p:tavLst>
                                        </p:anim>
                                        <p:anim calcmode="lin" valueType="num">
                                          <p:cBhvr additive="base">
                                            <p:cTn id="63" dur="500" fill="hold"/>
                                            <p:tgtEl>
                                              <p:spTgt spid="23"/>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 calcmode="lin" valueType="num">
                                          <p:cBhvr additive="base">
                                            <p:cTn id="66" dur="500" fill="hold"/>
                                            <p:tgtEl>
                                              <p:spTgt spid="24"/>
                                            </p:tgtEl>
                                            <p:attrNameLst>
                                              <p:attrName>ppt_x</p:attrName>
                                            </p:attrNameLst>
                                          </p:cBhvr>
                                          <p:tavLst>
                                            <p:tav tm="0">
                                              <p:val>
                                                <p:strVal val="#ppt_x"/>
                                              </p:val>
                                            </p:tav>
                                            <p:tav tm="100000">
                                              <p:val>
                                                <p:strVal val="#ppt_x"/>
                                              </p:val>
                                            </p:tav>
                                          </p:tavLst>
                                        </p:anim>
                                        <p:anim calcmode="lin" valueType="num">
                                          <p:cBhvr additive="base">
                                            <p:cTn id="67" dur="500" fill="hold"/>
                                            <p:tgtEl>
                                              <p:spTgt spid="24"/>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 calcmode="lin" valueType="num">
                                          <p:cBhvr additive="base">
                                            <p:cTn id="70" dur="500" fill="hold"/>
                                            <p:tgtEl>
                                              <p:spTgt spid="25"/>
                                            </p:tgtEl>
                                            <p:attrNameLst>
                                              <p:attrName>ppt_x</p:attrName>
                                            </p:attrNameLst>
                                          </p:cBhvr>
                                          <p:tavLst>
                                            <p:tav tm="0">
                                              <p:val>
                                                <p:strVal val="#ppt_x"/>
                                              </p:val>
                                            </p:tav>
                                            <p:tav tm="100000">
                                              <p:val>
                                                <p:strVal val="#ppt_x"/>
                                              </p:val>
                                            </p:tav>
                                          </p:tavLst>
                                        </p:anim>
                                        <p:anim calcmode="lin" valueType="num">
                                          <p:cBhvr additive="base">
                                            <p:cTn id="71" dur="500" fill="hold"/>
                                            <p:tgtEl>
                                              <p:spTgt spid="25"/>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 calcmode="lin" valueType="num">
                                          <p:cBhvr additive="base">
                                            <p:cTn id="74" dur="500" fill="hold"/>
                                            <p:tgtEl>
                                              <p:spTgt spid="26"/>
                                            </p:tgtEl>
                                            <p:attrNameLst>
                                              <p:attrName>ppt_x</p:attrName>
                                            </p:attrNameLst>
                                          </p:cBhvr>
                                          <p:tavLst>
                                            <p:tav tm="0">
                                              <p:val>
                                                <p:strVal val="#ppt_x"/>
                                              </p:val>
                                            </p:tav>
                                            <p:tav tm="100000">
                                              <p:val>
                                                <p:strVal val="#ppt_x"/>
                                              </p:val>
                                            </p:tav>
                                          </p:tavLst>
                                        </p:anim>
                                        <p:anim calcmode="lin" valueType="num">
                                          <p:cBhvr additive="base">
                                            <p:cTn id="75" dur="500" fill="hold"/>
                                            <p:tgtEl>
                                              <p:spTgt spid="26"/>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 calcmode="lin" valueType="num">
                                          <p:cBhvr additive="base">
                                            <p:cTn id="78" dur="500" fill="hold"/>
                                            <p:tgtEl>
                                              <p:spTgt spid="27"/>
                                            </p:tgtEl>
                                            <p:attrNameLst>
                                              <p:attrName>ppt_x</p:attrName>
                                            </p:attrNameLst>
                                          </p:cBhvr>
                                          <p:tavLst>
                                            <p:tav tm="0">
                                              <p:val>
                                                <p:strVal val="#ppt_x"/>
                                              </p:val>
                                            </p:tav>
                                            <p:tav tm="100000">
                                              <p:val>
                                                <p:strVal val="#ppt_x"/>
                                              </p:val>
                                            </p:tav>
                                          </p:tavLst>
                                        </p:anim>
                                        <p:anim calcmode="lin" valueType="num">
                                          <p:cBhvr additive="base">
                                            <p:cTn id="79" dur="500" fill="hold"/>
                                            <p:tgtEl>
                                              <p:spTgt spid="27"/>
                                            </p:tgtEl>
                                            <p:attrNameLst>
                                              <p:attrName>ppt_y</p:attrName>
                                            </p:attrNameLst>
                                          </p:cBhvr>
                                          <p:tavLst>
                                            <p:tav tm="0">
                                              <p:val>
                                                <p:strVal val="1+#ppt_h/2"/>
                                              </p:val>
                                            </p:tav>
                                            <p:tav tm="100000">
                                              <p:val>
                                                <p:strVal val="#ppt_y"/>
                                              </p:val>
                                            </p:tav>
                                          </p:tavLst>
                                        </p:anim>
                                      </p:childTnLst>
                                    </p:cTn>
                                  </p:par>
                                  <p:par>
                                    <p:cTn id="80" presetID="2" presetClass="entr" presetSubtype="4" fill="hold" grpId="0" nodeType="withEffect">
                                      <p:stCondLst>
                                        <p:cond delay="0"/>
                                      </p:stCondLst>
                                      <p:childTnLst>
                                        <p:set>
                                          <p:cBhvr>
                                            <p:cTn id="81" dur="1" fill="hold">
                                              <p:stCondLst>
                                                <p:cond delay="0"/>
                                              </p:stCondLst>
                                            </p:cTn>
                                            <p:tgtEl>
                                              <p:spTgt spid="28"/>
                                            </p:tgtEl>
                                            <p:attrNameLst>
                                              <p:attrName>style.visibility</p:attrName>
                                            </p:attrNameLst>
                                          </p:cBhvr>
                                          <p:to>
                                            <p:strVal val="visible"/>
                                          </p:to>
                                        </p:set>
                                        <p:anim calcmode="lin" valueType="num">
                                          <p:cBhvr additive="base">
                                            <p:cTn id="82" dur="500" fill="hold"/>
                                            <p:tgtEl>
                                              <p:spTgt spid="28"/>
                                            </p:tgtEl>
                                            <p:attrNameLst>
                                              <p:attrName>ppt_x</p:attrName>
                                            </p:attrNameLst>
                                          </p:cBhvr>
                                          <p:tavLst>
                                            <p:tav tm="0">
                                              <p:val>
                                                <p:strVal val="#ppt_x"/>
                                              </p:val>
                                            </p:tav>
                                            <p:tav tm="100000">
                                              <p:val>
                                                <p:strVal val="#ppt_x"/>
                                              </p:val>
                                            </p:tav>
                                          </p:tavLst>
                                        </p:anim>
                                        <p:anim calcmode="lin" valueType="num">
                                          <p:cBhvr additive="base">
                                            <p:cTn id="83" dur="500" fill="hold"/>
                                            <p:tgtEl>
                                              <p:spTgt spid="28"/>
                                            </p:tgtEl>
                                            <p:attrNameLst>
                                              <p:attrName>ppt_y</p:attrName>
                                            </p:attrNameLst>
                                          </p:cBhvr>
                                          <p:tavLst>
                                            <p:tav tm="0">
                                              <p:val>
                                                <p:strVal val="1+#ppt_h/2"/>
                                              </p:val>
                                            </p:tav>
                                            <p:tav tm="100000">
                                              <p:val>
                                                <p:strVal val="#ppt_y"/>
                                              </p:val>
                                            </p:tav>
                                          </p:tavLst>
                                        </p:anim>
                                      </p:childTnLst>
                                    </p:cTn>
                                  </p:par>
                                  <p:par>
                                    <p:cTn id="84" presetID="2" presetClass="entr" presetSubtype="4"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 calcmode="lin" valueType="num">
                                          <p:cBhvr additive="base">
                                            <p:cTn id="86" dur="500" fill="hold"/>
                                            <p:tgtEl>
                                              <p:spTgt spid="29"/>
                                            </p:tgtEl>
                                            <p:attrNameLst>
                                              <p:attrName>ppt_x</p:attrName>
                                            </p:attrNameLst>
                                          </p:cBhvr>
                                          <p:tavLst>
                                            <p:tav tm="0">
                                              <p:val>
                                                <p:strVal val="#ppt_x"/>
                                              </p:val>
                                            </p:tav>
                                            <p:tav tm="100000">
                                              <p:val>
                                                <p:strVal val="#ppt_x"/>
                                              </p:val>
                                            </p:tav>
                                          </p:tavLst>
                                        </p:anim>
                                        <p:anim calcmode="lin" valueType="num">
                                          <p:cBhvr additive="base">
                                            <p:cTn id="87" dur="500" fill="hold"/>
                                            <p:tgtEl>
                                              <p:spTgt spid="29"/>
                                            </p:tgtEl>
                                            <p:attrNameLst>
                                              <p:attrName>ppt_y</p:attrName>
                                            </p:attrNameLst>
                                          </p:cBhvr>
                                          <p:tavLst>
                                            <p:tav tm="0">
                                              <p:val>
                                                <p:strVal val="1+#ppt_h/2"/>
                                              </p:val>
                                            </p:tav>
                                            <p:tav tm="100000">
                                              <p:val>
                                                <p:strVal val="#ppt_y"/>
                                              </p:val>
                                            </p:tav>
                                          </p:tavLst>
                                        </p:anim>
                                      </p:childTnLst>
                                    </p:cTn>
                                  </p:par>
                                  <p:par>
                                    <p:cTn id="88" presetID="2" presetClass="entr" presetSubtype="4" fill="hold" grpId="0" nodeType="withEffect">
                                      <p:stCondLst>
                                        <p:cond delay="0"/>
                                      </p:stCondLst>
                                      <p:childTnLst>
                                        <p:set>
                                          <p:cBhvr>
                                            <p:cTn id="89" dur="1" fill="hold">
                                              <p:stCondLst>
                                                <p:cond delay="0"/>
                                              </p:stCondLst>
                                            </p:cTn>
                                            <p:tgtEl>
                                              <p:spTgt spid="30"/>
                                            </p:tgtEl>
                                            <p:attrNameLst>
                                              <p:attrName>style.visibility</p:attrName>
                                            </p:attrNameLst>
                                          </p:cBhvr>
                                          <p:to>
                                            <p:strVal val="visible"/>
                                          </p:to>
                                        </p:set>
                                        <p:anim calcmode="lin" valueType="num">
                                          <p:cBhvr additive="base">
                                            <p:cTn id="90" dur="500" fill="hold"/>
                                            <p:tgtEl>
                                              <p:spTgt spid="30"/>
                                            </p:tgtEl>
                                            <p:attrNameLst>
                                              <p:attrName>ppt_x</p:attrName>
                                            </p:attrNameLst>
                                          </p:cBhvr>
                                          <p:tavLst>
                                            <p:tav tm="0">
                                              <p:val>
                                                <p:strVal val="#ppt_x"/>
                                              </p:val>
                                            </p:tav>
                                            <p:tav tm="100000">
                                              <p:val>
                                                <p:strVal val="#ppt_x"/>
                                              </p:val>
                                            </p:tav>
                                          </p:tavLst>
                                        </p:anim>
                                        <p:anim calcmode="lin" valueType="num">
                                          <p:cBhvr additive="base">
                                            <p:cTn id="91" dur="500" fill="hold"/>
                                            <p:tgtEl>
                                              <p:spTgt spid="30"/>
                                            </p:tgtEl>
                                            <p:attrNameLst>
                                              <p:attrName>ppt_y</p:attrName>
                                            </p:attrNameLst>
                                          </p:cBhvr>
                                          <p:tavLst>
                                            <p:tav tm="0">
                                              <p:val>
                                                <p:strVal val="1+#ppt_h/2"/>
                                              </p:val>
                                            </p:tav>
                                            <p:tav tm="100000">
                                              <p:val>
                                                <p:strVal val="#ppt_y"/>
                                              </p:val>
                                            </p:tav>
                                          </p:tavLst>
                                        </p:anim>
                                      </p:childTnLst>
                                    </p:cTn>
                                  </p:par>
                                  <p:par>
                                    <p:cTn id="92" presetID="2" presetClass="entr" presetSubtype="1" fill="hold" grpId="0" nodeType="withEffect">
                                      <p:stCondLst>
                                        <p:cond delay="0"/>
                                      </p:stCondLst>
                                      <p:childTnLst>
                                        <p:set>
                                          <p:cBhvr>
                                            <p:cTn id="93" dur="1" fill="hold">
                                              <p:stCondLst>
                                                <p:cond delay="0"/>
                                              </p:stCondLst>
                                            </p:cTn>
                                            <p:tgtEl>
                                              <p:spTgt spid="31"/>
                                            </p:tgtEl>
                                            <p:attrNameLst>
                                              <p:attrName>style.visibility</p:attrName>
                                            </p:attrNameLst>
                                          </p:cBhvr>
                                          <p:to>
                                            <p:strVal val="visible"/>
                                          </p:to>
                                        </p:set>
                                        <p:anim calcmode="lin" valueType="num">
                                          <p:cBhvr additive="base">
                                            <p:cTn id="94" dur="500" fill="hold"/>
                                            <p:tgtEl>
                                              <p:spTgt spid="31"/>
                                            </p:tgtEl>
                                            <p:attrNameLst>
                                              <p:attrName>ppt_x</p:attrName>
                                            </p:attrNameLst>
                                          </p:cBhvr>
                                          <p:tavLst>
                                            <p:tav tm="0">
                                              <p:val>
                                                <p:strVal val="#ppt_x"/>
                                              </p:val>
                                            </p:tav>
                                            <p:tav tm="100000">
                                              <p:val>
                                                <p:strVal val="#ppt_x"/>
                                              </p:val>
                                            </p:tav>
                                          </p:tavLst>
                                        </p:anim>
                                        <p:anim calcmode="lin" valueType="num">
                                          <p:cBhvr additive="base">
                                            <p:cTn id="95" dur="500" fill="hold"/>
                                            <p:tgtEl>
                                              <p:spTgt spid="31"/>
                                            </p:tgtEl>
                                            <p:attrNameLst>
                                              <p:attrName>ppt_y</p:attrName>
                                            </p:attrNameLst>
                                          </p:cBhvr>
                                          <p:tavLst>
                                            <p:tav tm="0">
                                              <p:val>
                                                <p:strVal val="0-#ppt_h/2"/>
                                              </p:val>
                                            </p:tav>
                                            <p:tav tm="100000">
                                              <p:val>
                                                <p:strVal val="#ppt_y"/>
                                              </p:val>
                                            </p:tav>
                                          </p:tavLst>
                                        </p:anim>
                                      </p:childTnLst>
                                    </p:cTn>
                                  </p:par>
                                  <p:par>
                                    <p:cTn id="96" presetID="2" presetClass="entr" presetSubtype="4"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 calcmode="lin" valueType="num">
                                          <p:cBhvr additive="base">
                                            <p:cTn id="98" dur="500" fill="hold"/>
                                            <p:tgtEl>
                                              <p:spTgt spid="32"/>
                                            </p:tgtEl>
                                            <p:attrNameLst>
                                              <p:attrName>ppt_x</p:attrName>
                                            </p:attrNameLst>
                                          </p:cBhvr>
                                          <p:tavLst>
                                            <p:tav tm="0">
                                              <p:val>
                                                <p:strVal val="#ppt_x"/>
                                              </p:val>
                                            </p:tav>
                                            <p:tav tm="100000">
                                              <p:val>
                                                <p:strVal val="#ppt_x"/>
                                              </p:val>
                                            </p:tav>
                                          </p:tavLst>
                                        </p:anim>
                                        <p:anim calcmode="lin" valueType="num">
                                          <p:cBhvr additive="base">
                                            <p:cTn id="99" dur="500" fill="hold"/>
                                            <p:tgtEl>
                                              <p:spTgt spid="32"/>
                                            </p:tgtEl>
                                            <p:attrNameLst>
                                              <p:attrName>ppt_y</p:attrName>
                                            </p:attrNameLst>
                                          </p:cBhvr>
                                          <p:tavLst>
                                            <p:tav tm="0">
                                              <p:val>
                                                <p:strVal val="1+#ppt_h/2"/>
                                              </p:val>
                                            </p:tav>
                                            <p:tav tm="100000">
                                              <p:val>
                                                <p:strVal val="#ppt_y"/>
                                              </p:val>
                                            </p:tav>
                                          </p:tavLst>
                                        </p:anim>
                                      </p:childTnLst>
                                    </p:cTn>
                                  </p:par>
                                  <p:par>
                                    <p:cTn id="100" presetID="2" presetClass="entr" presetSubtype="9" fill="hold" grpId="0" nodeType="withEffect">
                                      <p:stCondLst>
                                        <p:cond delay="0"/>
                                      </p:stCondLst>
                                      <p:childTnLst>
                                        <p:set>
                                          <p:cBhvr>
                                            <p:cTn id="101" dur="1" fill="hold">
                                              <p:stCondLst>
                                                <p:cond delay="0"/>
                                              </p:stCondLst>
                                            </p:cTn>
                                            <p:tgtEl>
                                              <p:spTgt spid="33"/>
                                            </p:tgtEl>
                                            <p:attrNameLst>
                                              <p:attrName>style.visibility</p:attrName>
                                            </p:attrNameLst>
                                          </p:cBhvr>
                                          <p:to>
                                            <p:strVal val="visible"/>
                                          </p:to>
                                        </p:set>
                                        <p:anim calcmode="lin" valueType="num">
                                          <p:cBhvr additive="base">
                                            <p:cTn id="102" dur="500" fill="hold"/>
                                            <p:tgtEl>
                                              <p:spTgt spid="33"/>
                                            </p:tgtEl>
                                            <p:attrNameLst>
                                              <p:attrName>ppt_x</p:attrName>
                                            </p:attrNameLst>
                                          </p:cBhvr>
                                          <p:tavLst>
                                            <p:tav tm="0">
                                              <p:val>
                                                <p:strVal val="0-#ppt_w/2"/>
                                              </p:val>
                                            </p:tav>
                                            <p:tav tm="100000">
                                              <p:val>
                                                <p:strVal val="#ppt_x"/>
                                              </p:val>
                                            </p:tav>
                                          </p:tavLst>
                                        </p:anim>
                                        <p:anim calcmode="lin" valueType="num">
                                          <p:cBhvr additive="base">
                                            <p:cTn id="103" dur="500" fill="hold"/>
                                            <p:tgtEl>
                                              <p:spTgt spid="33"/>
                                            </p:tgtEl>
                                            <p:attrNameLst>
                                              <p:attrName>ppt_y</p:attrName>
                                            </p:attrNameLst>
                                          </p:cBhvr>
                                          <p:tavLst>
                                            <p:tav tm="0">
                                              <p:val>
                                                <p:strVal val="0-#ppt_h/2"/>
                                              </p:val>
                                            </p:tav>
                                            <p:tav tm="100000">
                                              <p:val>
                                                <p:strVal val="#ppt_y"/>
                                              </p:val>
                                            </p:tav>
                                          </p:tavLst>
                                        </p:anim>
                                      </p:childTnLst>
                                    </p:cTn>
                                  </p:par>
                                  <p:par>
                                    <p:cTn id="104" presetID="2" presetClass="entr" presetSubtype="4" fill="hold" grpId="0" nodeType="withEffect">
                                      <p:stCondLst>
                                        <p:cond delay="0"/>
                                      </p:stCondLst>
                                      <p:childTnLst>
                                        <p:set>
                                          <p:cBhvr>
                                            <p:cTn id="105" dur="1" fill="hold">
                                              <p:stCondLst>
                                                <p:cond delay="0"/>
                                              </p:stCondLst>
                                            </p:cTn>
                                            <p:tgtEl>
                                              <p:spTgt spid="34"/>
                                            </p:tgtEl>
                                            <p:attrNameLst>
                                              <p:attrName>style.visibility</p:attrName>
                                            </p:attrNameLst>
                                          </p:cBhvr>
                                          <p:to>
                                            <p:strVal val="visible"/>
                                          </p:to>
                                        </p:set>
                                        <p:anim calcmode="lin" valueType="num">
                                          <p:cBhvr additive="base">
                                            <p:cTn id="106" dur="500" fill="hold"/>
                                            <p:tgtEl>
                                              <p:spTgt spid="34"/>
                                            </p:tgtEl>
                                            <p:attrNameLst>
                                              <p:attrName>ppt_x</p:attrName>
                                            </p:attrNameLst>
                                          </p:cBhvr>
                                          <p:tavLst>
                                            <p:tav tm="0">
                                              <p:val>
                                                <p:strVal val="#ppt_x"/>
                                              </p:val>
                                            </p:tav>
                                            <p:tav tm="100000">
                                              <p:val>
                                                <p:strVal val="#ppt_x"/>
                                              </p:val>
                                            </p:tav>
                                          </p:tavLst>
                                        </p:anim>
                                        <p:anim calcmode="lin" valueType="num">
                                          <p:cBhvr additive="base">
                                            <p:cTn id="107" dur="500" fill="hold"/>
                                            <p:tgtEl>
                                              <p:spTgt spid="34"/>
                                            </p:tgtEl>
                                            <p:attrNameLst>
                                              <p:attrName>ppt_y</p:attrName>
                                            </p:attrNameLst>
                                          </p:cBhvr>
                                          <p:tavLst>
                                            <p:tav tm="0">
                                              <p:val>
                                                <p:strVal val="1+#ppt_h/2"/>
                                              </p:val>
                                            </p:tav>
                                            <p:tav tm="100000">
                                              <p:val>
                                                <p:strVal val="#ppt_y"/>
                                              </p:val>
                                            </p:tav>
                                          </p:tavLst>
                                        </p:anim>
                                      </p:childTnLst>
                                    </p:cTn>
                                  </p:par>
                                  <p:par>
                                    <p:cTn id="108" presetID="2" presetClass="entr" presetSubtype="9" fill="hold" grpId="0" nodeType="withEffect">
                                      <p:stCondLst>
                                        <p:cond delay="0"/>
                                      </p:stCondLst>
                                      <p:childTnLst>
                                        <p:set>
                                          <p:cBhvr>
                                            <p:cTn id="109" dur="1" fill="hold">
                                              <p:stCondLst>
                                                <p:cond delay="0"/>
                                              </p:stCondLst>
                                            </p:cTn>
                                            <p:tgtEl>
                                              <p:spTgt spid="35"/>
                                            </p:tgtEl>
                                            <p:attrNameLst>
                                              <p:attrName>style.visibility</p:attrName>
                                            </p:attrNameLst>
                                          </p:cBhvr>
                                          <p:to>
                                            <p:strVal val="visible"/>
                                          </p:to>
                                        </p:set>
                                        <p:anim calcmode="lin" valueType="num">
                                          <p:cBhvr additive="base">
                                            <p:cTn id="110" dur="500" fill="hold"/>
                                            <p:tgtEl>
                                              <p:spTgt spid="35"/>
                                            </p:tgtEl>
                                            <p:attrNameLst>
                                              <p:attrName>ppt_x</p:attrName>
                                            </p:attrNameLst>
                                          </p:cBhvr>
                                          <p:tavLst>
                                            <p:tav tm="0">
                                              <p:val>
                                                <p:strVal val="0-#ppt_w/2"/>
                                              </p:val>
                                            </p:tav>
                                            <p:tav tm="100000">
                                              <p:val>
                                                <p:strVal val="#ppt_x"/>
                                              </p:val>
                                            </p:tav>
                                          </p:tavLst>
                                        </p:anim>
                                        <p:anim calcmode="lin" valueType="num">
                                          <p:cBhvr additive="base">
                                            <p:cTn id="111" dur="500" fill="hold"/>
                                            <p:tgtEl>
                                              <p:spTgt spid="35"/>
                                            </p:tgtEl>
                                            <p:attrNameLst>
                                              <p:attrName>ppt_y</p:attrName>
                                            </p:attrNameLst>
                                          </p:cBhvr>
                                          <p:tavLst>
                                            <p:tav tm="0">
                                              <p:val>
                                                <p:strVal val="0-#ppt_h/2"/>
                                              </p:val>
                                            </p:tav>
                                            <p:tav tm="100000">
                                              <p:val>
                                                <p:strVal val="#ppt_y"/>
                                              </p:val>
                                            </p:tav>
                                          </p:tavLst>
                                        </p:anim>
                                      </p:childTnLst>
                                    </p:cTn>
                                  </p:par>
                                  <p:par>
                                    <p:cTn id="112" presetID="2" presetClass="entr" presetSubtype="12" fill="hold" nodeType="withEffect">
                                      <p:stCondLst>
                                        <p:cond delay="0"/>
                                      </p:stCondLst>
                                      <p:childTnLst>
                                        <p:set>
                                          <p:cBhvr>
                                            <p:cTn id="113" dur="1" fill="hold">
                                              <p:stCondLst>
                                                <p:cond delay="0"/>
                                              </p:stCondLst>
                                            </p:cTn>
                                            <p:tgtEl>
                                              <p:spTgt spid="36"/>
                                            </p:tgtEl>
                                            <p:attrNameLst>
                                              <p:attrName>style.visibility</p:attrName>
                                            </p:attrNameLst>
                                          </p:cBhvr>
                                          <p:to>
                                            <p:strVal val="visible"/>
                                          </p:to>
                                        </p:set>
                                        <p:anim calcmode="lin" valueType="num">
                                          <p:cBhvr additive="base">
                                            <p:cTn id="114" dur="500" fill="hold"/>
                                            <p:tgtEl>
                                              <p:spTgt spid="36"/>
                                            </p:tgtEl>
                                            <p:attrNameLst>
                                              <p:attrName>ppt_x</p:attrName>
                                            </p:attrNameLst>
                                          </p:cBhvr>
                                          <p:tavLst>
                                            <p:tav tm="0">
                                              <p:val>
                                                <p:strVal val="0-#ppt_w/2"/>
                                              </p:val>
                                            </p:tav>
                                            <p:tav tm="100000">
                                              <p:val>
                                                <p:strVal val="#ppt_x"/>
                                              </p:val>
                                            </p:tav>
                                          </p:tavLst>
                                        </p:anim>
                                        <p:anim calcmode="lin" valueType="num">
                                          <p:cBhvr additive="base">
                                            <p:cTn id="115" dur="500" fill="hold"/>
                                            <p:tgtEl>
                                              <p:spTgt spid="36"/>
                                            </p:tgtEl>
                                            <p:attrNameLst>
                                              <p:attrName>ppt_y</p:attrName>
                                            </p:attrNameLst>
                                          </p:cBhvr>
                                          <p:tavLst>
                                            <p:tav tm="0">
                                              <p:val>
                                                <p:strVal val="1+#ppt_h/2"/>
                                              </p:val>
                                            </p:tav>
                                            <p:tav tm="100000">
                                              <p:val>
                                                <p:strVal val="#ppt_y"/>
                                              </p:val>
                                            </p:tav>
                                          </p:tavLst>
                                        </p:anim>
                                      </p:childTnLst>
                                    </p:cTn>
                                  </p:par>
                                  <p:par>
                                    <p:cTn id="116" presetID="2" presetClass="entr" presetSubtype="4" fill="hold" grpId="0" nodeType="withEffect">
                                      <p:stCondLst>
                                        <p:cond delay="0"/>
                                      </p:stCondLst>
                                      <p:childTnLst>
                                        <p:set>
                                          <p:cBhvr>
                                            <p:cTn id="117" dur="1" fill="hold">
                                              <p:stCondLst>
                                                <p:cond delay="0"/>
                                              </p:stCondLst>
                                            </p:cTn>
                                            <p:tgtEl>
                                              <p:spTgt spid="45"/>
                                            </p:tgtEl>
                                            <p:attrNameLst>
                                              <p:attrName>style.visibility</p:attrName>
                                            </p:attrNameLst>
                                          </p:cBhvr>
                                          <p:to>
                                            <p:strVal val="visible"/>
                                          </p:to>
                                        </p:set>
                                        <p:anim calcmode="lin" valueType="num">
                                          <p:cBhvr additive="base">
                                            <p:cTn id="118" dur="500" fill="hold"/>
                                            <p:tgtEl>
                                              <p:spTgt spid="45"/>
                                            </p:tgtEl>
                                            <p:attrNameLst>
                                              <p:attrName>ppt_x</p:attrName>
                                            </p:attrNameLst>
                                          </p:cBhvr>
                                          <p:tavLst>
                                            <p:tav tm="0">
                                              <p:val>
                                                <p:strVal val="#ppt_x"/>
                                              </p:val>
                                            </p:tav>
                                            <p:tav tm="100000">
                                              <p:val>
                                                <p:strVal val="#ppt_x"/>
                                              </p:val>
                                            </p:tav>
                                          </p:tavLst>
                                        </p:anim>
                                        <p:anim calcmode="lin" valueType="num">
                                          <p:cBhvr additive="base">
                                            <p:cTn id="119" dur="500" fill="hold"/>
                                            <p:tgtEl>
                                              <p:spTgt spid="45"/>
                                            </p:tgtEl>
                                            <p:attrNameLst>
                                              <p:attrName>ppt_y</p:attrName>
                                            </p:attrNameLst>
                                          </p:cBhvr>
                                          <p:tavLst>
                                            <p:tav tm="0">
                                              <p:val>
                                                <p:strVal val="1+#ppt_h/2"/>
                                              </p:val>
                                            </p:tav>
                                            <p:tav tm="100000">
                                              <p:val>
                                                <p:strVal val="#ppt_y"/>
                                              </p:val>
                                            </p:tav>
                                          </p:tavLst>
                                        </p:anim>
                                      </p:childTnLst>
                                    </p:cTn>
                                  </p:par>
                                  <p:par>
                                    <p:cTn id="120" presetID="2" presetClass="entr" presetSubtype="4" fill="hold" grpId="0" nodeType="withEffect">
                                      <p:stCondLst>
                                        <p:cond delay="0"/>
                                      </p:stCondLst>
                                      <p:childTnLst>
                                        <p:set>
                                          <p:cBhvr>
                                            <p:cTn id="121" dur="1" fill="hold">
                                              <p:stCondLst>
                                                <p:cond delay="0"/>
                                              </p:stCondLst>
                                            </p:cTn>
                                            <p:tgtEl>
                                              <p:spTgt spid="46"/>
                                            </p:tgtEl>
                                            <p:attrNameLst>
                                              <p:attrName>style.visibility</p:attrName>
                                            </p:attrNameLst>
                                          </p:cBhvr>
                                          <p:to>
                                            <p:strVal val="visible"/>
                                          </p:to>
                                        </p:set>
                                        <p:anim calcmode="lin" valueType="num">
                                          <p:cBhvr additive="base">
                                            <p:cTn id="122" dur="500" fill="hold"/>
                                            <p:tgtEl>
                                              <p:spTgt spid="46"/>
                                            </p:tgtEl>
                                            <p:attrNameLst>
                                              <p:attrName>ppt_x</p:attrName>
                                            </p:attrNameLst>
                                          </p:cBhvr>
                                          <p:tavLst>
                                            <p:tav tm="0">
                                              <p:val>
                                                <p:strVal val="#ppt_x"/>
                                              </p:val>
                                            </p:tav>
                                            <p:tav tm="100000">
                                              <p:val>
                                                <p:strVal val="#ppt_x"/>
                                              </p:val>
                                            </p:tav>
                                          </p:tavLst>
                                        </p:anim>
                                        <p:anim calcmode="lin" valueType="num">
                                          <p:cBhvr additive="base">
                                            <p:cTn id="123" dur="500" fill="hold"/>
                                            <p:tgtEl>
                                              <p:spTgt spid="46"/>
                                            </p:tgtEl>
                                            <p:attrNameLst>
                                              <p:attrName>ppt_y</p:attrName>
                                            </p:attrNameLst>
                                          </p:cBhvr>
                                          <p:tavLst>
                                            <p:tav tm="0">
                                              <p:val>
                                                <p:strVal val="1+#ppt_h/2"/>
                                              </p:val>
                                            </p:tav>
                                            <p:tav tm="100000">
                                              <p:val>
                                                <p:strVal val="#ppt_y"/>
                                              </p:val>
                                            </p:tav>
                                          </p:tavLst>
                                        </p:anim>
                                      </p:childTnLst>
                                    </p:cTn>
                                  </p:par>
                                  <p:par>
                                    <p:cTn id="124" presetID="2" presetClass="entr" presetSubtype="4" fill="hold" grpId="0" nodeType="withEffect">
                                      <p:stCondLst>
                                        <p:cond delay="0"/>
                                      </p:stCondLst>
                                      <p:childTnLst>
                                        <p:set>
                                          <p:cBhvr>
                                            <p:cTn id="125" dur="1" fill="hold">
                                              <p:stCondLst>
                                                <p:cond delay="0"/>
                                              </p:stCondLst>
                                            </p:cTn>
                                            <p:tgtEl>
                                              <p:spTgt spid="47"/>
                                            </p:tgtEl>
                                            <p:attrNameLst>
                                              <p:attrName>style.visibility</p:attrName>
                                            </p:attrNameLst>
                                          </p:cBhvr>
                                          <p:to>
                                            <p:strVal val="visible"/>
                                          </p:to>
                                        </p:set>
                                        <p:anim calcmode="lin" valueType="num">
                                          <p:cBhvr additive="base">
                                            <p:cTn id="126" dur="500" fill="hold"/>
                                            <p:tgtEl>
                                              <p:spTgt spid="47"/>
                                            </p:tgtEl>
                                            <p:attrNameLst>
                                              <p:attrName>ppt_x</p:attrName>
                                            </p:attrNameLst>
                                          </p:cBhvr>
                                          <p:tavLst>
                                            <p:tav tm="0">
                                              <p:val>
                                                <p:strVal val="#ppt_x"/>
                                              </p:val>
                                            </p:tav>
                                            <p:tav tm="100000">
                                              <p:val>
                                                <p:strVal val="#ppt_x"/>
                                              </p:val>
                                            </p:tav>
                                          </p:tavLst>
                                        </p:anim>
                                        <p:anim calcmode="lin" valueType="num">
                                          <p:cBhvr additive="base">
                                            <p:cTn id="127" dur="500" fill="hold"/>
                                            <p:tgtEl>
                                              <p:spTgt spid="47"/>
                                            </p:tgtEl>
                                            <p:attrNameLst>
                                              <p:attrName>ppt_y</p:attrName>
                                            </p:attrNameLst>
                                          </p:cBhvr>
                                          <p:tavLst>
                                            <p:tav tm="0">
                                              <p:val>
                                                <p:strVal val="1+#ppt_h/2"/>
                                              </p:val>
                                            </p:tav>
                                            <p:tav tm="100000">
                                              <p:val>
                                                <p:strVal val="#ppt_y"/>
                                              </p:val>
                                            </p:tav>
                                          </p:tavLst>
                                        </p:anim>
                                      </p:childTnLst>
                                    </p:cTn>
                                  </p:par>
                                  <p:par>
                                    <p:cTn id="128" presetID="2" presetClass="entr" presetSubtype="12" fill="hold" grpId="0" nodeType="withEffect">
                                      <p:stCondLst>
                                        <p:cond delay="0"/>
                                      </p:stCondLst>
                                      <p:childTnLst>
                                        <p:set>
                                          <p:cBhvr>
                                            <p:cTn id="129" dur="1" fill="hold">
                                              <p:stCondLst>
                                                <p:cond delay="0"/>
                                              </p:stCondLst>
                                            </p:cTn>
                                            <p:tgtEl>
                                              <p:spTgt spid="48"/>
                                            </p:tgtEl>
                                            <p:attrNameLst>
                                              <p:attrName>style.visibility</p:attrName>
                                            </p:attrNameLst>
                                          </p:cBhvr>
                                          <p:to>
                                            <p:strVal val="visible"/>
                                          </p:to>
                                        </p:set>
                                        <p:anim calcmode="lin" valueType="num">
                                          <p:cBhvr additive="base">
                                            <p:cTn id="130" dur="500" fill="hold"/>
                                            <p:tgtEl>
                                              <p:spTgt spid="48"/>
                                            </p:tgtEl>
                                            <p:attrNameLst>
                                              <p:attrName>ppt_x</p:attrName>
                                            </p:attrNameLst>
                                          </p:cBhvr>
                                          <p:tavLst>
                                            <p:tav tm="0">
                                              <p:val>
                                                <p:strVal val="0-#ppt_w/2"/>
                                              </p:val>
                                            </p:tav>
                                            <p:tav tm="100000">
                                              <p:val>
                                                <p:strVal val="#ppt_x"/>
                                              </p:val>
                                            </p:tav>
                                          </p:tavLst>
                                        </p:anim>
                                        <p:anim calcmode="lin" valueType="num">
                                          <p:cBhvr additive="base">
                                            <p:cTn id="131" dur="500" fill="hold"/>
                                            <p:tgtEl>
                                              <p:spTgt spid="48"/>
                                            </p:tgtEl>
                                            <p:attrNameLst>
                                              <p:attrName>ppt_y</p:attrName>
                                            </p:attrNameLst>
                                          </p:cBhvr>
                                          <p:tavLst>
                                            <p:tav tm="0">
                                              <p:val>
                                                <p:strVal val="1+#ppt_h/2"/>
                                              </p:val>
                                            </p:tav>
                                            <p:tav tm="100000">
                                              <p:val>
                                                <p:strVal val="#ppt_y"/>
                                              </p:val>
                                            </p:tav>
                                          </p:tavLst>
                                        </p:anim>
                                      </p:childTnLst>
                                    </p:cTn>
                                  </p:par>
                                  <p:par>
                                    <p:cTn id="132" presetID="2" presetClass="entr" presetSubtype="4" fill="hold" grpId="0" nodeType="withEffect">
                                      <p:stCondLst>
                                        <p:cond delay="0"/>
                                      </p:stCondLst>
                                      <p:childTnLst>
                                        <p:set>
                                          <p:cBhvr>
                                            <p:cTn id="133" dur="1" fill="hold">
                                              <p:stCondLst>
                                                <p:cond delay="0"/>
                                              </p:stCondLst>
                                            </p:cTn>
                                            <p:tgtEl>
                                              <p:spTgt spid="49"/>
                                            </p:tgtEl>
                                            <p:attrNameLst>
                                              <p:attrName>style.visibility</p:attrName>
                                            </p:attrNameLst>
                                          </p:cBhvr>
                                          <p:to>
                                            <p:strVal val="visible"/>
                                          </p:to>
                                        </p:set>
                                        <p:anim calcmode="lin" valueType="num">
                                          <p:cBhvr additive="base">
                                            <p:cTn id="134" dur="500" fill="hold"/>
                                            <p:tgtEl>
                                              <p:spTgt spid="49"/>
                                            </p:tgtEl>
                                            <p:attrNameLst>
                                              <p:attrName>ppt_x</p:attrName>
                                            </p:attrNameLst>
                                          </p:cBhvr>
                                          <p:tavLst>
                                            <p:tav tm="0">
                                              <p:val>
                                                <p:strVal val="#ppt_x"/>
                                              </p:val>
                                            </p:tav>
                                            <p:tav tm="100000">
                                              <p:val>
                                                <p:strVal val="#ppt_x"/>
                                              </p:val>
                                            </p:tav>
                                          </p:tavLst>
                                        </p:anim>
                                        <p:anim calcmode="lin" valueType="num">
                                          <p:cBhvr additive="base">
                                            <p:cTn id="135" dur="500" fill="hold"/>
                                            <p:tgtEl>
                                              <p:spTgt spid="49"/>
                                            </p:tgtEl>
                                            <p:attrNameLst>
                                              <p:attrName>ppt_y</p:attrName>
                                            </p:attrNameLst>
                                          </p:cBhvr>
                                          <p:tavLst>
                                            <p:tav tm="0">
                                              <p:val>
                                                <p:strVal val="1+#ppt_h/2"/>
                                              </p:val>
                                            </p:tav>
                                            <p:tav tm="100000">
                                              <p:val>
                                                <p:strVal val="#ppt_y"/>
                                              </p:val>
                                            </p:tav>
                                          </p:tavLst>
                                        </p:anim>
                                      </p:childTnLst>
                                    </p:cTn>
                                  </p:par>
                                  <p:par>
                                    <p:cTn id="136" presetID="2" presetClass="entr" presetSubtype="12" fill="hold" grpId="0" nodeType="withEffect">
                                      <p:stCondLst>
                                        <p:cond delay="0"/>
                                      </p:stCondLst>
                                      <p:childTnLst>
                                        <p:set>
                                          <p:cBhvr>
                                            <p:cTn id="137" dur="1" fill="hold">
                                              <p:stCondLst>
                                                <p:cond delay="0"/>
                                              </p:stCondLst>
                                            </p:cTn>
                                            <p:tgtEl>
                                              <p:spTgt spid="50"/>
                                            </p:tgtEl>
                                            <p:attrNameLst>
                                              <p:attrName>style.visibility</p:attrName>
                                            </p:attrNameLst>
                                          </p:cBhvr>
                                          <p:to>
                                            <p:strVal val="visible"/>
                                          </p:to>
                                        </p:set>
                                        <p:anim calcmode="lin" valueType="num">
                                          <p:cBhvr additive="base">
                                            <p:cTn id="138" dur="500" fill="hold"/>
                                            <p:tgtEl>
                                              <p:spTgt spid="50"/>
                                            </p:tgtEl>
                                            <p:attrNameLst>
                                              <p:attrName>ppt_x</p:attrName>
                                            </p:attrNameLst>
                                          </p:cBhvr>
                                          <p:tavLst>
                                            <p:tav tm="0">
                                              <p:val>
                                                <p:strVal val="0-#ppt_w/2"/>
                                              </p:val>
                                            </p:tav>
                                            <p:tav tm="100000">
                                              <p:val>
                                                <p:strVal val="#ppt_x"/>
                                              </p:val>
                                            </p:tav>
                                          </p:tavLst>
                                        </p:anim>
                                        <p:anim calcmode="lin" valueType="num">
                                          <p:cBhvr additive="base">
                                            <p:cTn id="139" dur="500" fill="hold"/>
                                            <p:tgtEl>
                                              <p:spTgt spid="50"/>
                                            </p:tgtEl>
                                            <p:attrNameLst>
                                              <p:attrName>ppt_y</p:attrName>
                                            </p:attrNameLst>
                                          </p:cBhvr>
                                          <p:tavLst>
                                            <p:tav tm="0">
                                              <p:val>
                                                <p:strVal val="1+#ppt_h/2"/>
                                              </p:val>
                                            </p:tav>
                                            <p:tav tm="100000">
                                              <p:val>
                                                <p:strVal val="#ppt_y"/>
                                              </p:val>
                                            </p:tav>
                                          </p:tavLst>
                                        </p:anim>
                                      </p:childTnLst>
                                    </p:cTn>
                                  </p:par>
                                  <p:par>
                                    <p:cTn id="140" presetID="2" presetClass="entr" presetSubtype="4" fill="hold" grpId="0" nodeType="withEffect">
                                      <p:stCondLst>
                                        <p:cond delay="0"/>
                                      </p:stCondLst>
                                      <p:childTnLst>
                                        <p:set>
                                          <p:cBhvr>
                                            <p:cTn id="141" dur="1" fill="hold">
                                              <p:stCondLst>
                                                <p:cond delay="0"/>
                                              </p:stCondLst>
                                            </p:cTn>
                                            <p:tgtEl>
                                              <p:spTgt spid="51"/>
                                            </p:tgtEl>
                                            <p:attrNameLst>
                                              <p:attrName>style.visibility</p:attrName>
                                            </p:attrNameLst>
                                          </p:cBhvr>
                                          <p:to>
                                            <p:strVal val="visible"/>
                                          </p:to>
                                        </p:set>
                                        <p:anim calcmode="lin" valueType="num">
                                          <p:cBhvr additive="base">
                                            <p:cTn id="142" dur="500" fill="hold"/>
                                            <p:tgtEl>
                                              <p:spTgt spid="51"/>
                                            </p:tgtEl>
                                            <p:attrNameLst>
                                              <p:attrName>ppt_x</p:attrName>
                                            </p:attrNameLst>
                                          </p:cBhvr>
                                          <p:tavLst>
                                            <p:tav tm="0">
                                              <p:val>
                                                <p:strVal val="#ppt_x"/>
                                              </p:val>
                                            </p:tav>
                                            <p:tav tm="100000">
                                              <p:val>
                                                <p:strVal val="#ppt_x"/>
                                              </p:val>
                                            </p:tav>
                                          </p:tavLst>
                                        </p:anim>
                                        <p:anim calcmode="lin" valueType="num">
                                          <p:cBhvr additive="base">
                                            <p:cTn id="143" dur="500" fill="hold"/>
                                            <p:tgtEl>
                                              <p:spTgt spid="51"/>
                                            </p:tgtEl>
                                            <p:attrNameLst>
                                              <p:attrName>ppt_y</p:attrName>
                                            </p:attrNameLst>
                                          </p:cBhvr>
                                          <p:tavLst>
                                            <p:tav tm="0">
                                              <p:val>
                                                <p:strVal val="1+#ppt_h/2"/>
                                              </p:val>
                                            </p:tav>
                                            <p:tav tm="100000">
                                              <p:val>
                                                <p:strVal val="#ppt_y"/>
                                              </p:val>
                                            </p:tav>
                                          </p:tavLst>
                                        </p:anim>
                                      </p:childTnLst>
                                    </p:cTn>
                                  </p:par>
                                  <p:par>
                                    <p:cTn id="144" presetID="2" presetClass="entr" presetSubtype="4" fill="hold" grpId="0" nodeType="withEffect">
                                      <p:stCondLst>
                                        <p:cond delay="0"/>
                                      </p:stCondLst>
                                      <p:childTnLst>
                                        <p:set>
                                          <p:cBhvr>
                                            <p:cTn id="145" dur="1" fill="hold">
                                              <p:stCondLst>
                                                <p:cond delay="0"/>
                                              </p:stCondLst>
                                            </p:cTn>
                                            <p:tgtEl>
                                              <p:spTgt spid="52"/>
                                            </p:tgtEl>
                                            <p:attrNameLst>
                                              <p:attrName>style.visibility</p:attrName>
                                            </p:attrNameLst>
                                          </p:cBhvr>
                                          <p:to>
                                            <p:strVal val="visible"/>
                                          </p:to>
                                        </p:set>
                                        <p:anim calcmode="lin" valueType="num">
                                          <p:cBhvr additive="base">
                                            <p:cTn id="146" dur="500" fill="hold"/>
                                            <p:tgtEl>
                                              <p:spTgt spid="52"/>
                                            </p:tgtEl>
                                            <p:attrNameLst>
                                              <p:attrName>ppt_x</p:attrName>
                                            </p:attrNameLst>
                                          </p:cBhvr>
                                          <p:tavLst>
                                            <p:tav tm="0">
                                              <p:val>
                                                <p:strVal val="#ppt_x"/>
                                              </p:val>
                                            </p:tav>
                                            <p:tav tm="100000">
                                              <p:val>
                                                <p:strVal val="#ppt_x"/>
                                              </p:val>
                                            </p:tav>
                                          </p:tavLst>
                                        </p:anim>
                                        <p:anim calcmode="lin" valueType="num">
                                          <p:cBhvr additive="base">
                                            <p:cTn id="147" dur="500" fill="hold"/>
                                            <p:tgtEl>
                                              <p:spTgt spid="52"/>
                                            </p:tgtEl>
                                            <p:attrNameLst>
                                              <p:attrName>ppt_y</p:attrName>
                                            </p:attrNameLst>
                                          </p:cBhvr>
                                          <p:tavLst>
                                            <p:tav tm="0">
                                              <p:val>
                                                <p:strVal val="1+#ppt_h/2"/>
                                              </p:val>
                                            </p:tav>
                                            <p:tav tm="100000">
                                              <p:val>
                                                <p:strVal val="#ppt_y"/>
                                              </p:val>
                                            </p:tav>
                                          </p:tavLst>
                                        </p:anim>
                                      </p:childTnLst>
                                    </p:cTn>
                                  </p:par>
                                  <p:par>
                                    <p:cTn id="148" presetID="2" presetClass="entr" presetSubtype="4" fill="hold" grpId="0" nodeType="withEffect">
                                      <p:stCondLst>
                                        <p:cond delay="0"/>
                                      </p:stCondLst>
                                      <p:childTnLst>
                                        <p:set>
                                          <p:cBhvr>
                                            <p:cTn id="149" dur="1" fill="hold">
                                              <p:stCondLst>
                                                <p:cond delay="0"/>
                                              </p:stCondLst>
                                            </p:cTn>
                                            <p:tgtEl>
                                              <p:spTgt spid="53"/>
                                            </p:tgtEl>
                                            <p:attrNameLst>
                                              <p:attrName>style.visibility</p:attrName>
                                            </p:attrNameLst>
                                          </p:cBhvr>
                                          <p:to>
                                            <p:strVal val="visible"/>
                                          </p:to>
                                        </p:set>
                                        <p:anim calcmode="lin" valueType="num">
                                          <p:cBhvr additive="base">
                                            <p:cTn id="150" dur="500" fill="hold"/>
                                            <p:tgtEl>
                                              <p:spTgt spid="53"/>
                                            </p:tgtEl>
                                            <p:attrNameLst>
                                              <p:attrName>ppt_x</p:attrName>
                                            </p:attrNameLst>
                                          </p:cBhvr>
                                          <p:tavLst>
                                            <p:tav tm="0">
                                              <p:val>
                                                <p:strVal val="#ppt_x"/>
                                              </p:val>
                                            </p:tav>
                                            <p:tav tm="100000">
                                              <p:val>
                                                <p:strVal val="#ppt_x"/>
                                              </p:val>
                                            </p:tav>
                                          </p:tavLst>
                                        </p:anim>
                                        <p:anim calcmode="lin" valueType="num">
                                          <p:cBhvr additive="base">
                                            <p:cTn id="151" dur="500" fill="hold"/>
                                            <p:tgtEl>
                                              <p:spTgt spid="53"/>
                                            </p:tgtEl>
                                            <p:attrNameLst>
                                              <p:attrName>ppt_y</p:attrName>
                                            </p:attrNameLst>
                                          </p:cBhvr>
                                          <p:tavLst>
                                            <p:tav tm="0">
                                              <p:val>
                                                <p:strVal val="1+#ppt_h/2"/>
                                              </p:val>
                                            </p:tav>
                                            <p:tav tm="100000">
                                              <p:val>
                                                <p:strVal val="#ppt_y"/>
                                              </p:val>
                                            </p:tav>
                                          </p:tavLst>
                                        </p:anim>
                                      </p:childTnLst>
                                    </p:cTn>
                                  </p:par>
                                  <p:par>
                                    <p:cTn id="152" presetID="2" presetClass="entr" presetSubtype="8" fill="hold" nodeType="withEffect">
                                      <p:stCondLst>
                                        <p:cond delay="0"/>
                                      </p:stCondLst>
                                      <p:childTnLst>
                                        <p:set>
                                          <p:cBhvr>
                                            <p:cTn id="153" dur="1" fill="hold">
                                              <p:stCondLst>
                                                <p:cond delay="0"/>
                                              </p:stCondLst>
                                            </p:cTn>
                                            <p:tgtEl>
                                              <p:spTgt spid="54"/>
                                            </p:tgtEl>
                                            <p:attrNameLst>
                                              <p:attrName>style.visibility</p:attrName>
                                            </p:attrNameLst>
                                          </p:cBhvr>
                                          <p:to>
                                            <p:strVal val="visible"/>
                                          </p:to>
                                        </p:set>
                                        <p:anim calcmode="lin" valueType="num">
                                          <p:cBhvr additive="base">
                                            <p:cTn id="154" dur="500" fill="hold"/>
                                            <p:tgtEl>
                                              <p:spTgt spid="54"/>
                                            </p:tgtEl>
                                            <p:attrNameLst>
                                              <p:attrName>ppt_x</p:attrName>
                                            </p:attrNameLst>
                                          </p:cBhvr>
                                          <p:tavLst>
                                            <p:tav tm="0">
                                              <p:val>
                                                <p:strVal val="0-#ppt_w/2"/>
                                              </p:val>
                                            </p:tav>
                                            <p:tav tm="100000">
                                              <p:val>
                                                <p:strVal val="#ppt_x"/>
                                              </p:val>
                                            </p:tav>
                                          </p:tavLst>
                                        </p:anim>
                                        <p:anim calcmode="lin" valueType="num">
                                          <p:cBhvr additive="base">
                                            <p:cTn id="155" dur="500" fill="hold"/>
                                            <p:tgtEl>
                                              <p:spTgt spid="54"/>
                                            </p:tgtEl>
                                            <p:attrNameLst>
                                              <p:attrName>ppt_y</p:attrName>
                                            </p:attrNameLst>
                                          </p:cBhvr>
                                          <p:tavLst>
                                            <p:tav tm="0">
                                              <p:val>
                                                <p:strVal val="#ppt_y"/>
                                              </p:val>
                                            </p:tav>
                                            <p:tav tm="100000">
                                              <p:val>
                                                <p:strVal val="#ppt_y"/>
                                              </p:val>
                                            </p:tav>
                                          </p:tavLst>
                                        </p:anim>
                                      </p:childTnLst>
                                    </p:cTn>
                                  </p:par>
                                  <p:par>
                                    <p:cTn id="156" presetID="2" presetClass="entr" presetSubtype="4" fill="hold" grpId="0" nodeType="withEffect">
                                      <p:stCondLst>
                                        <p:cond delay="0"/>
                                      </p:stCondLst>
                                      <p:childTnLst>
                                        <p:set>
                                          <p:cBhvr>
                                            <p:cTn id="157" dur="1" fill="hold">
                                              <p:stCondLst>
                                                <p:cond delay="0"/>
                                              </p:stCondLst>
                                            </p:cTn>
                                            <p:tgtEl>
                                              <p:spTgt spid="57"/>
                                            </p:tgtEl>
                                            <p:attrNameLst>
                                              <p:attrName>style.visibility</p:attrName>
                                            </p:attrNameLst>
                                          </p:cBhvr>
                                          <p:to>
                                            <p:strVal val="visible"/>
                                          </p:to>
                                        </p:set>
                                        <p:anim calcmode="lin" valueType="num">
                                          <p:cBhvr additive="base">
                                            <p:cTn id="158" dur="500" fill="hold"/>
                                            <p:tgtEl>
                                              <p:spTgt spid="57"/>
                                            </p:tgtEl>
                                            <p:attrNameLst>
                                              <p:attrName>ppt_x</p:attrName>
                                            </p:attrNameLst>
                                          </p:cBhvr>
                                          <p:tavLst>
                                            <p:tav tm="0">
                                              <p:val>
                                                <p:strVal val="#ppt_x"/>
                                              </p:val>
                                            </p:tav>
                                            <p:tav tm="100000">
                                              <p:val>
                                                <p:strVal val="#ppt_x"/>
                                              </p:val>
                                            </p:tav>
                                          </p:tavLst>
                                        </p:anim>
                                        <p:anim calcmode="lin" valueType="num">
                                          <p:cBhvr additive="base">
                                            <p:cTn id="159" dur="500" fill="hold"/>
                                            <p:tgtEl>
                                              <p:spTgt spid="57"/>
                                            </p:tgtEl>
                                            <p:attrNameLst>
                                              <p:attrName>ppt_y</p:attrName>
                                            </p:attrNameLst>
                                          </p:cBhvr>
                                          <p:tavLst>
                                            <p:tav tm="0">
                                              <p:val>
                                                <p:strVal val="1+#ppt_h/2"/>
                                              </p:val>
                                            </p:tav>
                                            <p:tav tm="100000">
                                              <p:val>
                                                <p:strVal val="#ppt_y"/>
                                              </p:val>
                                            </p:tav>
                                          </p:tavLst>
                                        </p:anim>
                                      </p:childTnLst>
                                    </p:cTn>
                                  </p:par>
                                  <p:par>
                                    <p:cTn id="160" presetID="2" presetClass="entr" presetSubtype="4" fill="hold" grpId="0" nodeType="withEffect">
                                      <p:stCondLst>
                                        <p:cond delay="0"/>
                                      </p:stCondLst>
                                      <p:childTnLst>
                                        <p:set>
                                          <p:cBhvr>
                                            <p:cTn id="161" dur="1" fill="hold">
                                              <p:stCondLst>
                                                <p:cond delay="0"/>
                                              </p:stCondLst>
                                            </p:cTn>
                                            <p:tgtEl>
                                              <p:spTgt spid="58"/>
                                            </p:tgtEl>
                                            <p:attrNameLst>
                                              <p:attrName>style.visibility</p:attrName>
                                            </p:attrNameLst>
                                          </p:cBhvr>
                                          <p:to>
                                            <p:strVal val="visible"/>
                                          </p:to>
                                        </p:set>
                                        <p:anim calcmode="lin" valueType="num">
                                          <p:cBhvr additive="base">
                                            <p:cTn id="162" dur="500" fill="hold"/>
                                            <p:tgtEl>
                                              <p:spTgt spid="58"/>
                                            </p:tgtEl>
                                            <p:attrNameLst>
                                              <p:attrName>ppt_x</p:attrName>
                                            </p:attrNameLst>
                                          </p:cBhvr>
                                          <p:tavLst>
                                            <p:tav tm="0">
                                              <p:val>
                                                <p:strVal val="#ppt_x"/>
                                              </p:val>
                                            </p:tav>
                                            <p:tav tm="100000">
                                              <p:val>
                                                <p:strVal val="#ppt_x"/>
                                              </p:val>
                                            </p:tav>
                                          </p:tavLst>
                                        </p:anim>
                                        <p:anim calcmode="lin" valueType="num">
                                          <p:cBhvr additive="base">
                                            <p:cTn id="163" dur="500" fill="hold"/>
                                            <p:tgtEl>
                                              <p:spTgt spid="58"/>
                                            </p:tgtEl>
                                            <p:attrNameLst>
                                              <p:attrName>ppt_y</p:attrName>
                                            </p:attrNameLst>
                                          </p:cBhvr>
                                          <p:tavLst>
                                            <p:tav tm="0">
                                              <p:val>
                                                <p:strVal val="1+#ppt_h/2"/>
                                              </p:val>
                                            </p:tav>
                                            <p:tav tm="100000">
                                              <p:val>
                                                <p:strVal val="#ppt_y"/>
                                              </p:val>
                                            </p:tav>
                                          </p:tavLst>
                                        </p:anim>
                                      </p:childTnLst>
                                    </p:cTn>
                                  </p:par>
                                  <p:par>
                                    <p:cTn id="164" presetID="2" presetClass="entr" presetSubtype="4" fill="hold" grpId="0" nodeType="withEffect">
                                      <p:stCondLst>
                                        <p:cond delay="0"/>
                                      </p:stCondLst>
                                      <p:childTnLst>
                                        <p:set>
                                          <p:cBhvr>
                                            <p:cTn id="165" dur="1" fill="hold">
                                              <p:stCondLst>
                                                <p:cond delay="0"/>
                                              </p:stCondLst>
                                            </p:cTn>
                                            <p:tgtEl>
                                              <p:spTgt spid="59"/>
                                            </p:tgtEl>
                                            <p:attrNameLst>
                                              <p:attrName>style.visibility</p:attrName>
                                            </p:attrNameLst>
                                          </p:cBhvr>
                                          <p:to>
                                            <p:strVal val="visible"/>
                                          </p:to>
                                        </p:set>
                                        <p:anim calcmode="lin" valueType="num">
                                          <p:cBhvr additive="base">
                                            <p:cTn id="166" dur="500" fill="hold"/>
                                            <p:tgtEl>
                                              <p:spTgt spid="59"/>
                                            </p:tgtEl>
                                            <p:attrNameLst>
                                              <p:attrName>ppt_x</p:attrName>
                                            </p:attrNameLst>
                                          </p:cBhvr>
                                          <p:tavLst>
                                            <p:tav tm="0">
                                              <p:val>
                                                <p:strVal val="#ppt_x"/>
                                              </p:val>
                                            </p:tav>
                                            <p:tav tm="100000">
                                              <p:val>
                                                <p:strVal val="#ppt_x"/>
                                              </p:val>
                                            </p:tav>
                                          </p:tavLst>
                                        </p:anim>
                                        <p:anim calcmode="lin" valueType="num">
                                          <p:cBhvr additive="base">
                                            <p:cTn id="167" dur="500" fill="hold"/>
                                            <p:tgtEl>
                                              <p:spTgt spid="59"/>
                                            </p:tgtEl>
                                            <p:attrNameLst>
                                              <p:attrName>ppt_y</p:attrName>
                                            </p:attrNameLst>
                                          </p:cBhvr>
                                          <p:tavLst>
                                            <p:tav tm="0">
                                              <p:val>
                                                <p:strVal val="1+#ppt_h/2"/>
                                              </p:val>
                                            </p:tav>
                                            <p:tav tm="100000">
                                              <p:val>
                                                <p:strVal val="#ppt_y"/>
                                              </p:val>
                                            </p:tav>
                                          </p:tavLst>
                                        </p:anim>
                                      </p:childTnLst>
                                    </p:cTn>
                                  </p:par>
                                  <p:par>
                                    <p:cTn id="168" presetID="2" presetClass="entr" presetSubtype="4" fill="hold" grpId="0" nodeType="withEffect">
                                      <p:stCondLst>
                                        <p:cond delay="0"/>
                                      </p:stCondLst>
                                      <p:childTnLst>
                                        <p:set>
                                          <p:cBhvr>
                                            <p:cTn id="169" dur="1" fill="hold">
                                              <p:stCondLst>
                                                <p:cond delay="0"/>
                                              </p:stCondLst>
                                            </p:cTn>
                                            <p:tgtEl>
                                              <p:spTgt spid="60"/>
                                            </p:tgtEl>
                                            <p:attrNameLst>
                                              <p:attrName>style.visibility</p:attrName>
                                            </p:attrNameLst>
                                          </p:cBhvr>
                                          <p:to>
                                            <p:strVal val="visible"/>
                                          </p:to>
                                        </p:set>
                                        <p:anim calcmode="lin" valueType="num">
                                          <p:cBhvr additive="base">
                                            <p:cTn id="170" dur="500" fill="hold"/>
                                            <p:tgtEl>
                                              <p:spTgt spid="60"/>
                                            </p:tgtEl>
                                            <p:attrNameLst>
                                              <p:attrName>ppt_x</p:attrName>
                                            </p:attrNameLst>
                                          </p:cBhvr>
                                          <p:tavLst>
                                            <p:tav tm="0">
                                              <p:val>
                                                <p:strVal val="#ppt_x"/>
                                              </p:val>
                                            </p:tav>
                                            <p:tav tm="100000">
                                              <p:val>
                                                <p:strVal val="#ppt_x"/>
                                              </p:val>
                                            </p:tav>
                                          </p:tavLst>
                                        </p:anim>
                                        <p:anim calcmode="lin" valueType="num">
                                          <p:cBhvr additive="base">
                                            <p:cTn id="171" dur="500" fill="hold"/>
                                            <p:tgtEl>
                                              <p:spTgt spid="60"/>
                                            </p:tgtEl>
                                            <p:attrNameLst>
                                              <p:attrName>ppt_y</p:attrName>
                                            </p:attrNameLst>
                                          </p:cBhvr>
                                          <p:tavLst>
                                            <p:tav tm="0">
                                              <p:val>
                                                <p:strVal val="1+#ppt_h/2"/>
                                              </p:val>
                                            </p:tav>
                                            <p:tav tm="100000">
                                              <p:val>
                                                <p:strVal val="#ppt_y"/>
                                              </p:val>
                                            </p:tav>
                                          </p:tavLst>
                                        </p:anim>
                                      </p:childTnLst>
                                    </p:cTn>
                                  </p:par>
                                  <p:par>
                                    <p:cTn id="172" presetID="2" presetClass="entr" presetSubtype="4" fill="hold" grpId="0" nodeType="withEffect">
                                      <p:stCondLst>
                                        <p:cond delay="0"/>
                                      </p:stCondLst>
                                      <p:childTnLst>
                                        <p:set>
                                          <p:cBhvr>
                                            <p:cTn id="173" dur="1" fill="hold">
                                              <p:stCondLst>
                                                <p:cond delay="0"/>
                                              </p:stCondLst>
                                            </p:cTn>
                                            <p:tgtEl>
                                              <p:spTgt spid="61"/>
                                            </p:tgtEl>
                                            <p:attrNameLst>
                                              <p:attrName>style.visibility</p:attrName>
                                            </p:attrNameLst>
                                          </p:cBhvr>
                                          <p:to>
                                            <p:strVal val="visible"/>
                                          </p:to>
                                        </p:set>
                                        <p:anim calcmode="lin" valueType="num">
                                          <p:cBhvr additive="base">
                                            <p:cTn id="174" dur="500" fill="hold"/>
                                            <p:tgtEl>
                                              <p:spTgt spid="61"/>
                                            </p:tgtEl>
                                            <p:attrNameLst>
                                              <p:attrName>ppt_x</p:attrName>
                                            </p:attrNameLst>
                                          </p:cBhvr>
                                          <p:tavLst>
                                            <p:tav tm="0">
                                              <p:val>
                                                <p:strVal val="#ppt_x"/>
                                              </p:val>
                                            </p:tav>
                                            <p:tav tm="100000">
                                              <p:val>
                                                <p:strVal val="#ppt_x"/>
                                              </p:val>
                                            </p:tav>
                                          </p:tavLst>
                                        </p:anim>
                                        <p:anim calcmode="lin" valueType="num">
                                          <p:cBhvr additive="base">
                                            <p:cTn id="175" dur="500" fill="hold"/>
                                            <p:tgtEl>
                                              <p:spTgt spid="61"/>
                                            </p:tgtEl>
                                            <p:attrNameLst>
                                              <p:attrName>ppt_y</p:attrName>
                                            </p:attrNameLst>
                                          </p:cBhvr>
                                          <p:tavLst>
                                            <p:tav tm="0">
                                              <p:val>
                                                <p:strVal val="1+#ppt_h/2"/>
                                              </p:val>
                                            </p:tav>
                                            <p:tav tm="100000">
                                              <p:val>
                                                <p:strVal val="#ppt_y"/>
                                              </p:val>
                                            </p:tav>
                                          </p:tavLst>
                                        </p:anim>
                                      </p:childTnLst>
                                    </p:cTn>
                                  </p:par>
                                  <p:par>
                                    <p:cTn id="176" presetID="2" presetClass="entr" presetSubtype="8" fill="hold" grpId="0" nodeType="withEffect">
                                      <p:stCondLst>
                                        <p:cond delay="0"/>
                                      </p:stCondLst>
                                      <p:childTnLst>
                                        <p:set>
                                          <p:cBhvr>
                                            <p:cTn id="177" dur="1" fill="hold">
                                              <p:stCondLst>
                                                <p:cond delay="0"/>
                                              </p:stCondLst>
                                            </p:cTn>
                                            <p:tgtEl>
                                              <p:spTgt spid="62"/>
                                            </p:tgtEl>
                                            <p:attrNameLst>
                                              <p:attrName>style.visibility</p:attrName>
                                            </p:attrNameLst>
                                          </p:cBhvr>
                                          <p:to>
                                            <p:strVal val="visible"/>
                                          </p:to>
                                        </p:set>
                                        <p:anim calcmode="lin" valueType="num">
                                          <p:cBhvr additive="base">
                                            <p:cTn id="178" dur="500" fill="hold"/>
                                            <p:tgtEl>
                                              <p:spTgt spid="62"/>
                                            </p:tgtEl>
                                            <p:attrNameLst>
                                              <p:attrName>ppt_x</p:attrName>
                                            </p:attrNameLst>
                                          </p:cBhvr>
                                          <p:tavLst>
                                            <p:tav tm="0">
                                              <p:val>
                                                <p:strVal val="0-#ppt_w/2"/>
                                              </p:val>
                                            </p:tav>
                                            <p:tav tm="100000">
                                              <p:val>
                                                <p:strVal val="#ppt_x"/>
                                              </p:val>
                                            </p:tav>
                                          </p:tavLst>
                                        </p:anim>
                                        <p:anim calcmode="lin" valueType="num">
                                          <p:cBhvr additive="base">
                                            <p:cTn id="179" dur="500" fill="hold"/>
                                            <p:tgtEl>
                                              <p:spTgt spid="62"/>
                                            </p:tgtEl>
                                            <p:attrNameLst>
                                              <p:attrName>ppt_y</p:attrName>
                                            </p:attrNameLst>
                                          </p:cBhvr>
                                          <p:tavLst>
                                            <p:tav tm="0">
                                              <p:val>
                                                <p:strVal val="#ppt_y"/>
                                              </p:val>
                                            </p:tav>
                                            <p:tav tm="100000">
                                              <p:val>
                                                <p:strVal val="#ppt_y"/>
                                              </p:val>
                                            </p:tav>
                                          </p:tavLst>
                                        </p:anim>
                                      </p:childTnLst>
                                    </p:cTn>
                                  </p:par>
                                  <p:par>
                                    <p:cTn id="180" presetID="2" presetClass="entr" presetSubtype="4" fill="hold" grpId="0" nodeType="withEffect">
                                      <p:stCondLst>
                                        <p:cond delay="0"/>
                                      </p:stCondLst>
                                      <p:childTnLst>
                                        <p:set>
                                          <p:cBhvr>
                                            <p:cTn id="181" dur="1" fill="hold">
                                              <p:stCondLst>
                                                <p:cond delay="0"/>
                                              </p:stCondLst>
                                            </p:cTn>
                                            <p:tgtEl>
                                              <p:spTgt spid="63"/>
                                            </p:tgtEl>
                                            <p:attrNameLst>
                                              <p:attrName>style.visibility</p:attrName>
                                            </p:attrNameLst>
                                          </p:cBhvr>
                                          <p:to>
                                            <p:strVal val="visible"/>
                                          </p:to>
                                        </p:set>
                                        <p:anim calcmode="lin" valueType="num">
                                          <p:cBhvr additive="base">
                                            <p:cTn id="182" dur="500" fill="hold"/>
                                            <p:tgtEl>
                                              <p:spTgt spid="63"/>
                                            </p:tgtEl>
                                            <p:attrNameLst>
                                              <p:attrName>ppt_x</p:attrName>
                                            </p:attrNameLst>
                                          </p:cBhvr>
                                          <p:tavLst>
                                            <p:tav tm="0">
                                              <p:val>
                                                <p:strVal val="#ppt_x"/>
                                              </p:val>
                                            </p:tav>
                                            <p:tav tm="100000">
                                              <p:val>
                                                <p:strVal val="#ppt_x"/>
                                              </p:val>
                                            </p:tav>
                                          </p:tavLst>
                                        </p:anim>
                                        <p:anim calcmode="lin" valueType="num">
                                          <p:cBhvr additive="base">
                                            <p:cTn id="183" dur="500" fill="hold"/>
                                            <p:tgtEl>
                                              <p:spTgt spid="63"/>
                                            </p:tgtEl>
                                            <p:attrNameLst>
                                              <p:attrName>ppt_y</p:attrName>
                                            </p:attrNameLst>
                                          </p:cBhvr>
                                          <p:tavLst>
                                            <p:tav tm="0">
                                              <p:val>
                                                <p:strVal val="1+#ppt_h/2"/>
                                              </p:val>
                                            </p:tav>
                                            <p:tav tm="100000">
                                              <p:val>
                                                <p:strVal val="#ppt_y"/>
                                              </p:val>
                                            </p:tav>
                                          </p:tavLst>
                                        </p:anim>
                                      </p:childTnLst>
                                    </p:cTn>
                                  </p:par>
                                  <p:par>
                                    <p:cTn id="184" presetID="2" presetClass="entr" presetSubtype="4" fill="hold" grpId="0" nodeType="withEffect">
                                      <p:stCondLst>
                                        <p:cond delay="0"/>
                                      </p:stCondLst>
                                      <p:childTnLst>
                                        <p:set>
                                          <p:cBhvr>
                                            <p:cTn id="185" dur="1" fill="hold">
                                              <p:stCondLst>
                                                <p:cond delay="0"/>
                                              </p:stCondLst>
                                            </p:cTn>
                                            <p:tgtEl>
                                              <p:spTgt spid="64"/>
                                            </p:tgtEl>
                                            <p:attrNameLst>
                                              <p:attrName>style.visibility</p:attrName>
                                            </p:attrNameLst>
                                          </p:cBhvr>
                                          <p:to>
                                            <p:strVal val="visible"/>
                                          </p:to>
                                        </p:set>
                                        <p:anim calcmode="lin" valueType="num">
                                          <p:cBhvr additive="base">
                                            <p:cTn id="186" dur="500" fill="hold"/>
                                            <p:tgtEl>
                                              <p:spTgt spid="64"/>
                                            </p:tgtEl>
                                            <p:attrNameLst>
                                              <p:attrName>ppt_x</p:attrName>
                                            </p:attrNameLst>
                                          </p:cBhvr>
                                          <p:tavLst>
                                            <p:tav tm="0">
                                              <p:val>
                                                <p:strVal val="#ppt_x"/>
                                              </p:val>
                                            </p:tav>
                                            <p:tav tm="100000">
                                              <p:val>
                                                <p:strVal val="#ppt_x"/>
                                              </p:val>
                                            </p:tav>
                                          </p:tavLst>
                                        </p:anim>
                                        <p:anim calcmode="lin" valueType="num">
                                          <p:cBhvr additive="base">
                                            <p:cTn id="187" dur="500" fill="hold"/>
                                            <p:tgtEl>
                                              <p:spTgt spid="64"/>
                                            </p:tgtEl>
                                            <p:attrNameLst>
                                              <p:attrName>ppt_y</p:attrName>
                                            </p:attrNameLst>
                                          </p:cBhvr>
                                          <p:tavLst>
                                            <p:tav tm="0">
                                              <p:val>
                                                <p:strVal val="1+#ppt_h/2"/>
                                              </p:val>
                                            </p:tav>
                                            <p:tav tm="100000">
                                              <p:val>
                                                <p:strVal val="#ppt_y"/>
                                              </p:val>
                                            </p:tav>
                                          </p:tavLst>
                                        </p:anim>
                                      </p:childTnLst>
                                    </p:cTn>
                                  </p:par>
                                  <p:par>
                                    <p:cTn id="188" presetID="2" presetClass="entr" presetSubtype="4" fill="hold" grpId="0" nodeType="withEffect">
                                      <p:stCondLst>
                                        <p:cond delay="0"/>
                                      </p:stCondLst>
                                      <p:childTnLst>
                                        <p:set>
                                          <p:cBhvr>
                                            <p:cTn id="189" dur="1" fill="hold">
                                              <p:stCondLst>
                                                <p:cond delay="0"/>
                                              </p:stCondLst>
                                            </p:cTn>
                                            <p:tgtEl>
                                              <p:spTgt spid="65"/>
                                            </p:tgtEl>
                                            <p:attrNameLst>
                                              <p:attrName>style.visibility</p:attrName>
                                            </p:attrNameLst>
                                          </p:cBhvr>
                                          <p:to>
                                            <p:strVal val="visible"/>
                                          </p:to>
                                        </p:set>
                                        <p:anim calcmode="lin" valueType="num">
                                          <p:cBhvr additive="base">
                                            <p:cTn id="190" dur="500" fill="hold"/>
                                            <p:tgtEl>
                                              <p:spTgt spid="65"/>
                                            </p:tgtEl>
                                            <p:attrNameLst>
                                              <p:attrName>ppt_x</p:attrName>
                                            </p:attrNameLst>
                                          </p:cBhvr>
                                          <p:tavLst>
                                            <p:tav tm="0">
                                              <p:val>
                                                <p:strVal val="#ppt_x"/>
                                              </p:val>
                                            </p:tav>
                                            <p:tav tm="100000">
                                              <p:val>
                                                <p:strVal val="#ppt_x"/>
                                              </p:val>
                                            </p:tav>
                                          </p:tavLst>
                                        </p:anim>
                                        <p:anim calcmode="lin" valueType="num">
                                          <p:cBhvr additive="base">
                                            <p:cTn id="191" dur="500" fill="hold"/>
                                            <p:tgtEl>
                                              <p:spTgt spid="65"/>
                                            </p:tgtEl>
                                            <p:attrNameLst>
                                              <p:attrName>ppt_y</p:attrName>
                                            </p:attrNameLst>
                                          </p:cBhvr>
                                          <p:tavLst>
                                            <p:tav tm="0">
                                              <p:val>
                                                <p:strVal val="1+#ppt_h/2"/>
                                              </p:val>
                                            </p:tav>
                                            <p:tav tm="100000">
                                              <p:val>
                                                <p:strVal val="#ppt_y"/>
                                              </p:val>
                                            </p:tav>
                                          </p:tavLst>
                                        </p:anim>
                                      </p:childTnLst>
                                    </p:cTn>
                                  </p:par>
                                  <p:par>
                                    <p:cTn id="192" presetID="2" presetClass="entr" presetSubtype="4" fill="hold" grpId="0" nodeType="withEffect">
                                      <p:stCondLst>
                                        <p:cond delay="0"/>
                                      </p:stCondLst>
                                      <p:childTnLst>
                                        <p:set>
                                          <p:cBhvr>
                                            <p:cTn id="193" dur="1" fill="hold">
                                              <p:stCondLst>
                                                <p:cond delay="0"/>
                                              </p:stCondLst>
                                            </p:cTn>
                                            <p:tgtEl>
                                              <p:spTgt spid="66"/>
                                            </p:tgtEl>
                                            <p:attrNameLst>
                                              <p:attrName>style.visibility</p:attrName>
                                            </p:attrNameLst>
                                          </p:cBhvr>
                                          <p:to>
                                            <p:strVal val="visible"/>
                                          </p:to>
                                        </p:set>
                                        <p:anim calcmode="lin" valueType="num">
                                          <p:cBhvr additive="base">
                                            <p:cTn id="194" dur="500" fill="hold"/>
                                            <p:tgtEl>
                                              <p:spTgt spid="66"/>
                                            </p:tgtEl>
                                            <p:attrNameLst>
                                              <p:attrName>ppt_x</p:attrName>
                                            </p:attrNameLst>
                                          </p:cBhvr>
                                          <p:tavLst>
                                            <p:tav tm="0">
                                              <p:val>
                                                <p:strVal val="#ppt_x"/>
                                              </p:val>
                                            </p:tav>
                                            <p:tav tm="100000">
                                              <p:val>
                                                <p:strVal val="#ppt_x"/>
                                              </p:val>
                                            </p:tav>
                                          </p:tavLst>
                                        </p:anim>
                                        <p:anim calcmode="lin" valueType="num">
                                          <p:cBhvr additive="base">
                                            <p:cTn id="195" dur="500" fill="hold"/>
                                            <p:tgtEl>
                                              <p:spTgt spid="66"/>
                                            </p:tgtEl>
                                            <p:attrNameLst>
                                              <p:attrName>ppt_y</p:attrName>
                                            </p:attrNameLst>
                                          </p:cBhvr>
                                          <p:tavLst>
                                            <p:tav tm="0">
                                              <p:val>
                                                <p:strVal val="1+#ppt_h/2"/>
                                              </p:val>
                                            </p:tav>
                                            <p:tav tm="100000">
                                              <p:val>
                                                <p:strVal val="#ppt_y"/>
                                              </p:val>
                                            </p:tav>
                                          </p:tavLst>
                                        </p:anim>
                                      </p:childTnLst>
                                    </p:cTn>
                                  </p:par>
                                  <p:par>
                                    <p:cTn id="196" presetID="2" presetClass="entr" presetSubtype="4" fill="hold" grpId="0" nodeType="withEffect">
                                      <p:stCondLst>
                                        <p:cond delay="0"/>
                                      </p:stCondLst>
                                      <p:childTnLst>
                                        <p:set>
                                          <p:cBhvr>
                                            <p:cTn id="197" dur="1" fill="hold">
                                              <p:stCondLst>
                                                <p:cond delay="0"/>
                                              </p:stCondLst>
                                            </p:cTn>
                                            <p:tgtEl>
                                              <p:spTgt spid="67"/>
                                            </p:tgtEl>
                                            <p:attrNameLst>
                                              <p:attrName>style.visibility</p:attrName>
                                            </p:attrNameLst>
                                          </p:cBhvr>
                                          <p:to>
                                            <p:strVal val="visible"/>
                                          </p:to>
                                        </p:set>
                                        <p:anim calcmode="lin" valueType="num">
                                          <p:cBhvr additive="base">
                                            <p:cTn id="198" dur="500" fill="hold"/>
                                            <p:tgtEl>
                                              <p:spTgt spid="67"/>
                                            </p:tgtEl>
                                            <p:attrNameLst>
                                              <p:attrName>ppt_x</p:attrName>
                                            </p:attrNameLst>
                                          </p:cBhvr>
                                          <p:tavLst>
                                            <p:tav tm="0">
                                              <p:val>
                                                <p:strVal val="#ppt_x"/>
                                              </p:val>
                                            </p:tav>
                                            <p:tav tm="100000">
                                              <p:val>
                                                <p:strVal val="#ppt_x"/>
                                              </p:val>
                                            </p:tav>
                                          </p:tavLst>
                                        </p:anim>
                                        <p:anim calcmode="lin" valueType="num">
                                          <p:cBhvr additive="base">
                                            <p:cTn id="199" dur="500" fill="hold"/>
                                            <p:tgtEl>
                                              <p:spTgt spid="67"/>
                                            </p:tgtEl>
                                            <p:attrNameLst>
                                              <p:attrName>ppt_y</p:attrName>
                                            </p:attrNameLst>
                                          </p:cBhvr>
                                          <p:tavLst>
                                            <p:tav tm="0">
                                              <p:val>
                                                <p:strVal val="1+#ppt_h/2"/>
                                              </p:val>
                                            </p:tav>
                                            <p:tav tm="100000">
                                              <p:val>
                                                <p:strVal val="#ppt_y"/>
                                              </p:val>
                                            </p:tav>
                                          </p:tavLst>
                                        </p:anim>
                                      </p:childTnLst>
                                    </p:cTn>
                                  </p:par>
                                  <p:par>
                                    <p:cTn id="200" presetID="2" presetClass="entr" presetSubtype="4" fill="hold" grpId="0" nodeType="withEffect">
                                      <p:stCondLst>
                                        <p:cond delay="0"/>
                                      </p:stCondLst>
                                      <p:childTnLst>
                                        <p:set>
                                          <p:cBhvr>
                                            <p:cTn id="201" dur="1" fill="hold">
                                              <p:stCondLst>
                                                <p:cond delay="0"/>
                                              </p:stCondLst>
                                            </p:cTn>
                                            <p:tgtEl>
                                              <p:spTgt spid="68"/>
                                            </p:tgtEl>
                                            <p:attrNameLst>
                                              <p:attrName>style.visibility</p:attrName>
                                            </p:attrNameLst>
                                          </p:cBhvr>
                                          <p:to>
                                            <p:strVal val="visible"/>
                                          </p:to>
                                        </p:set>
                                        <p:anim calcmode="lin" valueType="num">
                                          <p:cBhvr additive="base">
                                            <p:cTn id="202" dur="500" fill="hold"/>
                                            <p:tgtEl>
                                              <p:spTgt spid="68"/>
                                            </p:tgtEl>
                                            <p:attrNameLst>
                                              <p:attrName>ppt_x</p:attrName>
                                            </p:attrNameLst>
                                          </p:cBhvr>
                                          <p:tavLst>
                                            <p:tav tm="0">
                                              <p:val>
                                                <p:strVal val="#ppt_x"/>
                                              </p:val>
                                            </p:tav>
                                            <p:tav tm="100000">
                                              <p:val>
                                                <p:strVal val="#ppt_x"/>
                                              </p:val>
                                            </p:tav>
                                          </p:tavLst>
                                        </p:anim>
                                        <p:anim calcmode="lin" valueType="num">
                                          <p:cBhvr additive="base">
                                            <p:cTn id="203" dur="500" fill="hold"/>
                                            <p:tgtEl>
                                              <p:spTgt spid="68"/>
                                            </p:tgtEl>
                                            <p:attrNameLst>
                                              <p:attrName>ppt_y</p:attrName>
                                            </p:attrNameLst>
                                          </p:cBhvr>
                                          <p:tavLst>
                                            <p:tav tm="0">
                                              <p:val>
                                                <p:strVal val="1+#ppt_h/2"/>
                                              </p:val>
                                            </p:tav>
                                            <p:tav tm="100000">
                                              <p:val>
                                                <p:strVal val="#ppt_y"/>
                                              </p:val>
                                            </p:tav>
                                          </p:tavLst>
                                        </p:anim>
                                      </p:childTnLst>
                                    </p:cTn>
                                  </p:par>
                                  <p:par>
                                    <p:cTn id="204" presetID="2" presetClass="entr" presetSubtype="4" fill="hold" grpId="0" nodeType="withEffect">
                                      <p:stCondLst>
                                        <p:cond delay="0"/>
                                      </p:stCondLst>
                                      <p:childTnLst>
                                        <p:set>
                                          <p:cBhvr>
                                            <p:cTn id="205" dur="1" fill="hold">
                                              <p:stCondLst>
                                                <p:cond delay="0"/>
                                              </p:stCondLst>
                                            </p:cTn>
                                            <p:tgtEl>
                                              <p:spTgt spid="69"/>
                                            </p:tgtEl>
                                            <p:attrNameLst>
                                              <p:attrName>style.visibility</p:attrName>
                                            </p:attrNameLst>
                                          </p:cBhvr>
                                          <p:to>
                                            <p:strVal val="visible"/>
                                          </p:to>
                                        </p:set>
                                        <p:anim calcmode="lin" valueType="num">
                                          <p:cBhvr additive="base">
                                            <p:cTn id="206" dur="500" fill="hold"/>
                                            <p:tgtEl>
                                              <p:spTgt spid="69"/>
                                            </p:tgtEl>
                                            <p:attrNameLst>
                                              <p:attrName>ppt_x</p:attrName>
                                            </p:attrNameLst>
                                          </p:cBhvr>
                                          <p:tavLst>
                                            <p:tav tm="0">
                                              <p:val>
                                                <p:strVal val="#ppt_x"/>
                                              </p:val>
                                            </p:tav>
                                            <p:tav tm="100000">
                                              <p:val>
                                                <p:strVal val="#ppt_x"/>
                                              </p:val>
                                            </p:tav>
                                          </p:tavLst>
                                        </p:anim>
                                        <p:anim calcmode="lin" valueType="num">
                                          <p:cBhvr additive="base">
                                            <p:cTn id="207" dur="500" fill="hold"/>
                                            <p:tgtEl>
                                              <p:spTgt spid="69"/>
                                            </p:tgtEl>
                                            <p:attrNameLst>
                                              <p:attrName>ppt_y</p:attrName>
                                            </p:attrNameLst>
                                          </p:cBhvr>
                                          <p:tavLst>
                                            <p:tav tm="0">
                                              <p:val>
                                                <p:strVal val="1+#ppt_h/2"/>
                                              </p:val>
                                            </p:tav>
                                            <p:tav tm="100000">
                                              <p:val>
                                                <p:strVal val="#ppt_y"/>
                                              </p:val>
                                            </p:tav>
                                          </p:tavLst>
                                        </p:anim>
                                      </p:childTnLst>
                                    </p:cTn>
                                  </p:par>
                                  <p:par>
                                    <p:cTn id="208" presetID="2" presetClass="entr" presetSubtype="4" fill="hold" grpId="0" nodeType="withEffect">
                                      <p:stCondLst>
                                        <p:cond delay="0"/>
                                      </p:stCondLst>
                                      <p:childTnLst>
                                        <p:set>
                                          <p:cBhvr>
                                            <p:cTn id="209" dur="1" fill="hold">
                                              <p:stCondLst>
                                                <p:cond delay="0"/>
                                              </p:stCondLst>
                                            </p:cTn>
                                            <p:tgtEl>
                                              <p:spTgt spid="70"/>
                                            </p:tgtEl>
                                            <p:attrNameLst>
                                              <p:attrName>style.visibility</p:attrName>
                                            </p:attrNameLst>
                                          </p:cBhvr>
                                          <p:to>
                                            <p:strVal val="visible"/>
                                          </p:to>
                                        </p:set>
                                        <p:anim calcmode="lin" valueType="num">
                                          <p:cBhvr additive="base">
                                            <p:cTn id="210" dur="500" fill="hold"/>
                                            <p:tgtEl>
                                              <p:spTgt spid="70"/>
                                            </p:tgtEl>
                                            <p:attrNameLst>
                                              <p:attrName>ppt_x</p:attrName>
                                            </p:attrNameLst>
                                          </p:cBhvr>
                                          <p:tavLst>
                                            <p:tav tm="0">
                                              <p:val>
                                                <p:strVal val="#ppt_x"/>
                                              </p:val>
                                            </p:tav>
                                            <p:tav tm="100000">
                                              <p:val>
                                                <p:strVal val="#ppt_x"/>
                                              </p:val>
                                            </p:tav>
                                          </p:tavLst>
                                        </p:anim>
                                        <p:anim calcmode="lin" valueType="num">
                                          <p:cBhvr additive="base">
                                            <p:cTn id="211" dur="500" fill="hold"/>
                                            <p:tgtEl>
                                              <p:spTgt spid="70"/>
                                            </p:tgtEl>
                                            <p:attrNameLst>
                                              <p:attrName>ppt_y</p:attrName>
                                            </p:attrNameLst>
                                          </p:cBhvr>
                                          <p:tavLst>
                                            <p:tav tm="0">
                                              <p:val>
                                                <p:strVal val="1+#ppt_h/2"/>
                                              </p:val>
                                            </p:tav>
                                            <p:tav tm="100000">
                                              <p:val>
                                                <p:strVal val="#ppt_y"/>
                                              </p:val>
                                            </p:tav>
                                          </p:tavLst>
                                        </p:anim>
                                      </p:childTnLst>
                                    </p:cTn>
                                  </p:par>
                                  <p:par>
                                    <p:cTn id="212" presetID="2" presetClass="entr" presetSubtype="4" fill="hold" grpId="0" nodeType="withEffect">
                                      <p:stCondLst>
                                        <p:cond delay="0"/>
                                      </p:stCondLst>
                                      <p:childTnLst>
                                        <p:set>
                                          <p:cBhvr>
                                            <p:cTn id="213" dur="1" fill="hold">
                                              <p:stCondLst>
                                                <p:cond delay="0"/>
                                              </p:stCondLst>
                                            </p:cTn>
                                            <p:tgtEl>
                                              <p:spTgt spid="71"/>
                                            </p:tgtEl>
                                            <p:attrNameLst>
                                              <p:attrName>style.visibility</p:attrName>
                                            </p:attrNameLst>
                                          </p:cBhvr>
                                          <p:to>
                                            <p:strVal val="visible"/>
                                          </p:to>
                                        </p:set>
                                        <p:anim calcmode="lin" valueType="num">
                                          <p:cBhvr additive="base">
                                            <p:cTn id="214" dur="500" fill="hold"/>
                                            <p:tgtEl>
                                              <p:spTgt spid="71"/>
                                            </p:tgtEl>
                                            <p:attrNameLst>
                                              <p:attrName>ppt_x</p:attrName>
                                            </p:attrNameLst>
                                          </p:cBhvr>
                                          <p:tavLst>
                                            <p:tav tm="0">
                                              <p:val>
                                                <p:strVal val="#ppt_x"/>
                                              </p:val>
                                            </p:tav>
                                            <p:tav tm="100000">
                                              <p:val>
                                                <p:strVal val="#ppt_x"/>
                                              </p:val>
                                            </p:tav>
                                          </p:tavLst>
                                        </p:anim>
                                        <p:anim calcmode="lin" valueType="num">
                                          <p:cBhvr additive="base">
                                            <p:cTn id="215" dur="500" fill="hold"/>
                                            <p:tgtEl>
                                              <p:spTgt spid="71"/>
                                            </p:tgtEl>
                                            <p:attrNameLst>
                                              <p:attrName>ppt_y</p:attrName>
                                            </p:attrNameLst>
                                          </p:cBhvr>
                                          <p:tavLst>
                                            <p:tav tm="0">
                                              <p:val>
                                                <p:strVal val="1+#ppt_h/2"/>
                                              </p:val>
                                            </p:tav>
                                            <p:tav tm="100000">
                                              <p:val>
                                                <p:strVal val="#ppt_y"/>
                                              </p:val>
                                            </p:tav>
                                          </p:tavLst>
                                        </p:anim>
                                      </p:childTnLst>
                                    </p:cTn>
                                  </p:par>
                                  <p:par>
                                    <p:cTn id="216" presetID="2" presetClass="entr" presetSubtype="4" fill="hold" grpId="0" nodeType="withEffect">
                                      <p:stCondLst>
                                        <p:cond delay="0"/>
                                      </p:stCondLst>
                                      <p:childTnLst>
                                        <p:set>
                                          <p:cBhvr>
                                            <p:cTn id="217" dur="1" fill="hold">
                                              <p:stCondLst>
                                                <p:cond delay="0"/>
                                              </p:stCondLst>
                                            </p:cTn>
                                            <p:tgtEl>
                                              <p:spTgt spid="72"/>
                                            </p:tgtEl>
                                            <p:attrNameLst>
                                              <p:attrName>style.visibility</p:attrName>
                                            </p:attrNameLst>
                                          </p:cBhvr>
                                          <p:to>
                                            <p:strVal val="visible"/>
                                          </p:to>
                                        </p:set>
                                        <p:anim calcmode="lin" valueType="num">
                                          <p:cBhvr additive="base">
                                            <p:cTn id="218" dur="500" fill="hold"/>
                                            <p:tgtEl>
                                              <p:spTgt spid="72"/>
                                            </p:tgtEl>
                                            <p:attrNameLst>
                                              <p:attrName>ppt_x</p:attrName>
                                            </p:attrNameLst>
                                          </p:cBhvr>
                                          <p:tavLst>
                                            <p:tav tm="0">
                                              <p:val>
                                                <p:strVal val="#ppt_x"/>
                                              </p:val>
                                            </p:tav>
                                            <p:tav tm="100000">
                                              <p:val>
                                                <p:strVal val="#ppt_x"/>
                                              </p:val>
                                            </p:tav>
                                          </p:tavLst>
                                        </p:anim>
                                        <p:anim calcmode="lin" valueType="num">
                                          <p:cBhvr additive="base">
                                            <p:cTn id="219" dur="500" fill="hold"/>
                                            <p:tgtEl>
                                              <p:spTgt spid="72"/>
                                            </p:tgtEl>
                                            <p:attrNameLst>
                                              <p:attrName>ppt_y</p:attrName>
                                            </p:attrNameLst>
                                          </p:cBhvr>
                                          <p:tavLst>
                                            <p:tav tm="0">
                                              <p:val>
                                                <p:strVal val="1+#ppt_h/2"/>
                                              </p:val>
                                            </p:tav>
                                            <p:tav tm="100000">
                                              <p:val>
                                                <p:strVal val="#ppt_y"/>
                                              </p:val>
                                            </p:tav>
                                          </p:tavLst>
                                        </p:anim>
                                      </p:childTnLst>
                                    </p:cTn>
                                  </p:par>
                                  <p:par>
                                    <p:cTn id="220" presetID="2" presetClass="entr" presetSubtype="4" fill="hold" grpId="0" nodeType="withEffect">
                                      <p:stCondLst>
                                        <p:cond delay="0"/>
                                      </p:stCondLst>
                                      <p:childTnLst>
                                        <p:set>
                                          <p:cBhvr>
                                            <p:cTn id="221" dur="1" fill="hold">
                                              <p:stCondLst>
                                                <p:cond delay="0"/>
                                              </p:stCondLst>
                                            </p:cTn>
                                            <p:tgtEl>
                                              <p:spTgt spid="73"/>
                                            </p:tgtEl>
                                            <p:attrNameLst>
                                              <p:attrName>style.visibility</p:attrName>
                                            </p:attrNameLst>
                                          </p:cBhvr>
                                          <p:to>
                                            <p:strVal val="visible"/>
                                          </p:to>
                                        </p:set>
                                        <p:anim calcmode="lin" valueType="num">
                                          <p:cBhvr additive="base">
                                            <p:cTn id="222" dur="500" fill="hold"/>
                                            <p:tgtEl>
                                              <p:spTgt spid="73"/>
                                            </p:tgtEl>
                                            <p:attrNameLst>
                                              <p:attrName>ppt_x</p:attrName>
                                            </p:attrNameLst>
                                          </p:cBhvr>
                                          <p:tavLst>
                                            <p:tav tm="0">
                                              <p:val>
                                                <p:strVal val="#ppt_x"/>
                                              </p:val>
                                            </p:tav>
                                            <p:tav tm="100000">
                                              <p:val>
                                                <p:strVal val="#ppt_x"/>
                                              </p:val>
                                            </p:tav>
                                          </p:tavLst>
                                        </p:anim>
                                        <p:anim calcmode="lin" valueType="num">
                                          <p:cBhvr additive="base">
                                            <p:cTn id="223" dur="500" fill="hold"/>
                                            <p:tgtEl>
                                              <p:spTgt spid="73"/>
                                            </p:tgtEl>
                                            <p:attrNameLst>
                                              <p:attrName>ppt_y</p:attrName>
                                            </p:attrNameLst>
                                          </p:cBhvr>
                                          <p:tavLst>
                                            <p:tav tm="0">
                                              <p:val>
                                                <p:strVal val="1+#ppt_h/2"/>
                                              </p:val>
                                            </p:tav>
                                            <p:tav tm="100000">
                                              <p:val>
                                                <p:strVal val="#ppt_y"/>
                                              </p:val>
                                            </p:tav>
                                          </p:tavLst>
                                        </p:anim>
                                      </p:childTnLst>
                                    </p:cTn>
                                  </p:par>
                                  <p:par>
                                    <p:cTn id="224" presetID="2" presetClass="entr" presetSubtype="4" fill="hold" grpId="0" nodeType="withEffect">
                                      <p:stCondLst>
                                        <p:cond delay="0"/>
                                      </p:stCondLst>
                                      <p:childTnLst>
                                        <p:set>
                                          <p:cBhvr>
                                            <p:cTn id="225" dur="1" fill="hold">
                                              <p:stCondLst>
                                                <p:cond delay="0"/>
                                              </p:stCondLst>
                                            </p:cTn>
                                            <p:tgtEl>
                                              <p:spTgt spid="74"/>
                                            </p:tgtEl>
                                            <p:attrNameLst>
                                              <p:attrName>style.visibility</p:attrName>
                                            </p:attrNameLst>
                                          </p:cBhvr>
                                          <p:to>
                                            <p:strVal val="visible"/>
                                          </p:to>
                                        </p:set>
                                        <p:anim calcmode="lin" valueType="num">
                                          <p:cBhvr additive="base">
                                            <p:cTn id="226" dur="500" fill="hold"/>
                                            <p:tgtEl>
                                              <p:spTgt spid="74"/>
                                            </p:tgtEl>
                                            <p:attrNameLst>
                                              <p:attrName>ppt_x</p:attrName>
                                            </p:attrNameLst>
                                          </p:cBhvr>
                                          <p:tavLst>
                                            <p:tav tm="0">
                                              <p:val>
                                                <p:strVal val="#ppt_x"/>
                                              </p:val>
                                            </p:tav>
                                            <p:tav tm="100000">
                                              <p:val>
                                                <p:strVal val="#ppt_x"/>
                                              </p:val>
                                            </p:tav>
                                          </p:tavLst>
                                        </p:anim>
                                        <p:anim calcmode="lin" valueType="num">
                                          <p:cBhvr additive="base">
                                            <p:cTn id="227" dur="500" fill="hold"/>
                                            <p:tgtEl>
                                              <p:spTgt spid="74"/>
                                            </p:tgtEl>
                                            <p:attrNameLst>
                                              <p:attrName>ppt_y</p:attrName>
                                            </p:attrNameLst>
                                          </p:cBhvr>
                                          <p:tavLst>
                                            <p:tav tm="0">
                                              <p:val>
                                                <p:strVal val="1+#ppt_h/2"/>
                                              </p:val>
                                            </p:tav>
                                            <p:tav tm="100000">
                                              <p:val>
                                                <p:strVal val="#ppt_y"/>
                                              </p:val>
                                            </p:tav>
                                          </p:tavLst>
                                        </p:anim>
                                      </p:childTnLst>
                                    </p:cTn>
                                  </p:par>
                                  <p:par>
                                    <p:cTn id="228" presetID="2" presetClass="entr" presetSubtype="4" fill="hold" grpId="0" nodeType="withEffect">
                                      <p:stCondLst>
                                        <p:cond delay="0"/>
                                      </p:stCondLst>
                                      <p:childTnLst>
                                        <p:set>
                                          <p:cBhvr>
                                            <p:cTn id="229" dur="1" fill="hold">
                                              <p:stCondLst>
                                                <p:cond delay="0"/>
                                              </p:stCondLst>
                                            </p:cTn>
                                            <p:tgtEl>
                                              <p:spTgt spid="75"/>
                                            </p:tgtEl>
                                            <p:attrNameLst>
                                              <p:attrName>style.visibility</p:attrName>
                                            </p:attrNameLst>
                                          </p:cBhvr>
                                          <p:to>
                                            <p:strVal val="visible"/>
                                          </p:to>
                                        </p:set>
                                        <p:anim calcmode="lin" valueType="num">
                                          <p:cBhvr additive="base">
                                            <p:cTn id="230" dur="500" fill="hold"/>
                                            <p:tgtEl>
                                              <p:spTgt spid="75"/>
                                            </p:tgtEl>
                                            <p:attrNameLst>
                                              <p:attrName>ppt_x</p:attrName>
                                            </p:attrNameLst>
                                          </p:cBhvr>
                                          <p:tavLst>
                                            <p:tav tm="0">
                                              <p:val>
                                                <p:strVal val="#ppt_x"/>
                                              </p:val>
                                            </p:tav>
                                            <p:tav tm="100000">
                                              <p:val>
                                                <p:strVal val="#ppt_x"/>
                                              </p:val>
                                            </p:tav>
                                          </p:tavLst>
                                        </p:anim>
                                        <p:anim calcmode="lin" valueType="num">
                                          <p:cBhvr additive="base">
                                            <p:cTn id="231" dur="500" fill="hold"/>
                                            <p:tgtEl>
                                              <p:spTgt spid="75"/>
                                            </p:tgtEl>
                                            <p:attrNameLst>
                                              <p:attrName>ppt_y</p:attrName>
                                            </p:attrNameLst>
                                          </p:cBhvr>
                                          <p:tavLst>
                                            <p:tav tm="0">
                                              <p:val>
                                                <p:strVal val="1+#ppt_h/2"/>
                                              </p:val>
                                            </p:tav>
                                            <p:tav tm="100000">
                                              <p:val>
                                                <p:strVal val="#ppt_y"/>
                                              </p:val>
                                            </p:tav>
                                          </p:tavLst>
                                        </p:anim>
                                      </p:childTnLst>
                                    </p:cTn>
                                  </p:par>
                                  <p:par>
                                    <p:cTn id="232" presetID="2" presetClass="entr" presetSubtype="4" fill="hold" grpId="0" nodeType="withEffect">
                                      <p:stCondLst>
                                        <p:cond delay="0"/>
                                      </p:stCondLst>
                                      <p:childTnLst>
                                        <p:set>
                                          <p:cBhvr>
                                            <p:cTn id="233" dur="1" fill="hold">
                                              <p:stCondLst>
                                                <p:cond delay="0"/>
                                              </p:stCondLst>
                                            </p:cTn>
                                            <p:tgtEl>
                                              <p:spTgt spid="76"/>
                                            </p:tgtEl>
                                            <p:attrNameLst>
                                              <p:attrName>style.visibility</p:attrName>
                                            </p:attrNameLst>
                                          </p:cBhvr>
                                          <p:to>
                                            <p:strVal val="visible"/>
                                          </p:to>
                                        </p:set>
                                        <p:anim calcmode="lin" valueType="num">
                                          <p:cBhvr additive="base">
                                            <p:cTn id="234" dur="500" fill="hold"/>
                                            <p:tgtEl>
                                              <p:spTgt spid="76"/>
                                            </p:tgtEl>
                                            <p:attrNameLst>
                                              <p:attrName>ppt_x</p:attrName>
                                            </p:attrNameLst>
                                          </p:cBhvr>
                                          <p:tavLst>
                                            <p:tav tm="0">
                                              <p:val>
                                                <p:strVal val="#ppt_x"/>
                                              </p:val>
                                            </p:tav>
                                            <p:tav tm="100000">
                                              <p:val>
                                                <p:strVal val="#ppt_x"/>
                                              </p:val>
                                            </p:tav>
                                          </p:tavLst>
                                        </p:anim>
                                        <p:anim calcmode="lin" valueType="num">
                                          <p:cBhvr additive="base">
                                            <p:cTn id="235" dur="500" fill="hold"/>
                                            <p:tgtEl>
                                              <p:spTgt spid="76"/>
                                            </p:tgtEl>
                                            <p:attrNameLst>
                                              <p:attrName>ppt_y</p:attrName>
                                            </p:attrNameLst>
                                          </p:cBhvr>
                                          <p:tavLst>
                                            <p:tav tm="0">
                                              <p:val>
                                                <p:strVal val="1+#ppt_h/2"/>
                                              </p:val>
                                            </p:tav>
                                            <p:tav tm="100000">
                                              <p:val>
                                                <p:strVal val="#ppt_y"/>
                                              </p:val>
                                            </p:tav>
                                          </p:tavLst>
                                        </p:anim>
                                      </p:childTnLst>
                                    </p:cTn>
                                  </p:par>
                                  <p:par>
                                    <p:cTn id="236" presetID="2" presetClass="entr" presetSubtype="1" fill="hold" grpId="0" nodeType="withEffect">
                                      <p:stCondLst>
                                        <p:cond delay="0"/>
                                      </p:stCondLst>
                                      <p:childTnLst>
                                        <p:set>
                                          <p:cBhvr>
                                            <p:cTn id="237" dur="1" fill="hold">
                                              <p:stCondLst>
                                                <p:cond delay="0"/>
                                              </p:stCondLst>
                                            </p:cTn>
                                            <p:tgtEl>
                                              <p:spTgt spid="77"/>
                                            </p:tgtEl>
                                            <p:attrNameLst>
                                              <p:attrName>style.visibility</p:attrName>
                                            </p:attrNameLst>
                                          </p:cBhvr>
                                          <p:to>
                                            <p:strVal val="visible"/>
                                          </p:to>
                                        </p:set>
                                        <p:anim calcmode="lin" valueType="num">
                                          <p:cBhvr additive="base">
                                            <p:cTn id="238" dur="500" fill="hold"/>
                                            <p:tgtEl>
                                              <p:spTgt spid="77"/>
                                            </p:tgtEl>
                                            <p:attrNameLst>
                                              <p:attrName>ppt_x</p:attrName>
                                            </p:attrNameLst>
                                          </p:cBhvr>
                                          <p:tavLst>
                                            <p:tav tm="0">
                                              <p:val>
                                                <p:strVal val="#ppt_x"/>
                                              </p:val>
                                            </p:tav>
                                            <p:tav tm="100000">
                                              <p:val>
                                                <p:strVal val="#ppt_x"/>
                                              </p:val>
                                            </p:tav>
                                          </p:tavLst>
                                        </p:anim>
                                        <p:anim calcmode="lin" valueType="num">
                                          <p:cBhvr additive="base">
                                            <p:cTn id="239" dur="500" fill="hold"/>
                                            <p:tgtEl>
                                              <p:spTgt spid="77"/>
                                            </p:tgtEl>
                                            <p:attrNameLst>
                                              <p:attrName>ppt_y</p:attrName>
                                            </p:attrNameLst>
                                          </p:cBhvr>
                                          <p:tavLst>
                                            <p:tav tm="0">
                                              <p:val>
                                                <p:strVal val="0-#ppt_h/2"/>
                                              </p:val>
                                            </p:tav>
                                            <p:tav tm="100000">
                                              <p:val>
                                                <p:strVal val="#ppt_y"/>
                                              </p:val>
                                            </p:tav>
                                          </p:tavLst>
                                        </p:anim>
                                      </p:childTnLst>
                                    </p:cTn>
                                  </p:par>
                                  <p:par>
                                    <p:cTn id="240" presetID="2" presetClass="entr" presetSubtype="4" fill="hold" grpId="0" nodeType="withEffect">
                                      <p:stCondLst>
                                        <p:cond delay="0"/>
                                      </p:stCondLst>
                                      <p:childTnLst>
                                        <p:set>
                                          <p:cBhvr>
                                            <p:cTn id="241" dur="1" fill="hold">
                                              <p:stCondLst>
                                                <p:cond delay="0"/>
                                              </p:stCondLst>
                                            </p:cTn>
                                            <p:tgtEl>
                                              <p:spTgt spid="78"/>
                                            </p:tgtEl>
                                            <p:attrNameLst>
                                              <p:attrName>style.visibility</p:attrName>
                                            </p:attrNameLst>
                                          </p:cBhvr>
                                          <p:to>
                                            <p:strVal val="visible"/>
                                          </p:to>
                                        </p:set>
                                        <p:anim calcmode="lin" valueType="num">
                                          <p:cBhvr additive="base">
                                            <p:cTn id="242" dur="500" fill="hold"/>
                                            <p:tgtEl>
                                              <p:spTgt spid="78"/>
                                            </p:tgtEl>
                                            <p:attrNameLst>
                                              <p:attrName>ppt_x</p:attrName>
                                            </p:attrNameLst>
                                          </p:cBhvr>
                                          <p:tavLst>
                                            <p:tav tm="0">
                                              <p:val>
                                                <p:strVal val="#ppt_x"/>
                                              </p:val>
                                            </p:tav>
                                            <p:tav tm="100000">
                                              <p:val>
                                                <p:strVal val="#ppt_x"/>
                                              </p:val>
                                            </p:tav>
                                          </p:tavLst>
                                        </p:anim>
                                        <p:anim calcmode="lin" valueType="num">
                                          <p:cBhvr additive="base">
                                            <p:cTn id="243" dur="500" fill="hold"/>
                                            <p:tgtEl>
                                              <p:spTgt spid="78"/>
                                            </p:tgtEl>
                                            <p:attrNameLst>
                                              <p:attrName>ppt_y</p:attrName>
                                            </p:attrNameLst>
                                          </p:cBhvr>
                                          <p:tavLst>
                                            <p:tav tm="0">
                                              <p:val>
                                                <p:strVal val="1+#ppt_h/2"/>
                                              </p:val>
                                            </p:tav>
                                            <p:tav tm="100000">
                                              <p:val>
                                                <p:strVal val="#ppt_y"/>
                                              </p:val>
                                            </p:tav>
                                          </p:tavLst>
                                        </p:anim>
                                      </p:childTnLst>
                                    </p:cTn>
                                  </p:par>
                                  <p:par>
                                    <p:cTn id="244" presetID="2" presetClass="entr" presetSubtype="4" fill="hold" grpId="0" nodeType="withEffect">
                                      <p:stCondLst>
                                        <p:cond delay="0"/>
                                      </p:stCondLst>
                                      <p:childTnLst>
                                        <p:set>
                                          <p:cBhvr>
                                            <p:cTn id="245" dur="1" fill="hold">
                                              <p:stCondLst>
                                                <p:cond delay="0"/>
                                              </p:stCondLst>
                                            </p:cTn>
                                            <p:tgtEl>
                                              <p:spTgt spid="79"/>
                                            </p:tgtEl>
                                            <p:attrNameLst>
                                              <p:attrName>style.visibility</p:attrName>
                                            </p:attrNameLst>
                                          </p:cBhvr>
                                          <p:to>
                                            <p:strVal val="visible"/>
                                          </p:to>
                                        </p:set>
                                        <p:anim calcmode="lin" valueType="num">
                                          <p:cBhvr additive="base">
                                            <p:cTn id="246" dur="500" fill="hold"/>
                                            <p:tgtEl>
                                              <p:spTgt spid="79"/>
                                            </p:tgtEl>
                                            <p:attrNameLst>
                                              <p:attrName>ppt_x</p:attrName>
                                            </p:attrNameLst>
                                          </p:cBhvr>
                                          <p:tavLst>
                                            <p:tav tm="0">
                                              <p:val>
                                                <p:strVal val="#ppt_x"/>
                                              </p:val>
                                            </p:tav>
                                            <p:tav tm="100000">
                                              <p:val>
                                                <p:strVal val="#ppt_x"/>
                                              </p:val>
                                            </p:tav>
                                          </p:tavLst>
                                        </p:anim>
                                        <p:anim calcmode="lin" valueType="num">
                                          <p:cBhvr additive="base">
                                            <p:cTn id="247" dur="500" fill="hold"/>
                                            <p:tgtEl>
                                              <p:spTgt spid="79"/>
                                            </p:tgtEl>
                                            <p:attrNameLst>
                                              <p:attrName>ppt_y</p:attrName>
                                            </p:attrNameLst>
                                          </p:cBhvr>
                                          <p:tavLst>
                                            <p:tav tm="0">
                                              <p:val>
                                                <p:strVal val="1+#ppt_h/2"/>
                                              </p:val>
                                            </p:tav>
                                            <p:tav tm="100000">
                                              <p:val>
                                                <p:strVal val="#ppt_y"/>
                                              </p:val>
                                            </p:tav>
                                          </p:tavLst>
                                        </p:anim>
                                      </p:childTnLst>
                                    </p:cTn>
                                  </p:par>
                                  <p:par>
                                    <p:cTn id="248" presetID="2" presetClass="entr" presetSubtype="3" fill="hold" grpId="0" nodeType="withEffect">
                                      <p:stCondLst>
                                        <p:cond delay="0"/>
                                      </p:stCondLst>
                                      <p:childTnLst>
                                        <p:set>
                                          <p:cBhvr>
                                            <p:cTn id="249" dur="1" fill="hold">
                                              <p:stCondLst>
                                                <p:cond delay="0"/>
                                              </p:stCondLst>
                                            </p:cTn>
                                            <p:tgtEl>
                                              <p:spTgt spid="80"/>
                                            </p:tgtEl>
                                            <p:attrNameLst>
                                              <p:attrName>style.visibility</p:attrName>
                                            </p:attrNameLst>
                                          </p:cBhvr>
                                          <p:to>
                                            <p:strVal val="visible"/>
                                          </p:to>
                                        </p:set>
                                        <p:anim calcmode="lin" valueType="num">
                                          <p:cBhvr additive="base">
                                            <p:cTn id="250" dur="500" fill="hold"/>
                                            <p:tgtEl>
                                              <p:spTgt spid="80"/>
                                            </p:tgtEl>
                                            <p:attrNameLst>
                                              <p:attrName>ppt_x</p:attrName>
                                            </p:attrNameLst>
                                          </p:cBhvr>
                                          <p:tavLst>
                                            <p:tav tm="0">
                                              <p:val>
                                                <p:strVal val="1+#ppt_w/2"/>
                                              </p:val>
                                            </p:tav>
                                            <p:tav tm="100000">
                                              <p:val>
                                                <p:strVal val="#ppt_x"/>
                                              </p:val>
                                            </p:tav>
                                          </p:tavLst>
                                        </p:anim>
                                        <p:anim calcmode="lin" valueType="num">
                                          <p:cBhvr additive="base">
                                            <p:cTn id="251" dur="500" fill="hold"/>
                                            <p:tgtEl>
                                              <p:spTgt spid="80"/>
                                            </p:tgtEl>
                                            <p:attrNameLst>
                                              <p:attrName>ppt_y</p:attrName>
                                            </p:attrNameLst>
                                          </p:cBhvr>
                                          <p:tavLst>
                                            <p:tav tm="0">
                                              <p:val>
                                                <p:strVal val="0-#ppt_h/2"/>
                                              </p:val>
                                            </p:tav>
                                            <p:tav tm="100000">
                                              <p:val>
                                                <p:strVal val="#ppt_y"/>
                                              </p:val>
                                            </p:tav>
                                          </p:tavLst>
                                        </p:anim>
                                      </p:childTnLst>
                                    </p:cTn>
                                  </p:par>
                                  <p:par>
                                    <p:cTn id="252" presetID="2" presetClass="entr" presetSubtype="2" fill="hold" grpId="0" nodeType="withEffect">
                                      <p:stCondLst>
                                        <p:cond delay="0"/>
                                      </p:stCondLst>
                                      <p:childTnLst>
                                        <p:set>
                                          <p:cBhvr>
                                            <p:cTn id="253" dur="1" fill="hold">
                                              <p:stCondLst>
                                                <p:cond delay="0"/>
                                              </p:stCondLst>
                                            </p:cTn>
                                            <p:tgtEl>
                                              <p:spTgt spid="81"/>
                                            </p:tgtEl>
                                            <p:attrNameLst>
                                              <p:attrName>style.visibility</p:attrName>
                                            </p:attrNameLst>
                                          </p:cBhvr>
                                          <p:to>
                                            <p:strVal val="visible"/>
                                          </p:to>
                                        </p:set>
                                        <p:anim calcmode="lin" valueType="num">
                                          <p:cBhvr additive="base">
                                            <p:cTn id="254" dur="500" fill="hold"/>
                                            <p:tgtEl>
                                              <p:spTgt spid="81"/>
                                            </p:tgtEl>
                                            <p:attrNameLst>
                                              <p:attrName>ppt_x</p:attrName>
                                            </p:attrNameLst>
                                          </p:cBhvr>
                                          <p:tavLst>
                                            <p:tav tm="0">
                                              <p:val>
                                                <p:strVal val="1+#ppt_w/2"/>
                                              </p:val>
                                            </p:tav>
                                            <p:tav tm="100000">
                                              <p:val>
                                                <p:strVal val="#ppt_x"/>
                                              </p:val>
                                            </p:tav>
                                          </p:tavLst>
                                        </p:anim>
                                        <p:anim calcmode="lin" valueType="num">
                                          <p:cBhvr additive="base">
                                            <p:cTn id="255" dur="500" fill="hold"/>
                                            <p:tgtEl>
                                              <p:spTgt spid="81"/>
                                            </p:tgtEl>
                                            <p:attrNameLst>
                                              <p:attrName>ppt_y</p:attrName>
                                            </p:attrNameLst>
                                          </p:cBhvr>
                                          <p:tavLst>
                                            <p:tav tm="0">
                                              <p:val>
                                                <p:strVal val="#ppt_y"/>
                                              </p:val>
                                            </p:tav>
                                            <p:tav tm="100000">
                                              <p:val>
                                                <p:strVal val="#ppt_y"/>
                                              </p:val>
                                            </p:tav>
                                          </p:tavLst>
                                        </p:anim>
                                      </p:childTnLst>
                                    </p:cTn>
                                  </p:par>
                                  <p:par>
                                    <p:cTn id="256" presetID="2" presetClass="entr" presetSubtype="12" fill="hold" grpId="0" nodeType="withEffect">
                                      <p:stCondLst>
                                        <p:cond delay="0"/>
                                      </p:stCondLst>
                                      <p:childTnLst>
                                        <p:set>
                                          <p:cBhvr>
                                            <p:cTn id="257" dur="1" fill="hold">
                                              <p:stCondLst>
                                                <p:cond delay="0"/>
                                              </p:stCondLst>
                                            </p:cTn>
                                            <p:tgtEl>
                                              <p:spTgt spid="82"/>
                                            </p:tgtEl>
                                            <p:attrNameLst>
                                              <p:attrName>style.visibility</p:attrName>
                                            </p:attrNameLst>
                                          </p:cBhvr>
                                          <p:to>
                                            <p:strVal val="visible"/>
                                          </p:to>
                                        </p:set>
                                        <p:anim calcmode="lin" valueType="num">
                                          <p:cBhvr additive="base">
                                            <p:cTn id="258" dur="500" fill="hold"/>
                                            <p:tgtEl>
                                              <p:spTgt spid="82"/>
                                            </p:tgtEl>
                                            <p:attrNameLst>
                                              <p:attrName>ppt_x</p:attrName>
                                            </p:attrNameLst>
                                          </p:cBhvr>
                                          <p:tavLst>
                                            <p:tav tm="0">
                                              <p:val>
                                                <p:strVal val="0-#ppt_w/2"/>
                                              </p:val>
                                            </p:tav>
                                            <p:tav tm="100000">
                                              <p:val>
                                                <p:strVal val="#ppt_x"/>
                                              </p:val>
                                            </p:tav>
                                          </p:tavLst>
                                        </p:anim>
                                        <p:anim calcmode="lin" valueType="num">
                                          <p:cBhvr additive="base">
                                            <p:cTn id="259" dur="500" fill="hold"/>
                                            <p:tgtEl>
                                              <p:spTgt spid="82"/>
                                            </p:tgtEl>
                                            <p:attrNameLst>
                                              <p:attrName>ppt_y</p:attrName>
                                            </p:attrNameLst>
                                          </p:cBhvr>
                                          <p:tavLst>
                                            <p:tav tm="0">
                                              <p:val>
                                                <p:strVal val="1+#ppt_h/2"/>
                                              </p:val>
                                            </p:tav>
                                            <p:tav tm="100000">
                                              <p:val>
                                                <p:strVal val="#ppt_y"/>
                                              </p:val>
                                            </p:tav>
                                          </p:tavLst>
                                        </p:anim>
                                      </p:childTnLst>
                                    </p:cTn>
                                  </p:par>
                                  <p:par>
                                    <p:cTn id="260" presetID="2" presetClass="entr" presetSubtype="4" fill="hold" grpId="0" nodeType="withEffect">
                                      <p:stCondLst>
                                        <p:cond delay="0"/>
                                      </p:stCondLst>
                                      <p:childTnLst>
                                        <p:set>
                                          <p:cBhvr>
                                            <p:cTn id="261" dur="1" fill="hold">
                                              <p:stCondLst>
                                                <p:cond delay="0"/>
                                              </p:stCondLst>
                                            </p:cTn>
                                            <p:tgtEl>
                                              <p:spTgt spid="83"/>
                                            </p:tgtEl>
                                            <p:attrNameLst>
                                              <p:attrName>style.visibility</p:attrName>
                                            </p:attrNameLst>
                                          </p:cBhvr>
                                          <p:to>
                                            <p:strVal val="visible"/>
                                          </p:to>
                                        </p:set>
                                        <p:anim calcmode="lin" valueType="num">
                                          <p:cBhvr additive="base">
                                            <p:cTn id="262" dur="500" fill="hold"/>
                                            <p:tgtEl>
                                              <p:spTgt spid="83"/>
                                            </p:tgtEl>
                                            <p:attrNameLst>
                                              <p:attrName>ppt_x</p:attrName>
                                            </p:attrNameLst>
                                          </p:cBhvr>
                                          <p:tavLst>
                                            <p:tav tm="0">
                                              <p:val>
                                                <p:strVal val="#ppt_x"/>
                                              </p:val>
                                            </p:tav>
                                            <p:tav tm="100000">
                                              <p:val>
                                                <p:strVal val="#ppt_x"/>
                                              </p:val>
                                            </p:tav>
                                          </p:tavLst>
                                        </p:anim>
                                        <p:anim calcmode="lin" valueType="num">
                                          <p:cBhvr additive="base">
                                            <p:cTn id="263" dur="500" fill="hold"/>
                                            <p:tgtEl>
                                              <p:spTgt spid="83"/>
                                            </p:tgtEl>
                                            <p:attrNameLst>
                                              <p:attrName>ppt_y</p:attrName>
                                            </p:attrNameLst>
                                          </p:cBhvr>
                                          <p:tavLst>
                                            <p:tav tm="0">
                                              <p:val>
                                                <p:strVal val="1+#ppt_h/2"/>
                                              </p:val>
                                            </p:tav>
                                            <p:tav tm="100000">
                                              <p:val>
                                                <p:strVal val="#ppt_y"/>
                                              </p:val>
                                            </p:tav>
                                          </p:tavLst>
                                        </p:anim>
                                      </p:childTnLst>
                                    </p:cTn>
                                  </p:par>
                                  <p:par>
                                    <p:cTn id="264" presetID="2" presetClass="entr" presetSubtype="4" fill="hold" grpId="0" nodeType="withEffect">
                                      <p:stCondLst>
                                        <p:cond delay="0"/>
                                      </p:stCondLst>
                                      <p:childTnLst>
                                        <p:set>
                                          <p:cBhvr>
                                            <p:cTn id="265" dur="1" fill="hold">
                                              <p:stCondLst>
                                                <p:cond delay="0"/>
                                              </p:stCondLst>
                                            </p:cTn>
                                            <p:tgtEl>
                                              <p:spTgt spid="84"/>
                                            </p:tgtEl>
                                            <p:attrNameLst>
                                              <p:attrName>style.visibility</p:attrName>
                                            </p:attrNameLst>
                                          </p:cBhvr>
                                          <p:to>
                                            <p:strVal val="visible"/>
                                          </p:to>
                                        </p:set>
                                        <p:anim calcmode="lin" valueType="num">
                                          <p:cBhvr additive="base">
                                            <p:cTn id="266" dur="500" fill="hold"/>
                                            <p:tgtEl>
                                              <p:spTgt spid="84"/>
                                            </p:tgtEl>
                                            <p:attrNameLst>
                                              <p:attrName>ppt_x</p:attrName>
                                            </p:attrNameLst>
                                          </p:cBhvr>
                                          <p:tavLst>
                                            <p:tav tm="0">
                                              <p:val>
                                                <p:strVal val="#ppt_x"/>
                                              </p:val>
                                            </p:tav>
                                            <p:tav tm="100000">
                                              <p:val>
                                                <p:strVal val="#ppt_x"/>
                                              </p:val>
                                            </p:tav>
                                          </p:tavLst>
                                        </p:anim>
                                        <p:anim calcmode="lin" valueType="num">
                                          <p:cBhvr additive="base">
                                            <p:cTn id="267" dur="500" fill="hold"/>
                                            <p:tgtEl>
                                              <p:spTgt spid="84"/>
                                            </p:tgtEl>
                                            <p:attrNameLst>
                                              <p:attrName>ppt_y</p:attrName>
                                            </p:attrNameLst>
                                          </p:cBhvr>
                                          <p:tavLst>
                                            <p:tav tm="0">
                                              <p:val>
                                                <p:strVal val="1+#ppt_h/2"/>
                                              </p:val>
                                            </p:tav>
                                            <p:tav tm="100000">
                                              <p:val>
                                                <p:strVal val="#ppt_y"/>
                                              </p:val>
                                            </p:tav>
                                          </p:tavLst>
                                        </p:anim>
                                      </p:childTnLst>
                                    </p:cTn>
                                  </p:par>
                                  <p:par>
                                    <p:cTn id="268" presetID="2" presetClass="entr" presetSubtype="4" fill="hold" grpId="0" nodeType="withEffect">
                                      <p:stCondLst>
                                        <p:cond delay="0"/>
                                      </p:stCondLst>
                                      <p:childTnLst>
                                        <p:set>
                                          <p:cBhvr>
                                            <p:cTn id="269" dur="1" fill="hold">
                                              <p:stCondLst>
                                                <p:cond delay="0"/>
                                              </p:stCondLst>
                                            </p:cTn>
                                            <p:tgtEl>
                                              <p:spTgt spid="85"/>
                                            </p:tgtEl>
                                            <p:attrNameLst>
                                              <p:attrName>style.visibility</p:attrName>
                                            </p:attrNameLst>
                                          </p:cBhvr>
                                          <p:to>
                                            <p:strVal val="visible"/>
                                          </p:to>
                                        </p:set>
                                        <p:anim calcmode="lin" valueType="num">
                                          <p:cBhvr additive="base">
                                            <p:cTn id="270" dur="500" fill="hold"/>
                                            <p:tgtEl>
                                              <p:spTgt spid="85"/>
                                            </p:tgtEl>
                                            <p:attrNameLst>
                                              <p:attrName>ppt_x</p:attrName>
                                            </p:attrNameLst>
                                          </p:cBhvr>
                                          <p:tavLst>
                                            <p:tav tm="0">
                                              <p:val>
                                                <p:strVal val="#ppt_x"/>
                                              </p:val>
                                            </p:tav>
                                            <p:tav tm="100000">
                                              <p:val>
                                                <p:strVal val="#ppt_x"/>
                                              </p:val>
                                            </p:tav>
                                          </p:tavLst>
                                        </p:anim>
                                        <p:anim calcmode="lin" valueType="num">
                                          <p:cBhvr additive="base">
                                            <p:cTn id="271" dur="500" fill="hold"/>
                                            <p:tgtEl>
                                              <p:spTgt spid="85"/>
                                            </p:tgtEl>
                                            <p:attrNameLst>
                                              <p:attrName>ppt_y</p:attrName>
                                            </p:attrNameLst>
                                          </p:cBhvr>
                                          <p:tavLst>
                                            <p:tav tm="0">
                                              <p:val>
                                                <p:strVal val="1+#ppt_h/2"/>
                                              </p:val>
                                            </p:tav>
                                            <p:tav tm="100000">
                                              <p:val>
                                                <p:strVal val="#ppt_y"/>
                                              </p:val>
                                            </p:tav>
                                          </p:tavLst>
                                        </p:anim>
                                      </p:childTnLst>
                                    </p:cTn>
                                  </p:par>
                                  <p:par>
                                    <p:cTn id="272" presetID="2" presetClass="entr" presetSubtype="8" fill="hold" grpId="0" nodeType="withEffect">
                                      <p:stCondLst>
                                        <p:cond delay="0"/>
                                      </p:stCondLst>
                                      <p:childTnLst>
                                        <p:set>
                                          <p:cBhvr>
                                            <p:cTn id="273" dur="1" fill="hold">
                                              <p:stCondLst>
                                                <p:cond delay="0"/>
                                              </p:stCondLst>
                                            </p:cTn>
                                            <p:tgtEl>
                                              <p:spTgt spid="86"/>
                                            </p:tgtEl>
                                            <p:attrNameLst>
                                              <p:attrName>style.visibility</p:attrName>
                                            </p:attrNameLst>
                                          </p:cBhvr>
                                          <p:to>
                                            <p:strVal val="visible"/>
                                          </p:to>
                                        </p:set>
                                        <p:anim calcmode="lin" valueType="num">
                                          <p:cBhvr additive="base">
                                            <p:cTn id="274" dur="500" fill="hold"/>
                                            <p:tgtEl>
                                              <p:spTgt spid="86"/>
                                            </p:tgtEl>
                                            <p:attrNameLst>
                                              <p:attrName>ppt_x</p:attrName>
                                            </p:attrNameLst>
                                          </p:cBhvr>
                                          <p:tavLst>
                                            <p:tav tm="0">
                                              <p:val>
                                                <p:strVal val="0-#ppt_w/2"/>
                                              </p:val>
                                            </p:tav>
                                            <p:tav tm="100000">
                                              <p:val>
                                                <p:strVal val="#ppt_x"/>
                                              </p:val>
                                            </p:tav>
                                          </p:tavLst>
                                        </p:anim>
                                        <p:anim calcmode="lin" valueType="num">
                                          <p:cBhvr additive="base">
                                            <p:cTn id="275" dur="500" fill="hold"/>
                                            <p:tgtEl>
                                              <p:spTgt spid="86"/>
                                            </p:tgtEl>
                                            <p:attrNameLst>
                                              <p:attrName>ppt_y</p:attrName>
                                            </p:attrNameLst>
                                          </p:cBhvr>
                                          <p:tavLst>
                                            <p:tav tm="0">
                                              <p:val>
                                                <p:strVal val="#ppt_y"/>
                                              </p:val>
                                            </p:tav>
                                            <p:tav tm="100000">
                                              <p:val>
                                                <p:strVal val="#ppt_y"/>
                                              </p:val>
                                            </p:tav>
                                          </p:tavLst>
                                        </p:anim>
                                      </p:childTnLst>
                                    </p:cTn>
                                  </p:par>
                                  <p:par>
                                    <p:cTn id="276" presetID="2" presetClass="entr" presetSubtype="4" fill="hold" grpId="0" nodeType="withEffect">
                                      <p:stCondLst>
                                        <p:cond delay="0"/>
                                      </p:stCondLst>
                                      <p:childTnLst>
                                        <p:set>
                                          <p:cBhvr>
                                            <p:cTn id="277" dur="1" fill="hold">
                                              <p:stCondLst>
                                                <p:cond delay="0"/>
                                              </p:stCondLst>
                                            </p:cTn>
                                            <p:tgtEl>
                                              <p:spTgt spid="87"/>
                                            </p:tgtEl>
                                            <p:attrNameLst>
                                              <p:attrName>style.visibility</p:attrName>
                                            </p:attrNameLst>
                                          </p:cBhvr>
                                          <p:to>
                                            <p:strVal val="visible"/>
                                          </p:to>
                                        </p:set>
                                        <p:anim calcmode="lin" valueType="num">
                                          <p:cBhvr additive="base">
                                            <p:cTn id="278" dur="500" fill="hold"/>
                                            <p:tgtEl>
                                              <p:spTgt spid="87"/>
                                            </p:tgtEl>
                                            <p:attrNameLst>
                                              <p:attrName>ppt_x</p:attrName>
                                            </p:attrNameLst>
                                          </p:cBhvr>
                                          <p:tavLst>
                                            <p:tav tm="0">
                                              <p:val>
                                                <p:strVal val="#ppt_x"/>
                                              </p:val>
                                            </p:tav>
                                            <p:tav tm="100000">
                                              <p:val>
                                                <p:strVal val="#ppt_x"/>
                                              </p:val>
                                            </p:tav>
                                          </p:tavLst>
                                        </p:anim>
                                        <p:anim calcmode="lin" valueType="num">
                                          <p:cBhvr additive="base">
                                            <p:cTn id="279" dur="500" fill="hold"/>
                                            <p:tgtEl>
                                              <p:spTgt spid="87"/>
                                            </p:tgtEl>
                                            <p:attrNameLst>
                                              <p:attrName>ppt_y</p:attrName>
                                            </p:attrNameLst>
                                          </p:cBhvr>
                                          <p:tavLst>
                                            <p:tav tm="0">
                                              <p:val>
                                                <p:strVal val="1+#ppt_h/2"/>
                                              </p:val>
                                            </p:tav>
                                            <p:tav tm="100000">
                                              <p:val>
                                                <p:strVal val="#ppt_y"/>
                                              </p:val>
                                            </p:tav>
                                          </p:tavLst>
                                        </p:anim>
                                      </p:childTnLst>
                                    </p:cTn>
                                  </p:par>
                                  <p:par>
                                    <p:cTn id="280" presetID="2" presetClass="entr" presetSubtype="4" fill="hold" grpId="0" nodeType="withEffect">
                                      <p:stCondLst>
                                        <p:cond delay="0"/>
                                      </p:stCondLst>
                                      <p:childTnLst>
                                        <p:set>
                                          <p:cBhvr>
                                            <p:cTn id="281" dur="1" fill="hold">
                                              <p:stCondLst>
                                                <p:cond delay="0"/>
                                              </p:stCondLst>
                                            </p:cTn>
                                            <p:tgtEl>
                                              <p:spTgt spid="88"/>
                                            </p:tgtEl>
                                            <p:attrNameLst>
                                              <p:attrName>style.visibility</p:attrName>
                                            </p:attrNameLst>
                                          </p:cBhvr>
                                          <p:to>
                                            <p:strVal val="visible"/>
                                          </p:to>
                                        </p:set>
                                        <p:anim calcmode="lin" valueType="num">
                                          <p:cBhvr additive="base">
                                            <p:cTn id="282" dur="500" fill="hold"/>
                                            <p:tgtEl>
                                              <p:spTgt spid="88"/>
                                            </p:tgtEl>
                                            <p:attrNameLst>
                                              <p:attrName>ppt_x</p:attrName>
                                            </p:attrNameLst>
                                          </p:cBhvr>
                                          <p:tavLst>
                                            <p:tav tm="0">
                                              <p:val>
                                                <p:strVal val="#ppt_x"/>
                                              </p:val>
                                            </p:tav>
                                            <p:tav tm="100000">
                                              <p:val>
                                                <p:strVal val="#ppt_x"/>
                                              </p:val>
                                            </p:tav>
                                          </p:tavLst>
                                        </p:anim>
                                        <p:anim calcmode="lin" valueType="num">
                                          <p:cBhvr additive="base">
                                            <p:cTn id="283" dur="500" fill="hold"/>
                                            <p:tgtEl>
                                              <p:spTgt spid="88"/>
                                            </p:tgtEl>
                                            <p:attrNameLst>
                                              <p:attrName>ppt_y</p:attrName>
                                            </p:attrNameLst>
                                          </p:cBhvr>
                                          <p:tavLst>
                                            <p:tav tm="0">
                                              <p:val>
                                                <p:strVal val="1+#ppt_h/2"/>
                                              </p:val>
                                            </p:tav>
                                            <p:tav tm="100000">
                                              <p:val>
                                                <p:strVal val="#ppt_y"/>
                                              </p:val>
                                            </p:tav>
                                          </p:tavLst>
                                        </p:anim>
                                      </p:childTnLst>
                                    </p:cTn>
                                  </p:par>
                                  <p:par>
                                    <p:cTn id="284" presetID="2" presetClass="entr" presetSubtype="4" fill="hold" grpId="0" nodeType="withEffect">
                                      <p:stCondLst>
                                        <p:cond delay="0"/>
                                      </p:stCondLst>
                                      <p:childTnLst>
                                        <p:set>
                                          <p:cBhvr>
                                            <p:cTn id="285" dur="1" fill="hold">
                                              <p:stCondLst>
                                                <p:cond delay="0"/>
                                              </p:stCondLst>
                                            </p:cTn>
                                            <p:tgtEl>
                                              <p:spTgt spid="89"/>
                                            </p:tgtEl>
                                            <p:attrNameLst>
                                              <p:attrName>style.visibility</p:attrName>
                                            </p:attrNameLst>
                                          </p:cBhvr>
                                          <p:to>
                                            <p:strVal val="visible"/>
                                          </p:to>
                                        </p:set>
                                        <p:anim calcmode="lin" valueType="num">
                                          <p:cBhvr additive="base">
                                            <p:cTn id="286" dur="500" fill="hold"/>
                                            <p:tgtEl>
                                              <p:spTgt spid="89"/>
                                            </p:tgtEl>
                                            <p:attrNameLst>
                                              <p:attrName>ppt_x</p:attrName>
                                            </p:attrNameLst>
                                          </p:cBhvr>
                                          <p:tavLst>
                                            <p:tav tm="0">
                                              <p:val>
                                                <p:strVal val="#ppt_x"/>
                                              </p:val>
                                            </p:tav>
                                            <p:tav tm="100000">
                                              <p:val>
                                                <p:strVal val="#ppt_x"/>
                                              </p:val>
                                            </p:tav>
                                          </p:tavLst>
                                        </p:anim>
                                        <p:anim calcmode="lin" valueType="num">
                                          <p:cBhvr additive="base">
                                            <p:cTn id="287" dur="500" fill="hold"/>
                                            <p:tgtEl>
                                              <p:spTgt spid="89"/>
                                            </p:tgtEl>
                                            <p:attrNameLst>
                                              <p:attrName>ppt_y</p:attrName>
                                            </p:attrNameLst>
                                          </p:cBhvr>
                                          <p:tavLst>
                                            <p:tav tm="0">
                                              <p:val>
                                                <p:strVal val="1+#ppt_h/2"/>
                                              </p:val>
                                            </p:tav>
                                            <p:tav tm="100000">
                                              <p:val>
                                                <p:strVal val="#ppt_y"/>
                                              </p:val>
                                            </p:tav>
                                          </p:tavLst>
                                        </p:anim>
                                      </p:childTnLst>
                                    </p:cTn>
                                  </p:par>
                                  <p:par>
                                    <p:cTn id="288" presetID="2" presetClass="entr" presetSubtype="4" fill="hold" grpId="0" nodeType="withEffect">
                                      <p:stCondLst>
                                        <p:cond delay="0"/>
                                      </p:stCondLst>
                                      <p:childTnLst>
                                        <p:set>
                                          <p:cBhvr>
                                            <p:cTn id="289" dur="1" fill="hold">
                                              <p:stCondLst>
                                                <p:cond delay="0"/>
                                              </p:stCondLst>
                                            </p:cTn>
                                            <p:tgtEl>
                                              <p:spTgt spid="90"/>
                                            </p:tgtEl>
                                            <p:attrNameLst>
                                              <p:attrName>style.visibility</p:attrName>
                                            </p:attrNameLst>
                                          </p:cBhvr>
                                          <p:to>
                                            <p:strVal val="visible"/>
                                          </p:to>
                                        </p:set>
                                        <p:anim calcmode="lin" valueType="num">
                                          <p:cBhvr additive="base">
                                            <p:cTn id="290" dur="500" fill="hold"/>
                                            <p:tgtEl>
                                              <p:spTgt spid="90"/>
                                            </p:tgtEl>
                                            <p:attrNameLst>
                                              <p:attrName>ppt_x</p:attrName>
                                            </p:attrNameLst>
                                          </p:cBhvr>
                                          <p:tavLst>
                                            <p:tav tm="0">
                                              <p:val>
                                                <p:strVal val="#ppt_x"/>
                                              </p:val>
                                            </p:tav>
                                            <p:tav tm="100000">
                                              <p:val>
                                                <p:strVal val="#ppt_x"/>
                                              </p:val>
                                            </p:tav>
                                          </p:tavLst>
                                        </p:anim>
                                        <p:anim calcmode="lin" valueType="num">
                                          <p:cBhvr additive="base">
                                            <p:cTn id="291" dur="500" fill="hold"/>
                                            <p:tgtEl>
                                              <p:spTgt spid="90"/>
                                            </p:tgtEl>
                                            <p:attrNameLst>
                                              <p:attrName>ppt_y</p:attrName>
                                            </p:attrNameLst>
                                          </p:cBhvr>
                                          <p:tavLst>
                                            <p:tav tm="0">
                                              <p:val>
                                                <p:strVal val="1+#ppt_h/2"/>
                                              </p:val>
                                            </p:tav>
                                            <p:tav tm="100000">
                                              <p:val>
                                                <p:strVal val="#ppt_y"/>
                                              </p:val>
                                            </p:tav>
                                          </p:tavLst>
                                        </p:anim>
                                      </p:childTnLst>
                                    </p:cTn>
                                  </p:par>
                                  <p:par>
                                    <p:cTn id="292" presetID="2" presetClass="entr" presetSubtype="4" fill="hold" grpId="0" nodeType="withEffect">
                                      <p:stCondLst>
                                        <p:cond delay="0"/>
                                      </p:stCondLst>
                                      <p:childTnLst>
                                        <p:set>
                                          <p:cBhvr>
                                            <p:cTn id="293" dur="1" fill="hold">
                                              <p:stCondLst>
                                                <p:cond delay="0"/>
                                              </p:stCondLst>
                                            </p:cTn>
                                            <p:tgtEl>
                                              <p:spTgt spid="91"/>
                                            </p:tgtEl>
                                            <p:attrNameLst>
                                              <p:attrName>style.visibility</p:attrName>
                                            </p:attrNameLst>
                                          </p:cBhvr>
                                          <p:to>
                                            <p:strVal val="visible"/>
                                          </p:to>
                                        </p:set>
                                        <p:anim calcmode="lin" valueType="num">
                                          <p:cBhvr additive="base">
                                            <p:cTn id="294" dur="500" fill="hold"/>
                                            <p:tgtEl>
                                              <p:spTgt spid="91"/>
                                            </p:tgtEl>
                                            <p:attrNameLst>
                                              <p:attrName>ppt_x</p:attrName>
                                            </p:attrNameLst>
                                          </p:cBhvr>
                                          <p:tavLst>
                                            <p:tav tm="0">
                                              <p:val>
                                                <p:strVal val="#ppt_x"/>
                                              </p:val>
                                            </p:tav>
                                            <p:tav tm="100000">
                                              <p:val>
                                                <p:strVal val="#ppt_x"/>
                                              </p:val>
                                            </p:tav>
                                          </p:tavLst>
                                        </p:anim>
                                        <p:anim calcmode="lin" valueType="num">
                                          <p:cBhvr additive="base">
                                            <p:cTn id="295" dur="500" fill="hold"/>
                                            <p:tgtEl>
                                              <p:spTgt spid="91"/>
                                            </p:tgtEl>
                                            <p:attrNameLst>
                                              <p:attrName>ppt_y</p:attrName>
                                            </p:attrNameLst>
                                          </p:cBhvr>
                                          <p:tavLst>
                                            <p:tav tm="0">
                                              <p:val>
                                                <p:strVal val="1+#ppt_h/2"/>
                                              </p:val>
                                            </p:tav>
                                            <p:tav tm="100000">
                                              <p:val>
                                                <p:strVal val="#ppt_y"/>
                                              </p:val>
                                            </p:tav>
                                          </p:tavLst>
                                        </p:anim>
                                      </p:childTnLst>
                                    </p:cTn>
                                  </p:par>
                                  <p:par>
                                    <p:cTn id="296" presetID="2" presetClass="entr" presetSubtype="4" fill="hold" grpId="0" nodeType="withEffect">
                                      <p:stCondLst>
                                        <p:cond delay="0"/>
                                      </p:stCondLst>
                                      <p:childTnLst>
                                        <p:set>
                                          <p:cBhvr>
                                            <p:cTn id="297" dur="1" fill="hold">
                                              <p:stCondLst>
                                                <p:cond delay="0"/>
                                              </p:stCondLst>
                                            </p:cTn>
                                            <p:tgtEl>
                                              <p:spTgt spid="92"/>
                                            </p:tgtEl>
                                            <p:attrNameLst>
                                              <p:attrName>style.visibility</p:attrName>
                                            </p:attrNameLst>
                                          </p:cBhvr>
                                          <p:to>
                                            <p:strVal val="visible"/>
                                          </p:to>
                                        </p:set>
                                        <p:anim calcmode="lin" valueType="num">
                                          <p:cBhvr additive="base">
                                            <p:cTn id="298" dur="500" fill="hold"/>
                                            <p:tgtEl>
                                              <p:spTgt spid="92"/>
                                            </p:tgtEl>
                                            <p:attrNameLst>
                                              <p:attrName>ppt_x</p:attrName>
                                            </p:attrNameLst>
                                          </p:cBhvr>
                                          <p:tavLst>
                                            <p:tav tm="0">
                                              <p:val>
                                                <p:strVal val="#ppt_x"/>
                                              </p:val>
                                            </p:tav>
                                            <p:tav tm="100000">
                                              <p:val>
                                                <p:strVal val="#ppt_x"/>
                                              </p:val>
                                            </p:tav>
                                          </p:tavLst>
                                        </p:anim>
                                        <p:anim calcmode="lin" valueType="num">
                                          <p:cBhvr additive="base">
                                            <p:cTn id="299" dur="500" fill="hold"/>
                                            <p:tgtEl>
                                              <p:spTgt spid="92"/>
                                            </p:tgtEl>
                                            <p:attrNameLst>
                                              <p:attrName>ppt_y</p:attrName>
                                            </p:attrNameLst>
                                          </p:cBhvr>
                                          <p:tavLst>
                                            <p:tav tm="0">
                                              <p:val>
                                                <p:strVal val="1+#ppt_h/2"/>
                                              </p:val>
                                            </p:tav>
                                            <p:tav tm="100000">
                                              <p:val>
                                                <p:strVal val="#ppt_y"/>
                                              </p:val>
                                            </p:tav>
                                          </p:tavLst>
                                        </p:anim>
                                      </p:childTnLst>
                                    </p:cTn>
                                  </p:par>
                                  <p:par>
                                    <p:cTn id="300" presetID="2" presetClass="entr" presetSubtype="4" fill="hold" grpId="0" nodeType="withEffect">
                                      <p:stCondLst>
                                        <p:cond delay="0"/>
                                      </p:stCondLst>
                                      <p:childTnLst>
                                        <p:set>
                                          <p:cBhvr>
                                            <p:cTn id="301" dur="1" fill="hold">
                                              <p:stCondLst>
                                                <p:cond delay="0"/>
                                              </p:stCondLst>
                                            </p:cTn>
                                            <p:tgtEl>
                                              <p:spTgt spid="93"/>
                                            </p:tgtEl>
                                            <p:attrNameLst>
                                              <p:attrName>style.visibility</p:attrName>
                                            </p:attrNameLst>
                                          </p:cBhvr>
                                          <p:to>
                                            <p:strVal val="visible"/>
                                          </p:to>
                                        </p:set>
                                        <p:anim calcmode="lin" valueType="num">
                                          <p:cBhvr additive="base">
                                            <p:cTn id="302" dur="500" fill="hold"/>
                                            <p:tgtEl>
                                              <p:spTgt spid="93"/>
                                            </p:tgtEl>
                                            <p:attrNameLst>
                                              <p:attrName>ppt_x</p:attrName>
                                            </p:attrNameLst>
                                          </p:cBhvr>
                                          <p:tavLst>
                                            <p:tav tm="0">
                                              <p:val>
                                                <p:strVal val="#ppt_x"/>
                                              </p:val>
                                            </p:tav>
                                            <p:tav tm="100000">
                                              <p:val>
                                                <p:strVal val="#ppt_x"/>
                                              </p:val>
                                            </p:tav>
                                          </p:tavLst>
                                        </p:anim>
                                        <p:anim calcmode="lin" valueType="num">
                                          <p:cBhvr additive="base">
                                            <p:cTn id="303" dur="500" fill="hold"/>
                                            <p:tgtEl>
                                              <p:spTgt spid="93"/>
                                            </p:tgtEl>
                                            <p:attrNameLst>
                                              <p:attrName>ppt_y</p:attrName>
                                            </p:attrNameLst>
                                          </p:cBhvr>
                                          <p:tavLst>
                                            <p:tav tm="0">
                                              <p:val>
                                                <p:strVal val="1+#ppt_h/2"/>
                                              </p:val>
                                            </p:tav>
                                            <p:tav tm="100000">
                                              <p:val>
                                                <p:strVal val="#ppt_y"/>
                                              </p:val>
                                            </p:tav>
                                          </p:tavLst>
                                        </p:anim>
                                      </p:childTnLst>
                                    </p:cTn>
                                  </p:par>
                                  <p:par>
                                    <p:cTn id="304" presetID="2" presetClass="entr" presetSubtype="4" fill="hold" grpId="0" nodeType="withEffect">
                                      <p:stCondLst>
                                        <p:cond delay="0"/>
                                      </p:stCondLst>
                                      <p:childTnLst>
                                        <p:set>
                                          <p:cBhvr>
                                            <p:cTn id="305" dur="1" fill="hold">
                                              <p:stCondLst>
                                                <p:cond delay="0"/>
                                              </p:stCondLst>
                                            </p:cTn>
                                            <p:tgtEl>
                                              <p:spTgt spid="94"/>
                                            </p:tgtEl>
                                            <p:attrNameLst>
                                              <p:attrName>style.visibility</p:attrName>
                                            </p:attrNameLst>
                                          </p:cBhvr>
                                          <p:to>
                                            <p:strVal val="visible"/>
                                          </p:to>
                                        </p:set>
                                        <p:anim calcmode="lin" valueType="num">
                                          <p:cBhvr additive="base">
                                            <p:cTn id="306" dur="500" fill="hold"/>
                                            <p:tgtEl>
                                              <p:spTgt spid="94"/>
                                            </p:tgtEl>
                                            <p:attrNameLst>
                                              <p:attrName>ppt_x</p:attrName>
                                            </p:attrNameLst>
                                          </p:cBhvr>
                                          <p:tavLst>
                                            <p:tav tm="0">
                                              <p:val>
                                                <p:strVal val="#ppt_x"/>
                                              </p:val>
                                            </p:tav>
                                            <p:tav tm="100000">
                                              <p:val>
                                                <p:strVal val="#ppt_x"/>
                                              </p:val>
                                            </p:tav>
                                          </p:tavLst>
                                        </p:anim>
                                        <p:anim calcmode="lin" valueType="num">
                                          <p:cBhvr additive="base">
                                            <p:cTn id="307" dur="500" fill="hold"/>
                                            <p:tgtEl>
                                              <p:spTgt spid="94"/>
                                            </p:tgtEl>
                                            <p:attrNameLst>
                                              <p:attrName>ppt_y</p:attrName>
                                            </p:attrNameLst>
                                          </p:cBhvr>
                                          <p:tavLst>
                                            <p:tav tm="0">
                                              <p:val>
                                                <p:strVal val="1+#ppt_h/2"/>
                                              </p:val>
                                            </p:tav>
                                            <p:tav tm="100000">
                                              <p:val>
                                                <p:strVal val="#ppt_y"/>
                                              </p:val>
                                            </p:tav>
                                          </p:tavLst>
                                        </p:anim>
                                      </p:childTnLst>
                                    </p:cTn>
                                  </p:par>
                                  <p:par>
                                    <p:cTn id="308" presetID="2" presetClass="entr" presetSubtype="4" fill="hold" grpId="0" nodeType="withEffect">
                                      <p:stCondLst>
                                        <p:cond delay="0"/>
                                      </p:stCondLst>
                                      <p:childTnLst>
                                        <p:set>
                                          <p:cBhvr>
                                            <p:cTn id="309" dur="1" fill="hold">
                                              <p:stCondLst>
                                                <p:cond delay="0"/>
                                              </p:stCondLst>
                                            </p:cTn>
                                            <p:tgtEl>
                                              <p:spTgt spid="95"/>
                                            </p:tgtEl>
                                            <p:attrNameLst>
                                              <p:attrName>style.visibility</p:attrName>
                                            </p:attrNameLst>
                                          </p:cBhvr>
                                          <p:to>
                                            <p:strVal val="visible"/>
                                          </p:to>
                                        </p:set>
                                        <p:anim calcmode="lin" valueType="num">
                                          <p:cBhvr additive="base">
                                            <p:cTn id="310" dur="500" fill="hold"/>
                                            <p:tgtEl>
                                              <p:spTgt spid="95"/>
                                            </p:tgtEl>
                                            <p:attrNameLst>
                                              <p:attrName>ppt_x</p:attrName>
                                            </p:attrNameLst>
                                          </p:cBhvr>
                                          <p:tavLst>
                                            <p:tav tm="0">
                                              <p:val>
                                                <p:strVal val="#ppt_x"/>
                                              </p:val>
                                            </p:tav>
                                            <p:tav tm="100000">
                                              <p:val>
                                                <p:strVal val="#ppt_x"/>
                                              </p:val>
                                            </p:tav>
                                          </p:tavLst>
                                        </p:anim>
                                        <p:anim calcmode="lin" valueType="num">
                                          <p:cBhvr additive="base">
                                            <p:cTn id="311" dur="500" fill="hold"/>
                                            <p:tgtEl>
                                              <p:spTgt spid="95"/>
                                            </p:tgtEl>
                                            <p:attrNameLst>
                                              <p:attrName>ppt_y</p:attrName>
                                            </p:attrNameLst>
                                          </p:cBhvr>
                                          <p:tavLst>
                                            <p:tav tm="0">
                                              <p:val>
                                                <p:strVal val="1+#ppt_h/2"/>
                                              </p:val>
                                            </p:tav>
                                            <p:tav tm="100000">
                                              <p:val>
                                                <p:strVal val="#ppt_y"/>
                                              </p:val>
                                            </p:tav>
                                          </p:tavLst>
                                        </p:anim>
                                      </p:childTnLst>
                                    </p:cTn>
                                  </p:par>
                                  <p:par>
                                    <p:cTn id="312" presetID="2" presetClass="entr" presetSubtype="4" fill="hold" grpId="0" nodeType="withEffect">
                                      <p:stCondLst>
                                        <p:cond delay="0"/>
                                      </p:stCondLst>
                                      <p:childTnLst>
                                        <p:set>
                                          <p:cBhvr>
                                            <p:cTn id="313" dur="1" fill="hold">
                                              <p:stCondLst>
                                                <p:cond delay="0"/>
                                              </p:stCondLst>
                                            </p:cTn>
                                            <p:tgtEl>
                                              <p:spTgt spid="96"/>
                                            </p:tgtEl>
                                            <p:attrNameLst>
                                              <p:attrName>style.visibility</p:attrName>
                                            </p:attrNameLst>
                                          </p:cBhvr>
                                          <p:to>
                                            <p:strVal val="visible"/>
                                          </p:to>
                                        </p:set>
                                        <p:anim calcmode="lin" valueType="num">
                                          <p:cBhvr additive="base">
                                            <p:cTn id="314" dur="500" fill="hold"/>
                                            <p:tgtEl>
                                              <p:spTgt spid="96"/>
                                            </p:tgtEl>
                                            <p:attrNameLst>
                                              <p:attrName>ppt_x</p:attrName>
                                            </p:attrNameLst>
                                          </p:cBhvr>
                                          <p:tavLst>
                                            <p:tav tm="0">
                                              <p:val>
                                                <p:strVal val="#ppt_x"/>
                                              </p:val>
                                            </p:tav>
                                            <p:tav tm="100000">
                                              <p:val>
                                                <p:strVal val="#ppt_x"/>
                                              </p:val>
                                            </p:tav>
                                          </p:tavLst>
                                        </p:anim>
                                        <p:anim calcmode="lin" valueType="num">
                                          <p:cBhvr additive="base">
                                            <p:cTn id="315" dur="500" fill="hold"/>
                                            <p:tgtEl>
                                              <p:spTgt spid="96"/>
                                            </p:tgtEl>
                                            <p:attrNameLst>
                                              <p:attrName>ppt_y</p:attrName>
                                            </p:attrNameLst>
                                          </p:cBhvr>
                                          <p:tavLst>
                                            <p:tav tm="0">
                                              <p:val>
                                                <p:strVal val="1+#ppt_h/2"/>
                                              </p:val>
                                            </p:tav>
                                            <p:tav tm="100000">
                                              <p:val>
                                                <p:strVal val="#ppt_y"/>
                                              </p:val>
                                            </p:tav>
                                          </p:tavLst>
                                        </p:anim>
                                      </p:childTnLst>
                                    </p:cTn>
                                  </p:par>
                                  <p:par>
                                    <p:cTn id="316" presetID="2" presetClass="entr" presetSubtype="4" fill="hold" grpId="0" nodeType="withEffect">
                                      <p:stCondLst>
                                        <p:cond delay="0"/>
                                      </p:stCondLst>
                                      <p:childTnLst>
                                        <p:set>
                                          <p:cBhvr>
                                            <p:cTn id="317" dur="1" fill="hold">
                                              <p:stCondLst>
                                                <p:cond delay="0"/>
                                              </p:stCondLst>
                                            </p:cTn>
                                            <p:tgtEl>
                                              <p:spTgt spid="97"/>
                                            </p:tgtEl>
                                            <p:attrNameLst>
                                              <p:attrName>style.visibility</p:attrName>
                                            </p:attrNameLst>
                                          </p:cBhvr>
                                          <p:to>
                                            <p:strVal val="visible"/>
                                          </p:to>
                                        </p:set>
                                        <p:anim calcmode="lin" valueType="num">
                                          <p:cBhvr additive="base">
                                            <p:cTn id="318" dur="500" fill="hold"/>
                                            <p:tgtEl>
                                              <p:spTgt spid="97"/>
                                            </p:tgtEl>
                                            <p:attrNameLst>
                                              <p:attrName>ppt_x</p:attrName>
                                            </p:attrNameLst>
                                          </p:cBhvr>
                                          <p:tavLst>
                                            <p:tav tm="0">
                                              <p:val>
                                                <p:strVal val="#ppt_x"/>
                                              </p:val>
                                            </p:tav>
                                            <p:tav tm="100000">
                                              <p:val>
                                                <p:strVal val="#ppt_x"/>
                                              </p:val>
                                            </p:tav>
                                          </p:tavLst>
                                        </p:anim>
                                        <p:anim calcmode="lin" valueType="num">
                                          <p:cBhvr additive="base">
                                            <p:cTn id="319" dur="500" fill="hold"/>
                                            <p:tgtEl>
                                              <p:spTgt spid="97"/>
                                            </p:tgtEl>
                                            <p:attrNameLst>
                                              <p:attrName>ppt_y</p:attrName>
                                            </p:attrNameLst>
                                          </p:cBhvr>
                                          <p:tavLst>
                                            <p:tav tm="0">
                                              <p:val>
                                                <p:strVal val="1+#ppt_h/2"/>
                                              </p:val>
                                            </p:tav>
                                            <p:tav tm="100000">
                                              <p:val>
                                                <p:strVal val="#ppt_y"/>
                                              </p:val>
                                            </p:tav>
                                          </p:tavLst>
                                        </p:anim>
                                      </p:childTnLst>
                                    </p:cTn>
                                  </p:par>
                                  <p:par>
                                    <p:cTn id="320" presetID="2" presetClass="entr" presetSubtype="4" fill="hold" grpId="0" nodeType="withEffect">
                                      <p:stCondLst>
                                        <p:cond delay="0"/>
                                      </p:stCondLst>
                                      <p:childTnLst>
                                        <p:set>
                                          <p:cBhvr>
                                            <p:cTn id="321" dur="1" fill="hold">
                                              <p:stCondLst>
                                                <p:cond delay="0"/>
                                              </p:stCondLst>
                                            </p:cTn>
                                            <p:tgtEl>
                                              <p:spTgt spid="98"/>
                                            </p:tgtEl>
                                            <p:attrNameLst>
                                              <p:attrName>style.visibility</p:attrName>
                                            </p:attrNameLst>
                                          </p:cBhvr>
                                          <p:to>
                                            <p:strVal val="visible"/>
                                          </p:to>
                                        </p:set>
                                        <p:anim calcmode="lin" valueType="num">
                                          <p:cBhvr additive="base">
                                            <p:cTn id="322" dur="500" fill="hold"/>
                                            <p:tgtEl>
                                              <p:spTgt spid="98"/>
                                            </p:tgtEl>
                                            <p:attrNameLst>
                                              <p:attrName>ppt_x</p:attrName>
                                            </p:attrNameLst>
                                          </p:cBhvr>
                                          <p:tavLst>
                                            <p:tav tm="0">
                                              <p:val>
                                                <p:strVal val="#ppt_x"/>
                                              </p:val>
                                            </p:tav>
                                            <p:tav tm="100000">
                                              <p:val>
                                                <p:strVal val="#ppt_x"/>
                                              </p:val>
                                            </p:tav>
                                          </p:tavLst>
                                        </p:anim>
                                        <p:anim calcmode="lin" valueType="num">
                                          <p:cBhvr additive="base">
                                            <p:cTn id="323" dur="500" fill="hold"/>
                                            <p:tgtEl>
                                              <p:spTgt spid="98"/>
                                            </p:tgtEl>
                                            <p:attrNameLst>
                                              <p:attrName>ppt_y</p:attrName>
                                            </p:attrNameLst>
                                          </p:cBhvr>
                                          <p:tavLst>
                                            <p:tav tm="0">
                                              <p:val>
                                                <p:strVal val="1+#ppt_h/2"/>
                                              </p:val>
                                            </p:tav>
                                            <p:tav tm="100000">
                                              <p:val>
                                                <p:strVal val="#ppt_y"/>
                                              </p:val>
                                            </p:tav>
                                          </p:tavLst>
                                        </p:anim>
                                      </p:childTnLst>
                                    </p:cTn>
                                  </p:par>
                                  <p:par>
                                    <p:cTn id="324" presetID="2" presetClass="entr" presetSubtype="4" fill="hold" grpId="0" nodeType="withEffect">
                                      <p:stCondLst>
                                        <p:cond delay="0"/>
                                      </p:stCondLst>
                                      <p:childTnLst>
                                        <p:set>
                                          <p:cBhvr>
                                            <p:cTn id="325" dur="1" fill="hold">
                                              <p:stCondLst>
                                                <p:cond delay="0"/>
                                              </p:stCondLst>
                                            </p:cTn>
                                            <p:tgtEl>
                                              <p:spTgt spid="99"/>
                                            </p:tgtEl>
                                            <p:attrNameLst>
                                              <p:attrName>style.visibility</p:attrName>
                                            </p:attrNameLst>
                                          </p:cBhvr>
                                          <p:to>
                                            <p:strVal val="visible"/>
                                          </p:to>
                                        </p:set>
                                        <p:anim calcmode="lin" valueType="num">
                                          <p:cBhvr additive="base">
                                            <p:cTn id="326" dur="500" fill="hold"/>
                                            <p:tgtEl>
                                              <p:spTgt spid="99"/>
                                            </p:tgtEl>
                                            <p:attrNameLst>
                                              <p:attrName>ppt_x</p:attrName>
                                            </p:attrNameLst>
                                          </p:cBhvr>
                                          <p:tavLst>
                                            <p:tav tm="0">
                                              <p:val>
                                                <p:strVal val="#ppt_x"/>
                                              </p:val>
                                            </p:tav>
                                            <p:tav tm="100000">
                                              <p:val>
                                                <p:strVal val="#ppt_x"/>
                                              </p:val>
                                            </p:tav>
                                          </p:tavLst>
                                        </p:anim>
                                        <p:anim calcmode="lin" valueType="num">
                                          <p:cBhvr additive="base">
                                            <p:cTn id="327" dur="500" fill="hold"/>
                                            <p:tgtEl>
                                              <p:spTgt spid="99"/>
                                            </p:tgtEl>
                                            <p:attrNameLst>
                                              <p:attrName>ppt_y</p:attrName>
                                            </p:attrNameLst>
                                          </p:cBhvr>
                                          <p:tavLst>
                                            <p:tav tm="0">
                                              <p:val>
                                                <p:strVal val="1+#ppt_h/2"/>
                                              </p:val>
                                            </p:tav>
                                            <p:tav tm="100000">
                                              <p:val>
                                                <p:strVal val="#ppt_y"/>
                                              </p:val>
                                            </p:tav>
                                          </p:tavLst>
                                        </p:anim>
                                      </p:childTnLst>
                                    </p:cTn>
                                  </p:par>
                                  <p:par>
                                    <p:cTn id="328" presetID="2" presetClass="entr" presetSubtype="4" fill="hold" grpId="0" nodeType="withEffect">
                                      <p:stCondLst>
                                        <p:cond delay="0"/>
                                      </p:stCondLst>
                                      <p:childTnLst>
                                        <p:set>
                                          <p:cBhvr>
                                            <p:cTn id="329" dur="1" fill="hold">
                                              <p:stCondLst>
                                                <p:cond delay="0"/>
                                              </p:stCondLst>
                                            </p:cTn>
                                            <p:tgtEl>
                                              <p:spTgt spid="100"/>
                                            </p:tgtEl>
                                            <p:attrNameLst>
                                              <p:attrName>style.visibility</p:attrName>
                                            </p:attrNameLst>
                                          </p:cBhvr>
                                          <p:to>
                                            <p:strVal val="visible"/>
                                          </p:to>
                                        </p:set>
                                        <p:anim calcmode="lin" valueType="num">
                                          <p:cBhvr additive="base">
                                            <p:cTn id="330" dur="500" fill="hold"/>
                                            <p:tgtEl>
                                              <p:spTgt spid="100"/>
                                            </p:tgtEl>
                                            <p:attrNameLst>
                                              <p:attrName>ppt_x</p:attrName>
                                            </p:attrNameLst>
                                          </p:cBhvr>
                                          <p:tavLst>
                                            <p:tav tm="0">
                                              <p:val>
                                                <p:strVal val="#ppt_x"/>
                                              </p:val>
                                            </p:tav>
                                            <p:tav tm="100000">
                                              <p:val>
                                                <p:strVal val="#ppt_x"/>
                                              </p:val>
                                            </p:tav>
                                          </p:tavLst>
                                        </p:anim>
                                        <p:anim calcmode="lin" valueType="num">
                                          <p:cBhvr additive="base">
                                            <p:cTn id="331" dur="500" fill="hold"/>
                                            <p:tgtEl>
                                              <p:spTgt spid="100"/>
                                            </p:tgtEl>
                                            <p:attrNameLst>
                                              <p:attrName>ppt_y</p:attrName>
                                            </p:attrNameLst>
                                          </p:cBhvr>
                                          <p:tavLst>
                                            <p:tav tm="0">
                                              <p:val>
                                                <p:strVal val="1+#ppt_h/2"/>
                                              </p:val>
                                            </p:tav>
                                            <p:tav tm="100000">
                                              <p:val>
                                                <p:strVal val="#ppt_y"/>
                                              </p:val>
                                            </p:tav>
                                          </p:tavLst>
                                        </p:anim>
                                      </p:childTnLst>
                                    </p:cTn>
                                  </p:par>
                                  <p:par>
                                    <p:cTn id="332" presetID="2" presetClass="entr" presetSubtype="4" fill="hold" grpId="0" nodeType="withEffect">
                                      <p:stCondLst>
                                        <p:cond delay="0"/>
                                      </p:stCondLst>
                                      <p:childTnLst>
                                        <p:set>
                                          <p:cBhvr>
                                            <p:cTn id="333" dur="1" fill="hold">
                                              <p:stCondLst>
                                                <p:cond delay="0"/>
                                              </p:stCondLst>
                                            </p:cTn>
                                            <p:tgtEl>
                                              <p:spTgt spid="101"/>
                                            </p:tgtEl>
                                            <p:attrNameLst>
                                              <p:attrName>style.visibility</p:attrName>
                                            </p:attrNameLst>
                                          </p:cBhvr>
                                          <p:to>
                                            <p:strVal val="visible"/>
                                          </p:to>
                                        </p:set>
                                        <p:anim calcmode="lin" valueType="num">
                                          <p:cBhvr additive="base">
                                            <p:cTn id="334" dur="500" fill="hold"/>
                                            <p:tgtEl>
                                              <p:spTgt spid="101"/>
                                            </p:tgtEl>
                                            <p:attrNameLst>
                                              <p:attrName>ppt_x</p:attrName>
                                            </p:attrNameLst>
                                          </p:cBhvr>
                                          <p:tavLst>
                                            <p:tav tm="0">
                                              <p:val>
                                                <p:strVal val="#ppt_x"/>
                                              </p:val>
                                            </p:tav>
                                            <p:tav tm="100000">
                                              <p:val>
                                                <p:strVal val="#ppt_x"/>
                                              </p:val>
                                            </p:tav>
                                          </p:tavLst>
                                        </p:anim>
                                        <p:anim calcmode="lin" valueType="num">
                                          <p:cBhvr additive="base">
                                            <p:cTn id="335" dur="500" fill="hold"/>
                                            <p:tgtEl>
                                              <p:spTgt spid="101"/>
                                            </p:tgtEl>
                                            <p:attrNameLst>
                                              <p:attrName>ppt_y</p:attrName>
                                            </p:attrNameLst>
                                          </p:cBhvr>
                                          <p:tavLst>
                                            <p:tav tm="0">
                                              <p:val>
                                                <p:strVal val="1+#ppt_h/2"/>
                                              </p:val>
                                            </p:tav>
                                            <p:tav tm="100000">
                                              <p:val>
                                                <p:strVal val="#ppt_y"/>
                                              </p:val>
                                            </p:tav>
                                          </p:tavLst>
                                        </p:anim>
                                      </p:childTnLst>
                                    </p:cTn>
                                  </p:par>
                                  <p:par>
                                    <p:cTn id="336" presetID="2" presetClass="entr" presetSubtype="4" fill="hold" grpId="0" nodeType="withEffect">
                                      <p:stCondLst>
                                        <p:cond delay="0"/>
                                      </p:stCondLst>
                                      <p:childTnLst>
                                        <p:set>
                                          <p:cBhvr>
                                            <p:cTn id="337" dur="1" fill="hold">
                                              <p:stCondLst>
                                                <p:cond delay="0"/>
                                              </p:stCondLst>
                                            </p:cTn>
                                            <p:tgtEl>
                                              <p:spTgt spid="102"/>
                                            </p:tgtEl>
                                            <p:attrNameLst>
                                              <p:attrName>style.visibility</p:attrName>
                                            </p:attrNameLst>
                                          </p:cBhvr>
                                          <p:to>
                                            <p:strVal val="visible"/>
                                          </p:to>
                                        </p:set>
                                        <p:anim calcmode="lin" valueType="num">
                                          <p:cBhvr additive="base">
                                            <p:cTn id="338" dur="500" fill="hold"/>
                                            <p:tgtEl>
                                              <p:spTgt spid="102"/>
                                            </p:tgtEl>
                                            <p:attrNameLst>
                                              <p:attrName>ppt_x</p:attrName>
                                            </p:attrNameLst>
                                          </p:cBhvr>
                                          <p:tavLst>
                                            <p:tav tm="0">
                                              <p:val>
                                                <p:strVal val="#ppt_x"/>
                                              </p:val>
                                            </p:tav>
                                            <p:tav tm="100000">
                                              <p:val>
                                                <p:strVal val="#ppt_x"/>
                                              </p:val>
                                            </p:tav>
                                          </p:tavLst>
                                        </p:anim>
                                        <p:anim calcmode="lin" valueType="num">
                                          <p:cBhvr additive="base">
                                            <p:cTn id="339" dur="500" fill="hold"/>
                                            <p:tgtEl>
                                              <p:spTgt spid="102"/>
                                            </p:tgtEl>
                                            <p:attrNameLst>
                                              <p:attrName>ppt_y</p:attrName>
                                            </p:attrNameLst>
                                          </p:cBhvr>
                                          <p:tavLst>
                                            <p:tav tm="0">
                                              <p:val>
                                                <p:strVal val="1+#ppt_h/2"/>
                                              </p:val>
                                            </p:tav>
                                            <p:tav tm="100000">
                                              <p:val>
                                                <p:strVal val="#ppt_y"/>
                                              </p:val>
                                            </p:tav>
                                          </p:tavLst>
                                        </p:anim>
                                      </p:childTnLst>
                                    </p:cTn>
                                  </p:par>
                                  <p:par>
                                    <p:cTn id="340" presetID="2" presetClass="entr" presetSubtype="4" fill="hold" grpId="0" nodeType="withEffect">
                                      <p:stCondLst>
                                        <p:cond delay="0"/>
                                      </p:stCondLst>
                                      <p:childTnLst>
                                        <p:set>
                                          <p:cBhvr>
                                            <p:cTn id="341" dur="1" fill="hold">
                                              <p:stCondLst>
                                                <p:cond delay="0"/>
                                              </p:stCondLst>
                                            </p:cTn>
                                            <p:tgtEl>
                                              <p:spTgt spid="103"/>
                                            </p:tgtEl>
                                            <p:attrNameLst>
                                              <p:attrName>style.visibility</p:attrName>
                                            </p:attrNameLst>
                                          </p:cBhvr>
                                          <p:to>
                                            <p:strVal val="visible"/>
                                          </p:to>
                                        </p:set>
                                        <p:anim calcmode="lin" valueType="num">
                                          <p:cBhvr additive="base">
                                            <p:cTn id="342" dur="500" fill="hold"/>
                                            <p:tgtEl>
                                              <p:spTgt spid="103"/>
                                            </p:tgtEl>
                                            <p:attrNameLst>
                                              <p:attrName>ppt_x</p:attrName>
                                            </p:attrNameLst>
                                          </p:cBhvr>
                                          <p:tavLst>
                                            <p:tav tm="0">
                                              <p:val>
                                                <p:strVal val="#ppt_x"/>
                                              </p:val>
                                            </p:tav>
                                            <p:tav tm="100000">
                                              <p:val>
                                                <p:strVal val="#ppt_x"/>
                                              </p:val>
                                            </p:tav>
                                          </p:tavLst>
                                        </p:anim>
                                        <p:anim calcmode="lin" valueType="num">
                                          <p:cBhvr additive="base">
                                            <p:cTn id="343" dur="500" fill="hold"/>
                                            <p:tgtEl>
                                              <p:spTgt spid="103"/>
                                            </p:tgtEl>
                                            <p:attrNameLst>
                                              <p:attrName>ppt_y</p:attrName>
                                            </p:attrNameLst>
                                          </p:cBhvr>
                                          <p:tavLst>
                                            <p:tav tm="0">
                                              <p:val>
                                                <p:strVal val="1+#ppt_h/2"/>
                                              </p:val>
                                            </p:tav>
                                            <p:tav tm="100000">
                                              <p:val>
                                                <p:strVal val="#ppt_y"/>
                                              </p:val>
                                            </p:tav>
                                          </p:tavLst>
                                        </p:anim>
                                      </p:childTnLst>
                                    </p:cTn>
                                  </p:par>
                                </p:childTnLst>
                              </p:cTn>
                            </p:par>
                            <p:par>
                              <p:cTn id="344" fill="hold">
                                <p:stCondLst>
                                  <p:cond delay="2000"/>
                                </p:stCondLst>
                                <p:childTnLst>
                                  <p:par>
                                    <p:cTn id="345" presetID="47" presetClass="entr" presetSubtype="0" fill="hold" grpId="0" nodeType="afterEffect">
                                      <p:stCondLst>
                                        <p:cond delay="0"/>
                                      </p:stCondLst>
                                      <p:childTnLst>
                                        <p:set>
                                          <p:cBhvr>
                                            <p:cTn id="346" dur="1" fill="hold">
                                              <p:stCondLst>
                                                <p:cond delay="0"/>
                                              </p:stCondLst>
                                            </p:cTn>
                                            <p:tgtEl>
                                              <p:spTgt spid="104"/>
                                            </p:tgtEl>
                                            <p:attrNameLst>
                                              <p:attrName>style.visibility</p:attrName>
                                            </p:attrNameLst>
                                          </p:cBhvr>
                                          <p:to>
                                            <p:strVal val="visible"/>
                                          </p:to>
                                        </p:set>
                                        <p:animEffect transition="in" filter="fade">
                                          <p:cBhvr>
                                            <p:cTn id="347" dur="1000"/>
                                            <p:tgtEl>
                                              <p:spTgt spid="104"/>
                                            </p:tgtEl>
                                          </p:cBhvr>
                                        </p:animEffect>
                                        <p:anim calcmode="lin" valueType="num">
                                          <p:cBhvr>
                                            <p:cTn id="348" dur="1000" fill="hold"/>
                                            <p:tgtEl>
                                              <p:spTgt spid="104"/>
                                            </p:tgtEl>
                                            <p:attrNameLst>
                                              <p:attrName>ppt_x</p:attrName>
                                            </p:attrNameLst>
                                          </p:cBhvr>
                                          <p:tavLst>
                                            <p:tav tm="0">
                                              <p:val>
                                                <p:strVal val="#ppt_x"/>
                                              </p:val>
                                            </p:tav>
                                            <p:tav tm="100000">
                                              <p:val>
                                                <p:strVal val="#ppt_x"/>
                                              </p:val>
                                            </p:tav>
                                          </p:tavLst>
                                        </p:anim>
                                        <p:anim calcmode="lin" valueType="num">
                                          <p:cBhvr>
                                            <p:cTn id="349" dur="1000" fill="hold"/>
                                            <p:tgtEl>
                                              <p:spTgt spid="104"/>
                                            </p:tgtEl>
                                            <p:attrNameLst>
                                              <p:attrName>ppt_y</p:attrName>
                                            </p:attrNameLst>
                                          </p:cBhvr>
                                          <p:tavLst>
                                            <p:tav tm="0">
                                              <p:val>
                                                <p:strVal val="#ppt_y-.1"/>
                                              </p:val>
                                            </p:tav>
                                            <p:tav tm="100000">
                                              <p:val>
                                                <p:strVal val="#ppt_y"/>
                                              </p:val>
                                            </p:tav>
                                          </p:tavLst>
                                        </p:anim>
                                      </p:childTnLst>
                                    </p:cTn>
                                  </p:par>
                                </p:childTnLst>
                              </p:cTn>
                            </p:par>
                            <p:par>
                              <p:cTn id="350" fill="hold">
                                <p:stCondLst>
                                  <p:cond delay="3000"/>
                                </p:stCondLst>
                                <p:childTnLst>
                                  <p:par>
                                    <p:cTn id="351" presetID="22" presetClass="entr" presetSubtype="8" fill="hold" nodeType="afterEffect">
                                      <p:stCondLst>
                                        <p:cond delay="0"/>
                                      </p:stCondLst>
                                      <p:childTnLst>
                                        <p:set>
                                          <p:cBhvr>
                                            <p:cTn id="352" dur="1" fill="hold">
                                              <p:stCondLst>
                                                <p:cond delay="0"/>
                                              </p:stCondLst>
                                            </p:cTn>
                                            <p:tgtEl>
                                              <p:spTgt spid="105"/>
                                            </p:tgtEl>
                                            <p:attrNameLst>
                                              <p:attrName>style.visibility</p:attrName>
                                            </p:attrNameLst>
                                          </p:cBhvr>
                                          <p:to>
                                            <p:strVal val="visible"/>
                                          </p:to>
                                        </p:set>
                                        <p:animEffect transition="in" filter="wipe(left)">
                                          <p:cBhvr>
                                            <p:cTn id="353" dur="500"/>
                                            <p:tgtEl>
                                              <p:spTgt spid="105"/>
                                            </p:tgtEl>
                                          </p:cBhvr>
                                        </p:animEffect>
                                      </p:childTnLst>
                                    </p:cTn>
                                  </p:par>
                                </p:childTnLst>
                              </p:cTn>
                            </p:par>
                            <p:par>
                              <p:cTn id="354" fill="hold">
                                <p:stCondLst>
                                  <p:cond delay="3500"/>
                                </p:stCondLst>
                                <p:childTnLst>
                                  <p:par>
                                    <p:cTn id="355" presetID="22" presetClass="entr" presetSubtype="8" fill="hold" grpId="0" nodeType="afterEffect">
                                      <p:stCondLst>
                                        <p:cond delay="0"/>
                                      </p:stCondLst>
                                      <p:childTnLst>
                                        <p:set>
                                          <p:cBhvr>
                                            <p:cTn id="356" dur="1" fill="hold">
                                              <p:stCondLst>
                                                <p:cond delay="0"/>
                                              </p:stCondLst>
                                            </p:cTn>
                                            <p:tgtEl>
                                              <p:spTgt spid="106"/>
                                            </p:tgtEl>
                                            <p:attrNameLst>
                                              <p:attrName>style.visibility</p:attrName>
                                            </p:attrNameLst>
                                          </p:cBhvr>
                                          <p:to>
                                            <p:strVal val="visible"/>
                                          </p:to>
                                        </p:set>
                                        <p:animEffect transition="in" filter="wipe(left)">
                                          <p:cBhvr>
                                            <p:cTn id="357" dur="500"/>
                                            <p:tgtEl>
                                              <p:spTgt spid="106"/>
                                            </p:tgtEl>
                                          </p:cBhvr>
                                        </p:animEffect>
                                      </p:childTnLst>
                                    </p:cTn>
                                  </p:par>
                                  <p:par>
                                    <p:cTn id="358" presetID="22" presetClass="entr" presetSubtype="8" fill="hold" grpId="0" nodeType="withEffect">
                                      <p:stCondLst>
                                        <p:cond delay="0"/>
                                      </p:stCondLst>
                                      <p:childTnLst>
                                        <p:set>
                                          <p:cBhvr>
                                            <p:cTn id="359" dur="1" fill="hold">
                                              <p:stCondLst>
                                                <p:cond delay="0"/>
                                              </p:stCondLst>
                                            </p:cTn>
                                            <p:tgtEl>
                                              <p:spTgt spid="107"/>
                                            </p:tgtEl>
                                            <p:attrNameLst>
                                              <p:attrName>style.visibility</p:attrName>
                                            </p:attrNameLst>
                                          </p:cBhvr>
                                          <p:to>
                                            <p:strVal val="visible"/>
                                          </p:to>
                                        </p:set>
                                        <p:animEffect transition="in" filter="wipe(left)">
                                          <p:cBhvr>
                                            <p:cTn id="360" dur="500"/>
                                            <p:tgtEl>
                                              <p:spTgt spid="107"/>
                                            </p:tgtEl>
                                          </p:cBhvr>
                                        </p:animEffect>
                                      </p:childTnLst>
                                    </p:cTn>
                                  </p:par>
                                </p:childTnLst>
                              </p:cTn>
                            </p:par>
                            <p:par>
                              <p:cTn id="361" fill="hold">
                                <p:stCondLst>
                                  <p:cond delay="4000"/>
                                </p:stCondLst>
                                <p:childTnLst>
                                  <p:par>
                                    <p:cTn id="362" presetID="47" presetClass="entr" presetSubtype="0" fill="hold" grpId="0" nodeType="afterEffect">
                                      <p:stCondLst>
                                        <p:cond delay="0"/>
                                      </p:stCondLst>
                                      <p:childTnLst>
                                        <p:set>
                                          <p:cBhvr>
                                            <p:cTn id="363" dur="1" fill="hold">
                                              <p:stCondLst>
                                                <p:cond delay="0"/>
                                              </p:stCondLst>
                                            </p:cTn>
                                            <p:tgtEl>
                                              <p:spTgt spid="108"/>
                                            </p:tgtEl>
                                            <p:attrNameLst>
                                              <p:attrName>style.visibility</p:attrName>
                                            </p:attrNameLst>
                                          </p:cBhvr>
                                          <p:to>
                                            <p:strVal val="visible"/>
                                          </p:to>
                                        </p:set>
                                        <p:animEffect transition="in" filter="fade">
                                          <p:cBhvr>
                                            <p:cTn id="364" dur="1000"/>
                                            <p:tgtEl>
                                              <p:spTgt spid="108"/>
                                            </p:tgtEl>
                                          </p:cBhvr>
                                        </p:animEffect>
                                        <p:anim calcmode="lin" valueType="num">
                                          <p:cBhvr>
                                            <p:cTn id="365" dur="1000" fill="hold"/>
                                            <p:tgtEl>
                                              <p:spTgt spid="108"/>
                                            </p:tgtEl>
                                            <p:attrNameLst>
                                              <p:attrName>ppt_x</p:attrName>
                                            </p:attrNameLst>
                                          </p:cBhvr>
                                          <p:tavLst>
                                            <p:tav tm="0">
                                              <p:val>
                                                <p:strVal val="#ppt_x"/>
                                              </p:val>
                                            </p:tav>
                                            <p:tav tm="100000">
                                              <p:val>
                                                <p:strVal val="#ppt_x"/>
                                              </p:val>
                                            </p:tav>
                                          </p:tavLst>
                                        </p:anim>
                                        <p:anim calcmode="lin" valueType="num">
                                          <p:cBhvr>
                                            <p:cTn id="366" dur="1000" fill="hold"/>
                                            <p:tgtEl>
                                              <p:spTgt spid="108"/>
                                            </p:tgtEl>
                                            <p:attrNameLst>
                                              <p:attrName>ppt_y</p:attrName>
                                            </p:attrNameLst>
                                          </p:cBhvr>
                                          <p:tavLst>
                                            <p:tav tm="0">
                                              <p:val>
                                                <p:strVal val="#ppt_y-.1"/>
                                              </p:val>
                                            </p:tav>
                                            <p:tav tm="100000">
                                              <p:val>
                                                <p:strVal val="#ppt_y"/>
                                              </p:val>
                                            </p:tav>
                                          </p:tavLst>
                                        </p:anim>
                                      </p:childTnLst>
                                    </p:cTn>
                                  </p:par>
                                </p:childTnLst>
                              </p:cTn>
                            </p:par>
                            <p:par>
                              <p:cTn id="367" fill="hold">
                                <p:stCondLst>
                                  <p:cond delay="5000"/>
                                </p:stCondLst>
                                <p:childTnLst>
                                  <p:par>
                                    <p:cTn id="368" presetID="22" presetClass="entr" presetSubtype="8" fill="hold" nodeType="afterEffect">
                                      <p:stCondLst>
                                        <p:cond delay="0"/>
                                      </p:stCondLst>
                                      <p:childTnLst>
                                        <p:set>
                                          <p:cBhvr>
                                            <p:cTn id="369" dur="1" fill="hold">
                                              <p:stCondLst>
                                                <p:cond delay="0"/>
                                              </p:stCondLst>
                                            </p:cTn>
                                            <p:tgtEl>
                                              <p:spTgt spid="109"/>
                                            </p:tgtEl>
                                            <p:attrNameLst>
                                              <p:attrName>style.visibility</p:attrName>
                                            </p:attrNameLst>
                                          </p:cBhvr>
                                          <p:to>
                                            <p:strVal val="visible"/>
                                          </p:to>
                                        </p:set>
                                        <p:animEffect transition="in" filter="wipe(left)">
                                          <p:cBhvr>
                                            <p:cTn id="370" dur="500"/>
                                            <p:tgtEl>
                                              <p:spTgt spid="109"/>
                                            </p:tgtEl>
                                          </p:cBhvr>
                                        </p:animEffect>
                                      </p:childTnLst>
                                    </p:cTn>
                                  </p:par>
                                </p:childTnLst>
                              </p:cTn>
                            </p:par>
                            <p:par>
                              <p:cTn id="371" fill="hold">
                                <p:stCondLst>
                                  <p:cond delay="5500"/>
                                </p:stCondLst>
                                <p:childTnLst>
                                  <p:par>
                                    <p:cTn id="372" presetID="22" presetClass="entr" presetSubtype="8" fill="hold" grpId="0" nodeType="afterEffect">
                                      <p:stCondLst>
                                        <p:cond delay="0"/>
                                      </p:stCondLst>
                                      <p:childTnLst>
                                        <p:set>
                                          <p:cBhvr>
                                            <p:cTn id="373" dur="1" fill="hold">
                                              <p:stCondLst>
                                                <p:cond delay="0"/>
                                              </p:stCondLst>
                                            </p:cTn>
                                            <p:tgtEl>
                                              <p:spTgt spid="110"/>
                                            </p:tgtEl>
                                            <p:attrNameLst>
                                              <p:attrName>style.visibility</p:attrName>
                                            </p:attrNameLst>
                                          </p:cBhvr>
                                          <p:to>
                                            <p:strVal val="visible"/>
                                          </p:to>
                                        </p:set>
                                        <p:animEffect transition="in" filter="wipe(left)">
                                          <p:cBhvr>
                                            <p:cTn id="374" dur="500"/>
                                            <p:tgtEl>
                                              <p:spTgt spid="110"/>
                                            </p:tgtEl>
                                          </p:cBhvr>
                                        </p:animEffect>
                                      </p:childTnLst>
                                    </p:cTn>
                                  </p:par>
                                  <p:par>
                                    <p:cTn id="375" presetID="22" presetClass="entr" presetSubtype="8" fill="hold" grpId="0" nodeType="withEffect">
                                      <p:stCondLst>
                                        <p:cond delay="0"/>
                                      </p:stCondLst>
                                      <p:childTnLst>
                                        <p:set>
                                          <p:cBhvr>
                                            <p:cTn id="376" dur="1" fill="hold">
                                              <p:stCondLst>
                                                <p:cond delay="0"/>
                                              </p:stCondLst>
                                            </p:cTn>
                                            <p:tgtEl>
                                              <p:spTgt spid="111"/>
                                            </p:tgtEl>
                                            <p:attrNameLst>
                                              <p:attrName>style.visibility</p:attrName>
                                            </p:attrNameLst>
                                          </p:cBhvr>
                                          <p:to>
                                            <p:strVal val="visible"/>
                                          </p:to>
                                        </p:set>
                                        <p:animEffect transition="in" filter="wipe(left)">
                                          <p:cBhvr>
                                            <p:cTn id="377" dur="500"/>
                                            <p:tgtEl>
                                              <p:spTgt spid="111"/>
                                            </p:tgtEl>
                                          </p:cBhvr>
                                        </p:animEffect>
                                      </p:childTnLst>
                                    </p:cTn>
                                  </p:par>
                                </p:childTnLst>
                              </p:cTn>
                            </p:par>
                            <p:par>
                              <p:cTn id="378" fill="hold">
                                <p:stCondLst>
                                  <p:cond delay="6000"/>
                                </p:stCondLst>
                                <p:childTnLst>
                                  <p:par>
                                    <p:cTn id="379" presetID="47" presetClass="entr" presetSubtype="0" fill="hold" grpId="0" nodeType="afterEffect">
                                      <p:stCondLst>
                                        <p:cond delay="0"/>
                                      </p:stCondLst>
                                      <p:childTnLst>
                                        <p:set>
                                          <p:cBhvr>
                                            <p:cTn id="380" dur="1" fill="hold">
                                              <p:stCondLst>
                                                <p:cond delay="0"/>
                                              </p:stCondLst>
                                            </p:cTn>
                                            <p:tgtEl>
                                              <p:spTgt spid="112"/>
                                            </p:tgtEl>
                                            <p:attrNameLst>
                                              <p:attrName>style.visibility</p:attrName>
                                            </p:attrNameLst>
                                          </p:cBhvr>
                                          <p:to>
                                            <p:strVal val="visible"/>
                                          </p:to>
                                        </p:set>
                                        <p:animEffect transition="in" filter="fade">
                                          <p:cBhvr>
                                            <p:cTn id="381" dur="1000"/>
                                            <p:tgtEl>
                                              <p:spTgt spid="112"/>
                                            </p:tgtEl>
                                          </p:cBhvr>
                                        </p:animEffect>
                                        <p:anim calcmode="lin" valueType="num">
                                          <p:cBhvr>
                                            <p:cTn id="382" dur="1000" fill="hold"/>
                                            <p:tgtEl>
                                              <p:spTgt spid="112"/>
                                            </p:tgtEl>
                                            <p:attrNameLst>
                                              <p:attrName>ppt_x</p:attrName>
                                            </p:attrNameLst>
                                          </p:cBhvr>
                                          <p:tavLst>
                                            <p:tav tm="0">
                                              <p:val>
                                                <p:strVal val="#ppt_x"/>
                                              </p:val>
                                            </p:tav>
                                            <p:tav tm="100000">
                                              <p:val>
                                                <p:strVal val="#ppt_x"/>
                                              </p:val>
                                            </p:tav>
                                          </p:tavLst>
                                        </p:anim>
                                        <p:anim calcmode="lin" valueType="num">
                                          <p:cBhvr>
                                            <p:cTn id="383" dur="1000" fill="hold"/>
                                            <p:tgtEl>
                                              <p:spTgt spid="112"/>
                                            </p:tgtEl>
                                            <p:attrNameLst>
                                              <p:attrName>ppt_y</p:attrName>
                                            </p:attrNameLst>
                                          </p:cBhvr>
                                          <p:tavLst>
                                            <p:tav tm="0">
                                              <p:val>
                                                <p:strVal val="#ppt_y-.1"/>
                                              </p:val>
                                            </p:tav>
                                            <p:tav tm="100000">
                                              <p:val>
                                                <p:strVal val="#ppt_y"/>
                                              </p:val>
                                            </p:tav>
                                          </p:tavLst>
                                        </p:anim>
                                      </p:childTnLst>
                                    </p:cTn>
                                  </p:par>
                                </p:childTnLst>
                              </p:cTn>
                            </p:par>
                            <p:par>
                              <p:cTn id="384" fill="hold">
                                <p:stCondLst>
                                  <p:cond delay="7000"/>
                                </p:stCondLst>
                                <p:childTnLst>
                                  <p:par>
                                    <p:cTn id="385" presetID="22" presetClass="entr" presetSubtype="8" fill="hold" nodeType="afterEffect">
                                      <p:stCondLst>
                                        <p:cond delay="0"/>
                                      </p:stCondLst>
                                      <p:childTnLst>
                                        <p:set>
                                          <p:cBhvr>
                                            <p:cTn id="386" dur="1" fill="hold">
                                              <p:stCondLst>
                                                <p:cond delay="0"/>
                                              </p:stCondLst>
                                            </p:cTn>
                                            <p:tgtEl>
                                              <p:spTgt spid="113"/>
                                            </p:tgtEl>
                                            <p:attrNameLst>
                                              <p:attrName>style.visibility</p:attrName>
                                            </p:attrNameLst>
                                          </p:cBhvr>
                                          <p:to>
                                            <p:strVal val="visible"/>
                                          </p:to>
                                        </p:set>
                                        <p:animEffect transition="in" filter="wipe(left)">
                                          <p:cBhvr>
                                            <p:cTn id="387" dur="500"/>
                                            <p:tgtEl>
                                              <p:spTgt spid="113"/>
                                            </p:tgtEl>
                                          </p:cBhvr>
                                        </p:animEffect>
                                      </p:childTnLst>
                                    </p:cTn>
                                  </p:par>
                                </p:childTnLst>
                              </p:cTn>
                            </p:par>
                            <p:par>
                              <p:cTn id="388" fill="hold">
                                <p:stCondLst>
                                  <p:cond delay="7500"/>
                                </p:stCondLst>
                                <p:childTnLst>
                                  <p:par>
                                    <p:cTn id="389" presetID="22" presetClass="entr" presetSubtype="8" fill="hold" grpId="0" nodeType="afterEffect">
                                      <p:stCondLst>
                                        <p:cond delay="0"/>
                                      </p:stCondLst>
                                      <p:childTnLst>
                                        <p:set>
                                          <p:cBhvr>
                                            <p:cTn id="390" dur="1" fill="hold">
                                              <p:stCondLst>
                                                <p:cond delay="0"/>
                                              </p:stCondLst>
                                            </p:cTn>
                                            <p:tgtEl>
                                              <p:spTgt spid="114"/>
                                            </p:tgtEl>
                                            <p:attrNameLst>
                                              <p:attrName>style.visibility</p:attrName>
                                            </p:attrNameLst>
                                          </p:cBhvr>
                                          <p:to>
                                            <p:strVal val="visible"/>
                                          </p:to>
                                        </p:set>
                                        <p:animEffect transition="in" filter="wipe(left)">
                                          <p:cBhvr>
                                            <p:cTn id="391" dur="500"/>
                                            <p:tgtEl>
                                              <p:spTgt spid="114"/>
                                            </p:tgtEl>
                                          </p:cBhvr>
                                        </p:animEffect>
                                      </p:childTnLst>
                                    </p:cTn>
                                  </p:par>
                                  <p:par>
                                    <p:cTn id="392" presetID="22" presetClass="entr" presetSubtype="8" fill="hold" grpId="0" nodeType="withEffect">
                                      <p:stCondLst>
                                        <p:cond delay="0"/>
                                      </p:stCondLst>
                                      <p:childTnLst>
                                        <p:set>
                                          <p:cBhvr>
                                            <p:cTn id="393" dur="1" fill="hold">
                                              <p:stCondLst>
                                                <p:cond delay="0"/>
                                              </p:stCondLst>
                                            </p:cTn>
                                            <p:tgtEl>
                                              <p:spTgt spid="115"/>
                                            </p:tgtEl>
                                            <p:attrNameLst>
                                              <p:attrName>style.visibility</p:attrName>
                                            </p:attrNameLst>
                                          </p:cBhvr>
                                          <p:to>
                                            <p:strVal val="visible"/>
                                          </p:to>
                                        </p:set>
                                        <p:animEffect transition="in" filter="wipe(left)">
                                          <p:cBhvr>
                                            <p:cTn id="394" dur="500"/>
                                            <p:tgtEl>
                                              <p:spTgt spid="115"/>
                                            </p:tgtEl>
                                          </p:cBhvr>
                                        </p:animEffect>
                                      </p:childTnLst>
                                    </p:cTn>
                                  </p:par>
                                  <p:par>
                                    <p:cTn id="395" presetID="2" presetClass="entr" presetSubtype="1" fill="hold" grpId="0" nodeType="withEffect" p14:presetBounceEnd="81000">
                                      <p:stCondLst>
                                        <p:cond delay="0"/>
                                      </p:stCondLst>
                                      <p:childTnLst>
                                        <p:set>
                                          <p:cBhvr>
                                            <p:cTn id="396" dur="1" fill="hold">
                                              <p:stCondLst>
                                                <p:cond delay="0"/>
                                              </p:stCondLst>
                                            </p:cTn>
                                            <p:tgtEl>
                                              <p:spTgt spid="122"/>
                                            </p:tgtEl>
                                            <p:attrNameLst>
                                              <p:attrName>style.visibility</p:attrName>
                                            </p:attrNameLst>
                                          </p:cBhvr>
                                          <p:to>
                                            <p:strVal val="visible"/>
                                          </p:to>
                                        </p:set>
                                        <p:anim calcmode="lin" valueType="num" p14:bounceEnd="81000">
                                          <p:cBhvr additive="base">
                                            <p:cTn id="397" dur="1000" fill="hold"/>
                                            <p:tgtEl>
                                              <p:spTgt spid="122"/>
                                            </p:tgtEl>
                                            <p:attrNameLst>
                                              <p:attrName>ppt_x</p:attrName>
                                            </p:attrNameLst>
                                          </p:cBhvr>
                                          <p:tavLst>
                                            <p:tav tm="0">
                                              <p:val>
                                                <p:strVal val="#ppt_x"/>
                                              </p:val>
                                            </p:tav>
                                            <p:tav tm="100000">
                                              <p:val>
                                                <p:strVal val="#ppt_x"/>
                                              </p:val>
                                            </p:tav>
                                          </p:tavLst>
                                        </p:anim>
                                        <p:anim calcmode="lin" valueType="num" p14:bounceEnd="81000">
                                          <p:cBhvr additive="base">
                                            <p:cTn id="398" dur="1000" fill="hold"/>
                                            <p:tgtEl>
                                              <p:spTgt spid="122"/>
                                            </p:tgtEl>
                                            <p:attrNameLst>
                                              <p:attrName>ppt_y</p:attrName>
                                            </p:attrNameLst>
                                          </p:cBhvr>
                                          <p:tavLst>
                                            <p:tav tm="0">
                                              <p:val>
                                                <p:strVal val="0-#ppt_h/2"/>
                                              </p:val>
                                            </p:tav>
                                            <p:tav tm="100000">
                                              <p:val>
                                                <p:strVal val="#ppt_y"/>
                                              </p:val>
                                            </p:tav>
                                          </p:tavLst>
                                        </p:anim>
                                      </p:childTnLst>
                                    </p:cTn>
                                  </p:par>
                                </p:childTnLst>
                              </p:cTn>
                            </p:par>
                            <p:par>
                              <p:cTn id="399" fill="hold">
                                <p:stCondLst>
                                  <p:cond delay="8500"/>
                                </p:stCondLst>
                                <p:childTnLst>
                                  <p:par>
                                    <p:cTn id="400" presetID="22" presetClass="entr" presetSubtype="8" fill="hold" nodeType="afterEffect">
                                      <p:stCondLst>
                                        <p:cond delay="0"/>
                                      </p:stCondLst>
                                      <p:childTnLst>
                                        <p:set>
                                          <p:cBhvr>
                                            <p:cTn id="401" dur="1" fill="hold">
                                              <p:stCondLst>
                                                <p:cond delay="0"/>
                                              </p:stCondLst>
                                            </p:cTn>
                                            <p:tgtEl>
                                              <p:spTgt spid="123"/>
                                            </p:tgtEl>
                                            <p:attrNameLst>
                                              <p:attrName>style.visibility</p:attrName>
                                            </p:attrNameLst>
                                          </p:cBhvr>
                                          <p:to>
                                            <p:strVal val="visible"/>
                                          </p:to>
                                        </p:set>
                                        <p:animEffect transition="in" filter="wipe(left)">
                                          <p:cBhvr>
                                            <p:cTn id="402" dur="5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45" grpId="0" animBg="1"/>
          <p:bldP spid="46" grpId="0" animBg="1"/>
          <p:bldP spid="47" grpId="0" animBg="1"/>
          <p:bldP spid="48" grpId="0" animBg="1"/>
          <p:bldP spid="49" grpId="0" animBg="1"/>
          <p:bldP spid="50" grpId="0" animBg="1"/>
          <p:bldP spid="51" grpId="0" animBg="1"/>
          <p:bldP spid="52" grpId="0" animBg="1"/>
          <p:bldP spid="53"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6" grpId="0"/>
          <p:bldP spid="107" grpId="0"/>
          <p:bldP spid="108" grpId="0" animBg="1"/>
          <p:bldP spid="110" grpId="0"/>
          <p:bldP spid="111" grpId="0"/>
          <p:bldP spid="112" grpId="0" animBg="1"/>
          <p:bldP spid="114" grpId="0"/>
          <p:bldP spid="115" grpId="0"/>
          <p:bldP spid="122"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2"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1+#ppt_w/2"/>
                                              </p:val>
                                            </p:tav>
                                            <p:tav tm="100000">
                                              <p:val>
                                                <p:strVal val="#ppt_x"/>
                                              </p:val>
                                            </p:tav>
                                          </p:tavLst>
                                        </p:anim>
                                        <p:anim calcmode="lin" valueType="num">
                                          <p:cBhvr additive="base">
                                            <p:cTn id="23" dur="500" fill="hold"/>
                                            <p:tgtEl>
                                              <p:spTgt spid="7"/>
                                            </p:tgtEl>
                                            <p:attrNameLst>
                                              <p:attrName>ppt_y</p:attrName>
                                            </p:attrNameLst>
                                          </p:cBhvr>
                                          <p:tavLst>
                                            <p:tav tm="0">
                                              <p:val>
                                                <p:strVal val="#ppt_y"/>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ppt_x"/>
                                              </p:val>
                                            </p:tav>
                                            <p:tav tm="100000">
                                              <p:val>
                                                <p:strVal val="#ppt_x"/>
                                              </p:val>
                                            </p:tav>
                                          </p:tavLst>
                                        </p:anim>
                                        <p:anim calcmode="lin" valueType="num">
                                          <p:cBhvr additive="base">
                                            <p:cTn id="31" dur="500" fill="hold"/>
                                            <p:tgtEl>
                                              <p:spTgt spid="9"/>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1+#ppt_h/2"/>
                                              </p:val>
                                            </p:tav>
                                            <p:tav tm="100000">
                                              <p:val>
                                                <p:strVal val="#ppt_y"/>
                                              </p:val>
                                            </p:tav>
                                          </p:tavLst>
                                        </p:anim>
                                      </p:childTnLst>
                                    </p:cTn>
                                  </p:par>
                                  <p:par>
                                    <p:cTn id="36" presetID="2" presetClass="entr" presetSubtype="3"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ppt_x</p:attrName>
                                            </p:attrNameLst>
                                          </p:cBhvr>
                                          <p:tavLst>
                                            <p:tav tm="0">
                                              <p:val>
                                                <p:strVal val="1+#ppt_w/2"/>
                                              </p:val>
                                            </p:tav>
                                            <p:tav tm="100000">
                                              <p:val>
                                                <p:strVal val="#ppt_x"/>
                                              </p:val>
                                            </p:tav>
                                          </p:tavLst>
                                        </p:anim>
                                        <p:anim calcmode="lin" valueType="num">
                                          <p:cBhvr additive="base">
                                            <p:cTn id="39" dur="500" fill="hold"/>
                                            <p:tgtEl>
                                              <p:spTgt spid="11"/>
                                            </p:tgtEl>
                                            <p:attrNameLst>
                                              <p:attrName>ppt_y</p:attrName>
                                            </p:attrNameLst>
                                          </p:cBhvr>
                                          <p:tavLst>
                                            <p:tav tm="0">
                                              <p:val>
                                                <p:strVal val="0-#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00" fill="hold"/>
                                            <p:tgtEl>
                                              <p:spTgt spid="12"/>
                                            </p:tgtEl>
                                            <p:attrNameLst>
                                              <p:attrName>ppt_x</p:attrName>
                                            </p:attrNameLst>
                                          </p:cBhvr>
                                          <p:tavLst>
                                            <p:tav tm="0">
                                              <p:val>
                                                <p:strVal val="#ppt_x"/>
                                              </p:val>
                                            </p:tav>
                                            <p:tav tm="100000">
                                              <p:val>
                                                <p:strVal val="#ppt_x"/>
                                              </p:val>
                                            </p:tav>
                                          </p:tavLst>
                                        </p:anim>
                                        <p:anim calcmode="lin" valueType="num">
                                          <p:cBhvr additive="base">
                                            <p:cTn id="43" dur="500" fill="hold"/>
                                            <p:tgtEl>
                                              <p:spTgt spid="12"/>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500" fill="hold"/>
                                            <p:tgtEl>
                                              <p:spTgt spid="13"/>
                                            </p:tgtEl>
                                            <p:attrNameLst>
                                              <p:attrName>ppt_x</p:attrName>
                                            </p:attrNameLst>
                                          </p:cBhvr>
                                          <p:tavLst>
                                            <p:tav tm="0">
                                              <p:val>
                                                <p:strVal val="#ppt_x"/>
                                              </p:val>
                                            </p:tav>
                                            <p:tav tm="100000">
                                              <p:val>
                                                <p:strVal val="#ppt_x"/>
                                              </p:val>
                                            </p:tav>
                                          </p:tavLst>
                                        </p:anim>
                                        <p:anim calcmode="lin" valueType="num">
                                          <p:cBhvr additive="base">
                                            <p:cTn id="47" dur="500" fill="hold"/>
                                            <p:tgtEl>
                                              <p:spTgt spid="13"/>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00" fill="hold"/>
                                            <p:tgtEl>
                                              <p:spTgt spid="14"/>
                                            </p:tgtEl>
                                            <p:attrNameLst>
                                              <p:attrName>ppt_x</p:attrName>
                                            </p:attrNameLst>
                                          </p:cBhvr>
                                          <p:tavLst>
                                            <p:tav tm="0">
                                              <p:val>
                                                <p:strVal val="#ppt_x"/>
                                              </p:val>
                                            </p:tav>
                                            <p:tav tm="100000">
                                              <p:val>
                                                <p:strVal val="#ppt_x"/>
                                              </p:val>
                                            </p:tav>
                                          </p:tavLst>
                                        </p:anim>
                                        <p:anim calcmode="lin" valueType="num">
                                          <p:cBhvr additive="base">
                                            <p:cTn id="51" dur="500" fill="hold"/>
                                            <p:tgtEl>
                                              <p:spTgt spid="14"/>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 calcmode="lin" valueType="num">
                                          <p:cBhvr additive="base">
                                            <p:cTn id="54" dur="500" fill="hold"/>
                                            <p:tgtEl>
                                              <p:spTgt spid="15"/>
                                            </p:tgtEl>
                                            <p:attrNameLst>
                                              <p:attrName>ppt_x</p:attrName>
                                            </p:attrNameLst>
                                          </p:cBhvr>
                                          <p:tavLst>
                                            <p:tav tm="0">
                                              <p:val>
                                                <p:strVal val="#ppt_x"/>
                                              </p:val>
                                            </p:tav>
                                            <p:tav tm="100000">
                                              <p:val>
                                                <p:strVal val="#ppt_x"/>
                                              </p:val>
                                            </p:tav>
                                          </p:tavLst>
                                        </p:anim>
                                        <p:anim calcmode="lin" valueType="num">
                                          <p:cBhvr additive="base">
                                            <p:cTn id="55" dur="500" fill="hold"/>
                                            <p:tgtEl>
                                              <p:spTgt spid="15"/>
                                            </p:tgtEl>
                                            <p:attrNameLst>
                                              <p:attrName>ppt_y</p:attrName>
                                            </p:attrNameLst>
                                          </p:cBhvr>
                                          <p:tavLst>
                                            <p:tav tm="0">
                                              <p:val>
                                                <p:strVal val="1+#ppt_h/2"/>
                                              </p:val>
                                            </p:tav>
                                            <p:tav tm="100000">
                                              <p:val>
                                                <p:strVal val="#ppt_y"/>
                                              </p:val>
                                            </p:tav>
                                          </p:tavLst>
                                        </p:anim>
                                      </p:childTnLst>
                                    </p:cTn>
                                  </p:par>
                                  <p:par>
                                    <p:cTn id="56" presetID="2" presetClass="entr" presetSubtype="6" fill="hold" nodeType="with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500" fill="hold"/>
                                            <p:tgtEl>
                                              <p:spTgt spid="16"/>
                                            </p:tgtEl>
                                            <p:attrNameLst>
                                              <p:attrName>ppt_x</p:attrName>
                                            </p:attrNameLst>
                                          </p:cBhvr>
                                          <p:tavLst>
                                            <p:tav tm="0">
                                              <p:val>
                                                <p:strVal val="1+#ppt_w/2"/>
                                              </p:val>
                                            </p:tav>
                                            <p:tav tm="100000">
                                              <p:val>
                                                <p:strVal val="#ppt_x"/>
                                              </p:val>
                                            </p:tav>
                                          </p:tavLst>
                                        </p:anim>
                                        <p:anim calcmode="lin" valueType="num">
                                          <p:cBhvr additive="base">
                                            <p:cTn id="59" dur="500" fill="hold"/>
                                            <p:tgtEl>
                                              <p:spTgt spid="16"/>
                                            </p:tgtEl>
                                            <p:attrNameLst>
                                              <p:attrName>ppt_y</p:attrName>
                                            </p:attrNameLst>
                                          </p:cBhvr>
                                          <p:tavLst>
                                            <p:tav tm="0">
                                              <p:val>
                                                <p:strVal val="1+#ppt_h/2"/>
                                              </p:val>
                                            </p:tav>
                                            <p:tav tm="100000">
                                              <p:val>
                                                <p:strVal val="#ppt_y"/>
                                              </p:val>
                                            </p:tav>
                                          </p:tavLst>
                                        </p:anim>
                                      </p:childTnLst>
                                    </p:cTn>
                                  </p:par>
                                  <p:par>
                                    <p:cTn id="60" presetID="2" presetClass="entr" presetSubtype="6"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 calcmode="lin" valueType="num">
                                          <p:cBhvr additive="base">
                                            <p:cTn id="62" dur="500" fill="hold"/>
                                            <p:tgtEl>
                                              <p:spTgt spid="23"/>
                                            </p:tgtEl>
                                            <p:attrNameLst>
                                              <p:attrName>ppt_x</p:attrName>
                                            </p:attrNameLst>
                                          </p:cBhvr>
                                          <p:tavLst>
                                            <p:tav tm="0">
                                              <p:val>
                                                <p:strVal val="1+#ppt_w/2"/>
                                              </p:val>
                                            </p:tav>
                                            <p:tav tm="100000">
                                              <p:val>
                                                <p:strVal val="#ppt_x"/>
                                              </p:val>
                                            </p:tav>
                                          </p:tavLst>
                                        </p:anim>
                                        <p:anim calcmode="lin" valueType="num">
                                          <p:cBhvr additive="base">
                                            <p:cTn id="63" dur="500" fill="hold"/>
                                            <p:tgtEl>
                                              <p:spTgt spid="23"/>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 calcmode="lin" valueType="num">
                                          <p:cBhvr additive="base">
                                            <p:cTn id="66" dur="500" fill="hold"/>
                                            <p:tgtEl>
                                              <p:spTgt spid="24"/>
                                            </p:tgtEl>
                                            <p:attrNameLst>
                                              <p:attrName>ppt_x</p:attrName>
                                            </p:attrNameLst>
                                          </p:cBhvr>
                                          <p:tavLst>
                                            <p:tav tm="0">
                                              <p:val>
                                                <p:strVal val="#ppt_x"/>
                                              </p:val>
                                            </p:tav>
                                            <p:tav tm="100000">
                                              <p:val>
                                                <p:strVal val="#ppt_x"/>
                                              </p:val>
                                            </p:tav>
                                          </p:tavLst>
                                        </p:anim>
                                        <p:anim calcmode="lin" valueType="num">
                                          <p:cBhvr additive="base">
                                            <p:cTn id="67" dur="500" fill="hold"/>
                                            <p:tgtEl>
                                              <p:spTgt spid="24"/>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 calcmode="lin" valueType="num">
                                          <p:cBhvr additive="base">
                                            <p:cTn id="70" dur="500" fill="hold"/>
                                            <p:tgtEl>
                                              <p:spTgt spid="25"/>
                                            </p:tgtEl>
                                            <p:attrNameLst>
                                              <p:attrName>ppt_x</p:attrName>
                                            </p:attrNameLst>
                                          </p:cBhvr>
                                          <p:tavLst>
                                            <p:tav tm="0">
                                              <p:val>
                                                <p:strVal val="#ppt_x"/>
                                              </p:val>
                                            </p:tav>
                                            <p:tav tm="100000">
                                              <p:val>
                                                <p:strVal val="#ppt_x"/>
                                              </p:val>
                                            </p:tav>
                                          </p:tavLst>
                                        </p:anim>
                                        <p:anim calcmode="lin" valueType="num">
                                          <p:cBhvr additive="base">
                                            <p:cTn id="71" dur="500" fill="hold"/>
                                            <p:tgtEl>
                                              <p:spTgt spid="25"/>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 calcmode="lin" valueType="num">
                                          <p:cBhvr additive="base">
                                            <p:cTn id="74" dur="500" fill="hold"/>
                                            <p:tgtEl>
                                              <p:spTgt spid="26"/>
                                            </p:tgtEl>
                                            <p:attrNameLst>
                                              <p:attrName>ppt_x</p:attrName>
                                            </p:attrNameLst>
                                          </p:cBhvr>
                                          <p:tavLst>
                                            <p:tav tm="0">
                                              <p:val>
                                                <p:strVal val="#ppt_x"/>
                                              </p:val>
                                            </p:tav>
                                            <p:tav tm="100000">
                                              <p:val>
                                                <p:strVal val="#ppt_x"/>
                                              </p:val>
                                            </p:tav>
                                          </p:tavLst>
                                        </p:anim>
                                        <p:anim calcmode="lin" valueType="num">
                                          <p:cBhvr additive="base">
                                            <p:cTn id="75" dur="500" fill="hold"/>
                                            <p:tgtEl>
                                              <p:spTgt spid="26"/>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 calcmode="lin" valueType="num">
                                          <p:cBhvr additive="base">
                                            <p:cTn id="78" dur="500" fill="hold"/>
                                            <p:tgtEl>
                                              <p:spTgt spid="27"/>
                                            </p:tgtEl>
                                            <p:attrNameLst>
                                              <p:attrName>ppt_x</p:attrName>
                                            </p:attrNameLst>
                                          </p:cBhvr>
                                          <p:tavLst>
                                            <p:tav tm="0">
                                              <p:val>
                                                <p:strVal val="#ppt_x"/>
                                              </p:val>
                                            </p:tav>
                                            <p:tav tm="100000">
                                              <p:val>
                                                <p:strVal val="#ppt_x"/>
                                              </p:val>
                                            </p:tav>
                                          </p:tavLst>
                                        </p:anim>
                                        <p:anim calcmode="lin" valueType="num">
                                          <p:cBhvr additive="base">
                                            <p:cTn id="79" dur="500" fill="hold"/>
                                            <p:tgtEl>
                                              <p:spTgt spid="27"/>
                                            </p:tgtEl>
                                            <p:attrNameLst>
                                              <p:attrName>ppt_y</p:attrName>
                                            </p:attrNameLst>
                                          </p:cBhvr>
                                          <p:tavLst>
                                            <p:tav tm="0">
                                              <p:val>
                                                <p:strVal val="1+#ppt_h/2"/>
                                              </p:val>
                                            </p:tav>
                                            <p:tav tm="100000">
                                              <p:val>
                                                <p:strVal val="#ppt_y"/>
                                              </p:val>
                                            </p:tav>
                                          </p:tavLst>
                                        </p:anim>
                                      </p:childTnLst>
                                    </p:cTn>
                                  </p:par>
                                  <p:par>
                                    <p:cTn id="80" presetID="2" presetClass="entr" presetSubtype="4" fill="hold" grpId="0" nodeType="withEffect">
                                      <p:stCondLst>
                                        <p:cond delay="0"/>
                                      </p:stCondLst>
                                      <p:childTnLst>
                                        <p:set>
                                          <p:cBhvr>
                                            <p:cTn id="81" dur="1" fill="hold">
                                              <p:stCondLst>
                                                <p:cond delay="0"/>
                                              </p:stCondLst>
                                            </p:cTn>
                                            <p:tgtEl>
                                              <p:spTgt spid="28"/>
                                            </p:tgtEl>
                                            <p:attrNameLst>
                                              <p:attrName>style.visibility</p:attrName>
                                            </p:attrNameLst>
                                          </p:cBhvr>
                                          <p:to>
                                            <p:strVal val="visible"/>
                                          </p:to>
                                        </p:set>
                                        <p:anim calcmode="lin" valueType="num">
                                          <p:cBhvr additive="base">
                                            <p:cTn id="82" dur="500" fill="hold"/>
                                            <p:tgtEl>
                                              <p:spTgt spid="28"/>
                                            </p:tgtEl>
                                            <p:attrNameLst>
                                              <p:attrName>ppt_x</p:attrName>
                                            </p:attrNameLst>
                                          </p:cBhvr>
                                          <p:tavLst>
                                            <p:tav tm="0">
                                              <p:val>
                                                <p:strVal val="#ppt_x"/>
                                              </p:val>
                                            </p:tav>
                                            <p:tav tm="100000">
                                              <p:val>
                                                <p:strVal val="#ppt_x"/>
                                              </p:val>
                                            </p:tav>
                                          </p:tavLst>
                                        </p:anim>
                                        <p:anim calcmode="lin" valueType="num">
                                          <p:cBhvr additive="base">
                                            <p:cTn id="83" dur="500" fill="hold"/>
                                            <p:tgtEl>
                                              <p:spTgt spid="28"/>
                                            </p:tgtEl>
                                            <p:attrNameLst>
                                              <p:attrName>ppt_y</p:attrName>
                                            </p:attrNameLst>
                                          </p:cBhvr>
                                          <p:tavLst>
                                            <p:tav tm="0">
                                              <p:val>
                                                <p:strVal val="1+#ppt_h/2"/>
                                              </p:val>
                                            </p:tav>
                                            <p:tav tm="100000">
                                              <p:val>
                                                <p:strVal val="#ppt_y"/>
                                              </p:val>
                                            </p:tav>
                                          </p:tavLst>
                                        </p:anim>
                                      </p:childTnLst>
                                    </p:cTn>
                                  </p:par>
                                  <p:par>
                                    <p:cTn id="84" presetID="2" presetClass="entr" presetSubtype="4"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 calcmode="lin" valueType="num">
                                          <p:cBhvr additive="base">
                                            <p:cTn id="86" dur="500" fill="hold"/>
                                            <p:tgtEl>
                                              <p:spTgt spid="29"/>
                                            </p:tgtEl>
                                            <p:attrNameLst>
                                              <p:attrName>ppt_x</p:attrName>
                                            </p:attrNameLst>
                                          </p:cBhvr>
                                          <p:tavLst>
                                            <p:tav tm="0">
                                              <p:val>
                                                <p:strVal val="#ppt_x"/>
                                              </p:val>
                                            </p:tav>
                                            <p:tav tm="100000">
                                              <p:val>
                                                <p:strVal val="#ppt_x"/>
                                              </p:val>
                                            </p:tav>
                                          </p:tavLst>
                                        </p:anim>
                                        <p:anim calcmode="lin" valueType="num">
                                          <p:cBhvr additive="base">
                                            <p:cTn id="87" dur="500" fill="hold"/>
                                            <p:tgtEl>
                                              <p:spTgt spid="29"/>
                                            </p:tgtEl>
                                            <p:attrNameLst>
                                              <p:attrName>ppt_y</p:attrName>
                                            </p:attrNameLst>
                                          </p:cBhvr>
                                          <p:tavLst>
                                            <p:tav tm="0">
                                              <p:val>
                                                <p:strVal val="1+#ppt_h/2"/>
                                              </p:val>
                                            </p:tav>
                                            <p:tav tm="100000">
                                              <p:val>
                                                <p:strVal val="#ppt_y"/>
                                              </p:val>
                                            </p:tav>
                                          </p:tavLst>
                                        </p:anim>
                                      </p:childTnLst>
                                    </p:cTn>
                                  </p:par>
                                  <p:par>
                                    <p:cTn id="88" presetID="2" presetClass="entr" presetSubtype="4" fill="hold" grpId="0" nodeType="withEffect">
                                      <p:stCondLst>
                                        <p:cond delay="0"/>
                                      </p:stCondLst>
                                      <p:childTnLst>
                                        <p:set>
                                          <p:cBhvr>
                                            <p:cTn id="89" dur="1" fill="hold">
                                              <p:stCondLst>
                                                <p:cond delay="0"/>
                                              </p:stCondLst>
                                            </p:cTn>
                                            <p:tgtEl>
                                              <p:spTgt spid="30"/>
                                            </p:tgtEl>
                                            <p:attrNameLst>
                                              <p:attrName>style.visibility</p:attrName>
                                            </p:attrNameLst>
                                          </p:cBhvr>
                                          <p:to>
                                            <p:strVal val="visible"/>
                                          </p:to>
                                        </p:set>
                                        <p:anim calcmode="lin" valueType="num">
                                          <p:cBhvr additive="base">
                                            <p:cTn id="90" dur="500" fill="hold"/>
                                            <p:tgtEl>
                                              <p:spTgt spid="30"/>
                                            </p:tgtEl>
                                            <p:attrNameLst>
                                              <p:attrName>ppt_x</p:attrName>
                                            </p:attrNameLst>
                                          </p:cBhvr>
                                          <p:tavLst>
                                            <p:tav tm="0">
                                              <p:val>
                                                <p:strVal val="#ppt_x"/>
                                              </p:val>
                                            </p:tav>
                                            <p:tav tm="100000">
                                              <p:val>
                                                <p:strVal val="#ppt_x"/>
                                              </p:val>
                                            </p:tav>
                                          </p:tavLst>
                                        </p:anim>
                                        <p:anim calcmode="lin" valueType="num">
                                          <p:cBhvr additive="base">
                                            <p:cTn id="91" dur="500" fill="hold"/>
                                            <p:tgtEl>
                                              <p:spTgt spid="30"/>
                                            </p:tgtEl>
                                            <p:attrNameLst>
                                              <p:attrName>ppt_y</p:attrName>
                                            </p:attrNameLst>
                                          </p:cBhvr>
                                          <p:tavLst>
                                            <p:tav tm="0">
                                              <p:val>
                                                <p:strVal val="1+#ppt_h/2"/>
                                              </p:val>
                                            </p:tav>
                                            <p:tav tm="100000">
                                              <p:val>
                                                <p:strVal val="#ppt_y"/>
                                              </p:val>
                                            </p:tav>
                                          </p:tavLst>
                                        </p:anim>
                                      </p:childTnLst>
                                    </p:cTn>
                                  </p:par>
                                  <p:par>
                                    <p:cTn id="92" presetID="2" presetClass="entr" presetSubtype="1" fill="hold" grpId="0" nodeType="withEffect">
                                      <p:stCondLst>
                                        <p:cond delay="0"/>
                                      </p:stCondLst>
                                      <p:childTnLst>
                                        <p:set>
                                          <p:cBhvr>
                                            <p:cTn id="93" dur="1" fill="hold">
                                              <p:stCondLst>
                                                <p:cond delay="0"/>
                                              </p:stCondLst>
                                            </p:cTn>
                                            <p:tgtEl>
                                              <p:spTgt spid="31"/>
                                            </p:tgtEl>
                                            <p:attrNameLst>
                                              <p:attrName>style.visibility</p:attrName>
                                            </p:attrNameLst>
                                          </p:cBhvr>
                                          <p:to>
                                            <p:strVal val="visible"/>
                                          </p:to>
                                        </p:set>
                                        <p:anim calcmode="lin" valueType="num">
                                          <p:cBhvr additive="base">
                                            <p:cTn id="94" dur="500" fill="hold"/>
                                            <p:tgtEl>
                                              <p:spTgt spid="31"/>
                                            </p:tgtEl>
                                            <p:attrNameLst>
                                              <p:attrName>ppt_x</p:attrName>
                                            </p:attrNameLst>
                                          </p:cBhvr>
                                          <p:tavLst>
                                            <p:tav tm="0">
                                              <p:val>
                                                <p:strVal val="#ppt_x"/>
                                              </p:val>
                                            </p:tav>
                                            <p:tav tm="100000">
                                              <p:val>
                                                <p:strVal val="#ppt_x"/>
                                              </p:val>
                                            </p:tav>
                                          </p:tavLst>
                                        </p:anim>
                                        <p:anim calcmode="lin" valueType="num">
                                          <p:cBhvr additive="base">
                                            <p:cTn id="95" dur="500" fill="hold"/>
                                            <p:tgtEl>
                                              <p:spTgt spid="31"/>
                                            </p:tgtEl>
                                            <p:attrNameLst>
                                              <p:attrName>ppt_y</p:attrName>
                                            </p:attrNameLst>
                                          </p:cBhvr>
                                          <p:tavLst>
                                            <p:tav tm="0">
                                              <p:val>
                                                <p:strVal val="0-#ppt_h/2"/>
                                              </p:val>
                                            </p:tav>
                                            <p:tav tm="100000">
                                              <p:val>
                                                <p:strVal val="#ppt_y"/>
                                              </p:val>
                                            </p:tav>
                                          </p:tavLst>
                                        </p:anim>
                                      </p:childTnLst>
                                    </p:cTn>
                                  </p:par>
                                  <p:par>
                                    <p:cTn id="96" presetID="2" presetClass="entr" presetSubtype="4"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 calcmode="lin" valueType="num">
                                          <p:cBhvr additive="base">
                                            <p:cTn id="98" dur="500" fill="hold"/>
                                            <p:tgtEl>
                                              <p:spTgt spid="32"/>
                                            </p:tgtEl>
                                            <p:attrNameLst>
                                              <p:attrName>ppt_x</p:attrName>
                                            </p:attrNameLst>
                                          </p:cBhvr>
                                          <p:tavLst>
                                            <p:tav tm="0">
                                              <p:val>
                                                <p:strVal val="#ppt_x"/>
                                              </p:val>
                                            </p:tav>
                                            <p:tav tm="100000">
                                              <p:val>
                                                <p:strVal val="#ppt_x"/>
                                              </p:val>
                                            </p:tav>
                                          </p:tavLst>
                                        </p:anim>
                                        <p:anim calcmode="lin" valueType="num">
                                          <p:cBhvr additive="base">
                                            <p:cTn id="99" dur="500" fill="hold"/>
                                            <p:tgtEl>
                                              <p:spTgt spid="32"/>
                                            </p:tgtEl>
                                            <p:attrNameLst>
                                              <p:attrName>ppt_y</p:attrName>
                                            </p:attrNameLst>
                                          </p:cBhvr>
                                          <p:tavLst>
                                            <p:tav tm="0">
                                              <p:val>
                                                <p:strVal val="1+#ppt_h/2"/>
                                              </p:val>
                                            </p:tav>
                                            <p:tav tm="100000">
                                              <p:val>
                                                <p:strVal val="#ppt_y"/>
                                              </p:val>
                                            </p:tav>
                                          </p:tavLst>
                                        </p:anim>
                                      </p:childTnLst>
                                    </p:cTn>
                                  </p:par>
                                  <p:par>
                                    <p:cTn id="100" presetID="2" presetClass="entr" presetSubtype="9" fill="hold" grpId="0" nodeType="withEffect">
                                      <p:stCondLst>
                                        <p:cond delay="0"/>
                                      </p:stCondLst>
                                      <p:childTnLst>
                                        <p:set>
                                          <p:cBhvr>
                                            <p:cTn id="101" dur="1" fill="hold">
                                              <p:stCondLst>
                                                <p:cond delay="0"/>
                                              </p:stCondLst>
                                            </p:cTn>
                                            <p:tgtEl>
                                              <p:spTgt spid="33"/>
                                            </p:tgtEl>
                                            <p:attrNameLst>
                                              <p:attrName>style.visibility</p:attrName>
                                            </p:attrNameLst>
                                          </p:cBhvr>
                                          <p:to>
                                            <p:strVal val="visible"/>
                                          </p:to>
                                        </p:set>
                                        <p:anim calcmode="lin" valueType="num">
                                          <p:cBhvr additive="base">
                                            <p:cTn id="102" dur="500" fill="hold"/>
                                            <p:tgtEl>
                                              <p:spTgt spid="33"/>
                                            </p:tgtEl>
                                            <p:attrNameLst>
                                              <p:attrName>ppt_x</p:attrName>
                                            </p:attrNameLst>
                                          </p:cBhvr>
                                          <p:tavLst>
                                            <p:tav tm="0">
                                              <p:val>
                                                <p:strVal val="0-#ppt_w/2"/>
                                              </p:val>
                                            </p:tav>
                                            <p:tav tm="100000">
                                              <p:val>
                                                <p:strVal val="#ppt_x"/>
                                              </p:val>
                                            </p:tav>
                                          </p:tavLst>
                                        </p:anim>
                                        <p:anim calcmode="lin" valueType="num">
                                          <p:cBhvr additive="base">
                                            <p:cTn id="103" dur="500" fill="hold"/>
                                            <p:tgtEl>
                                              <p:spTgt spid="33"/>
                                            </p:tgtEl>
                                            <p:attrNameLst>
                                              <p:attrName>ppt_y</p:attrName>
                                            </p:attrNameLst>
                                          </p:cBhvr>
                                          <p:tavLst>
                                            <p:tav tm="0">
                                              <p:val>
                                                <p:strVal val="0-#ppt_h/2"/>
                                              </p:val>
                                            </p:tav>
                                            <p:tav tm="100000">
                                              <p:val>
                                                <p:strVal val="#ppt_y"/>
                                              </p:val>
                                            </p:tav>
                                          </p:tavLst>
                                        </p:anim>
                                      </p:childTnLst>
                                    </p:cTn>
                                  </p:par>
                                  <p:par>
                                    <p:cTn id="104" presetID="2" presetClass="entr" presetSubtype="4" fill="hold" grpId="0" nodeType="withEffect">
                                      <p:stCondLst>
                                        <p:cond delay="0"/>
                                      </p:stCondLst>
                                      <p:childTnLst>
                                        <p:set>
                                          <p:cBhvr>
                                            <p:cTn id="105" dur="1" fill="hold">
                                              <p:stCondLst>
                                                <p:cond delay="0"/>
                                              </p:stCondLst>
                                            </p:cTn>
                                            <p:tgtEl>
                                              <p:spTgt spid="34"/>
                                            </p:tgtEl>
                                            <p:attrNameLst>
                                              <p:attrName>style.visibility</p:attrName>
                                            </p:attrNameLst>
                                          </p:cBhvr>
                                          <p:to>
                                            <p:strVal val="visible"/>
                                          </p:to>
                                        </p:set>
                                        <p:anim calcmode="lin" valueType="num">
                                          <p:cBhvr additive="base">
                                            <p:cTn id="106" dur="500" fill="hold"/>
                                            <p:tgtEl>
                                              <p:spTgt spid="34"/>
                                            </p:tgtEl>
                                            <p:attrNameLst>
                                              <p:attrName>ppt_x</p:attrName>
                                            </p:attrNameLst>
                                          </p:cBhvr>
                                          <p:tavLst>
                                            <p:tav tm="0">
                                              <p:val>
                                                <p:strVal val="#ppt_x"/>
                                              </p:val>
                                            </p:tav>
                                            <p:tav tm="100000">
                                              <p:val>
                                                <p:strVal val="#ppt_x"/>
                                              </p:val>
                                            </p:tav>
                                          </p:tavLst>
                                        </p:anim>
                                        <p:anim calcmode="lin" valueType="num">
                                          <p:cBhvr additive="base">
                                            <p:cTn id="107" dur="500" fill="hold"/>
                                            <p:tgtEl>
                                              <p:spTgt spid="34"/>
                                            </p:tgtEl>
                                            <p:attrNameLst>
                                              <p:attrName>ppt_y</p:attrName>
                                            </p:attrNameLst>
                                          </p:cBhvr>
                                          <p:tavLst>
                                            <p:tav tm="0">
                                              <p:val>
                                                <p:strVal val="1+#ppt_h/2"/>
                                              </p:val>
                                            </p:tav>
                                            <p:tav tm="100000">
                                              <p:val>
                                                <p:strVal val="#ppt_y"/>
                                              </p:val>
                                            </p:tav>
                                          </p:tavLst>
                                        </p:anim>
                                      </p:childTnLst>
                                    </p:cTn>
                                  </p:par>
                                  <p:par>
                                    <p:cTn id="108" presetID="2" presetClass="entr" presetSubtype="9" fill="hold" grpId="0" nodeType="withEffect">
                                      <p:stCondLst>
                                        <p:cond delay="0"/>
                                      </p:stCondLst>
                                      <p:childTnLst>
                                        <p:set>
                                          <p:cBhvr>
                                            <p:cTn id="109" dur="1" fill="hold">
                                              <p:stCondLst>
                                                <p:cond delay="0"/>
                                              </p:stCondLst>
                                            </p:cTn>
                                            <p:tgtEl>
                                              <p:spTgt spid="35"/>
                                            </p:tgtEl>
                                            <p:attrNameLst>
                                              <p:attrName>style.visibility</p:attrName>
                                            </p:attrNameLst>
                                          </p:cBhvr>
                                          <p:to>
                                            <p:strVal val="visible"/>
                                          </p:to>
                                        </p:set>
                                        <p:anim calcmode="lin" valueType="num">
                                          <p:cBhvr additive="base">
                                            <p:cTn id="110" dur="500" fill="hold"/>
                                            <p:tgtEl>
                                              <p:spTgt spid="35"/>
                                            </p:tgtEl>
                                            <p:attrNameLst>
                                              <p:attrName>ppt_x</p:attrName>
                                            </p:attrNameLst>
                                          </p:cBhvr>
                                          <p:tavLst>
                                            <p:tav tm="0">
                                              <p:val>
                                                <p:strVal val="0-#ppt_w/2"/>
                                              </p:val>
                                            </p:tav>
                                            <p:tav tm="100000">
                                              <p:val>
                                                <p:strVal val="#ppt_x"/>
                                              </p:val>
                                            </p:tav>
                                          </p:tavLst>
                                        </p:anim>
                                        <p:anim calcmode="lin" valueType="num">
                                          <p:cBhvr additive="base">
                                            <p:cTn id="111" dur="500" fill="hold"/>
                                            <p:tgtEl>
                                              <p:spTgt spid="35"/>
                                            </p:tgtEl>
                                            <p:attrNameLst>
                                              <p:attrName>ppt_y</p:attrName>
                                            </p:attrNameLst>
                                          </p:cBhvr>
                                          <p:tavLst>
                                            <p:tav tm="0">
                                              <p:val>
                                                <p:strVal val="0-#ppt_h/2"/>
                                              </p:val>
                                            </p:tav>
                                            <p:tav tm="100000">
                                              <p:val>
                                                <p:strVal val="#ppt_y"/>
                                              </p:val>
                                            </p:tav>
                                          </p:tavLst>
                                        </p:anim>
                                      </p:childTnLst>
                                    </p:cTn>
                                  </p:par>
                                  <p:par>
                                    <p:cTn id="112" presetID="2" presetClass="entr" presetSubtype="12" fill="hold" nodeType="withEffect">
                                      <p:stCondLst>
                                        <p:cond delay="0"/>
                                      </p:stCondLst>
                                      <p:childTnLst>
                                        <p:set>
                                          <p:cBhvr>
                                            <p:cTn id="113" dur="1" fill="hold">
                                              <p:stCondLst>
                                                <p:cond delay="0"/>
                                              </p:stCondLst>
                                            </p:cTn>
                                            <p:tgtEl>
                                              <p:spTgt spid="36"/>
                                            </p:tgtEl>
                                            <p:attrNameLst>
                                              <p:attrName>style.visibility</p:attrName>
                                            </p:attrNameLst>
                                          </p:cBhvr>
                                          <p:to>
                                            <p:strVal val="visible"/>
                                          </p:to>
                                        </p:set>
                                        <p:anim calcmode="lin" valueType="num">
                                          <p:cBhvr additive="base">
                                            <p:cTn id="114" dur="500" fill="hold"/>
                                            <p:tgtEl>
                                              <p:spTgt spid="36"/>
                                            </p:tgtEl>
                                            <p:attrNameLst>
                                              <p:attrName>ppt_x</p:attrName>
                                            </p:attrNameLst>
                                          </p:cBhvr>
                                          <p:tavLst>
                                            <p:tav tm="0">
                                              <p:val>
                                                <p:strVal val="0-#ppt_w/2"/>
                                              </p:val>
                                            </p:tav>
                                            <p:tav tm="100000">
                                              <p:val>
                                                <p:strVal val="#ppt_x"/>
                                              </p:val>
                                            </p:tav>
                                          </p:tavLst>
                                        </p:anim>
                                        <p:anim calcmode="lin" valueType="num">
                                          <p:cBhvr additive="base">
                                            <p:cTn id="115" dur="500" fill="hold"/>
                                            <p:tgtEl>
                                              <p:spTgt spid="36"/>
                                            </p:tgtEl>
                                            <p:attrNameLst>
                                              <p:attrName>ppt_y</p:attrName>
                                            </p:attrNameLst>
                                          </p:cBhvr>
                                          <p:tavLst>
                                            <p:tav tm="0">
                                              <p:val>
                                                <p:strVal val="1+#ppt_h/2"/>
                                              </p:val>
                                            </p:tav>
                                            <p:tav tm="100000">
                                              <p:val>
                                                <p:strVal val="#ppt_y"/>
                                              </p:val>
                                            </p:tav>
                                          </p:tavLst>
                                        </p:anim>
                                      </p:childTnLst>
                                    </p:cTn>
                                  </p:par>
                                  <p:par>
                                    <p:cTn id="116" presetID="2" presetClass="entr" presetSubtype="4" fill="hold" grpId="0" nodeType="withEffect">
                                      <p:stCondLst>
                                        <p:cond delay="0"/>
                                      </p:stCondLst>
                                      <p:childTnLst>
                                        <p:set>
                                          <p:cBhvr>
                                            <p:cTn id="117" dur="1" fill="hold">
                                              <p:stCondLst>
                                                <p:cond delay="0"/>
                                              </p:stCondLst>
                                            </p:cTn>
                                            <p:tgtEl>
                                              <p:spTgt spid="45"/>
                                            </p:tgtEl>
                                            <p:attrNameLst>
                                              <p:attrName>style.visibility</p:attrName>
                                            </p:attrNameLst>
                                          </p:cBhvr>
                                          <p:to>
                                            <p:strVal val="visible"/>
                                          </p:to>
                                        </p:set>
                                        <p:anim calcmode="lin" valueType="num">
                                          <p:cBhvr additive="base">
                                            <p:cTn id="118" dur="500" fill="hold"/>
                                            <p:tgtEl>
                                              <p:spTgt spid="45"/>
                                            </p:tgtEl>
                                            <p:attrNameLst>
                                              <p:attrName>ppt_x</p:attrName>
                                            </p:attrNameLst>
                                          </p:cBhvr>
                                          <p:tavLst>
                                            <p:tav tm="0">
                                              <p:val>
                                                <p:strVal val="#ppt_x"/>
                                              </p:val>
                                            </p:tav>
                                            <p:tav tm="100000">
                                              <p:val>
                                                <p:strVal val="#ppt_x"/>
                                              </p:val>
                                            </p:tav>
                                          </p:tavLst>
                                        </p:anim>
                                        <p:anim calcmode="lin" valueType="num">
                                          <p:cBhvr additive="base">
                                            <p:cTn id="119" dur="500" fill="hold"/>
                                            <p:tgtEl>
                                              <p:spTgt spid="45"/>
                                            </p:tgtEl>
                                            <p:attrNameLst>
                                              <p:attrName>ppt_y</p:attrName>
                                            </p:attrNameLst>
                                          </p:cBhvr>
                                          <p:tavLst>
                                            <p:tav tm="0">
                                              <p:val>
                                                <p:strVal val="1+#ppt_h/2"/>
                                              </p:val>
                                            </p:tav>
                                            <p:tav tm="100000">
                                              <p:val>
                                                <p:strVal val="#ppt_y"/>
                                              </p:val>
                                            </p:tav>
                                          </p:tavLst>
                                        </p:anim>
                                      </p:childTnLst>
                                    </p:cTn>
                                  </p:par>
                                  <p:par>
                                    <p:cTn id="120" presetID="2" presetClass="entr" presetSubtype="4" fill="hold" grpId="0" nodeType="withEffect">
                                      <p:stCondLst>
                                        <p:cond delay="0"/>
                                      </p:stCondLst>
                                      <p:childTnLst>
                                        <p:set>
                                          <p:cBhvr>
                                            <p:cTn id="121" dur="1" fill="hold">
                                              <p:stCondLst>
                                                <p:cond delay="0"/>
                                              </p:stCondLst>
                                            </p:cTn>
                                            <p:tgtEl>
                                              <p:spTgt spid="46"/>
                                            </p:tgtEl>
                                            <p:attrNameLst>
                                              <p:attrName>style.visibility</p:attrName>
                                            </p:attrNameLst>
                                          </p:cBhvr>
                                          <p:to>
                                            <p:strVal val="visible"/>
                                          </p:to>
                                        </p:set>
                                        <p:anim calcmode="lin" valueType="num">
                                          <p:cBhvr additive="base">
                                            <p:cTn id="122" dur="500" fill="hold"/>
                                            <p:tgtEl>
                                              <p:spTgt spid="46"/>
                                            </p:tgtEl>
                                            <p:attrNameLst>
                                              <p:attrName>ppt_x</p:attrName>
                                            </p:attrNameLst>
                                          </p:cBhvr>
                                          <p:tavLst>
                                            <p:tav tm="0">
                                              <p:val>
                                                <p:strVal val="#ppt_x"/>
                                              </p:val>
                                            </p:tav>
                                            <p:tav tm="100000">
                                              <p:val>
                                                <p:strVal val="#ppt_x"/>
                                              </p:val>
                                            </p:tav>
                                          </p:tavLst>
                                        </p:anim>
                                        <p:anim calcmode="lin" valueType="num">
                                          <p:cBhvr additive="base">
                                            <p:cTn id="123" dur="500" fill="hold"/>
                                            <p:tgtEl>
                                              <p:spTgt spid="46"/>
                                            </p:tgtEl>
                                            <p:attrNameLst>
                                              <p:attrName>ppt_y</p:attrName>
                                            </p:attrNameLst>
                                          </p:cBhvr>
                                          <p:tavLst>
                                            <p:tav tm="0">
                                              <p:val>
                                                <p:strVal val="1+#ppt_h/2"/>
                                              </p:val>
                                            </p:tav>
                                            <p:tav tm="100000">
                                              <p:val>
                                                <p:strVal val="#ppt_y"/>
                                              </p:val>
                                            </p:tav>
                                          </p:tavLst>
                                        </p:anim>
                                      </p:childTnLst>
                                    </p:cTn>
                                  </p:par>
                                  <p:par>
                                    <p:cTn id="124" presetID="2" presetClass="entr" presetSubtype="4" fill="hold" grpId="0" nodeType="withEffect">
                                      <p:stCondLst>
                                        <p:cond delay="0"/>
                                      </p:stCondLst>
                                      <p:childTnLst>
                                        <p:set>
                                          <p:cBhvr>
                                            <p:cTn id="125" dur="1" fill="hold">
                                              <p:stCondLst>
                                                <p:cond delay="0"/>
                                              </p:stCondLst>
                                            </p:cTn>
                                            <p:tgtEl>
                                              <p:spTgt spid="47"/>
                                            </p:tgtEl>
                                            <p:attrNameLst>
                                              <p:attrName>style.visibility</p:attrName>
                                            </p:attrNameLst>
                                          </p:cBhvr>
                                          <p:to>
                                            <p:strVal val="visible"/>
                                          </p:to>
                                        </p:set>
                                        <p:anim calcmode="lin" valueType="num">
                                          <p:cBhvr additive="base">
                                            <p:cTn id="126" dur="500" fill="hold"/>
                                            <p:tgtEl>
                                              <p:spTgt spid="47"/>
                                            </p:tgtEl>
                                            <p:attrNameLst>
                                              <p:attrName>ppt_x</p:attrName>
                                            </p:attrNameLst>
                                          </p:cBhvr>
                                          <p:tavLst>
                                            <p:tav tm="0">
                                              <p:val>
                                                <p:strVal val="#ppt_x"/>
                                              </p:val>
                                            </p:tav>
                                            <p:tav tm="100000">
                                              <p:val>
                                                <p:strVal val="#ppt_x"/>
                                              </p:val>
                                            </p:tav>
                                          </p:tavLst>
                                        </p:anim>
                                        <p:anim calcmode="lin" valueType="num">
                                          <p:cBhvr additive="base">
                                            <p:cTn id="127" dur="500" fill="hold"/>
                                            <p:tgtEl>
                                              <p:spTgt spid="47"/>
                                            </p:tgtEl>
                                            <p:attrNameLst>
                                              <p:attrName>ppt_y</p:attrName>
                                            </p:attrNameLst>
                                          </p:cBhvr>
                                          <p:tavLst>
                                            <p:tav tm="0">
                                              <p:val>
                                                <p:strVal val="1+#ppt_h/2"/>
                                              </p:val>
                                            </p:tav>
                                            <p:tav tm="100000">
                                              <p:val>
                                                <p:strVal val="#ppt_y"/>
                                              </p:val>
                                            </p:tav>
                                          </p:tavLst>
                                        </p:anim>
                                      </p:childTnLst>
                                    </p:cTn>
                                  </p:par>
                                  <p:par>
                                    <p:cTn id="128" presetID="2" presetClass="entr" presetSubtype="12" fill="hold" grpId="0" nodeType="withEffect">
                                      <p:stCondLst>
                                        <p:cond delay="0"/>
                                      </p:stCondLst>
                                      <p:childTnLst>
                                        <p:set>
                                          <p:cBhvr>
                                            <p:cTn id="129" dur="1" fill="hold">
                                              <p:stCondLst>
                                                <p:cond delay="0"/>
                                              </p:stCondLst>
                                            </p:cTn>
                                            <p:tgtEl>
                                              <p:spTgt spid="48"/>
                                            </p:tgtEl>
                                            <p:attrNameLst>
                                              <p:attrName>style.visibility</p:attrName>
                                            </p:attrNameLst>
                                          </p:cBhvr>
                                          <p:to>
                                            <p:strVal val="visible"/>
                                          </p:to>
                                        </p:set>
                                        <p:anim calcmode="lin" valueType="num">
                                          <p:cBhvr additive="base">
                                            <p:cTn id="130" dur="500" fill="hold"/>
                                            <p:tgtEl>
                                              <p:spTgt spid="48"/>
                                            </p:tgtEl>
                                            <p:attrNameLst>
                                              <p:attrName>ppt_x</p:attrName>
                                            </p:attrNameLst>
                                          </p:cBhvr>
                                          <p:tavLst>
                                            <p:tav tm="0">
                                              <p:val>
                                                <p:strVal val="0-#ppt_w/2"/>
                                              </p:val>
                                            </p:tav>
                                            <p:tav tm="100000">
                                              <p:val>
                                                <p:strVal val="#ppt_x"/>
                                              </p:val>
                                            </p:tav>
                                          </p:tavLst>
                                        </p:anim>
                                        <p:anim calcmode="lin" valueType="num">
                                          <p:cBhvr additive="base">
                                            <p:cTn id="131" dur="500" fill="hold"/>
                                            <p:tgtEl>
                                              <p:spTgt spid="48"/>
                                            </p:tgtEl>
                                            <p:attrNameLst>
                                              <p:attrName>ppt_y</p:attrName>
                                            </p:attrNameLst>
                                          </p:cBhvr>
                                          <p:tavLst>
                                            <p:tav tm="0">
                                              <p:val>
                                                <p:strVal val="1+#ppt_h/2"/>
                                              </p:val>
                                            </p:tav>
                                            <p:tav tm="100000">
                                              <p:val>
                                                <p:strVal val="#ppt_y"/>
                                              </p:val>
                                            </p:tav>
                                          </p:tavLst>
                                        </p:anim>
                                      </p:childTnLst>
                                    </p:cTn>
                                  </p:par>
                                  <p:par>
                                    <p:cTn id="132" presetID="2" presetClass="entr" presetSubtype="4" fill="hold" grpId="0" nodeType="withEffect">
                                      <p:stCondLst>
                                        <p:cond delay="0"/>
                                      </p:stCondLst>
                                      <p:childTnLst>
                                        <p:set>
                                          <p:cBhvr>
                                            <p:cTn id="133" dur="1" fill="hold">
                                              <p:stCondLst>
                                                <p:cond delay="0"/>
                                              </p:stCondLst>
                                            </p:cTn>
                                            <p:tgtEl>
                                              <p:spTgt spid="49"/>
                                            </p:tgtEl>
                                            <p:attrNameLst>
                                              <p:attrName>style.visibility</p:attrName>
                                            </p:attrNameLst>
                                          </p:cBhvr>
                                          <p:to>
                                            <p:strVal val="visible"/>
                                          </p:to>
                                        </p:set>
                                        <p:anim calcmode="lin" valueType="num">
                                          <p:cBhvr additive="base">
                                            <p:cTn id="134" dur="500" fill="hold"/>
                                            <p:tgtEl>
                                              <p:spTgt spid="49"/>
                                            </p:tgtEl>
                                            <p:attrNameLst>
                                              <p:attrName>ppt_x</p:attrName>
                                            </p:attrNameLst>
                                          </p:cBhvr>
                                          <p:tavLst>
                                            <p:tav tm="0">
                                              <p:val>
                                                <p:strVal val="#ppt_x"/>
                                              </p:val>
                                            </p:tav>
                                            <p:tav tm="100000">
                                              <p:val>
                                                <p:strVal val="#ppt_x"/>
                                              </p:val>
                                            </p:tav>
                                          </p:tavLst>
                                        </p:anim>
                                        <p:anim calcmode="lin" valueType="num">
                                          <p:cBhvr additive="base">
                                            <p:cTn id="135" dur="500" fill="hold"/>
                                            <p:tgtEl>
                                              <p:spTgt spid="49"/>
                                            </p:tgtEl>
                                            <p:attrNameLst>
                                              <p:attrName>ppt_y</p:attrName>
                                            </p:attrNameLst>
                                          </p:cBhvr>
                                          <p:tavLst>
                                            <p:tav tm="0">
                                              <p:val>
                                                <p:strVal val="1+#ppt_h/2"/>
                                              </p:val>
                                            </p:tav>
                                            <p:tav tm="100000">
                                              <p:val>
                                                <p:strVal val="#ppt_y"/>
                                              </p:val>
                                            </p:tav>
                                          </p:tavLst>
                                        </p:anim>
                                      </p:childTnLst>
                                    </p:cTn>
                                  </p:par>
                                  <p:par>
                                    <p:cTn id="136" presetID="2" presetClass="entr" presetSubtype="12" fill="hold" grpId="0" nodeType="withEffect">
                                      <p:stCondLst>
                                        <p:cond delay="0"/>
                                      </p:stCondLst>
                                      <p:childTnLst>
                                        <p:set>
                                          <p:cBhvr>
                                            <p:cTn id="137" dur="1" fill="hold">
                                              <p:stCondLst>
                                                <p:cond delay="0"/>
                                              </p:stCondLst>
                                            </p:cTn>
                                            <p:tgtEl>
                                              <p:spTgt spid="50"/>
                                            </p:tgtEl>
                                            <p:attrNameLst>
                                              <p:attrName>style.visibility</p:attrName>
                                            </p:attrNameLst>
                                          </p:cBhvr>
                                          <p:to>
                                            <p:strVal val="visible"/>
                                          </p:to>
                                        </p:set>
                                        <p:anim calcmode="lin" valueType="num">
                                          <p:cBhvr additive="base">
                                            <p:cTn id="138" dur="500" fill="hold"/>
                                            <p:tgtEl>
                                              <p:spTgt spid="50"/>
                                            </p:tgtEl>
                                            <p:attrNameLst>
                                              <p:attrName>ppt_x</p:attrName>
                                            </p:attrNameLst>
                                          </p:cBhvr>
                                          <p:tavLst>
                                            <p:tav tm="0">
                                              <p:val>
                                                <p:strVal val="0-#ppt_w/2"/>
                                              </p:val>
                                            </p:tav>
                                            <p:tav tm="100000">
                                              <p:val>
                                                <p:strVal val="#ppt_x"/>
                                              </p:val>
                                            </p:tav>
                                          </p:tavLst>
                                        </p:anim>
                                        <p:anim calcmode="lin" valueType="num">
                                          <p:cBhvr additive="base">
                                            <p:cTn id="139" dur="500" fill="hold"/>
                                            <p:tgtEl>
                                              <p:spTgt spid="50"/>
                                            </p:tgtEl>
                                            <p:attrNameLst>
                                              <p:attrName>ppt_y</p:attrName>
                                            </p:attrNameLst>
                                          </p:cBhvr>
                                          <p:tavLst>
                                            <p:tav tm="0">
                                              <p:val>
                                                <p:strVal val="1+#ppt_h/2"/>
                                              </p:val>
                                            </p:tav>
                                            <p:tav tm="100000">
                                              <p:val>
                                                <p:strVal val="#ppt_y"/>
                                              </p:val>
                                            </p:tav>
                                          </p:tavLst>
                                        </p:anim>
                                      </p:childTnLst>
                                    </p:cTn>
                                  </p:par>
                                  <p:par>
                                    <p:cTn id="140" presetID="2" presetClass="entr" presetSubtype="4" fill="hold" grpId="0" nodeType="withEffect">
                                      <p:stCondLst>
                                        <p:cond delay="0"/>
                                      </p:stCondLst>
                                      <p:childTnLst>
                                        <p:set>
                                          <p:cBhvr>
                                            <p:cTn id="141" dur="1" fill="hold">
                                              <p:stCondLst>
                                                <p:cond delay="0"/>
                                              </p:stCondLst>
                                            </p:cTn>
                                            <p:tgtEl>
                                              <p:spTgt spid="51"/>
                                            </p:tgtEl>
                                            <p:attrNameLst>
                                              <p:attrName>style.visibility</p:attrName>
                                            </p:attrNameLst>
                                          </p:cBhvr>
                                          <p:to>
                                            <p:strVal val="visible"/>
                                          </p:to>
                                        </p:set>
                                        <p:anim calcmode="lin" valueType="num">
                                          <p:cBhvr additive="base">
                                            <p:cTn id="142" dur="500" fill="hold"/>
                                            <p:tgtEl>
                                              <p:spTgt spid="51"/>
                                            </p:tgtEl>
                                            <p:attrNameLst>
                                              <p:attrName>ppt_x</p:attrName>
                                            </p:attrNameLst>
                                          </p:cBhvr>
                                          <p:tavLst>
                                            <p:tav tm="0">
                                              <p:val>
                                                <p:strVal val="#ppt_x"/>
                                              </p:val>
                                            </p:tav>
                                            <p:tav tm="100000">
                                              <p:val>
                                                <p:strVal val="#ppt_x"/>
                                              </p:val>
                                            </p:tav>
                                          </p:tavLst>
                                        </p:anim>
                                        <p:anim calcmode="lin" valueType="num">
                                          <p:cBhvr additive="base">
                                            <p:cTn id="143" dur="500" fill="hold"/>
                                            <p:tgtEl>
                                              <p:spTgt spid="51"/>
                                            </p:tgtEl>
                                            <p:attrNameLst>
                                              <p:attrName>ppt_y</p:attrName>
                                            </p:attrNameLst>
                                          </p:cBhvr>
                                          <p:tavLst>
                                            <p:tav tm="0">
                                              <p:val>
                                                <p:strVal val="1+#ppt_h/2"/>
                                              </p:val>
                                            </p:tav>
                                            <p:tav tm="100000">
                                              <p:val>
                                                <p:strVal val="#ppt_y"/>
                                              </p:val>
                                            </p:tav>
                                          </p:tavLst>
                                        </p:anim>
                                      </p:childTnLst>
                                    </p:cTn>
                                  </p:par>
                                  <p:par>
                                    <p:cTn id="144" presetID="2" presetClass="entr" presetSubtype="4" fill="hold" grpId="0" nodeType="withEffect">
                                      <p:stCondLst>
                                        <p:cond delay="0"/>
                                      </p:stCondLst>
                                      <p:childTnLst>
                                        <p:set>
                                          <p:cBhvr>
                                            <p:cTn id="145" dur="1" fill="hold">
                                              <p:stCondLst>
                                                <p:cond delay="0"/>
                                              </p:stCondLst>
                                            </p:cTn>
                                            <p:tgtEl>
                                              <p:spTgt spid="52"/>
                                            </p:tgtEl>
                                            <p:attrNameLst>
                                              <p:attrName>style.visibility</p:attrName>
                                            </p:attrNameLst>
                                          </p:cBhvr>
                                          <p:to>
                                            <p:strVal val="visible"/>
                                          </p:to>
                                        </p:set>
                                        <p:anim calcmode="lin" valueType="num">
                                          <p:cBhvr additive="base">
                                            <p:cTn id="146" dur="500" fill="hold"/>
                                            <p:tgtEl>
                                              <p:spTgt spid="52"/>
                                            </p:tgtEl>
                                            <p:attrNameLst>
                                              <p:attrName>ppt_x</p:attrName>
                                            </p:attrNameLst>
                                          </p:cBhvr>
                                          <p:tavLst>
                                            <p:tav tm="0">
                                              <p:val>
                                                <p:strVal val="#ppt_x"/>
                                              </p:val>
                                            </p:tav>
                                            <p:tav tm="100000">
                                              <p:val>
                                                <p:strVal val="#ppt_x"/>
                                              </p:val>
                                            </p:tav>
                                          </p:tavLst>
                                        </p:anim>
                                        <p:anim calcmode="lin" valueType="num">
                                          <p:cBhvr additive="base">
                                            <p:cTn id="147" dur="500" fill="hold"/>
                                            <p:tgtEl>
                                              <p:spTgt spid="52"/>
                                            </p:tgtEl>
                                            <p:attrNameLst>
                                              <p:attrName>ppt_y</p:attrName>
                                            </p:attrNameLst>
                                          </p:cBhvr>
                                          <p:tavLst>
                                            <p:tav tm="0">
                                              <p:val>
                                                <p:strVal val="1+#ppt_h/2"/>
                                              </p:val>
                                            </p:tav>
                                            <p:tav tm="100000">
                                              <p:val>
                                                <p:strVal val="#ppt_y"/>
                                              </p:val>
                                            </p:tav>
                                          </p:tavLst>
                                        </p:anim>
                                      </p:childTnLst>
                                    </p:cTn>
                                  </p:par>
                                  <p:par>
                                    <p:cTn id="148" presetID="2" presetClass="entr" presetSubtype="4" fill="hold" grpId="0" nodeType="withEffect">
                                      <p:stCondLst>
                                        <p:cond delay="0"/>
                                      </p:stCondLst>
                                      <p:childTnLst>
                                        <p:set>
                                          <p:cBhvr>
                                            <p:cTn id="149" dur="1" fill="hold">
                                              <p:stCondLst>
                                                <p:cond delay="0"/>
                                              </p:stCondLst>
                                            </p:cTn>
                                            <p:tgtEl>
                                              <p:spTgt spid="53"/>
                                            </p:tgtEl>
                                            <p:attrNameLst>
                                              <p:attrName>style.visibility</p:attrName>
                                            </p:attrNameLst>
                                          </p:cBhvr>
                                          <p:to>
                                            <p:strVal val="visible"/>
                                          </p:to>
                                        </p:set>
                                        <p:anim calcmode="lin" valueType="num">
                                          <p:cBhvr additive="base">
                                            <p:cTn id="150" dur="500" fill="hold"/>
                                            <p:tgtEl>
                                              <p:spTgt spid="53"/>
                                            </p:tgtEl>
                                            <p:attrNameLst>
                                              <p:attrName>ppt_x</p:attrName>
                                            </p:attrNameLst>
                                          </p:cBhvr>
                                          <p:tavLst>
                                            <p:tav tm="0">
                                              <p:val>
                                                <p:strVal val="#ppt_x"/>
                                              </p:val>
                                            </p:tav>
                                            <p:tav tm="100000">
                                              <p:val>
                                                <p:strVal val="#ppt_x"/>
                                              </p:val>
                                            </p:tav>
                                          </p:tavLst>
                                        </p:anim>
                                        <p:anim calcmode="lin" valueType="num">
                                          <p:cBhvr additive="base">
                                            <p:cTn id="151" dur="500" fill="hold"/>
                                            <p:tgtEl>
                                              <p:spTgt spid="53"/>
                                            </p:tgtEl>
                                            <p:attrNameLst>
                                              <p:attrName>ppt_y</p:attrName>
                                            </p:attrNameLst>
                                          </p:cBhvr>
                                          <p:tavLst>
                                            <p:tav tm="0">
                                              <p:val>
                                                <p:strVal val="1+#ppt_h/2"/>
                                              </p:val>
                                            </p:tav>
                                            <p:tav tm="100000">
                                              <p:val>
                                                <p:strVal val="#ppt_y"/>
                                              </p:val>
                                            </p:tav>
                                          </p:tavLst>
                                        </p:anim>
                                      </p:childTnLst>
                                    </p:cTn>
                                  </p:par>
                                  <p:par>
                                    <p:cTn id="152" presetID="2" presetClass="entr" presetSubtype="8" fill="hold" nodeType="withEffect">
                                      <p:stCondLst>
                                        <p:cond delay="0"/>
                                      </p:stCondLst>
                                      <p:childTnLst>
                                        <p:set>
                                          <p:cBhvr>
                                            <p:cTn id="153" dur="1" fill="hold">
                                              <p:stCondLst>
                                                <p:cond delay="0"/>
                                              </p:stCondLst>
                                            </p:cTn>
                                            <p:tgtEl>
                                              <p:spTgt spid="54"/>
                                            </p:tgtEl>
                                            <p:attrNameLst>
                                              <p:attrName>style.visibility</p:attrName>
                                            </p:attrNameLst>
                                          </p:cBhvr>
                                          <p:to>
                                            <p:strVal val="visible"/>
                                          </p:to>
                                        </p:set>
                                        <p:anim calcmode="lin" valueType="num">
                                          <p:cBhvr additive="base">
                                            <p:cTn id="154" dur="500" fill="hold"/>
                                            <p:tgtEl>
                                              <p:spTgt spid="54"/>
                                            </p:tgtEl>
                                            <p:attrNameLst>
                                              <p:attrName>ppt_x</p:attrName>
                                            </p:attrNameLst>
                                          </p:cBhvr>
                                          <p:tavLst>
                                            <p:tav tm="0">
                                              <p:val>
                                                <p:strVal val="0-#ppt_w/2"/>
                                              </p:val>
                                            </p:tav>
                                            <p:tav tm="100000">
                                              <p:val>
                                                <p:strVal val="#ppt_x"/>
                                              </p:val>
                                            </p:tav>
                                          </p:tavLst>
                                        </p:anim>
                                        <p:anim calcmode="lin" valueType="num">
                                          <p:cBhvr additive="base">
                                            <p:cTn id="155" dur="500" fill="hold"/>
                                            <p:tgtEl>
                                              <p:spTgt spid="54"/>
                                            </p:tgtEl>
                                            <p:attrNameLst>
                                              <p:attrName>ppt_y</p:attrName>
                                            </p:attrNameLst>
                                          </p:cBhvr>
                                          <p:tavLst>
                                            <p:tav tm="0">
                                              <p:val>
                                                <p:strVal val="#ppt_y"/>
                                              </p:val>
                                            </p:tav>
                                            <p:tav tm="100000">
                                              <p:val>
                                                <p:strVal val="#ppt_y"/>
                                              </p:val>
                                            </p:tav>
                                          </p:tavLst>
                                        </p:anim>
                                      </p:childTnLst>
                                    </p:cTn>
                                  </p:par>
                                  <p:par>
                                    <p:cTn id="156" presetID="2" presetClass="entr" presetSubtype="4" fill="hold" grpId="0" nodeType="withEffect">
                                      <p:stCondLst>
                                        <p:cond delay="0"/>
                                      </p:stCondLst>
                                      <p:childTnLst>
                                        <p:set>
                                          <p:cBhvr>
                                            <p:cTn id="157" dur="1" fill="hold">
                                              <p:stCondLst>
                                                <p:cond delay="0"/>
                                              </p:stCondLst>
                                            </p:cTn>
                                            <p:tgtEl>
                                              <p:spTgt spid="57"/>
                                            </p:tgtEl>
                                            <p:attrNameLst>
                                              <p:attrName>style.visibility</p:attrName>
                                            </p:attrNameLst>
                                          </p:cBhvr>
                                          <p:to>
                                            <p:strVal val="visible"/>
                                          </p:to>
                                        </p:set>
                                        <p:anim calcmode="lin" valueType="num">
                                          <p:cBhvr additive="base">
                                            <p:cTn id="158" dur="500" fill="hold"/>
                                            <p:tgtEl>
                                              <p:spTgt spid="57"/>
                                            </p:tgtEl>
                                            <p:attrNameLst>
                                              <p:attrName>ppt_x</p:attrName>
                                            </p:attrNameLst>
                                          </p:cBhvr>
                                          <p:tavLst>
                                            <p:tav tm="0">
                                              <p:val>
                                                <p:strVal val="#ppt_x"/>
                                              </p:val>
                                            </p:tav>
                                            <p:tav tm="100000">
                                              <p:val>
                                                <p:strVal val="#ppt_x"/>
                                              </p:val>
                                            </p:tav>
                                          </p:tavLst>
                                        </p:anim>
                                        <p:anim calcmode="lin" valueType="num">
                                          <p:cBhvr additive="base">
                                            <p:cTn id="159" dur="500" fill="hold"/>
                                            <p:tgtEl>
                                              <p:spTgt spid="57"/>
                                            </p:tgtEl>
                                            <p:attrNameLst>
                                              <p:attrName>ppt_y</p:attrName>
                                            </p:attrNameLst>
                                          </p:cBhvr>
                                          <p:tavLst>
                                            <p:tav tm="0">
                                              <p:val>
                                                <p:strVal val="1+#ppt_h/2"/>
                                              </p:val>
                                            </p:tav>
                                            <p:tav tm="100000">
                                              <p:val>
                                                <p:strVal val="#ppt_y"/>
                                              </p:val>
                                            </p:tav>
                                          </p:tavLst>
                                        </p:anim>
                                      </p:childTnLst>
                                    </p:cTn>
                                  </p:par>
                                  <p:par>
                                    <p:cTn id="160" presetID="2" presetClass="entr" presetSubtype="4" fill="hold" grpId="0" nodeType="withEffect">
                                      <p:stCondLst>
                                        <p:cond delay="0"/>
                                      </p:stCondLst>
                                      <p:childTnLst>
                                        <p:set>
                                          <p:cBhvr>
                                            <p:cTn id="161" dur="1" fill="hold">
                                              <p:stCondLst>
                                                <p:cond delay="0"/>
                                              </p:stCondLst>
                                            </p:cTn>
                                            <p:tgtEl>
                                              <p:spTgt spid="58"/>
                                            </p:tgtEl>
                                            <p:attrNameLst>
                                              <p:attrName>style.visibility</p:attrName>
                                            </p:attrNameLst>
                                          </p:cBhvr>
                                          <p:to>
                                            <p:strVal val="visible"/>
                                          </p:to>
                                        </p:set>
                                        <p:anim calcmode="lin" valueType="num">
                                          <p:cBhvr additive="base">
                                            <p:cTn id="162" dur="500" fill="hold"/>
                                            <p:tgtEl>
                                              <p:spTgt spid="58"/>
                                            </p:tgtEl>
                                            <p:attrNameLst>
                                              <p:attrName>ppt_x</p:attrName>
                                            </p:attrNameLst>
                                          </p:cBhvr>
                                          <p:tavLst>
                                            <p:tav tm="0">
                                              <p:val>
                                                <p:strVal val="#ppt_x"/>
                                              </p:val>
                                            </p:tav>
                                            <p:tav tm="100000">
                                              <p:val>
                                                <p:strVal val="#ppt_x"/>
                                              </p:val>
                                            </p:tav>
                                          </p:tavLst>
                                        </p:anim>
                                        <p:anim calcmode="lin" valueType="num">
                                          <p:cBhvr additive="base">
                                            <p:cTn id="163" dur="500" fill="hold"/>
                                            <p:tgtEl>
                                              <p:spTgt spid="58"/>
                                            </p:tgtEl>
                                            <p:attrNameLst>
                                              <p:attrName>ppt_y</p:attrName>
                                            </p:attrNameLst>
                                          </p:cBhvr>
                                          <p:tavLst>
                                            <p:tav tm="0">
                                              <p:val>
                                                <p:strVal val="1+#ppt_h/2"/>
                                              </p:val>
                                            </p:tav>
                                            <p:tav tm="100000">
                                              <p:val>
                                                <p:strVal val="#ppt_y"/>
                                              </p:val>
                                            </p:tav>
                                          </p:tavLst>
                                        </p:anim>
                                      </p:childTnLst>
                                    </p:cTn>
                                  </p:par>
                                  <p:par>
                                    <p:cTn id="164" presetID="2" presetClass="entr" presetSubtype="4" fill="hold" grpId="0" nodeType="withEffect">
                                      <p:stCondLst>
                                        <p:cond delay="0"/>
                                      </p:stCondLst>
                                      <p:childTnLst>
                                        <p:set>
                                          <p:cBhvr>
                                            <p:cTn id="165" dur="1" fill="hold">
                                              <p:stCondLst>
                                                <p:cond delay="0"/>
                                              </p:stCondLst>
                                            </p:cTn>
                                            <p:tgtEl>
                                              <p:spTgt spid="59"/>
                                            </p:tgtEl>
                                            <p:attrNameLst>
                                              <p:attrName>style.visibility</p:attrName>
                                            </p:attrNameLst>
                                          </p:cBhvr>
                                          <p:to>
                                            <p:strVal val="visible"/>
                                          </p:to>
                                        </p:set>
                                        <p:anim calcmode="lin" valueType="num">
                                          <p:cBhvr additive="base">
                                            <p:cTn id="166" dur="500" fill="hold"/>
                                            <p:tgtEl>
                                              <p:spTgt spid="59"/>
                                            </p:tgtEl>
                                            <p:attrNameLst>
                                              <p:attrName>ppt_x</p:attrName>
                                            </p:attrNameLst>
                                          </p:cBhvr>
                                          <p:tavLst>
                                            <p:tav tm="0">
                                              <p:val>
                                                <p:strVal val="#ppt_x"/>
                                              </p:val>
                                            </p:tav>
                                            <p:tav tm="100000">
                                              <p:val>
                                                <p:strVal val="#ppt_x"/>
                                              </p:val>
                                            </p:tav>
                                          </p:tavLst>
                                        </p:anim>
                                        <p:anim calcmode="lin" valueType="num">
                                          <p:cBhvr additive="base">
                                            <p:cTn id="167" dur="500" fill="hold"/>
                                            <p:tgtEl>
                                              <p:spTgt spid="59"/>
                                            </p:tgtEl>
                                            <p:attrNameLst>
                                              <p:attrName>ppt_y</p:attrName>
                                            </p:attrNameLst>
                                          </p:cBhvr>
                                          <p:tavLst>
                                            <p:tav tm="0">
                                              <p:val>
                                                <p:strVal val="1+#ppt_h/2"/>
                                              </p:val>
                                            </p:tav>
                                            <p:tav tm="100000">
                                              <p:val>
                                                <p:strVal val="#ppt_y"/>
                                              </p:val>
                                            </p:tav>
                                          </p:tavLst>
                                        </p:anim>
                                      </p:childTnLst>
                                    </p:cTn>
                                  </p:par>
                                  <p:par>
                                    <p:cTn id="168" presetID="2" presetClass="entr" presetSubtype="4" fill="hold" grpId="0" nodeType="withEffect">
                                      <p:stCondLst>
                                        <p:cond delay="0"/>
                                      </p:stCondLst>
                                      <p:childTnLst>
                                        <p:set>
                                          <p:cBhvr>
                                            <p:cTn id="169" dur="1" fill="hold">
                                              <p:stCondLst>
                                                <p:cond delay="0"/>
                                              </p:stCondLst>
                                            </p:cTn>
                                            <p:tgtEl>
                                              <p:spTgt spid="60"/>
                                            </p:tgtEl>
                                            <p:attrNameLst>
                                              <p:attrName>style.visibility</p:attrName>
                                            </p:attrNameLst>
                                          </p:cBhvr>
                                          <p:to>
                                            <p:strVal val="visible"/>
                                          </p:to>
                                        </p:set>
                                        <p:anim calcmode="lin" valueType="num">
                                          <p:cBhvr additive="base">
                                            <p:cTn id="170" dur="500" fill="hold"/>
                                            <p:tgtEl>
                                              <p:spTgt spid="60"/>
                                            </p:tgtEl>
                                            <p:attrNameLst>
                                              <p:attrName>ppt_x</p:attrName>
                                            </p:attrNameLst>
                                          </p:cBhvr>
                                          <p:tavLst>
                                            <p:tav tm="0">
                                              <p:val>
                                                <p:strVal val="#ppt_x"/>
                                              </p:val>
                                            </p:tav>
                                            <p:tav tm="100000">
                                              <p:val>
                                                <p:strVal val="#ppt_x"/>
                                              </p:val>
                                            </p:tav>
                                          </p:tavLst>
                                        </p:anim>
                                        <p:anim calcmode="lin" valueType="num">
                                          <p:cBhvr additive="base">
                                            <p:cTn id="171" dur="500" fill="hold"/>
                                            <p:tgtEl>
                                              <p:spTgt spid="60"/>
                                            </p:tgtEl>
                                            <p:attrNameLst>
                                              <p:attrName>ppt_y</p:attrName>
                                            </p:attrNameLst>
                                          </p:cBhvr>
                                          <p:tavLst>
                                            <p:tav tm="0">
                                              <p:val>
                                                <p:strVal val="1+#ppt_h/2"/>
                                              </p:val>
                                            </p:tav>
                                            <p:tav tm="100000">
                                              <p:val>
                                                <p:strVal val="#ppt_y"/>
                                              </p:val>
                                            </p:tav>
                                          </p:tavLst>
                                        </p:anim>
                                      </p:childTnLst>
                                    </p:cTn>
                                  </p:par>
                                  <p:par>
                                    <p:cTn id="172" presetID="2" presetClass="entr" presetSubtype="4" fill="hold" grpId="0" nodeType="withEffect">
                                      <p:stCondLst>
                                        <p:cond delay="0"/>
                                      </p:stCondLst>
                                      <p:childTnLst>
                                        <p:set>
                                          <p:cBhvr>
                                            <p:cTn id="173" dur="1" fill="hold">
                                              <p:stCondLst>
                                                <p:cond delay="0"/>
                                              </p:stCondLst>
                                            </p:cTn>
                                            <p:tgtEl>
                                              <p:spTgt spid="61"/>
                                            </p:tgtEl>
                                            <p:attrNameLst>
                                              <p:attrName>style.visibility</p:attrName>
                                            </p:attrNameLst>
                                          </p:cBhvr>
                                          <p:to>
                                            <p:strVal val="visible"/>
                                          </p:to>
                                        </p:set>
                                        <p:anim calcmode="lin" valueType="num">
                                          <p:cBhvr additive="base">
                                            <p:cTn id="174" dur="500" fill="hold"/>
                                            <p:tgtEl>
                                              <p:spTgt spid="61"/>
                                            </p:tgtEl>
                                            <p:attrNameLst>
                                              <p:attrName>ppt_x</p:attrName>
                                            </p:attrNameLst>
                                          </p:cBhvr>
                                          <p:tavLst>
                                            <p:tav tm="0">
                                              <p:val>
                                                <p:strVal val="#ppt_x"/>
                                              </p:val>
                                            </p:tav>
                                            <p:tav tm="100000">
                                              <p:val>
                                                <p:strVal val="#ppt_x"/>
                                              </p:val>
                                            </p:tav>
                                          </p:tavLst>
                                        </p:anim>
                                        <p:anim calcmode="lin" valueType="num">
                                          <p:cBhvr additive="base">
                                            <p:cTn id="175" dur="500" fill="hold"/>
                                            <p:tgtEl>
                                              <p:spTgt spid="61"/>
                                            </p:tgtEl>
                                            <p:attrNameLst>
                                              <p:attrName>ppt_y</p:attrName>
                                            </p:attrNameLst>
                                          </p:cBhvr>
                                          <p:tavLst>
                                            <p:tav tm="0">
                                              <p:val>
                                                <p:strVal val="1+#ppt_h/2"/>
                                              </p:val>
                                            </p:tav>
                                            <p:tav tm="100000">
                                              <p:val>
                                                <p:strVal val="#ppt_y"/>
                                              </p:val>
                                            </p:tav>
                                          </p:tavLst>
                                        </p:anim>
                                      </p:childTnLst>
                                    </p:cTn>
                                  </p:par>
                                  <p:par>
                                    <p:cTn id="176" presetID="2" presetClass="entr" presetSubtype="8" fill="hold" grpId="0" nodeType="withEffect">
                                      <p:stCondLst>
                                        <p:cond delay="0"/>
                                      </p:stCondLst>
                                      <p:childTnLst>
                                        <p:set>
                                          <p:cBhvr>
                                            <p:cTn id="177" dur="1" fill="hold">
                                              <p:stCondLst>
                                                <p:cond delay="0"/>
                                              </p:stCondLst>
                                            </p:cTn>
                                            <p:tgtEl>
                                              <p:spTgt spid="62"/>
                                            </p:tgtEl>
                                            <p:attrNameLst>
                                              <p:attrName>style.visibility</p:attrName>
                                            </p:attrNameLst>
                                          </p:cBhvr>
                                          <p:to>
                                            <p:strVal val="visible"/>
                                          </p:to>
                                        </p:set>
                                        <p:anim calcmode="lin" valueType="num">
                                          <p:cBhvr additive="base">
                                            <p:cTn id="178" dur="500" fill="hold"/>
                                            <p:tgtEl>
                                              <p:spTgt spid="62"/>
                                            </p:tgtEl>
                                            <p:attrNameLst>
                                              <p:attrName>ppt_x</p:attrName>
                                            </p:attrNameLst>
                                          </p:cBhvr>
                                          <p:tavLst>
                                            <p:tav tm="0">
                                              <p:val>
                                                <p:strVal val="0-#ppt_w/2"/>
                                              </p:val>
                                            </p:tav>
                                            <p:tav tm="100000">
                                              <p:val>
                                                <p:strVal val="#ppt_x"/>
                                              </p:val>
                                            </p:tav>
                                          </p:tavLst>
                                        </p:anim>
                                        <p:anim calcmode="lin" valueType="num">
                                          <p:cBhvr additive="base">
                                            <p:cTn id="179" dur="500" fill="hold"/>
                                            <p:tgtEl>
                                              <p:spTgt spid="62"/>
                                            </p:tgtEl>
                                            <p:attrNameLst>
                                              <p:attrName>ppt_y</p:attrName>
                                            </p:attrNameLst>
                                          </p:cBhvr>
                                          <p:tavLst>
                                            <p:tav tm="0">
                                              <p:val>
                                                <p:strVal val="#ppt_y"/>
                                              </p:val>
                                            </p:tav>
                                            <p:tav tm="100000">
                                              <p:val>
                                                <p:strVal val="#ppt_y"/>
                                              </p:val>
                                            </p:tav>
                                          </p:tavLst>
                                        </p:anim>
                                      </p:childTnLst>
                                    </p:cTn>
                                  </p:par>
                                  <p:par>
                                    <p:cTn id="180" presetID="2" presetClass="entr" presetSubtype="4" fill="hold" grpId="0" nodeType="withEffect">
                                      <p:stCondLst>
                                        <p:cond delay="0"/>
                                      </p:stCondLst>
                                      <p:childTnLst>
                                        <p:set>
                                          <p:cBhvr>
                                            <p:cTn id="181" dur="1" fill="hold">
                                              <p:stCondLst>
                                                <p:cond delay="0"/>
                                              </p:stCondLst>
                                            </p:cTn>
                                            <p:tgtEl>
                                              <p:spTgt spid="63"/>
                                            </p:tgtEl>
                                            <p:attrNameLst>
                                              <p:attrName>style.visibility</p:attrName>
                                            </p:attrNameLst>
                                          </p:cBhvr>
                                          <p:to>
                                            <p:strVal val="visible"/>
                                          </p:to>
                                        </p:set>
                                        <p:anim calcmode="lin" valueType="num">
                                          <p:cBhvr additive="base">
                                            <p:cTn id="182" dur="500" fill="hold"/>
                                            <p:tgtEl>
                                              <p:spTgt spid="63"/>
                                            </p:tgtEl>
                                            <p:attrNameLst>
                                              <p:attrName>ppt_x</p:attrName>
                                            </p:attrNameLst>
                                          </p:cBhvr>
                                          <p:tavLst>
                                            <p:tav tm="0">
                                              <p:val>
                                                <p:strVal val="#ppt_x"/>
                                              </p:val>
                                            </p:tav>
                                            <p:tav tm="100000">
                                              <p:val>
                                                <p:strVal val="#ppt_x"/>
                                              </p:val>
                                            </p:tav>
                                          </p:tavLst>
                                        </p:anim>
                                        <p:anim calcmode="lin" valueType="num">
                                          <p:cBhvr additive="base">
                                            <p:cTn id="183" dur="500" fill="hold"/>
                                            <p:tgtEl>
                                              <p:spTgt spid="63"/>
                                            </p:tgtEl>
                                            <p:attrNameLst>
                                              <p:attrName>ppt_y</p:attrName>
                                            </p:attrNameLst>
                                          </p:cBhvr>
                                          <p:tavLst>
                                            <p:tav tm="0">
                                              <p:val>
                                                <p:strVal val="1+#ppt_h/2"/>
                                              </p:val>
                                            </p:tav>
                                            <p:tav tm="100000">
                                              <p:val>
                                                <p:strVal val="#ppt_y"/>
                                              </p:val>
                                            </p:tav>
                                          </p:tavLst>
                                        </p:anim>
                                      </p:childTnLst>
                                    </p:cTn>
                                  </p:par>
                                  <p:par>
                                    <p:cTn id="184" presetID="2" presetClass="entr" presetSubtype="4" fill="hold" grpId="0" nodeType="withEffect">
                                      <p:stCondLst>
                                        <p:cond delay="0"/>
                                      </p:stCondLst>
                                      <p:childTnLst>
                                        <p:set>
                                          <p:cBhvr>
                                            <p:cTn id="185" dur="1" fill="hold">
                                              <p:stCondLst>
                                                <p:cond delay="0"/>
                                              </p:stCondLst>
                                            </p:cTn>
                                            <p:tgtEl>
                                              <p:spTgt spid="64"/>
                                            </p:tgtEl>
                                            <p:attrNameLst>
                                              <p:attrName>style.visibility</p:attrName>
                                            </p:attrNameLst>
                                          </p:cBhvr>
                                          <p:to>
                                            <p:strVal val="visible"/>
                                          </p:to>
                                        </p:set>
                                        <p:anim calcmode="lin" valueType="num">
                                          <p:cBhvr additive="base">
                                            <p:cTn id="186" dur="500" fill="hold"/>
                                            <p:tgtEl>
                                              <p:spTgt spid="64"/>
                                            </p:tgtEl>
                                            <p:attrNameLst>
                                              <p:attrName>ppt_x</p:attrName>
                                            </p:attrNameLst>
                                          </p:cBhvr>
                                          <p:tavLst>
                                            <p:tav tm="0">
                                              <p:val>
                                                <p:strVal val="#ppt_x"/>
                                              </p:val>
                                            </p:tav>
                                            <p:tav tm="100000">
                                              <p:val>
                                                <p:strVal val="#ppt_x"/>
                                              </p:val>
                                            </p:tav>
                                          </p:tavLst>
                                        </p:anim>
                                        <p:anim calcmode="lin" valueType="num">
                                          <p:cBhvr additive="base">
                                            <p:cTn id="187" dur="500" fill="hold"/>
                                            <p:tgtEl>
                                              <p:spTgt spid="64"/>
                                            </p:tgtEl>
                                            <p:attrNameLst>
                                              <p:attrName>ppt_y</p:attrName>
                                            </p:attrNameLst>
                                          </p:cBhvr>
                                          <p:tavLst>
                                            <p:tav tm="0">
                                              <p:val>
                                                <p:strVal val="1+#ppt_h/2"/>
                                              </p:val>
                                            </p:tav>
                                            <p:tav tm="100000">
                                              <p:val>
                                                <p:strVal val="#ppt_y"/>
                                              </p:val>
                                            </p:tav>
                                          </p:tavLst>
                                        </p:anim>
                                      </p:childTnLst>
                                    </p:cTn>
                                  </p:par>
                                  <p:par>
                                    <p:cTn id="188" presetID="2" presetClass="entr" presetSubtype="4" fill="hold" grpId="0" nodeType="withEffect">
                                      <p:stCondLst>
                                        <p:cond delay="0"/>
                                      </p:stCondLst>
                                      <p:childTnLst>
                                        <p:set>
                                          <p:cBhvr>
                                            <p:cTn id="189" dur="1" fill="hold">
                                              <p:stCondLst>
                                                <p:cond delay="0"/>
                                              </p:stCondLst>
                                            </p:cTn>
                                            <p:tgtEl>
                                              <p:spTgt spid="65"/>
                                            </p:tgtEl>
                                            <p:attrNameLst>
                                              <p:attrName>style.visibility</p:attrName>
                                            </p:attrNameLst>
                                          </p:cBhvr>
                                          <p:to>
                                            <p:strVal val="visible"/>
                                          </p:to>
                                        </p:set>
                                        <p:anim calcmode="lin" valueType="num">
                                          <p:cBhvr additive="base">
                                            <p:cTn id="190" dur="500" fill="hold"/>
                                            <p:tgtEl>
                                              <p:spTgt spid="65"/>
                                            </p:tgtEl>
                                            <p:attrNameLst>
                                              <p:attrName>ppt_x</p:attrName>
                                            </p:attrNameLst>
                                          </p:cBhvr>
                                          <p:tavLst>
                                            <p:tav tm="0">
                                              <p:val>
                                                <p:strVal val="#ppt_x"/>
                                              </p:val>
                                            </p:tav>
                                            <p:tav tm="100000">
                                              <p:val>
                                                <p:strVal val="#ppt_x"/>
                                              </p:val>
                                            </p:tav>
                                          </p:tavLst>
                                        </p:anim>
                                        <p:anim calcmode="lin" valueType="num">
                                          <p:cBhvr additive="base">
                                            <p:cTn id="191" dur="500" fill="hold"/>
                                            <p:tgtEl>
                                              <p:spTgt spid="65"/>
                                            </p:tgtEl>
                                            <p:attrNameLst>
                                              <p:attrName>ppt_y</p:attrName>
                                            </p:attrNameLst>
                                          </p:cBhvr>
                                          <p:tavLst>
                                            <p:tav tm="0">
                                              <p:val>
                                                <p:strVal val="1+#ppt_h/2"/>
                                              </p:val>
                                            </p:tav>
                                            <p:tav tm="100000">
                                              <p:val>
                                                <p:strVal val="#ppt_y"/>
                                              </p:val>
                                            </p:tav>
                                          </p:tavLst>
                                        </p:anim>
                                      </p:childTnLst>
                                    </p:cTn>
                                  </p:par>
                                  <p:par>
                                    <p:cTn id="192" presetID="2" presetClass="entr" presetSubtype="4" fill="hold" grpId="0" nodeType="withEffect">
                                      <p:stCondLst>
                                        <p:cond delay="0"/>
                                      </p:stCondLst>
                                      <p:childTnLst>
                                        <p:set>
                                          <p:cBhvr>
                                            <p:cTn id="193" dur="1" fill="hold">
                                              <p:stCondLst>
                                                <p:cond delay="0"/>
                                              </p:stCondLst>
                                            </p:cTn>
                                            <p:tgtEl>
                                              <p:spTgt spid="66"/>
                                            </p:tgtEl>
                                            <p:attrNameLst>
                                              <p:attrName>style.visibility</p:attrName>
                                            </p:attrNameLst>
                                          </p:cBhvr>
                                          <p:to>
                                            <p:strVal val="visible"/>
                                          </p:to>
                                        </p:set>
                                        <p:anim calcmode="lin" valueType="num">
                                          <p:cBhvr additive="base">
                                            <p:cTn id="194" dur="500" fill="hold"/>
                                            <p:tgtEl>
                                              <p:spTgt spid="66"/>
                                            </p:tgtEl>
                                            <p:attrNameLst>
                                              <p:attrName>ppt_x</p:attrName>
                                            </p:attrNameLst>
                                          </p:cBhvr>
                                          <p:tavLst>
                                            <p:tav tm="0">
                                              <p:val>
                                                <p:strVal val="#ppt_x"/>
                                              </p:val>
                                            </p:tav>
                                            <p:tav tm="100000">
                                              <p:val>
                                                <p:strVal val="#ppt_x"/>
                                              </p:val>
                                            </p:tav>
                                          </p:tavLst>
                                        </p:anim>
                                        <p:anim calcmode="lin" valueType="num">
                                          <p:cBhvr additive="base">
                                            <p:cTn id="195" dur="500" fill="hold"/>
                                            <p:tgtEl>
                                              <p:spTgt spid="66"/>
                                            </p:tgtEl>
                                            <p:attrNameLst>
                                              <p:attrName>ppt_y</p:attrName>
                                            </p:attrNameLst>
                                          </p:cBhvr>
                                          <p:tavLst>
                                            <p:tav tm="0">
                                              <p:val>
                                                <p:strVal val="1+#ppt_h/2"/>
                                              </p:val>
                                            </p:tav>
                                            <p:tav tm="100000">
                                              <p:val>
                                                <p:strVal val="#ppt_y"/>
                                              </p:val>
                                            </p:tav>
                                          </p:tavLst>
                                        </p:anim>
                                      </p:childTnLst>
                                    </p:cTn>
                                  </p:par>
                                  <p:par>
                                    <p:cTn id="196" presetID="2" presetClass="entr" presetSubtype="4" fill="hold" grpId="0" nodeType="withEffect">
                                      <p:stCondLst>
                                        <p:cond delay="0"/>
                                      </p:stCondLst>
                                      <p:childTnLst>
                                        <p:set>
                                          <p:cBhvr>
                                            <p:cTn id="197" dur="1" fill="hold">
                                              <p:stCondLst>
                                                <p:cond delay="0"/>
                                              </p:stCondLst>
                                            </p:cTn>
                                            <p:tgtEl>
                                              <p:spTgt spid="67"/>
                                            </p:tgtEl>
                                            <p:attrNameLst>
                                              <p:attrName>style.visibility</p:attrName>
                                            </p:attrNameLst>
                                          </p:cBhvr>
                                          <p:to>
                                            <p:strVal val="visible"/>
                                          </p:to>
                                        </p:set>
                                        <p:anim calcmode="lin" valueType="num">
                                          <p:cBhvr additive="base">
                                            <p:cTn id="198" dur="500" fill="hold"/>
                                            <p:tgtEl>
                                              <p:spTgt spid="67"/>
                                            </p:tgtEl>
                                            <p:attrNameLst>
                                              <p:attrName>ppt_x</p:attrName>
                                            </p:attrNameLst>
                                          </p:cBhvr>
                                          <p:tavLst>
                                            <p:tav tm="0">
                                              <p:val>
                                                <p:strVal val="#ppt_x"/>
                                              </p:val>
                                            </p:tav>
                                            <p:tav tm="100000">
                                              <p:val>
                                                <p:strVal val="#ppt_x"/>
                                              </p:val>
                                            </p:tav>
                                          </p:tavLst>
                                        </p:anim>
                                        <p:anim calcmode="lin" valueType="num">
                                          <p:cBhvr additive="base">
                                            <p:cTn id="199" dur="500" fill="hold"/>
                                            <p:tgtEl>
                                              <p:spTgt spid="67"/>
                                            </p:tgtEl>
                                            <p:attrNameLst>
                                              <p:attrName>ppt_y</p:attrName>
                                            </p:attrNameLst>
                                          </p:cBhvr>
                                          <p:tavLst>
                                            <p:tav tm="0">
                                              <p:val>
                                                <p:strVal val="1+#ppt_h/2"/>
                                              </p:val>
                                            </p:tav>
                                            <p:tav tm="100000">
                                              <p:val>
                                                <p:strVal val="#ppt_y"/>
                                              </p:val>
                                            </p:tav>
                                          </p:tavLst>
                                        </p:anim>
                                      </p:childTnLst>
                                    </p:cTn>
                                  </p:par>
                                  <p:par>
                                    <p:cTn id="200" presetID="2" presetClass="entr" presetSubtype="4" fill="hold" grpId="0" nodeType="withEffect">
                                      <p:stCondLst>
                                        <p:cond delay="0"/>
                                      </p:stCondLst>
                                      <p:childTnLst>
                                        <p:set>
                                          <p:cBhvr>
                                            <p:cTn id="201" dur="1" fill="hold">
                                              <p:stCondLst>
                                                <p:cond delay="0"/>
                                              </p:stCondLst>
                                            </p:cTn>
                                            <p:tgtEl>
                                              <p:spTgt spid="68"/>
                                            </p:tgtEl>
                                            <p:attrNameLst>
                                              <p:attrName>style.visibility</p:attrName>
                                            </p:attrNameLst>
                                          </p:cBhvr>
                                          <p:to>
                                            <p:strVal val="visible"/>
                                          </p:to>
                                        </p:set>
                                        <p:anim calcmode="lin" valueType="num">
                                          <p:cBhvr additive="base">
                                            <p:cTn id="202" dur="500" fill="hold"/>
                                            <p:tgtEl>
                                              <p:spTgt spid="68"/>
                                            </p:tgtEl>
                                            <p:attrNameLst>
                                              <p:attrName>ppt_x</p:attrName>
                                            </p:attrNameLst>
                                          </p:cBhvr>
                                          <p:tavLst>
                                            <p:tav tm="0">
                                              <p:val>
                                                <p:strVal val="#ppt_x"/>
                                              </p:val>
                                            </p:tav>
                                            <p:tav tm="100000">
                                              <p:val>
                                                <p:strVal val="#ppt_x"/>
                                              </p:val>
                                            </p:tav>
                                          </p:tavLst>
                                        </p:anim>
                                        <p:anim calcmode="lin" valueType="num">
                                          <p:cBhvr additive="base">
                                            <p:cTn id="203" dur="500" fill="hold"/>
                                            <p:tgtEl>
                                              <p:spTgt spid="68"/>
                                            </p:tgtEl>
                                            <p:attrNameLst>
                                              <p:attrName>ppt_y</p:attrName>
                                            </p:attrNameLst>
                                          </p:cBhvr>
                                          <p:tavLst>
                                            <p:tav tm="0">
                                              <p:val>
                                                <p:strVal val="1+#ppt_h/2"/>
                                              </p:val>
                                            </p:tav>
                                            <p:tav tm="100000">
                                              <p:val>
                                                <p:strVal val="#ppt_y"/>
                                              </p:val>
                                            </p:tav>
                                          </p:tavLst>
                                        </p:anim>
                                      </p:childTnLst>
                                    </p:cTn>
                                  </p:par>
                                  <p:par>
                                    <p:cTn id="204" presetID="2" presetClass="entr" presetSubtype="4" fill="hold" grpId="0" nodeType="withEffect">
                                      <p:stCondLst>
                                        <p:cond delay="0"/>
                                      </p:stCondLst>
                                      <p:childTnLst>
                                        <p:set>
                                          <p:cBhvr>
                                            <p:cTn id="205" dur="1" fill="hold">
                                              <p:stCondLst>
                                                <p:cond delay="0"/>
                                              </p:stCondLst>
                                            </p:cTn>
                                            <p:tgtEl>
                                              <p:spTgt spid="69"/>
                                            </p:tgtEl>
                                            <p:attrNameLst>
                                              <p:attrName>style.visibility</p:attrName>
                                            </p:attrNameLst>
                                          </p:cBhvr>
                                          <p:to>
                                            <p:strVal val="visible"/>
                                          </p:to>
                                        </p:set>
                                        <p:anim calcmode="lin" valueType="num">
                                          <p:cBhvr additive="base">
                                            <p:cTn id="206" dur="500" fill="hold"/>
                                            <p:tgtEl>
                                              <p:spTgt spid="69"/>
                                            </p:tgtEl>
                                            <p:attrNameLst>
                                              <p:attrName>ppt_x</p:attrName>
                                            </p:attrNameLst>
                                          </p:cBhvr>
                                          <p:tavLst>
                                            <p:tav tm="0">
                                              <p:val>
                                                <p:strVal val="#ppt_x"/>
                                              </p:val>
                                            </p:tav>
                                            <p:tav tm="100000">
                                              <p:val>
                                                <p:strVal val="#ppt_x"/>
                                              </p:val>
                                            </p:tav>
                                          </p:tavLst>
                                        </p:anim>
                                        <p:anim calcmode="lin" valueType="num">
                                          <p:cBhvr additive="base">
                                            <p:cTn id="207" dur="500" fill="hold"/>
                                            <p:tgtEl>
                                              <p:spTgt spid="69"/>
                                            </p:tgtEl>
                                            <p:attrNameLst>
                                              <p:attrName>ppt_y</p:attrName>
                                            </p:attrNameLst>
                                          </p:cBhvr>
                                          <p:tavLst>
                                            <p:tav tm="0">
                                              <p:val>
                                                <p:strVal val="1+#ppt_h/2"/>
                                              </p:val>
                                            </p:tav>
                                            <p:tav tm="100000">
                                              <p:val>
                                                <p:strVal val="#ppt_y"/>
                                              </p:val>
                                            </p:tav>
                                          </p:tavLst>
                                        </p:anim>
                                      </p:childTnLst>
                                    </p:cTn>
                                  </p:par>
                                  <p:par>
                                    <p:cTn id="208" presetID="2" presetClass="entr" presetSubtype="4" fill="hold" grpId="0" nodeType="withEffect">
                                      <p:stCondLst>
                                        <p:cond delay="0"/>
                                      </p:stCondLst>
                                      <p:childTnLst>
                                        <p:set>
                                          <p:cBhvr>
                                            <p:cTn id="209" dur="1" fill="hold">
                                              <p:stCondLst>
                                                <p:cond delay="0"/>
                                              </p:stCondLst>
                                            </p:cTn>
                                            <p:tgtEl>
                                              <p:spTgt spid="70"/>
                                            </p:tgtEl>
                                            <p:attrNameLst>
                                              <p:attrName>style.visibility</p:attrName>
                                            </p:attrNameLst>
                                          </p:cBhvr>
                                          <p:to>
                                            <p:strVal val="visible"/>
                                          </p:to>
                                        </p:set>
                                        <p:anim calcmode="lin" valueType="num">
                                          <p:cBhvr additive="base">
                                            <p:cTn id="210" dur="500" fill="hold"/>
                                            <p:tgtEl>
                                              <p:spTgt spid="70"/>
                                            </p:tgtEl>
                                            <p:attrNameLst>
                                              <p:attrName>ppt_x</p:attrName>
                                            </p:attrNameLst>
                                          </p:cBhvr>
                                          <p:tavLst>
                                            <p:tav tm="0">
                                              <p:val>
                                                <p:strVal val="#ppt_x"/>
                                              </p:val>
                                            </p:tav>
                                            <p:tav tm="100000">
                                              <p:val>
                                                <p:strVal val="#ppt_x"/>
                                              </p:val>
                                            </p:tav>
                                          </p:tavLst>
                                        </p:anim>
                                        <p:anim calcmode="lin" valueType="num">
                                          <p:cBhvr additive="base">
                                            <p:cTn id="211" dur="500" fill="hold"/>
                                            <p:tgtEl>
                                              <p:spTgt spid="70"/>
                                            </p:tgtEl>
                                            <p:attrNameLst>
                                              <p:attrName>ppt_y</p:attrName>
                                            </p:attrNameLst>
                                          </p:cBhvr>
                                          <p:tavLst>
                                            <p:tav tm="0">
                                              <p:val>
                                                <p:strVal val="1+#ppt_h/2"/>
                                              </p:val>
                                            </p:tav>
                                            <p:tav tm="100000">
                                              <p:val>
                                                <p:strVal val="#ppt_y"/>
                                              </p:val>
                                            </p:tav>
                                          </p:tavLst>
                                        </p:anim>
                                      </p:childTnLst>
                                    </p:cTn>
                                  </p:par>
                                  <p:par>
                                    <p:cTn id="212" presetID="2" presetClass="entr" presetSubtype="4" fill="hold" grpId="0" nodeType="withEffect">
                                      <p:stCondLst>
                                        <p:cond delay="0"/>
                                      </p:stCondLst>
                                      <p:childTnLst>
                                        <p:set>
                                          <p:cBhvr>
                                            <p:cTn id="213" dur="1" fill="hold">
                                              <p:stCondLst>
                                                <p:cond delay="0"/>
                                              </p:stCondLst>
                                            </p:cTn>
                                            <p:tgtEl>
                                              <p:spTgt spid="71"/>
                                            </p:tgtEl>
                                            <p:attrNameLst>
                                              <p:attrName>style.visibility</p:attrName>
                                            </p:attrNameLst>
                                          </p:cBhvr>
                                          <p:to>
                                            <p:strVal val="visible"/>
                                          </p:to>
                                        </p:set>
                                        <p:anim calcmode="lin" valueType="num">
                                          <p:cBhvr additive="base">
                                            <p:cTn id="214" dur="500" fill="hold"/>
                                            <p:tgtEl>
                                              <p:spTgt spid="71"/>
                                            </p:tgtEl>
                                            <p:attrNameLst>
                                              <p:attrName>ppt_x</p:attrName>
                                            </p:attrNameLst>
                                          </p:cBhvr>
                                          <p:tavLst>
                                            <p:tav tm="0">
                                              <p:val>
                                                <p:strVal val="#ppt_x"/>
                                              </p:val>
                                            </p:tav>
                                            <p:tav tm="100000">
                                              <p:val>
                                                <p:strVal val="#ppt_x"/>
                                              </p:val>
                                            </p:tav>
                                          </p:tavLst>
                                        </p:anim>
                                        <p:anim calcmode="lin" valueType="num">
                                          <p:cBhvr additive="base">
                                            <p:cTn id="215" dur="500" fill="hold"/>
                                            <p:tgtEl>
                                              <p:spTgt spid="71"/>
                                            </p:tgtEl>
                                            <p:attrNameLst>
                                              <p:attrName>ppt_y</p:attrName>
                                            </p:attrNameLst>
                                          </p:cBhvr>
                                          <p:tavLst>
                                            <p:tav tm="0">
                                              <p:val>
                                                <p:strVal val="1+#ppt_h/2"/>
                                              </p:val>
                                            </p:tav>
                                            <p:tav tm="100000">
                                              <p:val>
                                                <p:strVal val="#ppt_y"/>
                                              </p:val>
                                            </p:tav>
                                          </p:tavLst>
                                        </p:anim>
                                      </p:childTnLst>
                                    </p:cTn>
                                  </p:par>
                                  <p:par>
                                    <p:cTn id="216" presetID="2" presetClass="entr" presetSubtype="4" fill="hold" grpId="0" nodeType="withEffect">
                                      <p:stCondLst>
                                        <p:cond delay="0"/>
                                      </p:stCondLst>
                                      <p:childTnLst>
                                        <p:set>
                                          <p:cBhvr>
                                            <p:cTn id="217" dur="1" fill="hold">
                                              <p:stCondLst>
                                                <p:cond delay="0"/>
                                              </p:stCondLst>
                                            </p:cTn>
                                            <p:tgtEl>
                                              <p:spTgt spid="72"/>
                                            </p:tgtEl>
                                            <p:attrNameLst>
                                              <p:attrName>style.visibility</p:attrName>
                                            </p:attrNameLst>
                                          </p:cBhvr>
                                          <p:to>
                                            <p:strVal val="visible"/>
                                          </p:to>
                                        </p:set>
                                        <p:anim calcmode="lin" valueType="num">
                                          <p:cBhvr additive="base">
                                            <p:cTn id="218" dur="500" fill="hold"/>
                                            <p:tgtEl>
                                              <p:spTgt spid="72"/>
                                            </p:tgtEl>
                                            <p:attrNameLst>
                                              <p:attrName>ppt_x</p:attrName>
                                            </p:attrNameLst>
                                          </p:cBhvr>
                                          <p:tavLst>
                                            <p:tav tm="0">
                                              <p:val>
                                                <p:strVal val="#ppt_x"/>
                                              </p:val>
                                            </p:tav>
                                            <p:tav tm="100000">
                                              <p:val>
                                                <p:strVal val="#ppt_x"/>
                                              </p:val>
                                            </p:tav>
                                          </p:tavLst>
                                        </p:anim>
                                        <p:anim calcmode="lin" valueType="num">
                                          <p:cBhvr additive="base">
                                            <p:cTn id="219" dur="500" fill="hold"/>
                                            <p:tgtEl>
                                              <p:spTgt spid="72"/>
                                            </p:tgtEl>
                                            <p:attrNameLst>
                                              <p:attrName>ppt_y</p:attrName>
                                            </p:attrNameLst>
                                          </p:cBhvr>
                                          <p:tavLst>
                                            <p:tav tm="0">
                                              <p:val>
                                                <p:strVal val="1+#ppt_h/2"/>
                                              </p:val>
                                            </p:tav>
                                            <p:tav tm="100000">
                                              <p:val>
                                                <p:strVal val="#ppt_y"/>
                                              </p:val>
                                            </p:tav>
                                          </p:tavLst>
                                        </p:anim>
                                      </p:childTnLst>
                                    </p:cTn>
                                  </p:par>
                                  <p:par>
                                    <p:cTn id="220" presetID="2" presetClass="entr" presetSubtype="4" fill="hold" grpId="0" nodeType="withEffect">
                                      <p:stCondLst>
                                        <p:cond delay="0"/>
                                      </p:stCondLst>
                                      <p:childTnLst>
                                        <p:set>
                                          <p:cBhvr>
                                            <p:cTn id="221" dur="1" fill="hold">
                                              <p:stCondLst>
                                                <p:cond delay="0"/>
                                              </p:stCondLst>
                                            </p:cTn>
                                            <p:tgtEl>
                                              <p:spTgt spid="73"/>
                                            </p:tgtEl>
                                            <p:attrNameLst>
                                              <p:attrName>style.visibility</p:attrName>
                                            </p:attrNameLst>
                                          </p:cBhvr>
                                          <p:to>
                                            <p:strVal val="visible"/>
                                          </p:to>
                                        </p:set>
                                        <p:anim calcmode="lin" valueType="num">
                                          <p:cBhvr additive="base">
                                            <p:cTn id="222" dur="500" fill="hold"/>
                                            <p:tgtEl>
                                              <p:spTgt spid="73"/>
                                            </p:tgtEl>
                                            <p:attrNameLst>
                                              <p:attrName>ppt_x</p:attrName>
                                            </p:attrNameLst>
                                          </p:cBhvr>
                                          <p:tavLst>
                                            <p:tav tm="0">
                                              <p:val>
                                                <p:strVal val="#ppt_x"/>
                                              </p:val>
                                            </p:tav>
                                            <p:tav tm="100000">
                                              <p:val>
                                                <p:strVal val="#ppt_x"/>
                                              </p:val>
                                            </p:tav>
                                          </p:tavLst>
                                        </p:anim>
                                        <p:anim calcmode="lin" valueType="num">
                                          <p:cBhvr additive="base">
                                            <p:cTn id="223" dur="500" fill="hold"/>
                                            <p:tgtEl>
                                              <p:spTgt spid="73"/>
                                            </p:tgtEl>
                                            <p:attrNameLst>
                                              <p:attrName>ppt_y</p:attrName>
                                            </p:attrNameLst>
                                          </p:cBhvr>
                                          <p:tavLst>
                                            <p:tav tm="0">
                                              <p:val>
                                                <p:strVal val="1+#ppt_h/2"/>
                                              </p:val>
                                            </p:tav>
                                            <p:tav tm="100000">
                                              <p:val>
                                                <p:strVal val="#ppt_y"/>
                                              </p:val>
                                            </p:tav>
                                          </p:tavLst>
                                        </p:anim>
                                      </p:childTnLst>
                                    </p:cTn>
                                  </p:par>
                                  <p:par>
                                    <p:cTn id="224" presetID="2" presetClass="entr" presetSubtype="4" fill="hold" grpId="0" nodeType="withEffect">
                                      <p:stCondLst>
                                        <p:cond delay="0"/>
                                      </p:stCondLst>
                                      <p:childTnLst>
                                        <p:set>
                                          <p:cBhvr>
                                            <p:cTn id="225" dur="1" fill="hold">
                                              <p:stCondLst>
                                                <p:cond delay="0"/>
                                              </p:stCondLst>
                                            </p:cTn>
                                            <p:tgtEl>
                                              <p:spTgt spid="74"/>
                                            </p:tgtEl>
                                            <p:attrNameLst>
                                              <p:attrName>style.visibility</p:attrName>
                                            </p:attrNameLst>
                                          </p:cBhvr>
                                          <p:to>
                                            <p:strVal val="visible"/>
                                          </p:to>
                                        </p:set>
                                        <p:anim calcmode="lin" valueType="num">
                                          <p:cBhvr additive="base">
                                            <p:cTn id="226" dur="500" fill="hold"/>
                                            <p:tgtEl>
                                              <p:spTgt spid="74"/>
                                            </p:tgtEl>
                                            <p:attrNameLst>
                                              <p:attrName>ppt_x</p:attrName>
                                            </p:attrNameLst>
                                          </p:cBhvr>
                                          <p:tavLst>
                                            <p:tav tm="0">
                                              <p:val>
                                                <p:strVal val="#ppt_x"/>
                                              </p:val>
                                            </p:tav>
                                            <p:tav tm="100000">
                                              <p:val>
                                                <p:strVal val="#ppt_x"/>
                                              </p:val>
                                            </p:tav>
                                          </p:tavLst>
                                        </p:anim>
                                        <p:anim calcmode="lin" valueType="num">
                                          <p:cBhvr additive="base">
                                            <p:cTn id="227" dur="500" fill="hold"/>
                                            <p:tgtEl>
                                              <p:spTgt spid="74"/>
                                            </p:tgtEl>
                                            <p:attrNameLst>
                                              <p:attrName>ppt_y</p:attrName>
                                            </p:attrNameLst>
                                          </p:cBhvr>
                                          <p:tavLst>
                                            <p:tav tm="0">
                                              <p:val>
                                                <p:strVal val="1+#ppt_h/2"/>
                                              </p:val>
                                            </p:tav>
                                            <p:tav tm="100000">
                                              <p:val>
                                                <p:strVal val="#ppt_y"/>
                                              </p:val>
                                            </p:tav>
                                          </p:tavLst>
                                        </p:anim>
                                      </p:childTnLst>
                                    </p:cTn>
                                  </p:par>
                                  <p:par>
                                    <p:cTn id="228" presetID="2" presetClass="entr" presetSubtype="4" fill="hold" grpId="0" nodeType="withEffect">
                                      <p:stCondLst>
                                        <p:cond delay="0"/>
                                      </p:stCondLst>
                                      <p:childTnLst>
                                        <p:set>
                                          <p:cBhvr>
                                            <p:cTn id="229" dur="1" fill="hold">
                                              <p:stCondLst>
                                                <p:cond delay="0"/>
                                              </p:stCondLst>
                                            </p:cTn>
                                            <p:tgtEl>
                                              <p:spTgt spid="75"/>
                                            </p:tgtEl>
                                            <p:attrNameLst>
                                              <p:attrName>style.visibility</p:attrName>
                                            </p:attrNameLst>
                                          </p:cBhvr>
                                          <p:to>
                                            <p:strVal val="visible"/>
                                          </p:to>
                                        </p:set>
                                        <p:anim calcmode="lin" valueType="num">
                                          <p:cBhvr additive="base">
                                            <p:cTn id="230" dur="500" fill="hold"/>
                                            <p:tgtEl>
                                              <p:spTgt spid="75"/>
                                            </p:tgtEl>
                                            <p:attrNameLst>
                                              <p:attrName>ppt_x</p:attrName>
                                            </p:attrNameLst>
                                          </p:cBhvr>
                                          <p:tavLst>
                                            <p:tav tm="0">
                                              <p:val>
                                                <p:strVal val="#ppt_x"/>
                                              </p:val>
                                            </p:tav>
                                            <p:tav tm="100000">
                                              <p:val>
                                                <p:strVal val="#ppt_x"/>
                                              </p:val>
                                            </p:tav>
                                          </p:tavLst>
                                        </p:anim>
                                        <p:anim calcmode="lin" valueType="num">
                                          <p:cBhvr additive="base">
                                            <p:cTn id="231" dur="500" fill="hold"/>
                                            <p:tgtEl>
                                              <p:spTgt spid="75"/>
                                            </p:tgtEl>
                                            <p:attrNameLst>
                                              <p:attrName>ppt_y</p:attrName>
                                            </p:attrNameLst>
                                          </p:cBhvr>
                                          <p:tavLst>
                                            <p:tav tm="0">
                                              <p:val>
                                                <p:strVal val="1+#ppt_h/2"/>
                                              </p:val>
                                            </p:tav>
                                            <p:tav tm="100000">
                                              <p:val>
                                                <p:strVal val="#ppt_y"/>
                                              </p:val>
                                            </p:tav>
                                          </p:tavLst>
                                        </p:anim>
                                      </p:childTnLst>
                                    </p:cTn>
                                  </p:par>
                                  <p:par>
                                    <p:cTn id="232" presetID="2" presetClass="entr" presetSubtype="4" fill="hold" grpId="0" nodeType="withEffect">
                                      <p:stCondLst>
                                        <p:cond delay="0"/>
                                      </p:stCondLst>
                                      <p:childTnLst>
                                        <p:set>
                                          <p:cBhvr>
                                            <p:cTn id="233" dur="1" fill="hold">
                                              <p:stCondLst>
                                                <p:cond delay="0"/>
                                              </p:stCondLst>
                                            </p:cTn>
                                            <p:tgtEl>
                                              <p:spTgt spid="76"/>
                                            </p:tgtEl>
                                            <p:attrNameLst>
                                              <p:attrName>style.visibility</p:attrName>
                                            </p:attrNameLst>
                                          </p:cBhvr>
                                          <p:to>
                                            <p:strVal val="visible"/>
                                          </p:to>
                                        </p:set>
                                        <p:anim calcmode="lin" valueType="num">
                                          <p:cBhvr additive="base">
                                            <p:cTn id="234" dur="500" fill="hold"/>
                                            <p:tgtEl>
                                              <p:spTgt spid="76"/>
                                            </p:tgtEl>
                                            <p:attrNameLst>
                                              <p:attrName>ppt_x</p:attrName>
                                            </p:attrNameLst>
                                          </p:cBhvr>
                                          <p:tavLst>
                                            <p:tav tm="0">
                                              <p:val>
                                                <p:strVal val="#ppt_x"/>
                                              </p:val>
                                            </p:tav>
                                            <p:tav tm="100000">
                                              <p:val>
                                                <p:strVal val="#ppt_x"/>
                                              </p:val>
                                            </p:tav>
                                          </p:tavLst>
                                        </p:anim>
                                        <p:anim calcmode="lin" valueType="num">
                                          <p:cBhvr additive="base">
                                            <p:cTn id="235" dur="500" fill="hold"/>
                                            <p:tgtEl>
                                              <p:spTgt spid="76"/>
                                            </p:tgtEl>
                                            <p:attrNameLst>
                                              <p:attrName>ppt_y</p:attrName>
                                            </p:attrNameLst>
                                          </p:cBhvr>
                                          <p:tavLst>
                                            <p:tav tm="0">
                                              <p:val>
                                                <p:strVal val="1+#ppt_h/2"/>
                                              </p:val>
                                            </p:tav>
                                            <p:tav tm="100000">
                                              <p:val>
                                                <p:strVal val="#ppt_y"/>
                                              </p:val>
                                            </p:tav>
                                          </p:tavLst>
                                        </p:anim>
                                      </p:childTnLst>
                                    </p:cTn>
                                  </p:par>
                                  <p:par>
                                    <p:cTn id="236" presetID="2" presetClass="entr" presetSubtype="1" fill="hold" grpId="0" nodeType="withEffect">
                                      <p:stCondLst>
                                        <p:cond delay="0"/>
                                      </p:stCondLst>
                                      <p:childTnLst>
                                        <p:set>
                                          <p:cBhvr>
                                            <p:cTn id="237" dur="1" fill="hold">
                                              <p:stCondLst>
                                                <p:cond delay="0"/>
                                              </p:stCondLst>
                                            </p:cTn>
                                            <p:tgtEl>
                                              <p:spTgt spid="77"/>
                                            </p:tgtEl>
                                            <p:attrNameLst>
                                              <p:attrName>style.visibility</p:attrName>
                                            </p:attrNameLst>
                                          </p:cBhvr>
                                          <p:to>
                                            <p:strVal val="visible"/>
                                          </p:to>
                                        </p:set>
                                        <p:anim calcmode="lin" valueType="num">
                                          <p:cBhvr additive="base">
                                            <p:cTn id="238" dur="500" fill="hold"/>
                                            <p:tgtEl>
                                              <p:spTgt spid="77"/>
                                            </p:tgtEl>
                                            <p:attrNameLst>
                                              <p:attrName>ppt_x</p:attrName>
                                            </p:attrNameLst>
                                          </p:cBhvr>
                                          <p:tavLst>
                                            <p:tav tm="0">
                                              <p:val>
                                                <p:strVal val="#ppt_x"/>
                                              </p:val>
                                            </p:tav>
                                            <p:tav tm="100000">
                                              <p:val>
                                                <p:strVal val="#ppt_x"/>
                                              </p:val>
                                            </p:tav>
                                          </p:tavLst>
                                        </p:anim>
                                        <p:anim calcmode="lin" valueType="num">
                                          <p:cBhvr additive="base">
                                            <p:cTn id="239" dur="500" fill="hold"/>
                                            <p:tgtEl>
                                              <p:spTgt spid="77"/>
                                            </p:tgtEl>
                                            <p:attrNameLst>
                                              <p:attrName>ppt_y</p:attrName>
                                            </p:attrNameLst>
                                          </p:cBhvr>
                                          <p:tavLst>
                                            <p:tav tm="0">
                                              <p:val>
                                                <p:strVal val="0-#ppt_h/2"/>
                                              </p:val>
                                            </p:tav>
                                            <p:tav tm="100000">
                                              <p:val>
                                                <p:strVal val="#ppt_y"/>
                                              </p:val>
                                            </p:tav>
                                          </p:tavLst>
                                        </p:anim>
                                      </p:childTnLst>
                                    </p:cTn>
                                  </p:par>
                                  <p:par>
                                    <p:cTn id="240" presetID="2" presetClass="entr" presetSubtype="4" fill="hold" grpId="0" nodeType="withEffect">
                                      <p:stCondLst>
                                        <p:cond delay="0"/>
                                      </p:stCondLst>
                                      <p:childTnLst>
                                        <p:set>
                                          <p:cBhvr>
                                            <p:cTn id="241" dur="1" fill="hold">
                                              <p:stCondLst>
                                                <p:cond delay="0"/>
                                              </p:stCondLst>
                                            </p:cTn>
                                            <p:tgtEl>
                                              <p:spTgt spid="78"/>
                                            </p:tgtEl>
                                            <p:attrNameLst>
                                              <p:attrName>style.visibility</p:attrName>
                                            </p:attrNameLst>
                                          </p:cBhvr>
                                          <p:to>
                                            <p:strVal val="visible"/>
                                          </p:to>
                                        </p:set>
                                        <p:anim calcmode="lin" valueType="num">
                                          <p:cBhvr additive="base">
                                            <p:cTn id="242" dur="500" fill="hold"/>
                                            <p:tgtEl>
                                              <p:spTgt spid="78"/>
                                            </p:tgtEl>
                                            <p:attrNameLst>
                                              <p:attrName>ppt_x</p:attrName>
                                            </p:attrNameLst>
                                          </p:cBhvr>
                                          <p:tavLst>
                                            <p:tav tm="0">
                                              <p:val>
                                                <p:strVal val="#ppt_x"/>
                                              </p:val>
                                            </p:tav>
                                            <p:tav tm="100000">
                                              <p:val>
                                                <p:strVal val="#ppt_x"/>
                                              </p:val>
                                            </p:tav>
                                          </p:tavLst>
                                        </p:anim>
                                        <p:anim calcmode="lin" valueType="num">
                                          <p:cBhvr additive="base">
                                            <p:cTn id="243" dur="500" fill="hold"/>
                                            <p:tgtEl>
                                              <p:spTgt spid="78"/>
                                            </p:tgtEl>
                                            <p:attrNameLst>
                                              <p:attrName>ppt_y</p:attrName>
                                            </p:attrNameLst>
                                          </p:cBhvr>
                                          <p:tavLst>
                                            <p:tav tm="0">
                                              <p:val>
                                                <p:strVal val="1+#ppt_h/2"/>
                                              </p:val>
                                            </p:tav>
                                            <p:tav tm="100000">
                                              <p:val>
                                                <p:strVal val="#ppt_y"/>
                                              </p:val>
                                            </p:tav>
                                          </p:tavLst>
                                        </p:anim>
                                      </p:childTnLst>
                                    </p:cTn>
                                  </p:par>
                                  <p:par>
                                    <p:cTn id="244" presetID="2" presetClass="entr" presetSubtype="4" fill="hold" grpId="0" nodeType="withEffect">
                                      <p:stCondLst>
                                        <p:cond delay="0"/>
                                      </p:stCondLst>
                                      <p:childTnLst>
                                        <p:set>
                                          <p:cBhvr>
                                            <p:cTn id="245" dur="1" fill="hold">
                                              <p:stCondLst>
                                                <p:cond delay="0"/>
                                              </p:stCondLst>
                                            </p:cTn>
                                            <p:tgtEl>
                                              <p:spTgt spid="79"/>
                                            </p:tgtEl>
                                            <p:attrNameLst>
                                              <p:attrName>style.visibility</p:attrName>
                                            </p:attrNameLst>
                                          </p:cBhvr>
                                          <p:to>
                                            <p:strVal val="visible"/>
                                          </p:to>
                                        </p:set>
                                        <p:anim calcmode="lin" valueType="num">
                                          <p:cBhvr additive="base">
                                            <p:cTn id="246" dur="500" fill="hold"/>
                                            <p:tgtEl>
                                              <p:spTgt spid="79"/>
                                            </p:tgtEl>
                                            <p:attrNameLst>
                                              <p:attrName>ppt_x</p:attrName>
                                            </p:attrNameLst>
                                          </p:cBhvr>
                                          <p:tavLst>
                                            <p:tav tm="0">
                                              <p:val>
                                                <p:strVal val="#ppt_x"/>
                                              </p:val>
                                            </p:tav>
                                            <p:tav tm="100000">
                                              <p:val>
                                                <p:strVal val="#ppt_x"/>
                                              </p:val>
                                            </p:tav>
                                          </p:tavLst>
                                        </p:anim>
                                        <p:anim calcmode="lin" valueType="num">
                                          <p:cBhvr additive="base">
                                            <p:cTn id="247" dur="500" fill="hold"/>
                                            <p:tgtEl>
                                              <p:spTgt spid="79"/>
                                            </p:tgtEl>
                                            <p:attrNameLst>
                                              <p:attrName>ppt_y</p:attrName>
                                            </p:attrNameLst>
                                          </p:cBhvr>
                                          <p:tavLst>
                                            <p:tav tm="0">
                                              <p:val>
                                                <p:strVal val="1+#ppt_h/2"/>
                                              </p:val>
                                            </p:tav>
                                            <p:tav tm="100000">
                                              <p:val>
                                                <p:strVal val="#ppt_y"/>
                                              </p:val>
                                            </p:tav>
                                          </p:tavLst>
                                        </p:anim>
                                      </p:childTnLst>
                                    </p:cTn>
                                  </p:par>
                                  <p:par>
                                    <p:cTn id="248" presetID="2" presetClass="entr" presetSubtype="3" fill="hold" grpId="0" nodeType="withEffect">
                                      <p:stCondLst>
                                        <p:cond delay="0"/>
                                      </p:stCondLst>
                                      <p:childTnLst>
                                        <p:set>
                                          <p:cBhvr>
                                            <p:cTn id="249" dur="1" fill="hold">
                                              <p:stCondLst>
                                                <p:cond delay="0"/>
                                              </p:stCondLst>
                                            </p:cTn>
                                            <p:tgtEl>
                                              <p:spTgt spid="80"/>
                                            </p:tgtEl>
                                            <p:attrNameLst>
                                              <p:attrName>style.visibility</p:attrName>
                                            </p:attrNameLst>
                                          </p:cBhvr>
                                          <p:to>
                                            <p:strVal val="visible"/>
                                          </p:to>
                                        </p:set>
                                        <p:anim calcmode="lin" valueType="num">
                                          <p:cBhvr additive="base">
                                            <p:cTn id="250" dur="500" fill="hold"/>
                                            <p:tgtEl>
                                              <p:spTgt spid="80"/>
                                            </p:tgtEl>
                                            <p:attrNameLst>
                                              <p:attrName>ppt_x</p:attrName>
                                            </p:attrNameLst>
                                          </p:cBhvr>
                                          <p:tavLst>
                                            <p:tav tm="0">
                                              <p:val>
                                                <p:strVal val="1+#ppt_w/2"/>
                                              </p:val>
                                            </p:tav>
                                            <p:tav tm="100000">
                                              <p:val>
                                                <p:strVal val="#ppt_x"/>
                                              </p:val>
                                            </p:tav>
                                          </p:tavLst>
                                        </p:anim>
                                        <p:anim calcmode="lin" valueType="num">
                                          <p:cBhvr additive="base">
                                            <p:cTn id="251" dur="500" fill="hold"/>
                                            <p:tgtEl>
                                              <p:spTgt spid="80"/>
                                            </p:tgtEl>
                                            <p:attrNameLst>
                                              <p:attrName>ppt_y</p:attrName>
                                            </p:attrNameLst>
                                          </p:cBhvr>
                                          <p:tavLst>
                                            <p:tav tm="0">
                                              <p:val>
                                                <p:strVal val="0-#ppt_h/2"/>
                                              </p:val>
                                            </p:tav>
                                            <p:tav tm="100000">
                                              <p:val>
                                                <p:strVal val="#ppt_y"/>
                                              </p:val>
                                            </p:tav>
                                          </p:tavLst>
                                        </p:anim>
                                      </p:childTnLst>
                                    </p:cTn>
                                  </p:par>
                                  <p:par>
                                    <p:cTn id="252" presetID="2" presetClass="entr" presetSubtype="2" fill="hold" grpId="0" nodeType="withEffect">
                                      <p:stCondLst>
                                        <p:cond delay="0"/>
                                      </p:stCondLst>
                                      <p:childTnLst>
                                        <p:set>
                                          <p:cBhvr>
                                            <p:cTn id="253" dur="1" fill="hold">
                                              <p:stCondLst>
                                                <p:cond delay="0"/>
                                              </p:stCondLst>
                                            </p:cTn>
                                            <p:tgtEl>
                                              <p:spTgt spid="81"/>
                                            </p:tgtEl>
                                            <p:attrNameLst>
                                              <p:attrName>style.visibility</p:attrName>
                                            </p:attrNameLst>
                                          </p:cBhvr>
                                          <p:to>
                                            <p:strVal val="visible"/>
                                          </p:to>
                                        </p:set>
                                        <p:anim calcmode="lin" valueType="num">
                                          <p:cBhvr additive="base">
                                            <p:cTn id="254" dur="500" fill="hold"/>
                                            <p:tgtEl>
                                              <p:spTgt spid="81"/>
                                            </p:tgtEl>
                                            <p:attrNameLst>
                                              <p:attrName>ppt_x</p:attrName>
                                            </p:attrNameLst>
                                          </p:cBhvr>
                                          <p:tavLst>
                                            <p:tav tm="0">
                                              <p:val>
                                                <p:strVal val="1+#ppt_w/2"/>
                                              </p:val>
                                            </p:tav>
                                            <p:tav tm="100000">
                                              <p:val>
                                                <p:strVal val="#ppt_x"/>
                                              </p:val>
                                            </p:tav>
                                          </p:tavLst>
                                        </p:anim>
                                        <p:anim calcmode="lin" valueType="num">
                                          <p:cBhvr additive="base">
                                            <p:cTn id="255" dur="500" fill="hold"/>
                                            <p:tgtEl>
                                              <p:spTgt spid="81"/>
                                            </p:tgtEl>
                                            <p:attrNameLst>
                                              <p:attrName>ppt_y</p:attrName>
                                            </p:attrNameLst>
                                          </p:cBhvr>
                                          <p:tavLst>
                                            <p:tav tm="0">
                                              <p:val>
                                                <p:strVal val="#ppt_y"/>
                                              </p:val>
                                            </p:tav>
                                            <p:tav tm="100000">
                                              <p:val>
                                                <p:strVal val="#ppt_y"/>
                                              </p:val>
                                            </p:tav>
                                          </p:tavLst>
                                        </p:anim>
                                      </p:childTnLst>
                                    </p:cTn>
                                  </p:par>
                                  <p:par>
                                    <p:cTn id="256" presetID="2" presetClass="entr" presetSubtype="12" fill="hold" grpId="0" nodeType="withEffect">
                                      <p:stCondLst>
                                        <p:cond delay="0"/>
                                      </p:stCondLst>
                                      <p:childTnLst>
                                        <p:set>
                                          <p:cBhvr>
                                            <p:cTn id="257" dur="1" fill="hold">
                                              <p:stCondLst>
                                                <p:cond delay="0"/>
                                              </p:stCondLst>
                                            </p:cTn>
                                            <p:tgtEl>
                                              <p:spTgt spid="82"/>
                                            </p:tgtEl>
                                            <p:attrNameLst>
                                              <p:attrName>style.visibility</p:attrName>
                                            </p:attrNameLst>
                                          </p:cBhvr>
                                          <p:to>
                                            <p:strVal val="visible"/>
                                          </p:to>
                                        </p:set>
                                        <p:anim calcmode="lin" valueType="num">
                                          <p:cBhvr additive="base">
                                            <p:cTn id="258" dur="500" fill="hold"/>
                                            <p:tgtEl>
                                              <p:spTgt spid="82"/>
                                            </p:tgtEl>
                                            <p:attrNameLst>
                                              <p:attrName>ppt_x</p:attrName>
                                            </p:attrNameLst>
                                          </p:cBhvr>
                                          <p:tavLst>
                                            <p:tav tm="0">
                                              <p:val>
                                                <p:strVal val="0-#ppt_w/2"/>
                                              </p:val>
                                            </p:tav>
                                            <p:tav tm="100000">
                                              <p:val>
                                                <p:strVal val="#ppt_x"/>
                                              </p:val>
                                            </p:tav>
                                          </p:tavLst>
                                        </p:anim>
                                        <p:anim calcmode="lin" valueType="num">
                                          <p:cBhvr additive="base">
                                            <p:cTn id="259" dur="500" fill="hold"/>
                                            <p:tgtEl>
                                              <p:spTgt spid="82"/>
                                            </p:tgtEl>
                                            <p:attrNameLst>
                                              <p:attrName>ppt_y</p:attrName>
                                            </p:attrNameLst>
                                          </p:cBhvr>
                                          <p:tavLst>
                                            <p:tav tm="0">
                                              <p:val>
                                                <p:strVal val="1+#ppt_h/2"/>
                                              </p:val>
                                            </p:tav>
                                            <p:tav tm="100000">
                                              <p:val>
                                                <p:strVal val="#ppt_y"/>
                                              </p:val>
                                            </p:tav>
                                          </p:tavLst>
                                        </p:anim>
                                      </p:childTnLst>
                                    </p:cTn>
                                  </p:par>
                                  <p:par>
                                    <p:cTn id="260" presetID="2" presetClass="entr" presetSubtype="4" fill="hold" grpId="0" nodeType="withEffect">
                                      <p:stCondLst>
                                        <p:cond delay="0"/>
                                      </p:stCondLst>
                                      <p:childTnLst>
                                        <p:set>
                                          <p:cBhvr>
                                            <p:cTn id="261" dur="1" fill="hold">
                                              <p:stCondLst>
                                                <p:cond delay="0"/>
                                              </p:stCondLst>
                                            </p:cTn>
                                            <p:tgtEl>
                                              <p:spTgt spid="83"/>
                                            </p:tgtEl>
                                            <p:attrNameLst>
                                              <p:attrName>style.visibility</p:attrName>
                                            </p:attrNameLst>
                                          </p:cBhvr>
                                          <p:to>
                                            <p:strVal val="visible"/>
                                          </p:to>
                                        </p:set>
                                        <p:anim calcmode="lin" valueType="num">
                                          <p:cBhvr additive="base">
                                            <p:cTn id="262" dur="500" fill="hold"/>
                                            <p:tgtEl>
                                              <p:spTgt spid="83"/>
                                            </p:tgtEl>
                                            <p:attrNameLst>
                                              <p:attrName>ppt_x</p:attrName>
                                            </p:attrNameLst>
                                          </p:cBhvr>
                                          <p:tavLst>
                                            <p:tav tm="0">
                                              <p:val>
                                                <p:strVal val="#ppt_x"/>
                                              </p:val>
                                            </p:tav>
                                            <p:tav tm="100000">
                                              <p:val>
                                                <p:strVal val="#ppt_x"/>
                                              </p:val>
                                            </p:tav>
                                          </p:tavLst>
                                        </p:anim>
                                        <p:anim calcmode="lin" valueType="num">
                                          <p:cBhvr additive="base">
                                            <p:cTn id="263" dur="500" fill="hold"/>
                                            <p:tgtEl>
                                              <p:spTgt spid="83"/>
                                            </p:tgtEl>
                                            <p:attrNameLst>
                                              <p:attrName>ppt_y</p:attrName>
                                            </p:attrNameLst>
                                          </p:cBhvr>
                                          <p:tavLst>
                                            <p:tav tm="0">
                                              <p:val>
                                                <p:strVal val="1+#ppt_h/2"/>
                                              </p:val>
                                            </p:tav>
                                            <p:tav tm="100000">
                                              <p:val>
                                                <p:strVal val="#ppt_y"/>
                                              </p:val>
                                            </p:tav>
                                          </p:tavLst>
                                        </p:anim>
                                      </p:childTnLst>
                                    </p:cTn>
                                  </p:par>
                                  <p:par>
                                    <p:cTn id="264" presetID="2" presetClass="entr" presetSubtype="4" fill="hold" grpId="0" nodeType="withEffect">
                                      <p:stCondLst>
                                        <p:cond delay="0"/>
                                      </p:stCondLst>
                                      <p:childTnLst>
                                        <p:set>
                                          <p:cBhvr>
                                            <p:cTn id="265" dur="1" fill="hold">
                                              <p:stCondLst>
                                                <p:cond delay="0"/>
                                              </p:stCondLst>
                                            </p:cTn>
                                            <p:tgtEl>
                                              <p:spTgt spid="84"/>
                                            </p:tgtEl>
                                            <p:attrNameLst>
                                              <p:attrName>style.visibility</p:attrName>
                                            </p:attrNameLst>
                                          </p:cBhvr>
                                          <p:to>
                                            <p:strVal val="visible"/>
                                          </p:to>
                                        </p:set>
                                        <p:anim calcmode="lin" valueType="num">
                                          <p:cBhvr additive="base">
                                            <p:cTn id="266" dur="500" fill="hold"/>
                                            <p:tgtEl>
                                              <p:spTgt spid="84"/>
                                            </p:tgtEl>
                                            <p:attrNameLst>
                                              <p:attrName>ppt_x</p:attrName>
                                            </p:attrNameLst>
                                          </p:cBhvr>
                                          <p:tavLst>
                                            <p:tav tm="0">
                                              <p:val>
                                                <p:strVal val="#ppt_x"/>
                                              </p:val>
                                            </p:tav>
                                            <p:tav tm="100000">
                                              <p:val>
                                                <p:strVal val="#ppt_x"/>
                                              </p:val>
                                            </p:tav>
                                          </p:tavLst>
                                        </p:anim>
                                        <p:anim calcmode="lin" valueType="num">
                                          <p:cBhvr additive="base">
                                            <p:cTn id="267" dur="500" fill="hold"/>
                                            <p:tgtEl>
                                              <p:spTgt spid="84"/>
                                            </p:tgtEl>
                                            <p:attrNameLst>
                                              <p:attrName>ppt_y</p:attrName>
                                            </p:attrNameLst>
                                          </p:cBhvr>
                                          <p:tavLst>
                                            <p:tav tm="0">
                                              <p:val>
                                                <p:strVal val="1+#ppt_h/2"/>
                                              </p:val>
                                            </p:tav>
                                            <p:tav tm="100000">
                                              <p:val>
                                                <p:strVal val="#ppt_y"/>
                                              </p:val>
                                            </p:tav>
                                          </p:tavLst>
                                        </p:anim>
                                      </p:childTnLst>
                                    </p:cTn>
                                  </p:par>
                                  <p:par>
                                    <p:cTn id="268" presetID="2" presetClass="entr" presetSubtype="4" fill="hold" grpId="0" nodeType="withEffect">
                                      <p:stCondLst>
                                        <p:cond delay="0"/>
                                      </p:stCondLst>
                                      <p:childTnLst>
                                        <p:set>
                                          <p:cBhvr>
                                            <p:cTn id="269" dur="1" fill="hold">
                                              <p:stCondLst>
                                                <p:cond delay="0"/>
                                              </p:stCondLst>
                                            </p:cTn>
                                            <p:tgtEl>
                                              <p:spTgt spid="85"/>
                                            </p:tgtEl>
                                            <p:attrNameLst>
                                              <p:attrName>style.visibility</p:attrName>
                                            </p:attrNameLst>
                                          </p:cBhvr>
                                          <p:to>
                                            <p:strVal val="visible"/>
                                          </p:to>
                                        </p:set>
                                        <p:anim calcmode="lin" valueType="num">
                                          <p:cBhvr additive="base">
                                            <p:cTn id="270" dur="500" fill="hold"/>
                                            <p:tgtEl>
                                              <p:spTgt spid="85"/>
                                            </p:tgtEl>
                                            <p:attrNameLst>
                                              <p:attrName>ppt_x</p:attrName>
                                            </p:attrNameLst>
                                          </p:cBhvr>
                                          <p:tavLst>
                                            <p:tav tm="0">
                                              <p:val>
                                                <p:strVal val="#ppt_x"/>
                                              </p:val>
                                            </p:tav>
                                            <p:tav tm="100000">
                                              <p:val>
                                                <p:strVal val="#ppt_x"/>
                                              </p:val>
                                            </p:tav>
                                          </p:tavLst>
                                        </p:anim>
                                        <p:anim calcmode="lin" valueType="num">
                                          <p:cBhvr additive="base">
                                            <p:cTn id="271" dur="500" fill="hold"/>
                                            <p:tgtEl>
                                              <p:spTgt spid="85"/>
                                            </p:tgtEl>
                                            <p:attrNameLst>
                                              <p:attrName>ppt_y</p:attrName>
                                            </p:attrNameLst>
                                          </p:cBhvr>
                                          <p:tavLst>
                                            <p:tav tm="0">
                                              <p:val>
                                                <p:strVal val="1+#ppt_h/2"/>
                                              </p:val>
                                            </p:tav>
                                            <p:tav tm="100000">
                                              <p:val>
                                                <p:strVal val="#ppt_y"/>
                                              </p:val>
                                            </p:tav>
                                          </p:tavLst>
                                        </p:anim>
                                      </p:childTnLst>
                                    </p:cTn>
                                  </p:par>
                                  <p:par>
                                    <p:cTn id="272" presetID="2" presetClass="entr" presetSubtype="8" fill="hold" grpId="0" nodeType="withEffect">
                                      <p:stCondLst>
                                        <p:cond delay="0"/>
                                      </p:stCondLst>
                                      <p:childTnLst>
                                        <p:set>
                                          <p:cBhvr>
                                            <p:cTn id="273" dur="1" fill="hold">
                                              <p:stCondLst>
                                                <p:cond delay="0"/>
                                              </p:stCondLst>
                                            </p:cTn>
                                            <p:tgtEl>
                                              <p:spTgt spid="86"/>
                                            </p:tgtEl>
                                            <p:attrNameLst>
                                              <p:attrName>style.visibility</p:attrName>
                                            </p:attrNameLst>
                                          </p:cBhvr>
                                          <p:to>
                                            <p:strVal val="visible"/>
                                          </p:to>
                                        </p:set>
                                        <p:anim calcmode="lin" valueType="num">
                                          <p:cBhvr additive="base">
                                            <p:cTn id="274" dur="500" fill="hold"/>
                                            <p:tgtEl>
                                              <p:spTgt spid="86"/>
                                            </p:tgtEl>
                                            <p:attrNameLst>
                                              <p:attrName>ppt_x</p:attrName>
                                            </p:attrNameLst>
                                          </p:cBhvr>
                                          <p:tavLst>
                                            <p:tav tm="0">
                                              <p:val>
                                                <p:strVal val="0-#ppt_w/2"/>
                                              </p:val>
                                            </p:tav>
                                            <p:tav tm="100000">
                                              <p:val>
                                                <p:strVal val="#ppt_x"/>
                                              </p:val>
                                            </p:tav>
                                          </p:tavLst>
                                        </p:anim>
                                        <p:anim calcmode="lin" valueType="num">
                                          <p:cBhvr additive="base">
                                            <p:cTn id="275" dur="500" fill="hold"/>
                                            <p:tgtEl>
                                              <p:spTgt spid="86"/>
                                            </p:tgtEl>
                                            <p:attrNameLst>
                                              <p:attrName>ppt_y</p:attrName>
                                            </p:attrNameLst>
                                          </p:cBhvr>
                                          <p:tavLst>
                                            <p:tav tm="0">
                                              <p:val>
                                                <p:strVal val="#ppt_y"/>
                                              </p:val>
                                            </p:tav>
                                            <p:tav tm="100000">
                                              <p:val>
                                                <p:strVal val="#ppt_y"/>
                                              </p:val>
                                            </p:tav>
                                          </p:tavLst>
                                        </p:anim>
                                      </p:childTnLst>
                                    </p:cTn>
                                  </p:par>
                                  <p:par>
                                    <p:cTn id="276" presetID="2" presetClass="entr" presetSubtype="4" fill="hold" grpId="0" nodeType="withEffect">
                                      <p:stCondLst>
                                        <p:cond delay="0"/>
                                      </p:stCondLst>
                                      <p:childTnLst>
                                        <p:set>
                                          <p:cBhvr>
                                            <p:cTn id="277" dur="1" fill="hold">
                                              <p:stCondLst>
                                                <p:cond delay="0"/>
                                              </p:stCondLst>
                                            </p:cTn>
                                            <p:tgtEl>
                                              <p:spTgt spid="87"/>
                                            </p:tgtEl>
                                            <p:attrNameLst>
                                              <p:attrName>style.visibility</p:attrName>
                                            </p:attrNameLst>
                                          </p:cBhvr>
                                          <p:to>
                                            <p:strVal val="visible"/>
                                          </p:to>
                                        </p:set>
                                        <p:anim calcmode="lin" valueType="num">
                                          <p:cBhvr additive="base">
                                            <p:cTn id="278" dur="500" fill="hold"/>
                                            <p:tgtEl>
                                              <p:spTgt spid="87"/>
                                            </p:tgtEl>
                                            <p:attrNameLst>
                                              <p:attrName>ppt_x</p:attrName>
                                            </p:attrNameLst>
                                          </p:cBhvr>
                                          <p:tavLst>
                                            <p:tav tm="0">
                                              <p:val>
                                                <p:strVal val="#ppt_x"/>
                                              </p:val>
                                            </p:tav>
                                            <p:tav tm="100000">
                                              <p:val>
                                                <p:strVal val="#ppt_x"/>
                                              </p:val>
                                            </p:tav>
                                          </p:tavLst>
                                        </p:anim>
                                        <p:anim calcmode="lin" valueType="num">
                                          <p:cBhvr additive="base">
                                            <p:cTn id="279" dur="500" fill="hold"/>
                                            <p:tgtEl>
                                              <p:spTgt spid="87"/>
                                            </p:tgtEl>
                                            <p:attrNameLst>
                                              <p:attrName>ppt_y</p:attrName>
                                            </p:attrNameLst>
                                          </p:cBhvr>
                                          <p:tavLst>
                                            <p:tav tm="0">
                                              <p:val>
                                                <p:strVal val="1+#ppt_h/2"/>
                                              </p:val>
                                            </p:tav>
                                            <p:tav tm="100000">
                                              <p:val>
                                                <p:strVal val="#ppt_y"/>
                                              </p:val>
                                            </p:tav>
                                          </p:tavLst>
                                        </p:anim>
                                      </p:childTnLst>
                                    </p:cTn>
                                  </p:par>
                                  <p:par>
                                    <p:cTn id="280" presetID="2" presetClass="entr" presetSubtype="4" fill="hold" grpId="0" nodeType="withEffect">
                                      <p:stCondLst>
                                        <p:cond delay="0"/>
                                      </p:stCondLst>
                                      <p:childTnLst>
                                        <p:set>
                                          <p:cBhvr>
                                            <p:cTn id="281" dur="1" fill="hold">
                                              <p:stCondLst>
                                                <p:cond delay="0"/>
                                              </p:stCondLst>
                                            </p:cTn>
                                            <p:tgtEl>
                                              <p:spTgt spid="88"/>
                                            </p:tgtEl>
                                            <p:attrNameLst>
                                              <p:attrName>style.visibility</p:attrName>
                                            </p:attrNameLst>
                                          </p:cBhvr>
                                          <p:to>
                                            <p:strVal val="visible"/>
                                          </p:to>
                                        </p:set>
                                        <p:anim calcmode="lin" valueType="num">
                                          <p:cBhvr additive="base">
                                            <p:cTn id="282" dur="500" fill="hold"/>
                                            <p:tgtEl>
                                              <p:spTgt spid="88"/>
                                            </p:tgtEl>
                                            <p:attrNameLst>
                                              <p:attrName>ppt_x</p:attrName>
                                            </p:attrNameLst>
                                          </p:cBhvr>
                                          <p:tavLst>
                                            <p:tav tm="0">
                                              <p:val>
                                                <p:strVal val="#ppt_x"/>
                                              </p:val>
                                            </p:tav>
                                            <p:tav tm="100000">
                                              <p:val>
                                                <p:strVal val="#ppt_x"/>
                                              </p:val>
                                            </p:tav>
                                          </p:tavLst>
                                        </p:anim>
                                        <p:anim calcmode="lin" valueType="num">
                                          <p:cBhvr additive="base">
                                            <p:cTn id="283" dur="500" fill="hold"/>
                                            <p:tgtEl>
                                              <p:spTgt spid="88"/>
                                            </p:tgtEl>
                                            <p:attrNameLst>
                                              <p:attrName>ppt_y</p:attrName>
                                            </p:attrNameLst>
                                          </p:cBhvr>
                                          <p:tavLst>
                                            <p:tav tm="0">
                                              <p:val>
                                                <p:strVal val="1+#ppt_h/2"/>
                                              </p:val>
                                            </p:tav>
                                            <p:tav tm="100000">
                                              <p:val>
                                                <p:strVal val="#ppt_y"/>
                                              </p:val>
                                            </p:tav>
                                          </p:tavLst>
                                        </p:anim>
                                      </p:childTnLst>
                                    </p:cTn>
                                  </p:par>
                                  <p:par>
                                    <p:cTn id="284" presetID="2" presetClass="entr" presetSubtype="4" fill="hold" grpId="0" nodeType="withEffect">
                                      <p:stCondLst>
                                        <p:cond delay="0"/>
                                      </p:stCondLst>
                                      <p:childTnLst>
                                        <p:set>
                                          <p:cBhvr>
                                            <p:cTn id="285" dur="1" fill="hold">
                                              <p:stCondLst>
                                                <p:cond delay="0"/>
                                              </p:stCondLst>
                                            </p:cTn>
                                            <p:tgtEl>
                                              <p:spTgt spid="89"/>
                                            </p:tgtEl>
                                            <p:attrNameLst>
                                              <p:attrName>style.visibility</p:attrName>
                                            </p:attrNameLst>
                                          </p:cBhvr>
                                          <p:to>
                                            <p:strVal val="visible"/>
                                          </p:to>
                                        </p:set>
                                        <p:anim calcmode="lin" valueType="num">
                                          <p:cBhvr additive="base">
                                            <p:cTn id="286" dur="500" fill="hold"/>
                                            <p:tgtEl>
                                              <p:spTgt spid="89"/>
                                            </p:tgtEl>
                                            <p:attrNameLst>
                                              <p:attrName>ppt_x</p:attrName>
                                            </p:attrNameLst>
                                          </p:cBhvr>
                                          <p:tavLst>
                                            <p:tav tm="0">
                                              <p:val>
                                                <p:strVal val="#ppt_x"/>
                                              </p:val>
                                            </p:tav>
                                            <p:tav tm="100000">
                                              <p:val>
                                                <p:strVal val="#ppt_x"/>
                                              </p:val>
                                            </p:tav>
                                          </p:tavLst>
                                        </p:anim>
                                        <p:anim calcmode="lin" valueType="num">
                                          <p:cBhvr additive="base">
                                            <p:cTn id="287" dur="500" fill="hold"/>
                                            <p:tgtEl>
                                              <p:spTgt spid="89"/>
                                            </p:tgtEl>
                                            <p:attrNameLst>
                                              <p:attrName>ppt_y</p:attrName>
                                            </p:attrNameLst>
                                          </p:cBhvr>
                                          <p:tavLst>
                                            <p:tav tm="0">
                                              <p:val>
                                                <p:strVal val="1+#ppt_h/2"/>
                                              </p:val>
                                            </p:tav>
                                            <p:tav tm="100000">
                                              <p:val>
                                                <p:strVal val="#ppt_y"/>
                                              </p:val>
                                            </p:tav>
                                          </p:tavLst>
                                        </p:anim>
                                      </p:childTnLst>
                                    </p:cTn>
                                  </p:par>
                                  <p:par>
                                    <p:cTn id="288" presetID="2" presetClass="entr" presetSubtype="4" fill="hold" grpId="0" nodeType="withEffect">
                                      <p:stCondLst>
                                        <p:cond delay="0"/>
                                      </p:stCondLst>
                                      <p:childTnLst>
                                        <p:set>
                                          <p:cBhvr>
                                            <p:cTn id="289" dur="1" fill="hold">
                                              <p:stCondLst>
                                                <p:cond delay="0"/>
                                              </p:stCondLst>
                                            </p:cTn>
                                            <p:tgtEl>
                                              <p:spTgt spid="90"/>
                                            </p:tgtEl>
                                            <p:attrNameLst>
                                              <p:attrName>style.visibility</p:attrName>
                                            </p:attrNameLst>
                                          </p:cBhvr>
                                          <p:to>
                                            <p:strVal val="visible"/>
                                          </p:to>
                                        </p:set>
                                        <p:anim calcmode="lin" valueType="num">
                                          <p:cBhvr additive="base">
                                            <p:cTn id="290" dur="500" fill="hold"/>
                                            <p:tgtEl>
                                              <p:spTgt spid="90"/>
                                            </p:tgtEl>
                                            <p:attrNameLst>
                                              <p:attrName>ppt_x</p:attrName>
                                            </p:attrNameLst>
                                          </p:cBhvr>
                                          <p:tavLst>
                                            <p:tav tm="0">
                                              <p:val>
                                                <p:strVal val="#ppt_x"/>
                                              </p:val>
                                            </p:tav>
                                            <p:tav tm="100000">
                                              <p:val>
                                                <p:strVal val="#ppt_x"/>
                                              </p:val>
                                            </p:tav>
                                          </p:tavLst>
                                        </p:anim>
                                        <p:anim calcmode="lin" valueType="num">
                                          <p:cBhvr additive="base">
                                            <p:cTn id="291" dur="500" fill="hold"/>
                                            <p:tgtEl>
                                              <p:spTgt spid="90"/>
                                            </p:tgtEl>
                                            <p:attrNameLst>
                                              <p:attrName>ppt_y</p:attrName>
                                            </p:attrNameLst>
                                          </p:cBhvr>
                                          <p:tavLst>
                                            <p:tav tm="0">
                                              <p:val>
                                                <p:strVal val="1+#ppt_h/2"/>
                                              </p:val>
                                            </p:tav>
                                            <p:tav tm="100000">
                                              <p:val>
                                                <p:strVal val="#ppt_y"/>
                                              </p:val>
                                            </p:tav>
                                          </p:tavLst>
                                        </p:anim>
                                      </p:childTnLst>
                                    </p:cTn>
                                  </p:par>
                                  <p:par>
                                    <p:cTn id="292" presetID="2" presetClass="entr" presetSubtype="4" fill="hold" grpId="0" nodeType="withEffect">
                                      <p:stCondLst>
                                        <p:cond delay="0"/>
                                      </p:stCondLst>
                                      <p:childTnLst>
                                        <p:set>
                                          <p:cBhvr>
                                            <p:cTn id="293" dur="1" fill="hold">
                                              <p:stCondLst>
                                                <p:cond delay="0"/>
                                              </p:stCondLst>
                                            </p:cTn>
                                            <p:tgtEl>
                                              <p:spTgt spid="91"/>
                                            </p:tgtEl>
                                            <p:attrNameLst>
                                              <p:attrName>style.visibility</p:attrName>
                                            </p:attrNameLst>
                                          </p:cBhvr>
                                          <p:to>
                                            <p:strVal val="visible"/>
                                          </p:to>
                                        </p:set>
                                        <p:anim calcmode="lin" valueType="num">
                                          <p:cBhvr additive="base">
                                            <p:cTn id="294" dur="500" fill="hold"/>
                                            <p:tgtEl>
                                              <p:spTgt spid="91"/>
                                            </p:tgtEl>
                                            <p:attrNameLst>
                                              <p:attrName>ppt_x</p:attrName>
                                            </p:attrNameLst>
                                          </p:cBhvr>
                                          <p:tavLst>
                                            <p:tav tm="0">
                                              <p:val>
                                                <p:strVal val="#ppt_x"/>
                                              </p:val>
                                            </p:tav>
                                            <p:tav tm="100000">
                                              <p:val>
                                                <p:strVal val="#ppt_x"/>
                                              </p:val>
                                            </p:tav>
                                          </p:tavLst>
                                        </p:anim>
                                        <p:anim calcmode="lin" valueType="num">
                                          <p:cBhvr additive="base">
                                            <p:cTn id="295" dur="500" fill="hold"/>
                                            <p:tgtEl>
                                              <p:spTgt spid="91"/>
                                            </p:tgtEl>
                                            <p:attrNameLst>
                                              <p:attrName>ppt_y</p:attrName>
                                            </p:attrNameLst>
                                          </p:cBhvr>
                                          <p:tavLst>
                                            <p:tav tm="0">
                                              <p:val>
                                                <p:strVal val="1+#ppt_h/2"/>
                                              </p:val>
                                            </p:tav>
                                            <p:tav tm="100000">
                                              <p:val>
                                                <p:strVal val="#ppt_y"/>
                                              </p:val>
                                            </p:tav>
                                          </p:tavLst>
                                        </p:anim>
                                      </p:childTnLst>
                                    </p:cTn>
                                  </p:par>
                                  <p:par>
                                    <p:cTn id="296" presetID="2" presetClass="entr" presetSubtype="4" fill="hold" grpId="0" nodeType="withEffect">
                                      <p:stCondLst>
                                        <p:cond delay="0"/>
                                      </p:stCondLst>
                                      <p:childTnLst>
                                        <p:set>
                                          <p:cBhvr>
                                            <p:cTn id="297" dur="1" fill="hold">
                                              <p:stCondLst>
                                                <p:cond delay="0"/>
                                              </p:stCondLst>
                                            </p:cTn>
                                            <p:tgtEl>
                                              <p:spTgt spid="92"/>
                                            </p:tgtEl>
                                            <p:attrNameLst>
                                              <p:attrName>style.visibility</p:attrName>
                                            </p:attrNameLst>
                                          </p:cBhvr>
                                          <p:to>
                                            <p:strVal val="visible"/>
                                          </p:to>
                                        </p:set>
                                        <p:anim calcmode="lin" valueType="num">
                                          <p:cBhvr additive="base">
                                            <p:cTn id="298" dur="500" fill="hold"/>
                                            <p:tgtEl>
                                              <p:spTgt spid="92"/>
                                            </p:tgtEl>
                                            <p:attrNameLst>
                                              <p:attrName>ppt_x</p:attrName>
                                            </p:attrNameLst>
                                          </p:cBhvr>
                                          <p:tavLst>
                                            <p:tav tm="0">
                                              <p:val>
                                                <p:strVal val="#ppt_x"/>
                                              </p:val>
                                            </p:tav>
                                            <p:tav tm="100000">
                                              <p:val>
                                                <p:strVal val="#ppt_x"/>
                                              </p:val>
                                            </p:tav>
                                          </p:tavLst>
                                        </p:anim>
                                        <p:anim calcmode="lin" valueType="num">
                                          <p:cBhvr additive="base">
                                            <p:cTn id="299" dur="500" fill="hold"/>
                                            <p:tgtEl>
                                              <p:spTgt spid="92"/>
                                            </p:tgtEl>
                                            <p:attrNameLst>
                                              <p:attrName>ppt_y</p:attrName>
                                            </p:attrNameLst>
                                          </p:cBhvr>
                                          <p:tavLst>
                                            <p:tav tm="0">
                                              <p:val>
                                                <p:strVal val="1+#ppt_h/2"/>
                                              </p:val>
                                            </p:tav>
                                            <p:tav tm="100000">
                                              <p:val>
                                                <p:strVal val="#ppt_y"/>
                                              </p:val>
                                            </p:tav>
                                          </p:tavLst>
                                        </p:anim>
                                      </p:childTnLst>
                                    </p:cTn>
                                  </p:par>
                                  <p:par>
                                    <p:cTn id="300" presetID="2" presetClass="entr" presetSubtype="4" fill="hold" grpId="0" nodeType="withEffect">
                                      <p:stCondLst>
                                        <p:cond delay="0"/>
                                      </p:stCondLst>
                                      <p:childTnLst>
                                        <p:set>
                                          <p:cBhvr>
                                            <p:cTn id="301" dur="1" fill="hold">
                                              <p:stCondLst>
                                                <p:cond delay="0"/>
                                              </p:stCondLst>
                                            </p:cTn>
                                            <p:tgtEl>
                                              <p:spTgt spid="93"/>
                                            </p:tgtEl>
                                            <p:attrNameLst>
                                              <p:attrName>style.visibility</p:attrName>
                                            </p:attrNameLst>
                                          </p:cBhvr>
                                          <p:to>
                                            <p:strVal val="visible"/>
                                          </p:to>
                                        </p:set>
                                        <p:anim calcmode="lin" valueType="num">
                                          <p:cBhvr additive="base">
                                            <p:cTn id="302" dur="500" fill="hold"/>
                                            <p:tgtEl>
                                              <p:spTgt spid="93"/>
                                            </p:tgtEl>
                                            <p:attrNameLst>
                                              <p:attrName>ppt_x</p:attrName>
                                            </p:attrNameLst>
                                          </p:cBhvr>
                                          <p:tavLst>
                                            <p:tav tm="0">
                                              <p:val>
                                                <p:strVal val="#ppt_x"/>
                                              </p:val>
                                            </p:tav>
                                            <p:tav tm="100000">
                                              <p:val>
                                                <p:strVal val="#ppt_x"/>
                                              </p:val>
                                            </p:tav>
                                          </p:tavLst>
                                        </p:anim>
                                        <p:anim calcmode="lin" valueType="num">
                                          <p:cBhvr additive="base">
                                            <p:cTn id="303" dur="500" fill="hold"/>
                                            <p:tgtEl>
                                              <p:spTgt spid="93"/>
                                            </p:tgtEl>
                                            <p:attrNameLst>
                                              <p:attrName>ppt_y</p:attrName>
                                            </p:attrNameLst>
                                          </p:cBhvr>
                                          <p:tavLst>
                                            <p:tav tm="0">
                                              <p:val>
                                                <p:strVal val="1+#ppt_h/2"/>
                                              </p:val>
                                            </p:tav>
                                            <p:tav tm="100000">
                                              <p:val>
                                                <p:strVal val="#ppt_y"/>
                                              </p:val>
                                            </p:tav>
                                          </p:tavLst>
                                        </p:anim>
                                      </p:childTnLst>
                                    </p:cTn>
                                  </p:par>
                                  <p:par>
                                    <p:cTn id="304" presetID="2" presetClass="entr" presetSubtype="4" fill="hold" grpId="0" nodeType="withEffect">
                                      <p:stCondLst>
                                        <p:cond delay="0"/>
                                      </p:stCondLst>
                                      <p:childTnLst>
                                        <p:set>
                                          <p:cBhvr>
                                            <p:cTn id="305" dur="1" fill="hold">
                                              <p:stCondLst>
                                                <p:cond delay="0"/>
                                              </p:stCondLst>
                                            </p:cTn>
                                            <p:tgtEl>
                                              <p:spTgt spid="94"/>
                                            </p:tgtEl>
                                            <p:attrNameLst>
                                              <p:attrName>style.visibility</p:attrName>
                                            </p:attrNameLst>
                                          </p:cBhvr>
                                          <p:to>
                                            <p:strVal val="visible"/>
                                          </p:to>
                                        </p:set>
                                        <p:anim calcmode="lin" valueType="num">
                                          <p:cBhvr additive="base">
                                            <p:cTn id="306" dur="500" fill="hold"/>
                                            <p:tgtEl>
                                              <p:spTgt spid="94"/>
                                            </p:tgtEl>
                                            <p:attrNameLst>
                                              <p:attrName>ppt_x</p:attrName>
                                            </p:attrNameLst>
                                          </p:cBhvr>
                                          <p:tavLst>
                                            <p:tav tm="0">
                                              <p:val>
                                                <p:strVal val="#ppt_x"/>
                                              </p:val>
                                            </p:tav>
                                            <p:tav tm="100000">
                                              <p:val>
                                                <p:strVal val="#ppt_x"/>
                                              </p:val>
                                            </p:tav>
                                          </p:tavLst>
                                        </p:anim>
                                        <p:anim calcmode="lin" valueType="num">
                                          <p:cBhvr additive="base">
                                            <p:cTn id="307" dur="500" fill="hold"/>
                                            <p:tgtEl>
                                              <p:spTgt spid="94"/>
                                            </p:tgtEl>
                                            <p:attrNameLst>
                                              <p:attrName>ppt_y</p:attrName>
                                            </p:attrNameLst>
                                          </p:cBhvr>
                                          <p:tavLst>
                                            <p:tav tm="0">
                                              <p:val>
                                                <p:strVal val="1+#ppt_h/2"/>
                                              </p:val>
                                            </p:tav>
                                            <p:tav tm="100000">
                                              <p:val>
                                                <p:strVal val="#ppt_y"/>
                                              </p:val>
                                            </p:tav>
                                          </p:tavLst>
                                        </p:anim>
                                      </p:childTnLst>
                                    </p:cTn>
                                  </p:par>
                                  <p:par>
                                    <p:cTn id="308" presetID="2" presetClass="entr" presetSubtype="4" fill="hold" grpId="0" nodeType="withEffect">
                                      <p:stCondLst>
                                        <p:cond delay="0"/>
                                      </p:stCondLst>
                                      <p:childTnLst>
                                        <p:set>
                                          <p:cBhvr>
                                            <p:cTn id="309" dur="1" fill="hold">
                                              <p:stCondLst>
                                                <p:cond delay="0"/>
                                              </p:stCondLst>
                                            </p:cTn>
                                            <p:tgtEl>
                                              <p:spTgt spid="95"/>
                                            </p:tgtEl>
                                            <p:attrNameLst>
                                              <p:attrName>style.visibility</p:attrName>
                                            </p:attrNameLst>
                                          </p:cBhvr>
                                          <p:to>
                                            <p:strVal val="visible"/>
                                          </p:to>
                                        </p:set>
                                        <p:anim calcmode="lin" valueType="num">
                                          <p:cBhvr additive="base">
                                            <p:cTn id="310" dur="500" fill="hold"/>
                                            <p:tgtEl>
                                              <p:spTgt spid="95"/>
                                            </p:tgtEl>
                                            <p:attrNameLst>
                                              <p:attrName>ppt_x</p:attrName>
                                            </p:attrNameLst>
                                          </p:cBhvr>
                                          <p:tavLst>
                                            <p:tav tm="0">
                                              <p:val>
                                                <p:strVal val="#ppt_x"/>
                                              </p:val>
                                            </p:tav>
                                            <p:tav tm="100000">
                                              <p:val>
                                                <p:strVal val="#ppt_x"/>
                                              </p:val>
                                            </p:tav>
                                          </p:tavLst>
                                        </p:anim>
                                        <p:anim calcmode="lin" valueType="num">
                                          <p:cBhvr additive="base">
                                            <p:cTn id="311" dur="500" fill="hold"/>
                                            <p:tgtEl>
                                              <p:spTgt spid="95"/>
                                            </p:tgtEl>
                                            <p:attrNameLst>
                                              <p:attrName>ppt_y</p:attrName>
                                            </p:attrNameLst>
                                          </p:cBhvr>
                                          <p:tavLst>
                                            <p:tav tm="0">
                                              <p:val>
                                                <p:strVal val="1+#ppt_h/2"/>
                                              </p:val>
                                            </p:tav>
                                            <p:tav tm="100000">
                                              <p:val>
                                                <p:strVal val="#ppt_y"/>
                                              </p:val>
                                            </p:tav>
                                          </p:tavLst>
                                        </p:anim>
                                      </p:childTnLst>
                                    </p:cTn>
                                  </p:par>
                                  <p:par>
                                    <p:cTn id="312" presetID="2" presetClass="entr" presetSubtype="4" fill="hold" grpId="0" nodeType="withEffect">
                                      <p:stCondLst>
                                        <p:cond delay="0"/>
                                      </p:stCondLst>
                                      <p:childTnLst>
                                        <p:set>
                                          <p:cBhvr>
                                            <p:cTn id="313" dur="1" fill="hold">
                                              <p:stCondLst>
                                                <p:cond delay="0"/>
                                              </p:stCondLst>
                                            </p:cTn>
                                            <p:tgtEl>
                                              <p:spTgt spid="96"/>
                                            </p:tgtEl>
                                            <p:attrNameLst>
                                              <p:attrName>style.visibility</p:attrName>
                                            </p:attrNameLst>
                                          </p:cBhvr>
                                          <p:to>
                                            <p:strVal val="visible"/>
                                          </p:to>
                                        </p:set>
                                        <p:anim calcmode="lin" valueType="num">
                                          <p:cBhvr additive="base">
                                            <p:cTn id="314" dur="500" fill="hold"/>
                                            <p:tgtEl>
                                              <p:spTgt spid="96"/>
                                            </p:tgtEl>
                                            <p:attrNameLst>
                                              <p:attrName>ppt_x</p:attrName>
                                            </p:attrNameLst>
                                          </p:cBhvr>
                                          <p:tavLst>
                                            <p:tav tm="0">
                                              <p:val>
                                                <p:strVal val="#ppt_x"/>
                                              </p:val>
                                            </p:tav>
                                            <p:tav tm="100000">
                                              <p:val>
                                                <p:strVal val="#ppt_x"/>
                                              </p:val>
                                            </p:tav>
                                          </p:tavLst>
                                        </p:anim>
                                        <p:anim calcmode="lin" valueType="num">
                                          <p:cBhvr additive="base">
                                            <p:cTn id="315" dur="500" fill="hold"/>
                                            <p:tgtEl>
                                              <p:spTgt spid="96"/>
                                            </p:tgtEl>
                                            <p:attrNameLst>
                                              <p:attrName>ppt_y</p:attrName>
                                            </p:attrNameLst>
                                          </p:cBhvr>
                                          <p:tavLst>
                                            <p:tav tm="0">
                                              <p:val>
                                                <p:strVal val="1+#ppt_h/2"/>
                                              </p:val>
                                            </p:tav>
                                            <p:tav tm="100000">
                                              <p:val>
                                                <p:strVal val="#ppt_y"/>
                                              </p:val>
                                            </p:tav>
                                          </p:tavLst>
                                        </p:anim>
                                      </p:childTnLst>
                                    </p:cTn>
                                  </p:par>
                                  <p:par>
                                    <p:cTn id="316" presetID="2" presetClass="entr" presetSubtype="4" fill="hold" grpId="0" nodeType="withEffect">
                                      <p:stCondLst>
                                        <p:cond delay="0"/>
                                      </p:stCondLst>
                                      <p:childTnLst>
                                        <p:set>
                                          <p:cBhvr>
                                            <p:cTn id="317" dur="1" fill="hold">
                                              <p:stCondLst>
                                                <p:cond delay="0"/>
                                              </p:stCondLst>
                                            </p:cTn>
                                            <p:tgtEl>
                                              <p:spTgt spid="97"/>
                                            </p:tgtEl>
                                            <p:attrNameLst>
                                              <p:attrName>style.visibility</p:attrName>
                                            </p:attrNameLst>
                                          </p:cBhvr>
                                          <p:to>
                                            <p:strVal val="visible"/>
                                          </p:to>
                                        </p:set>
                                        <p:anim calcmode="lin" valueType="num">
                                          <p:cBhvr additive="base">
                                            <p:cTn id="318" dur="500" fill="hold"/>
                                            <p:tgtEl>
                                              <p:spTgt spid="97"/>
                                            </p:tgtEl>
                                            <p:attrNameLst>
                                              <p:attrName>ppt_x</p:attrName>
                                            </p:attrNameLst>
                                          </p:cBhvr>
                                          <p:tavLst>
                                            <p:tav tm="0">
                                              <p:val>
                                                <p:strVal val="#ppt_x"/>
                                              </p:val>
                                            </p:tav>
                                            <p:tav tm="100000">
                                              <p:val>
                                                <p:strVal val="#ppt_x"/>
                                              </p:val>
                                            </p:tav>
                                          </p:tavLst>
                                        </p:anim>
                                        <p:anim calcmode="lin" valueType="num">
                                          <p:cBhvr additive="base">
                                            <p:cTn id="319" dur="500" fill="hold"/>
                                            <p:tgtEl>
                                              <p:spTgt spid="97"/>
                                            </p:tgtEl>
                                            <p:attrNameLst>
                                              <p:attrName>ppt_y</p:attrName>
                                            </p:attrNameLst>
                                          </p:cBhvr>
                                          <p:tavLst>
                                            <p:tav tm="0">
                                              <p:val>
                                                <p:strVal val="1+#ppt_h/2"/>
                                              </p:val>
                                            </p:tav>
                                            <p:tav tm="100000">
                                              <p:val>
                                                <p:strVal val="#ppt_y"/>
                                              </p:val>
                                            </p:tav>
                                          </p:tavLst>
                                        </p:anim>
                                      </p:childTnLst>
                                    </p:cTn>
                                  </p:par>
                                  <p:par>
                                    <p:cTn id="320" presetID="2" presetClass="entr" presetSubtype="4" fill="hold" grpId="0" nodeType="withEffect">
                                      <p:stCondLst>
                                        <p:cond delay="0"/>
                                      </p:stCondLst>
                                      <p:childTnLst>
                                        <p:set>
                                          <p:cBhvr>
                                            <p:cTn id="321" dur="1" fill="hold">
                                              <p:stCondLst>
                                                <p:cond delay="0"/>
                                              </p:stCondLst>
                                            </p:cTn>
                                            <p:tgtEl>
                                              <p:spTgt spid="98"/>
                                            </p:tgtEl>
                                            <p:attrNameLst>
                                              <p:attrName>style.visibility</p:attrName>
                                            </p:attrNameLst>
                                          </p:cBhvr>
                                          <p:to>
                                            <p:strVal val="visible"/>
                                          </p:to>
                                        </p:set>
                                        <p:anim calcmode="lin" valueType="num">
                                          <p:cBhvr additive="base">
                                            <p:cTn id="322" dur="500" fill="hold"/>
                                            <p:tgtEl>
                                              <p:spTgt spid="98"/>
                                            </p:tgtEl>
                                            <p:attrNameLst>
                                              <p:attrName>ppt_x</p:attrName>
                                            </p:attrNameLst>
                                          </p:cBhvr>
                                          <p:tavLst>
                                            <p:tav tm="0">
                                              <p:val>
                                                <p:strVal val="#ppt_x"/>
                                              </p:val>
                                            </p:tav>
                                            <p:tav tm="100000">
                                              <p:val>
                                                <p:strVal val="#ppt_x"/>
                                              </p:val>
                                            </p:tav>
                                          </p:tavLst>
                                        </p:anim>
                                        <p:anim calcmode="lin" valueType="num">
                                          <p:cBhvr additive="base">
                                            <p:cTn id="323" dur="500" fill="hold"/>
                                            <p:tgtEl>
                                              <p:spTgt spid="98"/>
                                            </p:tgtEl>
                                            <p:attrNameLst>
                                              <p:attrName>ppt_y</p:attrName>
                                            </p:attrNameLst>
                                          </p:cBhvr>
                                          <p:tavLst>
                                            <p:tav tm="0">
                                              <p:val>
                                                <p:strVal val="1+#ppt_h/2"/>
                                              </p:val>
                                            </p:tav>
                                            <p:tav tm="100000">
                                              <p:val>
                                                <p:strVal val="#ppt_y"/>
                                              </p:val>
                                            </p:tav>
                                          </p:tavLst>
                                        </p:anim>
                                      </p:childTnLst>
                                    </p:cTn>
                                  </p:par>
                                  <p:par>
                                    <p:cTn id="324" presetID="2" presetClass="entr" presetSubtype="4" fill="hold" grpId="0" nodeType="withEffect">
                                      <p:stCondLst>
                                        <p:cond delay="0"/>
                                      </p:stCondLst>
                                      <p:childTnLst>
                                        <p:set>
                                          <p:cBhvr>
                                            <p:cTn id="325" dur="1" fill="hold">
                                              <p:stCondLst>
                                                <p:cond delay="0"/>
                                              </p:stCondLst>
                                            </p:cTn>
                                            <p:tgtEl>
                                              <p:spTgt spid="99"/>
                                            </p:tgtEl>
                                            <p:attrNameLst>
                                              <p:attrName>style.visibility</p:attrName>
                                            </p:attrNameLst>
                                          </p:cBhvr>
                                          <p:to>
                                            <p:strVal val="visible"/>
                                          </p:to>
                                        </p:set>
                                        <p:anim calcmode="lin" valueType="num">
                                          <p:cBhvr additive="base">
                                            <p:cTn id="326" dur="500" fill="hold"/>
                                            <p:tgtEl>
                                              <p:spTgt spid="99"/>
                                            </p:tgtEl>
                                            <p:attrNameLst>
                                              <p:attrName>ppt_x</p:attrName>
                                            </p:attrNameLst>
                                          </p:cBhvr>
                                          <p:tavLst>
                                            <p:tav tm="0">
                                              <p:val>
                                                <p:strVal val="#ppt_x"/>
                                              </p:val>
                                            </p:tav>
                                            <p:tav tm="100000">
                                              <p:val>
                                                <p:strVal val="#ppt_x"/>
                                              </p:val>
                                            </p:tav>
                                          </p:tavLst>
                                        </p:anim>
                                        <p:anim calcmode="lin" valueType="num">
                                          <p:cBhvr additive="base">
                                            <p:cTn id="327" dur="500" fill="hold"/>
                                            <p:tgtEl>
                                              <p:spTgt spid="99"/>
                                            </p:tgtEl>
                                            <p:attrNameLst>
                                              <p:attrName>ppt_y</p:attrName>
                                            </p:attrNameLst>
                                          </p:cBhvr>
                                          <p:tavLst>
                                            <p:tav tm="0">
                                              <p:val>
                                                <p:strVal val="1+#ppt_h/2"/>
                                              </p:val>
                                            </p:tav>
                                            <p:tav tm="100000">
                                              <p:val>
                                                <p:strVal val="#ppt_y"/>
                                              </p:val>
                                            </p:tav>
                                          </p:tavLst>
                                        </p:anim>
                                      </p:childTnLst>
                                    </p:cTn>
                                  </p:par>
                                  <p:par>
                                    <p:cTn id="328" presetID="2" presetClass="entr" presetSubtype="4" fill="hold" grpId="0" nodeType="withEffect">
                                      <p:stCondLst>
                                        <p:cond delay="0"/>
                                      </p:stCondLst>
                                      <p:childTnLst>
                                        <p:set>
                                          <p:cBhvr>
                                            <p:cTn id="329" dur="1" fill="hold">
                                              <p:stCondLst>
                                                <p:cond delay="0"/>
                                              </p:stCondLst>
                                            </p:cTn>
                                            <p:tgtEl>
                                              <p:spTgt spid="100"/>
                                            </p:tgtEl>
                                            <p:attrNameLst>
                                              <p:attrName>style.visibility</p:attrName>
                                            </p:attrNameLst>
                                          </p:cBhvr>
                                          <p:to>
                                            <p:strVal val="visible"/>
                                          </p:to>
                                        </p:set>
                                        <p:anim calcmode="lin" valueType="num">
                                          <p:cBhvr additive="base">
                                            <p:cTn id="330" dur="500" fill="hold"/>
                                            <p:tgtEl>
                                              <p:spTgt spid="100"/>
                                            </p:tgtEl>
                                            <p:attrNameLst>
                                              <p:attrName>ppt_x</p:attrName>
                                            </p:attrNameLst>
                                          </p:cBhvr>
                                          <p:tavLst>
                                            <p:tav tm="0">
                                              <p:val>
                                                <p:strVal val="#ppt_x"/>
                                              </p:val>
                                            </p:tav>
                                            <p:tav tm="100000">
                                              <p:val>
                                                <p:strVal val="#ppt_x"/>
                                              </p:val>
                                            </p:tav>
                                          </p:tavLst>
                                        </p:anim>
                                        <p:anim calcmode="lin" valueType="num">
                                          <p:cBhvr additive="base">
                                            <p:cTn id="331" dur="500" fill="hold"/>
                                            <p:tgtEl>
                                              <p:spTgt spid="100"/>
                                            </p:tgtEl>
                                            <p:attrNameLst>
                                              <p:attrName>ppt_y</p:attrName>
                                            </p:attrNameLst>
                                          </p:cBhvr>
                                          <p:tavLst>
                                            <p:tav tm="0">
                                              <p:val>
                                                <p:strVal val="1+#ppt_h/2"/>
                                              </p:val>
                                            </p:tav>
                                            <p:tav tm="100000">
                                              <p:val>
                                                <p:strVal val="#ppt_y"/>
                                              </p:val>
                                            </p:tav>
                                          </p:tavLst>
                                        </p:anim>
                                      </p:childTnLst>
                                    </p:cTn>
                                  </p:par>
                                  <p:par>
                                    <p:cTn id="332" presetID="2" presetClass="entr" presetSubtype="4" fill="hold" grpId="0" nodeType="withEffect">
                                      <p:stCondLst>
                                        <p:cond delay="0"/>
                                      </p:stCondLst>
                                      <p:childTnLst>
                                        <p:set>
                                          <p:cBhvr>
                                            <p:cTn id="333" dur="1" fill="hold">
                                              <p:stCondLst>
                                                <p:cond delay="0"/>
                                              </p:stCondLst>
                                            </p:cTn>
                                            <p:tgtEl>
                                              <p:spTgt spid="101"/>
                                            </p:tgtEl>
                                            <p:attrNameLst>
                                              <p:attrName>style.visibility</p:attrName>
                                            </p:attrNameLst>
                                          </p:cBhvr>
                                          <p:to>
                                            <p:strVal val="visible"/>
                                          </p:to>
                                        </p:set>
                                        <p:anim calcmode="lin" valueType="num">
                                          <p:cBhvr additive="base">
                                            <p:cTn id="334" dur="500" fill="hold"/>
                                            <p:tgtEl>
                                              <p:spTgt spid="101"/>
                                            </p:tgtEl>
                                            <p:attrNameLst>
                                              <p:attrName>ppt_x</p:attrName>
                                            </p:attrNameLst>
                                          </p:cBhvr>
                                          <p:tavLst>
                                            <p:tav tm="0">
                                              <p:val>
                                                <p:strVal val="#ppt_x"/>
                                              </p:val>
                                            </p:tav>
                                            <p:tav tm="100000">
                                              <p:val>
                                                <p:strVal val="#ppt_x"/>
                                              </p:val>
                                            </p:tav>
                                          </p:tavLst>
                                        </p:anim>
                                        <p:anim calcmode="lin" valueType="num">
                                          <p:cBhvr additive="base">
                                            <p:cTn id="335" dur="500" fill="hold"/>
                                            <p:tgtEl>
                                              <p:spTgt spid="101"/>
                                            </p:tgtEl>
                                            <p:attrNameLst>
                                              <p:attrName>ppt_y</p:attrName>
                                            </p:attrNameLst>
                                          </p:cBhvr>
                                          <p:tavLst>
                                            <p:tav tm="0">
                                              <p:val>
                                                <p:strVal val="1+#ppt_h/2"/>
                                              </p:val>
                                            </p:tav>
                                            <p:tav tm="100000">
                                              <p:val>
                                                <p:strVal val="#ppt_y"/>
                                              </p:val>
                                            </p:tav>
                                          </p:tavLst>
                                        </p:anim>
                                      </p:childTnLst>
                                    </p:cTn>
                                  </p:par>
                                  <p:par>
                                    <p:cTn id="336" presetID="2" presetClass="entr" presetSubtype="4" fill="hold" grpId="0" nodeType="withEffect">
                                      <p:stCondLst>
                                        <p:cond delay="0"/>
                                      </p:stCondLst>
                                      <p:childTnLst>
                                        <p:set>
                                          <p:cBhvr>
                                            <p:cTn id="337" dur="1" fill="hold">
                                              <p:stCondLst>
                                                <p:cond delay="0"/>
                                              </p:stCondLst>
                                            </p:cTn>
                                            <p:tgtEl>
                                              <p:spTgt spid="102"/>
                                            </p:tgtEl>
                                            <p:attrNameLst>
                                              <p:attrName>style.visibility</p:attrName>
                                            </p:attrNameLst>
                                          </p:cBhvr>
                                          <p:to>
                                            <p:strVal val="visible"/>
                                          </p:to>
                                        </p:set>
                                        <p:anim calcmode="lin" valueType="num">
                                          <p:cBhvr additive="base">
                                            <p:cTn id="338" dur="500" fill="hold"/>
                                            <p:tgtEl>
                                              <p:spTgt spid="102"/>
                                            </p:tgtEl>
                                            <p:attrNameLst>
                                              <p:attrName>ppt_x</p:attrName>
                                            </p:attrNameLst>
                                          </p:cBhvr>
                                          <p:tavLst>
                                            <p:tav tm="0">
                                              <p:val>
                                                <p:strVal val="#ppt_x"/>
                                              </p:val>
                                            </p:tav>
                                            <p:tav tm="100000">
                                              <p:val>
                                                <p:strVal val="#ppt_x"/>
                                              </p:val>
                                            </p:tav>
                                          </p:tavLst>
                                        </p:anim>
                                        <p:anim calcmode="lin" valueType="num">
                                          <p:cBhvr additive="base">
                                            <p:cTn id="339" dur="500" fill="hold"/>
                                            <p:tgtEl>
                                              <p:spTgt spid="102"/>
                                            </p:tgtEl>
                                            <p:attrNameLst>
                                              <p:attrName>ppt_y</p:attrName>
                                            </p:attrNameLst>
                                          </p:cBhvr>
                                          <p:tavLst>
                                            <p:tav tm="0">
                                              <p:val>
                                                <p:strVal val="1+#ppt_h/2"/>
                                              </p:val>
                                            </p:tav>
                                            <p:tav tm="100000">
                                              <p:val>
                                                <p:strVal val="#ppt_y"/>
                                              </p:val>
                                            </p:tav>
                                          </p:tavLst>
                                        </p:anim>
                                      </p:childTnLst>
                                    </p:cTn>
                                  </p:par>
                                  <p:par>
                                    <p:cTn id="340" presetID="2" presetClass="entr" presetSubtype="4" fill="hold" grpId="0" nodeType="withEffect">
                                      <p:stCondLst>
                                        <p:cond delay="0"/>
                                      </p:stCondLst>
                                      <p:childTnLst>
                                        <p:set>
                                          <p:cBhvr>
                                            <p:cTn id="341" dur="1" fill="hold">
                                              <p:stCondLst>
                                                <p:cond delay="0"/>
                                              </p:stCondLst>
                                            </p:cTn>
                                            <p:tgtEl>
                                              <p:spTgt spid="103"/>
                                            </p:tgtEl>
                                            <p:attrNameLst>
                                              <p:attrName>style.visibility</p:attrName>
                                            </p:attrNameLst>
                                          </p:cBhvr>
                                          <p:to>
                                            <p:strVal val="visible"/>
                                          </p:to>
                                        </p:set>
                                        <p:anim calcmode="lin" valueType="num">
                                          <p:cBhvr additive="base">
                                            <p:cTn id="342" dur="500" fill="hold"/>
                                            <p:tgtEl>
                                              <p:spTgt spid="103"/>
                                            </p:tgtEl>
                                            <p:attrNameLst>
                                              <p:attrName>ppt_x</p:attrName>
                                            </p:attrNameLst>
                                          </p:cBhvr>
                                          <p:tavLst>
                                            <p:tav tm="0">
                                              <p:val>
                                                <p:strVal val="#ppt_x"/>
                                              </p:val>
                                            </p:tav>
                                            <p:tav tm="100000">
                                              <p:val>
                                                <p:strVal val="#ppt_x"/>
                                              </p:val>
                                            </p:tav>
                                          </p:tavLst>
                                        </p:anim>
                                        <p:anim calcmode="lin" valueType="num">
                                          <p:cBhvr additive="base">
                                            <p:cTn id="343" dur="500" fill="hold"/>
                                            <p:tgtEl>
                                              <p:spTgt spid="103"/>
                                            </p:tgtEl>
                                            <p:attrNameLst>
                                              <p:attrName>ppt_y</p:attrName>
                                            </p:attrNameLst>
                                          </p:cBhvr>
                                          <p:tavLst>
                                            <p:tav tm="0">
                                              <p:val>
                                                <p:strVal val="1+#ppt_h/2"/>
                                              </p:val>
                                            </p:tav>
                                            <p:tav tm="100000">
                                              <p:val>
                                                <p:strVal val="#ppt_y"/>
                                              </p:val>
                                            </p:tav>
                                          </p:tavLst>
                                        </p:anim>
                                      </p:childTnLst>
                                    </p:cTn>
                                  </p:par>
                                </p:childTnLst>
                              </p:cTn>
                            </p:par>
                            <p:par>
                              <p:cTn id="344" fill="hold">
                                <p:stCondLst>
                                  <p:cond delay="2000"/>
                                </p:stCondLst>
                                <p:childTnLst>
                                  <p:par>
                                    <p:cTn id="345" presetID="47" presetClass="entr" presetSubtype="0" fill="hold" grpId="0" nodeType="afterEffect">
                                      <p:stCondLst>
                                        <p:cond delay="0"/>
                                      </p:stCondLst>
                                      <p:childTnLst>
                                        <p:set>
                                          <p:cBhvr>
                                            <p:cTn id="346" dur="1" fill="hold">
                                              <p:stCondLst>
                                                <p:cond delay="0"/>
                                              </p:stCondLst>
                                            </p:cTn>
                                            <p:tgtEl>
                                              <p:spTgt spid="104"/>
                                            </p:tgtEl>
                                            <p:attrNameLst>
                                              <p:attrName>style.visibility</p:attrName>
                                            </p:attrNameLst>
                                          </p:cBhvr>
                                          <p:to>
                                            <p:strVal val="visible"/>
                                          </p:to>
                                        </p:set>
                                        <p:animEffect transition="in" filter="fade">
                                          <p:cBhvr>
                                            <p:cTn id="347" dur="1000"/>
                                            <p:tgtEl>
                                              <p:spTgt spid="104"/>
                                            </p:tgtEl>
                                          </p:cBhvr>
                                        </p:animEffect>
                                        <p:anim calcmode="lin" valueType="num">
                                          <p:cBhvr>
                                            <p:cTn id="348" dur="1000" fill="hold"/>
                                            <p:tgtEl>
                                              <p:spTgt spid="104"/>
                                            </p:tgtEl>
                                            <p:attrNameLst>
                                              <p:attrName>ppt_x</p:attrName>
                                            </p:attrNameLst>
                                          </p:cBhvr>
                                          <p:tavLst>
                                            <p:tav tm="0">
                                              <p:val>
                                                <p:strVal val="#ppt_x"/>
                                              </p:val>
                                            </p:tav>
                                            <p:tav tm="100000">
                                              <p:val>
                                                <p:strVal val="#ppt_x"/>
                                              </p:val>
                                            </p:tav>
                                          </p:tavLst>
                                        </p:anim>
                                        <p:anim calcmode="lin" valueType="num">
                                          <p:cBhvr>
                                            <p:cTn id="349" dur="1000" fill="hold"/>
                                            <p:tgtEl>
                                              <p:spTgt spid="104"/>
                                            </p:tgtEl>
                                            <p:attrNameLst>
                                              <p:attrName>ppt_y</p:attrName>
                                            </p:attrNameLst>
                                          </p:cBhvr>
                                          <p:tavLst>
                                            <p:tav tm="0">
                                              <p:val>
                                                <p:strVal val="#ppt_y-.1"/>
                                              </p:val>
                                            </p:tav>
                                            <p:tav tm="100000">
                                              <p:val>
                                                <p:strVal val="#ppt_y"/>
                                              </p:val>
                                            </p:tav>
                                          </p:tavLst>
                                        </p:anim>
                                      </p:childTnLst>
                                    </p:cTn>
                                  </p:par>
                                </p:childTnLst>
                              </p:cTn>
                            </p:par>
                            <p:par>
                              <p:cTn id="350" fill="hold">
                                <p:stCondLst>
                                  <p:cond delay="3000"/>
                                </p:stCondLst>
                                <p:childTnLst>
                                  <p:par>
                                    <p:cTn id="351" presetID="22" presetClass="entr" presetSubtype="8" fill="hold" nodeType="afterEffect">
                                      <p:stCondLst>
                                        <p:cond delay="0"/>
                                      </p:stCondLst>
                                      <p:childTnLst>
                                        <p:set>
                                          <p:cBhvr>
                                            <p:cTn id="352" dur="1" fill="hold">
                                              <p:stCondLst>
                                                <p:cond delay="0"/>
                                              </p:stCondLst>
                                            </p:cTn>
                                            <p:tgtEl>
                                              <p:spTgt spid="105"/>
                                            </p:tgtEl>
                                            <p:attrNameLst>
                                              <p:attrName>style.visibility</p:attrName>
                                            </p:attrNameLst>
                                          </p:cBhvr>
                                          <p:to>
                                            <p:strVal val="visible"/>
                                          </p:to>
                                        </p:set>
                                        <p:animEffect transition="in" filter="wipe(left)">
                                          <p:cBhvr>
                                            <p:cTn id="353" dur="500"/>
                                            <p:tgtEl>
                                              <p:spTgt spid="105"/>
                                            </p:tgtEl>
                                          </p:cBhvr>
                                        </p:animEffect>
                                      </p:childTnLst>
                                    </p:cTn>
                                  </p:par>
                                </p:childTnLst>
                              </p:cTn>
                            </p:par>
                            <p:par>
                              <p:cTn id="354" fill="hold">
                                <p:stCondLst>
                                  <p:cond delay="3500"/>
                                </p:stCondLst>
                                <p:childTnLst>
                                  <p:par>
                                    <p:cTn id="355" presetID="22" presetClass="entr" presetSubtype="8" fill="hold" grpId="0" nodeType="afterEffect">
                                      <p:stCondLst>
                                        <p:cond delay="0"/>
                                      </p:stCondLst>
                                      <p:childTnLst>
                                        <p:set>
                                          <p:cBhvr>
                                            <p:cTn id="356" dur="1" fill="hold">
                                              <p:stCondLst>
                                                <p:cond delay="0"/>
                                              </p:stCondLst>
                                            </p:cTn>
                                            <p:tgtEl>
                                              <p:spTgt spid="106"/>
                                            </p:tgtEl>
                                            <p:attrNameLst>
                                              <p:attrName>style.visibility</p:attrName>
                                            </p:attrNameLst>
                                          </p:cBhvr>
                                          <p:to>
                                            <p:strVal val="visible"/>
                                          </p:to>
                                        </p:set>
                                        <p:animEffect transition="in" filter="wipe(left)">
                                          <p:cBhvr>
                                            <p:cTn id="357" dur="500"/>
                                            <p:tgtEl>
                                              <p:spTgt spid="106"/>
                                            </p:tgtEl>
                                          </p:cBhvr>
                                        </p:animEffect>
                                      </p:childTnLst>
                                    </p:cTn>
                                  </p:par>
                                  <p:par>
                                    <p:cTn id="358" presetID="22" presetClass="entr" presetSubtype="8" fill="hold" grpId="0" nodeType="withEffect">
                                      <p:stCondLst>
                                        <p:cond delay="0"/>
                                      </p:stCondLst>
                                      <p:childTnLst>
                                        <p:set>
                                          <p:cBhvr>
                                            <p:cTn id="359" dur="1" fill="hold">
                                              <p:stCondLst>
                                                <p:cond delay="0"/>
                                              </p:stCondLst>
                                            </p:cTn>
                                            <p:tgtEl>
                                              <p:spTgt spid="107"/>
                                            </p:tgtEl>
                                            <p:attrNameLst>
                                              <p:attrName>style.visibility</p:attrName>
                                            </p:attrNameLst>
                                          </p:cBhvr>
                                          <p:to>
                                            <p:strVal val="visible"/>
                                          </p:to>
                                        </p:set>
                                        <p:animEffect transition="in" filter="wipe(left)">
                                          <p:cBhvr>
                                            <p:cTn id="360" dur="500"/>
                                            <p:tgtEl>
                                              <p:spTgt spid="107"/>
                                            </p:tgtEl>
                                          </p:cBhvr>
                                        </p:animEffect>
                                      </p:childTnLst>
                                    </p:cTn>
                                  </p:par>
                                </p:childTnLst>
                              </p:cTn>
                            </p:par>
                            <p:par>
                              <p:cTn id="361" fill="hold">
                                <p:stCondLst>
                                  <p:cond delay="4000"/>
                                </p:stCondLst>
                                <p:childTnLst>
                                  <p:par>
                                    <p:cTn id="362" presetID="47" presetClass="entr" presetSubtype="0" fill="hold" grpId="0" nodeType="afterEffect">
                                      <p:stCondLst>
                                        <p:cond delay="0"/>
                                      </p:stCondLst>
                                      <p:childTnLst>
                                        <p:set>
                                          <p:cBhvr>
                                            <p:cTn id="363" dur="1" fill="hold">
                                              <p:stCondLst>
                                                <p:cond delay="0"/>
                                              </p:stCondLst>
                                            </p:cTn>
                                            <p:tgtEl>
                                              <p:spTgt spid="108"/>
                                            </p:tgtEl>
                                            <p:attrNameLst>
                                              <p:attrName>style.visibility</p:attrName>
                                            </p:attrNameLst>
                                          </p:cBhvr>
                                          <p:to>
                                            <p:strVal val="visible"/>
                                          </p:to>
                                        </p:set>
                                        <p:animEffect transition="in" filter="fade">
                                          <p:cBhvr>
                                            <p:cTn id="364" dur="1000"/>
                                            <p:tgtEl>
                                              <p:spTgt spid="108"/>
                                            </p:tgtEl>
                                          </p:cBhvr>
                                        </p:animEffect>
                                        <p:anim calcmode="lin" valueType="num">
                                          <p:cBhvr>
                                            <p:cTn id="365" dur="1000" fill="hold"/>
                                            <p:tgtEl>
                                              <p:spTgt spid="108"/>
                                            </p:tgtEl>
                                            <p:attrNameLst>
                                              <p:attrName>ppt_x</p:attrName>
                                            </p:attrNameLst>
                                          </p:cBhvr>
                                          <p:tavLst>
                                            <p:tav tm="0">
                                              <p:val>
                                                <p:strVal val="#ppt_x"/>
                                              </p:val>
                                            </p:tav>
                                            <p:tav tm="100000">
                                              <p:val>
                                                <p:strVal val="#ppt_x"/>
                                              </p:val>
                                            </p:tav>
                                          </p:tavLst>
                                        </p:anim>
                                        <p:anim calcmode="lin" valueType="num">
                                          <p:cBhvr>
                                            <p:cTn id="366" dur="1000" fill="hold"/>
                                            <p:tgtEl>
                                              <p:spTgt spid="108"/>
                                            </p:tgtEl>
                                            <p:attrNameLst>
                                              <p:attrName>ppt_y</p:attrName>
                                            </p:attrNameLst>
                                          </p:cBhvr>
                                          <p:tavLst>
                                            <p:tav tm="0">
                                              <p:val>
                                                <p:strVal val="#ppt_y-.1"/>
                                              </p:val>
                                            </p:tav>
                                            <p:tav tm="100000">
                                              <p:val>
                                                <p:strVal val="#ppt_y"/>
                                              </p:val>
                                            </p:tav>
                                          </p:tavLst>
                                        </p:anim>
                                      </p:childTnLst>
                                    </p:cTn>
                                  </p:par>
                                </p:childTnLst>
                              </p:cTn>
                            </p:par>
                            <p:par>
                              <p:cTn id="367" fill="hold">
                                <p:stCondLst>
                                  <p:cond delay="5000"/>
                                </p:stCondLst>
                                <p:childTnLst>
                                  <p:par>
                                    <p:cTn id="368" presetID="22" presetClass="entr" presetSubtype="8" fill="hold" nodeType="afterEffect">
                                      <p:stCondLst>
                                        <p:cond delay="0"/>
                                      </p:stCondLst>
                                      <p:childTnLst>
                                        <p:set>
                                          <p:cBhvr>
                                            <p:cTn id="369" dur="1" fill="hold">
                                              <p:stCondLst>
                                                <p:cond delay="0"/>
                                              </p:stCondLst>
                                            </p:cTn>
                                            <p:tgtEl>
                                              <p:spTgt spid="109"/>
                                            </p:tgtEl>
                                            <p:attrNameLst>
                                              <p:attrName>style.visibility</p:attrName>
                                            </p:attrNameLst>
                                          </p:cBhvr>
                                          <p:to>
                                            <p:strVal val="visible"/>
                                          </p:to>
                                        </p:set>
                                        <p:animEffect transition="in" filter="wipe(left)">
                                          <p:cBhvr>
                                            <p:cTn id="370" dur="500"/>
                                            <p:tgtEl>
                                              <p:spTgt spid="109"/>
                                            </p:tgtEl>
                                          </p:cBhvr>
                                        </p:animEffect>
                                      </p:childTnLst>
                                    </p:cTn>
                                  </p:par>
                                </p:childTnLst>
                              </p:cTn>
                            </p:par>
                            <p:par>
                              <p:cTn id="371" fill="hold">
                                <p:stCondLst>
                                  <p:cond delay="5500"/>
                                </p:stCondLst>
                                <p:childTnLst>
                                  <p:par>
                                    <p:cTn id="372" presetID="22" presetClass="entr" presetSubtype="8" fill="hold" grpId="0" nodeType="afterEffect">
                                      <p:stCondLst>
                                        <p:cond delay="0"/>
                                      </p:stCondLst>
                                      <p:childTnLst>
                                        <p:set>
                                          <p:cBhvr>
                                            <p:cTn id="373" dur="1" fill="hold">
                                              <p:stCondLst>
                                                <p:cond delay="0"/>
                                              </p:stCondLst>
                                            </p:cTn>
                                            <p:tgtEl>
                                              <p:spTgt spid="110"/>
                                            </p:tgtEl>
                                            <p:attrNameLst>
                                              <p:attrName>style.visibility</p:attrName>
                                            </p:attrNameLst>
                                          </p:cBhvr>
                                          <p:to>
                                            <p:strVal val="visible"/>
                                          </p:to>
                                        </p:set>
                                        <p:animEffect transition="in" filter="wipe(left)">
                                          <p:cBhvr>
                                            <p:cTn id="374" dur="500"/>
                                            <p:tgtEl>
                                              <p:spTgt spid="110"/>
                                            </p:tgtEl>
                                          </p:cBhvr>
                                        </p:animEffect>
                                      </p:childTnLst>
                                    </p:cTn>
                                  </p:par>
                                  <p:par>
                                    <p:cTn id="375" presetID="22" presetClass="entr" presetSubtype="8" fill="hold" grpId="0" nodeType="withEffect">
                                      <p:stCondLst>
                                        <p:cond delay="0"/>
                                      </p:stCondLst>
                                      <p:childTnLst>
                                        <p:set>
                                          <p:cBhvr>
                                            <p:cTn id="376" dur="1" fill="hold">
                                              <p:stCondLst>
                                                <p:cond delay="0"/>
                                              </p:stCondLst>
                                            </p:cTn>
                                            <p:tgtEl>
                                              <p:spTgt spid="111"/>
                                            </p:tgtEl>
                                            <p:attrNameLst>
                                              <p:attrName>style.visibility</p:attrName>
                                            </p:attrNameLst>
                                          </p:cBhvr>
                                          <p:to>
                                            <p:strVal val="visible"/>
                                          </p:to>
                                        </p:set>
                                        <p:animEffect transition="in" filter="wipe(left)">
                                          <p:cBhvr>
                                            <p:cTn id="377" dur="500"/>
                                            <p:tgtEl>
                                              <p:spTgt spid="111"/>
                                            </p:tgtEl>
                                          </p:cBhvr>
                                        </p:animEffect>
                                      </p:childTnLst>
                                    </p:cTn>
                                  </p:par>
                                </p:childTnLst>
                              </p:cTn>
                            </p:par>
                            <p:par>
                              <p:cTn id="378" fill="hold">
                                <p:stCondLst>
                                  <p:cond delay="6000"/>
                                </p:stCondLst>
                                <p:childTnLst>
                                  <p:par>
                                    <p:cTn id="379" presetID="47" presetClass="entr" presetSubtype="0" fill="hold" grpId="0" nodeType="afterEffect">
                                      <p:stCondLst>
                                        <p:cond delay="0"/>
                                      </p:stCondLst>
                                      <p:childTnLst>
                                        <p:set>
                                          <p:cBhvr>
                                            <p:cTn id="380" dur="1" fill="hold">
                                              <p:stCondLst>
                                                <p:cond delay="0"/>
                                              </p:stCondLst>
                                            </p:cTn>
                                            <p:tgtEl>
                                              <p:spTgt spid="112"/>
                                            </p:tgtEl>
                                            <p:attrNameLst>
                                              <p:attrName>style.visibility</p:attrName>
                                            </p:attrNameLst>
                                          </p:cBhvr>
                                          <p:to>
                                            <p:strVal val="visible"/>
                                          </p:to>
                                        </p:set>
                                        <p:animEffect transition="in" filter="fade">
                                          <p:cBhvr>
                                            <p:cTn id="381" dur="1000"/>
                                            <p:tgtEl>
                                              <p:spTgt spid="112"/>
                                            </p:tgtEl>
                                          </p:cBhvr>
                                        </p:animEffect>
                                        <p:anim calcmode="lin" valueType="num">
                                          <p:cBhvr>
                                            <p:cTn id="382" dur="1000" fill="hold"/>
                                            <p:tgtEl>
                                              <p:spTgt spid="112"/>
                                            </p:tgtEl>
                                            <p:attrNameLst>
                                              <p:attrName>ppt_x</p:attrName>
                                            </p:attrNameLst>
                                          </p:cBhvr>
                                          <p:tavLst>
                                            <p:tav tm="0">
                                              <p:val>
                                                <p:strVal val="#ppt_x"/>
                                              </p:val>
                                            </p:tav>
                                            <p:tav tm="100000">
                                              <p:val>
                                                <p:strVal val="#ppt_x"/>
                                              </p:val>
                                            </p:tav>
                                          </p:tavLst>
                                        </p:anim>
                                        <p:anim calcmode="lin" valueType="num">
                                          <p:cBhvr>
                                            <p:cTn id="383" dur="1000" fill="hold"/>
                                            <p:tgtEl>
                                              <p:spTgt spid="112"/>
                                            </p:tgtEl>
                                            <p:attrNameLst>
                                              <p:attrName>ppt_y</p:attrName>
                                            </p:attrNameLst>
                                          </p:cBhvr>
                                          <p:tavLst>
                                            <p:tav tm="0">
                                              <p:val>
                                                <p:strVal val="#ppt_y-.1"/>
                                              </p:val>
                                            </p:tav>
                                            <p:tav tm="100000">
                                              <p:val>
                                                <p:strVal val="#ppt_y"/>
                                              </p:val>
                                            </p:tav>
                                          </p:tavLst>
                                        </p:anim>
                                      </p:childTnLst>
                                    </p:cTn>
                                  </p:par>
                                </p:childTnLst>
                              </p:cTn>
                            </p:par>
                            <p:par>
                              <p:cTn id="384" fill="hold">
                                <p:stCondLst>
                                  <p:cond delay="7000"/>
                                </p:stCondLst>
                                <p:childTnLst>
                                  <p:par>
                                    <p:cTn id="385" presetID="22" presetClass="entr" presetSubtype="8" fill="hold" nodeType="afterEffect">
                                      <p:stCondLst>
                                        <p:cond delay="0"/>
                                      </p:stCondLst>
                                      <p:childTnLst>
                                        <p:set>
                                          <p:cBhvr>
                                            <p:cTn id="386" dur="1" fill="hold">
                                              <p:stCondLst>
                                                <p:cond delay="0"/>
                                              </p:stCondLst>
                                            </p:cTn>
                                            <p:tgtEl>
                                              <p:spTgt spid="113"/>
                                            </p:tgtEl>
                                            <p:attrNameLst>
                                              <p:attrName>style.visibility</p:attrName>
                                            </p:attrNameLst>
                                          </p:cBhvr>
                                          <p:to>
                                            <p:strVal val="visible"/>
                                          </p:to>
                                        </p:set>
                                        <p:animEffect transition="in" filter="wipe(left)">
                                          <p:cBhvr>
                                            <p:cTn id="387" dur="500"/>
                                            <p:tgtEl>
                                              <p:spTgt spid="113"/>
                                            </p:tgtEl>
                                          </p:cBhvr>
                                        </p:animEffect>
                                      </p:childTnLst>
                                    </p:cTn>
                                  </p:par>
                                </p:childTnLst>
                              </p:cTn>
                            </p:par>
                            <p:par>
                              <p:cTn id="388" fill="hold">
                                <p:stCondLst>
                                  <p:cond delay="7500"/>
                                </p:stCondLst>
                                <p:childTnLst>
                                  <p:par>
                                    <p:cTn id="389" presetID="22" presetClass="entr" presetSubtype="8" fill="hold" grpId="0" nodeType="afterEffect">
                                      <p:stCondLst>
                                        <p:cond delay="0"/>
                                      </p:stCondLst>
                                      <p:childTnLst>
                                        <p:set>
                                          <p:cBhvr>
                                            <p:cTn id="390" dur="1" fill="hold">
                                              <p:stCondLst>
                                                <p:cond delay="0"/>
                                              </p:stCondLst>
                                            </p:cTn>
                                            <p:tgtEl>
                                              <p:spTgt spid="114"/>
                                            </p:tgtEl>
                                            <p:attrNameLst>
                                              <p:attrName>style.visibility</p:attrName>
                                            </p:attrNameLst>
                                          </p:cBhvr>
                                          <p:to>
                                            <p:strVal val="visible"/>
                                          </p:to>
                                        </p:set>
                                        <p:animEffect transition="in" filter="wipe(left)">
                                          <p:cBhvr>
                                            <p:cTn id="391" dur="500"/>
                                            <p:tgtEl>
                                              <p:spTgt spid="114"/>
                                            </p:tgtEl>
                                          </p:cBhvr>
                                        </p:animEffect>
                                      </p:childTnLst>
                                    </p:cTn>
                                  </p:par>
                                  <p:par>
                                    <p:cTn id="392" presetID="22" presetClass="entr" presetSubtype="8" fill="hold" grpId="0" nodeType="withEffect">
                                      <p:stCondLst>
                                        <p:cond delay="0"/>
                                      </p:stCondLst>
                                      <p:childTnLst>
                                        <p:set>
                                          <p:cBhvr>
                                            <p:cTn id="393" dur="1" fill="hold">
                                              <p:stCondLst>
                                                <p:cond delay="0"/>
                                              </p:stCondLst>
                                            </p:cTn>
                                            <p:tgtEl>
                                              <p:spTgt spid="115"/>
                                            </p:tgtEl>
                                            <p:attrNameLst>
                                              <p:attrName>style.visibility</p:attrName>
                                            </p:attrNameLst>
                                          </p:cBhvr>
                                          <p:to>
                                            <p:strVal val="visible"/>
                                          </p:to>
                                        </p:set>
                                        <p:animEffect transition="in" filter="wipe(left)">
                                          <p:cBhvr>
                                            <p:cTn id="394" dur="500"/>
                                            <p:tgtEl>
                                              <p:spTgt spid="115"/>
                                            </p:tgtEl>
                                          </p:cBhvr>
                                        </p:animEffect>
                                      </p:childTnLst>
                                    </p:cTn>
                                  </p:par>
                                  <p:par>
                                    <p:cTn id="395" presetID="2" presetClass="entr" presetSubtype="1" fill="hold" grpId="0" nodeType="withEffect">
                                      <p:stCondLst>
                                        <p:cond delay="0"/>
                                      </p:stCondLst>
                                      <p:childTnLst>
                                        <p:set>
                                          <p:cBhvr>
                                            <p:cTn id="396" dur="1" fill="hold">
                                              <p:stCondLst>
                                                <p:cond delay="0"/>
                                              </p:stCondLst>
                                            </p:cTn>
                                            <p:tgtEl>
                                              <p:spTgt spid="122"/>
                                            </p:tgtEl>
                                            <p:attrNameLst>
                                              <p:attrName>style.visibility</p:attrName>
                                            </p:attrNameLst>
                                          </p:cBhvr>
                                          <p:to>
                                            <p:strVal val="visible"/>
                                          </p:to>
                                        </p:set>
                                        <p:anim calcmode="lin" valueType="num">
                                          <p:cBhvr additive="base">
                                            <p:cTn id="397" dur="1000" fill="hold"/>
                                            <p:tgtEl>
                                              <p:spTgt spid="122"/>
                                            </p:tgtEl>
                                            <p:attrNameLst>
                                              <p:attrName>ppt_x</p:attrName>
                                            </p:attrNameLst>
                                          </p:cBhvr>
                                          <p:tavLst>
                                            <p:tav tm="0">
                                              <p:val>
                                                <p:strVal val="#ppt_x"/>
                                              </p:val>
                                            </p:tav>
                                            <p:tav tm="100000">
                                              <p:val>
                                                <p:strVal val="#ppt_x"/>
                                              </p:val>
                                            </p:tav>
                                          </p:tavLst>
                                        </p:anim>
                                        <p:anim calcmode="lin" valueType="num">
                                          <p:cBhvr additive="base">
                                            <p:cTn id="398" dur="1000" fill="hold"/>
                                            <p:tgtEl>
                                              <p:spTgt spid="122"/>
                                            </p:tgtEl>
                                            <p:attrNameLst>
                                              <p:attrName>ppt_y</p:attrName>
                                            </p:attrNameLst>
                                          </p:cBhvr>
                                          <p:tavLst>
                                            <p:tav tm="0">
                                              <p:val>
                                                <p:strVal val="0-#ppt_h/2"/>
                                              </p:val>
                                            </p:tav>
                                            <p:tav tm="100000">
                                              <p:val>
                                                <p:strVal val="#ppt_y"/>
                                              </p:val>
                                            </p:tav>
                                          </p:tavLst>
                                        </p:anim>
                                      </p:childTnLst>
                                    </p:cTn>
                                  </p:par>
                                </p:childTnLst>
                              </p:cTn>
                            </p:par>
                            <p:par>
                              <p:cTn id="399" fill="hold">
                                <p:stCondLst>
                                  <p:cond delay="8500"/>
                                </p:stCondLst>
                                <p:childTnLst>
                                  <p:par>
                                    <p:cTn id="400" presetID="22" presetClass="entr" presetSubtype="8" fill="hold" nodeType="afterEffect">
                                      <p:stCondLst>
                                        <p:cond delay="0"/>
                                      </p:stCondLst>
                                      <p:childTnLst>
                                        <p:set>
                                          <p:cBhvr>
                                            <p:cTn id="401" dur="1" fill="hold">
                                              <p:stCondLst>
                                                <p:cond delay="0"/>
                                              </p:stCondLst>
                                            </p:cTn>
                                            <p:tgtEl>
                                              <p:spTgt spid="123"/>
                                            </p:tgtEl>
                                            <p:attrNameLst>
                                              <p:attrName>style.visibility</p:attrName>
                                            </p:attrNameLst>
                                          </p:cBhvr>
                                          <p:to>
                                            <p:strVal val="visible"/>
                                          </p:to>
                                        </p:set>
                                        <p:animEffect transition="in" filter="wipe(left)">
                                          <p:cBhvr>
                                            <p:cTn id="402" dur="5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45" grpId="0" animBg="1"/>
          <p:bldP spid="46" grpId="0" animBg="1"/>
          <p:bldP spid="47" grpId="0" animBg="1"/>
          <p:bldP spid="48" grpId="0" animBg="1"/>
          <p:bldP spid="49" grpId="0" animBg="1"/>
          <p:bldP spid="50" grpId="0" animBg="1"/>
          <p:bldP spid="51" grpId="0" animBg="1"/>
          <p:bldP spid="52" grpId="0" animBg="1"/>
          <p:bldP spid="53"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6" grpId="0"/>
          <p:bldP spid="107" grpId="0"/>
          <p:bldP spid="108" grpId="0" animBg="1"/>
          <p:bldP spid="110" grpId="0"/>
          <p:bldP spid="111" grpId="0"/>
          <p:bldP spid="112" grpId="0" animBg="1"/>
          <p:bldP spid="114" grpId="0"/>
          <p:bldP spid="115" grpId="0"/>
          <p:bldP spid="122" grpId="0"/>
        </p:bldLst>
      </p:timing>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65D6A14D-7820-4FB5-A60C-365A8B2C73F2}"/>
              </a:ext>
            </a:extLst>
          </p:cNvPr>
          <p:cNvSpPr/>
          <p:nvPr/>
        </p:nvSpPr>
        <p:spPr>
          <a:xfrm>
            <a:off x="1068393" y="851994"/>
            <a:ext cx="10001627" cy="5225035"/>
          </a:xfrm>
          <a:prstGeom prst="roundRect">
            <a:avLst>
              <a:gd name="adj" fmla="val 5588"/>
            </a:avLst>
          </a:prstGeom>
          <a:ln w="28575">
            <a:gradFill>
              <a:gsLst>
                <a:gs pos="0">
                  <a:schemeClr val="accent1">
                    <a:lumMod val="60000"/>
                    <a:lumOff val="40000"/>
                  </a:schemeClr>
                </a:gs>
                <a:gs pos="100000">
                  <a:srgbClr val="73C4A8"/>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nvGrpSpPr>
          <p:cNvPr id="3" name="组合 2">
            <a:extLst>
              <a:ext uri="{FF2B5EF4-FFF2-40B4-BE49-F238E27FC236}">
                <a16:creationId xmlns:a16="http://schemas.microsoft.com/office/drawing/2014/main" id="{448E0BD4-D0F5-8343-8D04-EB94DD983E42}"/>
              </a:ext>
            </a:extLst>
          </p:cNvPr>
          <p:cNvGrpSpPr/>
          <p:nvPr/>
        </p:nvGrpSpPr>
        <p:grpSpPr>
          <a:xfrm>
            <a:off x="9545543" y="-1598156"/>
            <a:ext cx="4170152" cy="6281292"/>
            <a:chOff x="3717994" y="411408"/>
            <a:chExt cx="4170152" cy="6281292"/>
          </a:xfrm>
        </p:grpSpPr>
        <p:grpSp>
          <p:nvGrpSpPr>
            <p:cNvPr id="11" name="组合 10">
              <a:extLst>
                <a:ext uri="{FF2B5EF4-FFF2-40B4-BE49-F238E27FC236}">
                  <a16:creationId xmlns:a16="http://schemas.microsoft.com/office/drawing/2014/main" id="{5806B4EA-A4C8-CF48-8D7D-35FDF8D91047}"/>
                </a:ext>
              </a:extLst>
            </p:cNvPr>
            <p:cNvGrpSpPr/>
            <p:nvPr/>
          </p:nvGrpSpPr>
          <p:grpSpPr>
            <a:xfrm>
              <a:off x="3717994" y="411408"/>
              <a:ext cx="2370571" cy="2407036"/>
              <a:chOff x="4558086" y="3649207"/>
              <a:chExt cx="2153920" cy="2187052"/>
            </a:xfrm>
            <a:effectLst>
              <a:outerShdw blurRad="152400" dist="101600" dir="5400000" algn="t" rotWithShape="0">
                <a:prstClr val="black">
                  <a:alpha val="20000"/>
                </a:prstClr>
              </a:outerShdw>
            </a:effectLst>
          </p:grpSpPr>
          <p:sp>
            <p:nvSpPr>
              <p:cNvPr id="24" name="圆角矩形 23">
                <a:extLst>
                  <a:ext uri="{FF2B5EF4-FFF2-40B4-BE49-F238E27FC236}">
                    <a16:creationId xmlns:a16="http://schemas.microsoft.com/office/drawing/2014/main" id="{B9833350-1919-0348-A987-E13EE4532505}"/>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5" name="圆角矩形 24">
                <a:extLst>
                  <a:ext uri="{FF2B5EF4-FFF2-40B4-BE49-F238E27FC236}">
                    <a16:creationId xmlns:a16="http://schemas.microsoft.com/office/drawing/2014/main" id="{24857D40-F033-D04D-85D7-C1FAA8F382E2}"/>
                  </a:ext>
                </a:extLst>
              </p:cNvPr>
              <p:cNvSpPr/>
              <p:nvPr/>
            </p:nvSpPr>
            <p:spPr>
              <a:xfrm rot="2700000">
                <a:off x="4558086" y="3649207"/>
                <a:ext cx="2153920" cy="215392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3" name="圆角矩形 22">
              <a:extLst>
                <a:ext uri="{FF2B5EF4-FFF2-40B4-BE49-F238E27FC236}">
                  <a16:creationId xmlns:a16="http://schemas.microsoft.com/office/drawing/2014/main" id="{C60F0DF7-61DD-864D-920A-60F4DE837954}"/>
                </a:ext>
              </a:extLst>
            </p:cNvPr>
            <p:cNvSpPr/>
            <p:nvPr/>
          </p:nvSpPr>
          <p:spPr>
            <a:xfrm rot="2700000">
              <a:off x="3883957" y="3539586"/>
              <a:ext cx="1339705" cy="1339706"/>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4557" sy="104557" algn="ctr" rotWithShape="0">
                <a:srgbClr val="000000">
                  <a:alpha val="2079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1" name="圆角矩形 20">
              <a:extLst>
                <a:ext uri="{FF2B5EF4-FFF2-40B4-BE49-F238E27FC236}">
                  <a16:creationId xmlns:a16="http://schemas.microsoft.com/office/drawing/2014/main" id="{49D9005B-5A9A-FA45-A743-D7C3C0A032E1}"/>
                </a:ext>
              </a:extLst>
            </p:cNvPr>
            <p:cNvSpPr/>
            <p:nvPr/>
          </p:nvSpPr>
          <p:spPr>
            <a:xfrm rot="2700000">
              <a:off x="5499828" y="4304382"/>
              <a:ext cx="2388318" cy="2388318"/>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6" name="圆角矩形 15">
              <a:extLst>
                <a:ext uri="{FF2B5EF4-FFF2-40B4-BE49-F238E27FC236}">
                  <a16:creationId xmlns:a16="http://schemas.microsoft.com/office/drawing/2014/main" id="{3869F244-6621-2548-A376-D0C871EF6C55}"/>
                </a:ext>
              </a:extLst>
            </p:cNvPr>
            <p:cNvSpPr/>
            <p:nvPr/>
          </p:nvSpPr>
          <p:spPr>
            <a:xfrm rot="2700000">
              <a:off x="4020030" y="1250573"/>
              <a:ext cx="926749" cy="926749"/>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5" name="圆角矩形 4">
            <a:extLst>
              <a:ext uri="{FF2B5EF4-FFF2-40B4-BE49-F238E27FC236}">
                <a16:creationId xmlns:a16="http://schemas.microsoft.com/office/drawing/2014/main" id="{0942832B-E97D-3540-A242-EF3FD3AC4A10}"/>
              </a:ext>
            </a:extLst>
          </p:cNvPr>
          <p:cNvSpPr/>
          <p:nvPr/>
        </p:nvSpPr>
        <p:spPr>
          <a:xfrm rot="2700000">
            <a:off x="11014408" y="1185396"/>
            <a:ext cx="1326000" cy="1326000"/>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圆角矩形 5">
            <a:extLst>
              <a:ext uri="{FF2B5EF4-FFF2-40B4-BE49-F238E27FC236}">
                <a16:creationId xmlns:a16="http://schemas.microsoft.com/office/drawing/2014/main" id="{7C6B43C2-7769-4E42-89A9-DE1266B20A61}"/>
              </a:ext>
            </a:extLst>
          </p:cNvPr>
          <p:cNvSpPr/>
          <p:nvPr/>
        </p:nvSpPr>
        <p:spPr>
          <a:xfrm rot="2700000">
            <a:off x="11542990" y="-1335952"/>
            <a:ext cx="2431927" cy="2431927"/>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7" name="圆角矩形 6">
            <a:extLst>
              <a:ext uri="{FF2B5EF4-FFF2-40B4-BE49-F238E27FC236}">
                <a16:creationId xmlns:a16="http://schemas.microsoft.com/office/drawing/2014/main" id="{0791EB3E-EE23-D64C-A704-5CA550A1B1A4}"/>
              </a:ext>
            </a:extLst>
          </p:cNvPr>
          <p:cNvSpPr/>
          <p:nvPr/>
        </p:nvSpPr>
        <p:spPr>
          <a:xfrm rot="2700000">
            <a:off x="10166618" y="115194"/>
            <a:ext cx="2006594" cy="200659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圆角矩形 8">
            <a:extLst>
              <a:ext uri="{FF2B5EF4-FFF2-40B4-BE49-F238E27FC236}">
                <a16:creationId xmlns:a16="http://schemas.microsoft.com/office/drawing/2014/main" id="{3390F99E-1B53-A542-A669-35903A2E61B1}"/>
              </a:ext>
            </a:extLst>
          </p:cNvPr>
          <p:cNvSpPr/>
          <p:nvPr/>
        </p:nvSpPr>
        <p:spPr>
          <a:xfrm rot="2700000">
            <a:off x="11127653" y="3390680"/>
            <a:ext cx="2343686" cy="234368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27" name="组合 26">
            <a:extLst>
              <a:ext uri="{FF2B5EF4-FFF2-40B4-BE49-F238E27FC236}">
                <a16:creationId xmlns:a16="http://schemas.microsoft.com/office/drawing/2014/main" id="{61B3724B-7D0C-6943-8357-3DADF754F7EE}"/>
              </a:ext>
            </a:extLst>
          </p:cNvPr>
          <p:cNvGrpSpPr/>
          <p:nvPr/>
        </p:nvGrpSpPr>
        <p:grpSpPr>
          <a:xfrm rot="10800000">
            <a:off x="-1980290" y="2447878"/>
            <a:ext cx="3792258" cy="5141347"/>
            <a:chOff x="3673964" y="514459"/>
            <a:chExt cx="4615688" cy="6257712"/>
          </a:xfrm>
        </p:grpSpPr>
        <p:sp>
          <p:nvSpPr>
            <p:cNvPr id="48" name="圆角矩形 47">
              <a:extLst>
                <a:ext uri="{FF2B5EF4-FFF2-40B4-BE49-F238E27FC236}">
                  <a16:creationId xmlns:a16="http://schemas.microsoft.com/office/drawing/2014/main" id="{5ADF889D-63D7-6B43-BC3F-D151F8A7D401}"/>
                </a:ext>
              </a:extLst>
            </p:cNvPr>
            <p:cNvSpPr/>
            <p:nvPr/>
          </p:nvSpPr>
          <p:spPr>
            <a:xfrm rot="2700000">
              <a:off x="3673964" y="514459"/>
              <a:ext cx="2370572" cy="2370571"/>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77" sy="105077"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nvGrpSpPr>
            <p:cNvPr id="35" name="组合 34">
              <a:extLst>
                <a:ext uri="{FF2B5EF4-FFF2-40B4-BE49-F238E27FC236}">
                  <a16:creationId xmlns:a16="http://schemas.microsoft.com/office/drawing/2014/main" id="{35B62E28-F5D5-3042-B362-EB17A85D09FC}"/>
                </a:ext>
              </a:extLst>
            </p:cNvPr>
            <p:cNvGrpSpPr/>
            <p:nvPr/>
          </p:nvGrpSpPr>
          <p:grpSpPr>
            <a:xfrm>
              <a:off x="3815824" y="3534755"/>
              <a:ext cx="1410936" cy="1426571"/>
              <a:chOff x="4558086" y="3542685"/>
              <a:chExt cx="2268440" cy="2293574"/>
            </a:xfrm>
            <a:effectLst>
              <a:outerShdw blurRad="152400" dist="101600" dir="5400000" algn="t" rotWithShape="0">
                <a:prstClr val="black">
                  <a:alpha val="20000"/>
                </a:prstClr>
              </a:outerShdw>
            </a:effectLst>
          </p:grpSpPr>
          <p:sp>
            <p:nvSpPr>
              <p:cNvPr id="45" name="圆角矩形 44">
                <a:extLst>
                  <a:ext uri="{FF2B5EF4-FFF2-40B4-BE49-F238E27FC236}">
                    <a16:creationId xmlns:a16="http://schemas.microsoft.com/office/drawing/2014/main" id="{A7B363CD-DF6C-6F45-82A8-F055C6CB06C3}"/>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6" name="圆角矩形 45">
                <a:extLst>
                  <a:ext uri="{FF2B5EF4-FFF2-40B4-BE49-F238E27FC236}">
                    <a16:creationId xmlns:a16="http://schemas.microsoft.com/office/drawing/2014/main" id="{0EA28BF5-583B-D942-AD64-7E91555AC44D}"/>
                  </a:ext>
                </a:extLst>
              </p:cNvPr>
              <p:cNvSpPr/>
              <p:nvPr/>
            </p:nvSpPr>
            <p:spPr>
              <a:xfrm rot="2700000">
                <a:off x="4672610" y="3542682"/>
                <a:ext cx="2153913" cy="21539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prstClr val="white"/>
                  </a:solidFill>
                  <a:cs typeface="+mn-ea"/>
                  <a:sym typeface="+mn-lt"/>
                </a:endParaRPr>
              </a:p>
            </p:txBody>
          </p:sp>
        </p:grpSp>
        <p:sp>
          <p:nvSpPr>
            <p:cNvPr id="44" name="圆角矩形 43">
              <a:extLst>
                <a:ext uri="{FF2B5EF4-FFF2-40B4-BE49-F238E27FC236}">
                  <a16:creationId xmlns:a16="http://schemas.microsoft.com/office/drawing/2014/main" id="{AADEFE12-BA18-9C49-A26F-3BF288469463}"/>
                </a:ext>
              </a:extLst>
            </p:cNvPr>
            <p:cNvSpPr/>
            <p:nvPr/>
          </p:nvSpPr>
          <p:spPr>
            <a:xfrm rot="2700000">
              <a:off x="5901333" y="4383852"/>
              <a:ext cx="2388319" cy="23883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4565"/>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9" name="圆角矩形 38">
              <a:extLst>
                <a:ext uri="{FF2B5EF4-FFF2-40B4-BE49-F238E27FC236}">
                  <a16:creationId xmlns:a16="http://schemas.microsoft.com/office/drawing/2014/main" id="{8992FD10-A975-F842-8FDB-9BA4EE6726FB}"/>
                </a:ext>
              </a:extLst>
            </p:cNvPr>
            <p:cNvSpPr/>
            <p:nvPr/>
          </p:nvSpPr>
          <p:spPr>
            <a:xfrm rot="2700000">
              <a:off x="4020030" y="1250572"/>
              <a:ext cx="926749" cy="92674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8" name="圆角矩形 27">
            <a:extLst>
              <a:ext uri="{FF2B5EF4-FFF2-40B4-BE49-F238E27FC236}">
                <a16:creationId xmlns:a16="http://schemas.microsoft.com/office/drawing/2014/main" id="{E652E02D-11F8-EA48-B81F-5BE9C8CD3FBC}"/>
              </a:ext>
            </a:extLst>
          </p:cNvPr>
          <p:cNvSpPr/>
          <p:nvPr/>
        </p:nvSpPr>
        <p:spPr>
          <a:xfrm rot="13500000">
            <a:off x="-461099" y="4260894"/>
            <a:ext cx="1089444" cy="1089444"/>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9" name="圆角矩形 28">
            <a:extLst>
              <a:ext uri="{FF2B5EF4-FFF2-40B4-BE49-F238E27FC236}">
                <a16:creationId xmlns:a16="http://schemas.microsoft.com/office/drawing/2014/main" id="{72F04FB4-12EC-294F-9412-C0E27973E90D}"/>
              </a:ext>
            </a:extLst>
          </p:cNvPr>
          <p:cNvSpPr/>
          <p:nvPr/>
        </p:nvSpPr>
        <p:spPr>
          <a:xfrm rot="13500000">
            <a:off x="-1804015" y="5423807"/>
            <a:ext cx="1998076" cy="1998076"/>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0" name="圆角矩形 29">
            <a:extLst>
              <a:ext uri="{FF2B5EF4-FFF2-40B4-BE49-F238E27FC236}">
                <a16:creationId xmlns:a16="http://schemas.microsoft.com/office/drawing/2014/main" id="{6189ABF2-A972-DF4B-9CBD-E6C0E89492C8}"/>
              </a:ext>
            </a:extLst>
          </p:cNvPr>
          <p:cNvSpPr/>
          <p:nvPr/>
        </p:nvSpPr>
        <p:spPr>
          <a:xfrm rot="13500000">
            <a:off x="-323730" y="4580997"/>
            <a:ext cx="1648621" cy="1648621"/>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2" name="圆角矩形 31">
            <a:extLst>
              <a:ext uri="{FF2B5EF4-FFF2-40B4-BE49-F238E27FC236}">
                <a16:creationId xmlns:a16="http://schemas.microsoft.com/office/drawing/2014/main" id="{37EF0788-3176-434D-B8D2-EC58B0543FB0}"/>
              </a:ext>
            </a:extLst>
          </p:cNvPr>
          <p:cNvSpPr/>
          <p:nvPr/>
        </p:nvSpPr>
        <p:spPr>
          <a:xfrm rot="13500000">
            <a:off x="-1390274" y="1612896"/>
            <a:ext cx="1925577" cy="1925577"/>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50" name="文本框 49">
            <a:extLst>
              <a:ext uri="{FF2B5EF4-FFF2-40B4-BE49-F238E27FC236}">
                <a16:creationId xmlns:a16="http://schemas.microsoft.com/office/drawing/2014/main" id="{3F78AFC1-2EA4-4486-B940-8D2113FF290B}"/>
              </a:ext>
            </a:extLst>
          </p:cNvPr>
          <p:cNvSpPr txBox="1"/>
          <p:nvPr/>
        </p:nvSpPr>
        <p:spPr>
          <a:xfrm>
            <a:off x="3578071" y="3104376"/>
            <a:ext cx="4764974" cy="523220"/>
          </a:xfrm>
          <a:prstGeom prst="rect">
            <a:avLst/>
          </a:prstGeom>
          <a:noFill/>
        </p:spPr>
        <p:txBody>
          <a:bodyPr wrap="square" rtlCol="0">
            <a:spAutoFit/>
          </a:bodyPr>
          <a:lstStyle/>
          <a:p>
            <a:pPr lvl="0" algn="dist"/>
            <a:r>
              <a:rPr kumimoji="1" lang="zh-CN" altLang="en-US" sz="2800" b="1" dirty="0">
                <a:solidFill>
                  <a:schemeClr val="accent3">
                    <a:lumMod val="75000"/>
                  </a:schemeClr>
                </a:solidFill>
                <a:latin typeface="微软雅黑" panose="020B0503020204020204" pitchFamily="34" charset="-122"/>
                <a:ea typeface="微软雅黑" panose="020B0503020204020204" pitchFamily="34" charset="-122"/>
                <a:cs typeface="+mn-ea"/>
                <a:sym typeface="+mn-lt"/>
              </a:rPr>
              <a:t>管理端介绍</a:t>
            </a:r>
          </a:p>
        </p:txBody>
      </p:sp>
      <p:cxnSp>
        <p:nvCxnSpPr>
          <p:cNvPr id="52" name="直接连接符 51">
            <a:extLst>
              <a:ext uri="{FF2B5EF4-FFF2-40B4-BE49-F238E27FC236}">
                <a16:creationId xmlns:a16="http://schemas.microsoft.com/office/drawing/2014/main" id="{92D5157D-1228-48CB-B16E-1E7B7F1C0E82}"/>
              </a:ext>
            </a:extLst>
          </p:cNvPr>
          <p:cNvCxnSpPr/>
          <p:nvPr/>
        </p:nvCxnSpPr>
        <p:spPr>
          <a:xfrm>
            <a:off x="4834114" y="2142760"/>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FD93070-3C32-406D-8AC4-67BC75634B70}"/>
              </a:ext>
            </a:extLst>
          </p:cNvPr>
          <p:cNvCxnSpPr/>
          <p:nvPr/>
        </p:nvCxnSpPr>
        <p:spPr>
          <a:xfrm>
            <a:off x="4825784" y="3047395"/>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A18928D5-4AB5-4598-BC1A-79B46ADFFD59}"/>
              </a:ext>
            </a:extLst>
          </p:cNvPr>
          <p:cNvSpPr txBox="1"/>
          <p:nvPr/>
        </p:nvSpPr>
        <p:spPr>
          <a:xfrm>
            <a:off x="4923980" y="2195432"/>
            <a:ext cx="3733281" cy="615553"/>
          </a:xfrm>
          <a:prstGeom prst="rect">
            <a:avLst/>
          </a:prstGeom>
          <a:noFill/>
        </p:spPr>
        <p:txBody>
          <a:bodyPr wrap="square" rtlCol="0">
            <a:spAutoFit/>
          </a:bodyPr>
          <a:lstStyle/>
          <a:p>
            <a:pPr lvl="0">
              <a:defRPr/>
            </a:pPr>
            <a:r>
              <a:rPr lang="en-US" altLang="zh-CN" sz="3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rPr>
              <a:t>PART   03</a:t>
            </a:r>
            <a:endParaRPr lang="zh-CN" altLang="en-US" sz="3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endParaRPr>
          </a:p>
        </p:txBody>
      </p:sp>
      <p:sp>
        <p:nvSpPr>
          <p:cNvPr id="8" name="文本框 7">
            <a:extLst>
              <a:ext uri="{FF2B5EF4-FFF2-40B4-BE49-F238E27FC236}">
                <a16:creationId xmlns:a16="http://schemas.microsoft.com/office/drawing/2014/main" id="{598D41A6-8E99-4C86-BC05-8B910FF55769}"/>
              </a:ext>
            </a:extLst>
          </p:cNvPr>
          <p:cNvSpPr txBox="1"/>
          <p:nvPr/>
        </p:nvSpPr>
        <p:spPr>
          <a:xfrm>
            <a:off x="3394282" y="3916544"/>
            <a:ext cx="5262979" cy="340221"/>
          </a:xfrm>
          <a:prstGeom prst="rect">
            <a:avLst/>
          </a:prstGeom>
          <a:noFill/>
        </p:spPr>
        <p:txBody>
          <a:bodyPr wrap="square" rtlCol="0">
            <a:spAutoFit/>
          </a:bodyPr>
          <a:lstStyle/>
          <a:p>
            <a:pPr lvl="0" algn="ctr">
              <a:lnSpc>
                <a:spcPct val="150000"/>
              </a:lnSpc>
            </a:pPr>
            <a:r>
              <a:rPr lang="en-US" altLang="zh-CN" sz="1200"/>
              <a:t>Unified admin collaboration</a:t>
            </a:r>
            <a:endParaRPr lang="en" altLang="zh-CN" sz="1200" dirty="0">
              <a:solidFill>
                <a:prstClr val="white">
                  <a:lumMod val="50000"/>
                </a:prst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566488608"/>
      </p:ext>
    </p:extLst>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down)">
                                      <p:cBhvr>
                                        <p:cTn id="10" dur="500"/>
                                        <p:tgtEl>
                                          <p:spTgt spid="2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down)">
                                      <p:cBhvr>
                                        <p:cTn id="13" dur="500"/>
                                        <p:tgtEl>
                                          <p:spTgt spid="2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down)">
                                      <p:cBhvr>
                                        <p:cTn id="16" dur="500"/>
                                        <p:tgtEl>
                                          <p:spTgt spid="30"/>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00"/>
                                        <p:tgtEl>
                                          <p:spTgt spid="9"/>
                                        </p:tgtEl>
                                      </p:cBhvr>
                                    </p:animEffect>
                                  </p:childTnLst>
                                </p:cTn>
                              </p:par>
                              <p:par>
                                <p:cTn id="32" presetID="22" presetClass="entr" presetSubtype="4" fill="hold"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down)">
                                      <p:cBhvr>
                                        <p:cTn id="34" dur="500"/>
                                        <p:tgtEl>
                                          <p:spTgt spid="3"/>
                                        </p:tgtEl>
                                      </p:cBhvr>
                                    </p:animEffect>
                                  </p:childTnLst>
                                </p:cTn>
                              </p:par>
                            </p:childTnLst>
                          </p:cTn>
                        </p:par>
                        <p:par>
                          <p:cTn id="35" fill="hold">
                            <p:stCondLst>
                              <p:cond delay="500"/>
                            </p:stCondLst>
                            <p:childTnLst>
                              <p:par>
                                <p:cTn id="36" presetID="22" presetClass="entr" presetSubtype="4" fill="hold" grpId="0"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00"/>
                                        <p:tgtEl>
                                          <p:spTgt spid="4"/>
                                        </p:tgtEl>
                                      </p:cBhvr>
                                    </p:animEffect>
                                  </p:childTnLst>
                                </p:cTn>
                              </p:par>
                              <p:par>
                                <p:cTn id="39" presetID="16" presetClass="entr" presetSubtype="37" fill="hold" nodeType="with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barn(outVertical)">
                                      <p:cBhvr>
                                        <p:cTn id="41" dur="500"/>
                                        <p:tgtEl>
                                          <p:spTgt spid="52"/>
                                        </p:tgtEl>
                                      </p:cBhvr>
                                    </p:animEffect>
                                  </p:childTnLst>
                                </p:cTn>
                              </p:par>
                              <p:par>
                                <p:cTn id="42" presetID="16" presetClass="entr" presetSubtype="37" fill="hold" nodeType="with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barn(outVertical)">
                                      <p:cBhvr>
                                        <p:cTn id="44" dur="500"/>
                                        <p:tgtEl>
                                          <p:spTgt spid="53"/>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barn(inVertical)">
                                      <p:cBhvr>
                                        <p:cTn id="49" dur="500"/>
                                        <p:tgtEl>
                                          <p:spTgt spid="50"/>
                                        </p:tgtEl>
                                      </p:cBhvr>
                                    </p:animEffect>
                                  </p:childTnLst>
                                </p:cTn>
                              </p:par>
                            </p:childTnLst>
                          </p:cTn>
                        </p:par>
                        <p:par>
                          <p:cTn id="50" fill="hold">
                            <p:stCondLst>
                              <p:cond delay="500"/>
                            </p:stCondLst>
                            <p:childTnLst>
                              <p:par>
                                <p:cTn id="51" presetID="16" presetClass="entr" presetSubtype="37"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barn(outVertical)">
                                      <p:cBhvr>
                                        <p:cTn id="53" dur="500"/>
                                        <p:tgtEl>
                                          <p:spTgt spid="31"/>
                                        </p:tgtEl>
                                      </p:cBhvr>
                                    </p:animEffect>
                                  </p:childTnLst>
                                </p:cTn>
                              </p:par>
                            </p:childTnLst>
                          </p:cTn>
                        </p:par>
                        <p:par>
                          <p:cTn id="54" fill="hold">
                            <p:stCondLst>
                              <p:cond delay="1000"/>
                            </p:stCondLst>
                            <p:childTnLst>
                              <p:par>
                                <p:cTn id="55" presetID="2" presetClass="entr" presetSubtype="4" fill="hold" grpId="0" nodeType="after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additive="base">
                                        <p:cTn id="57" dur="500" fill="hold"/>
                                        <p:tgtEl>
                                          <p:spTgt spid="8"/>
                                        </p:tgtEl>
                                        <p:attrNameLst>
                                          <p:attrName>ppt_x</p:attrName>
                                        </p:attrNameLst>
                                      </p:cBhvr>
                                      <p:tavLst>
                                        <p:tav tm="0">
                                          <p:val>
                                            <p:strVal val="#ppt_x"/>
                                          </p:val>
                                        </p:tav>
                                        <p:tav tm="100000">
                                          <p:val>
                                            <p:strVal val="#ppt_x"/>
                                          </p:val>
                                        </p:tav>
                                      </p:tavLst>
                                    </p:anim>
                                    <p:anim calcmode="lin" valueType="num">
                                      <p:cBhvr additive="base">
                                        <p:cTn id="5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28" grpId="0" animBg="1"/>
      <p:bldP spid="29" grpId="0" animBg="1"/>
      <p:bldP spid="30" grpId="0" animBg="1"/>
      <p:bldP spid="32" grpId="0" animBg="1"/>
      <p:bldP spid="50" grpId="0"/>
      <p:bldP spid="31"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871721" y="1456161"/>
            <a:ext cx="710015" cy="771343"/>
            <a:chOff x="3185939" y="1739094"/>
            <a:chExt cx="710200" cy="771543"/>
          </a:xfrm>
        </p:grpSpPr>
        <p:sp>
          <p:nvSpPr>
            <p:cNvPr id="5" name="任意多边形 4"/>
            <p:cNvSpPr/>
            <p:nvPr/>
          </p:nvSpPr>
          <p:spPr>
            <a:xfrm rot="18875383">
              <a:off x="3153448" y="2140008"/>
              <a:ext cx="403120" cy="338138"/>
            </a:xfrm>
            <a:custGeom>
              <a:avLst/>
              <a:gdLst>
                <a:gd name="connsiteX0" fmla="*/ 0 w 284318"/>
                <a:gd name="connsiteY0" fmla="*/ 0 h 164768"/>
                <a:gd name="connsiteX1" fmla="*/ 7916 w 284318"/>
                <a:gd name="connsiteY1" fmla="*/ 0 h 164768"/>
                <a:gd name="connsiteX2" fmla="*/ 36481 w 284318"/>
                <a:gd name="connsiteY2" fmla="*/ 19259 h 164768"/>
                <a:gd name="connsiteX3" fmla="*/ 142159 w 284318"/>
                <a:gd name="connsiteY3" fmla="*/ 40594 h 164768"/>
                <a:gd name="connsiteX4" fmla="*/ 247838 w 284318"/>
                <a:gd name="connsiteY4" fmla="*/ 19259 h 164768"/>
                <a:gd name="connsiteX5" fmla="*/ 276402 w 284318"/>
                <a:gd name="connsiteY5" fmla="*/ 0 h 164768"/>
                <a:gd name="connsiteX6" fmla="*/ 284318 w 284318"/>
                <a:gd name="connsiteY6" fmla="*/ 0 h 164768"/>
                <a:gd name="connsiteX7" fmla="*/ 284318 w 284318"/>
                <a:gd name="connsiteY7" fmla="*/ 164768 h 164768"/>
                <a:gd name="connsiteX8" fmla="*/ 271691 w 284318"/>
                <a:gd name="connsiteY8" fmla="*/ 164768 h 164768"/>
                <a:gd name="connsiteX9" fmla="*/ 247838 w 284318"/>
                <a:gd name="connsiteY9" fmla="*/ 148686 h 164768"/>
                <a:gd name="connsiteX10" fmla="*/ 142159 w 284318"/>
                <a:gd name="connsiteY10" fmla="*/ 127350 h 164768"/>
                <a:gd name="connsiteX11" fmla="*/ 36481 w 284318"/>
                <a:gd name="connsiteY11" fmla="*/ 148686 h 164768"/>
                <a:gd name="connsiteX12" fmla="*/ 12627 w 284318"/>
                <a:gd name="connsiteY12" fmla="*/ 164768 h 164768"/>
                <a:gd name="connsiteX13" fmla="*/ 0 w 284318"/>
                <a:gd name="connsiteY13" fmla="*/ 164768 h 16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4318" h="164768">
                  <a:moveTo>
                    <a:pt x="0" y="0"/>
                  </a:moveTo>
                  <a:lnTo>
                    <a:pt x="7916" y="0"/>
                  </a:lnTo>
                  <a:lnTo>
                    <a:pt x="36481" y="19259"/>
                  </a:lnTo>
                  <a:cubicBezTo>
                    <a:pt x="68962" y="32997"/>
                    <a:pt x="104673" y="40594"/>
                    <a:pt x="142159" y="40594"/>
                  </a:cubicBezTo>
                  <a:cubicBezTo>
                    <a:pt x="179645" y="40594"/>
                    <a:pt x="215356" y="32997"/>
                    <a:pt x="247838" y="19259"/>
                  </a:cubicBezTo>
                  <a:lnTo>
                    <a:pt x="276402" y="0"/>
                  </a:lnTo>
                  <a:lnTo>
                    <a:pt x="284318" y="0"/>
                  </a:lnTo>
                  <a:lnTo>
                    <a:pt x="284318" y="164768"/>
                  </a:lnTo>
                  <a:lnTo>
                    <a:pt x="271691" y="164768"/>
                  </a:lnTo>
                  <a:lnTo>
                    <a:pt x="247838" y="148686"/>
                  </a:lnTo>
                  <a:cubicBezTo>
                    <a:pt x="215356" y="134947"/>
                    <a:pt x="179645" y="127350"/>
                    <a:pt x="142159" y="127350"/>
                  </a:cubicBezTo>
                  <a:cubicBezTo>
                    <a:pt x="104673" y="127350"/>
                    <a:pt x="68962" y="134947"/>
                    <a:pt x="36481" y="148686"/>
                  </a:cubicBezTo>
                  <a:lnTo>
                    <a:pt x="12627" y="164768"/>
                  </a:lnTo>
                  <a:lnTo>
                    <a:pt x="0" y="164768"/>
                  </a:lnTo>
                  <a:close/>
                </a:path>
              </a:pathLst>
            </a:cu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1345" b="1" dirty="0">
                <a:solidFill>
                  <a:srgbClr val="FF0000"/>
                </a:solidFill>
                <a:latin typeface="微软雅黑" panose="020B0503020204020204" pitchFamily="34" charset="-122"/>
                <a:ea typeface="微软雅黑" panose="020B0503020204020204" pitchFamily="34" charset="-122"/>
              </a:endParaRPr>
            </a:p>
          </p:txBody>
        </p:sp>
        <p:sp>
          <p:nvSpPr>
            <p:cNvPr id="6" name="椭圆 5"/>
            <p:cNvSpPr/>
            <p:nvPr/>
          </p:nvSpPr>
          <p:spPr>
            <a:xfrm>
              <a:off x="3343511" y="1739094"/>
              <a:ext cx="552628" cy="552628"/>
            </a:xfrm>
            <a:prstGeom prst="ellipse">
              <a:avLst/>
            </a:prstGeom>
            <a:solidFill>
              <a:schemeClr val="accent1">
                <a:lumMod val="10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rgbClr val="FF0000"/>
                </a:solidFill>
                <a:latin typeface="微软雅黑" panose="020B0503020204020204" pitchFamily="34" charset="-122"/>
                <a:ea typeface="微软雅黑" panose="020B0503020204020204" pitchFamily="34" charset="-122"/>
              </a:endParaRPr>
            </a:p>
          </p:txBody>
        </p:sp>
        <p:sp>
          <p:nvSpPr>
            <p:cNvPr id="7" name="椭圆 6"/>
            <p:cNvSpPr/>
            <p:nvPr/>
          </p:nvSpPr>
          <p:spPr>
            <a:xfrm>
              <a:off x="3393790" y="1789373"/>
              <a:ext cx="452071" cy="45207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rgbClr val="FF0000"/>
                </a:solidFill>
                <a:latin typeface="微软雅黑" panose="020B0503020204020204" pitchFamily="34" charset="-122"/>
                <a:ea typeface="微软雅黑" panose="020B0503020204020204" pitchFamily="34" charset="-122"/>
              </a:endParaRPr>
            </a:p>
          </p:txBody>
        </p:sp>
        <p:sp>
          <p:nvSpPr>
            <p:cNvPr id="8" name="Rectangle 215"/>
            <p:cNvSpPr>
              <a:spLocks noChangeArrowheads="1"/>
            </p:cNvSpPr>
            <p:nvPr/>
          </p:nvSpPr>
          <p:spPr bwMode="auto">
            <a:xfrm>
              <a:off x="3581800" y="2000772"/>
              <a:ext cx="645" cy="645"/>
            </a:xfrm>
            <a:prstGeom prst="rect">
              <a:avLst/>
            </a:prstGeom>
            <a:solidFill>
              <a:srgbClr val="DF53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zh-CN" altLang="en-US" sz="1345" dirty="0">
                <a:solidFill>
                  <a:srgbClr val="FF0000"/>
                </a:solidFill>
                <a:latin typeface="微软雅黑" panose="020B0503020204020204" pitchFamily="34" charset="-122"/>
                <a:ea typeface="微软雅黑" panose="020B0503020204020204" pitchFamily="34" charset="-122"/>
              </a:endParaRPr>
            </a:p>
          </p:txBody>
        </p:sp>
      </p:grpSp>
      <p:sp>
        <p:nvSpPr>
          <p:cNvPr id="9" name="Oval 21"/>
          <p:cNvSpPr/>
          <p:nvPr/>
        </p:nvSpPr>
        <p:spPr>
          <a:xfrm>
            <a:off x="1359839" y="1911271"/>
            <a:ext cx="1932111" cy="1932111"/>
          </a:xfrm>
          <a:prstGeom prst="ellipse">
            <a:avLst/>
          </a:prstGeom>
          <a:solidFill>
            <a:schemeClr val="accent1">
              <a:lumMod val="100000"/>
            </a:schemeClr>
          </a:solidFill>
          <a:ln>
            <a:noFill/>
          </a:ln>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F16D63"/>
              </a:solidFill>
              <a:latin typeface="微软雅黑" panose="020B0503020204020204" pitchFamily="34" charset="-122"/>
              <a:ea typeface="微软雅黑" panose="020B0503020204020204" pitchFamily="34" charset="-122"/>
            </a:endParaRPr>
          </a:p>
        </p:txBody>
      </p:sp>
      <p:sp>
        <p:nvSpPr>
          <p:cNvPr id="11" name="标题 11"/>
          <p:cNvSpPr txBox="1"/>
          <p:nvPr/>
        </p:nvSpPr>
        <p:spPr>
          <a:xfrm>
            <a:off x="3040746" y="1494437"/>
            <a:ext cx="593437" cy="46394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2400">
                <a:solidFill>
                  <a:schemeClr val="accent1">
                    <a:lumMod val="100000"/>
                  </a:schemeClr>
                </a:solidFill>
                <a:latin typeface="微软雅黑" panose="020B0503020204020204" pitchFamily="34" charset="-122"/>
                <a:ea typeface="微软雅黑" panose="020B0503020204020204" pitchFamily="34" charset="-122"/>
              </a:rPr>
              <a:t>01</a:t>
            </a:r>
            <a:endParaRPr lang="zh-CN" altLang="en-US" sz="2400" dirty="0">
              <a:solidFill>
                <a:schemeClr val="accent1">
                  <a:lumMod val="100000"/>
                </a:schemeClr>
              </a:solidFill>
              <a:latin typeface="微软雅黑" panose="020B0503020204020204" pitchFamily="34" charset="-122"/>
              <a:ea typeface="微软雅黑" panose="020B0503020204020204" pitchFamily="34" charset="-122"/>
            </a:endParaRPr>
          </a:p>
        </p:txBody>
      </p:sp>
      <p:grpSp>
        <p:nvGrpSpPr>
          <p:cNvPr id="21" name="组合 20"/>
          <p:cNvGrpSpPr/>
          <p:nvPr/>
        </p:nvGrpSpPr>
        <p:grpSpPr>
          <a:xfrm>
            <a:off x="5227825" y="1456161"/>
            <a:ext cx="710015" cy="771343"/>
            <a:chOff x="3185939" y="1739094"/>
            <a:chExt cx="710200" cy="771543"/>
          </a:xfrm>
        </p:grpSpPr>
        <p:sp>
          <p:nvSpPr>
            <p:cNvPr id="22" name="任意多边形 21"/>
            <p:cNvSpPr/>
            <p:nvPr/>
          </p:nvSpPr>
          <p:spPr>
            <a:xfrm rot="18875383">
              <a:off x="3153448" y="2140008"/>
              <a:ext cx="403120" cy="338138"/>
            </a:xfrm>
            <a:custGeom>
              <a:avLst/>
              <a:gdLst>
                <a:gd name="connsiteX0" fmla="*/ 0 w 284318"/>
                <a:gd name="connsiteY0" fmla="*/ 0 h 164768"/>
                <a:gd name="connsiteX1" fmla="*/ 7916 w 284318"/>
                <a:gd name="connsiteY1" fmla="*/ 0 h 164768"/>
                <a:gd name="connsiteX2" fmla="*/ 36481 w 284318"/>
                <a:gd name="connsiteY2" fmla="*/ 19259 h 164768"/>
                <a:gd name="connsiteX3" fmla="*/ 142159 w 284318"/>
                <a:gd name="connsiteY3" fmla="*/ 40594 h 164768"/>
                <a:gd name="connsiteX4" fmla="*/ 247838 w 284318"/>
                <a:gd name="connsiteY4" fmla="*/ 19259 h 164768"/>
                <a:gd name="connsiteX5" fmla="*/ 276402 w 284318"/>
                <a:gd name="connsiteY5" fmla="*/ 0 h 164768"/>
                <a:gd name="connsiteX6" fmla="*/ 284318 w 284318"/>
                <a:gd name="connsiteY6" fmla="*/ 0 h 164768"/>
                <a:gd name="connsiteX7" fmla="*/ 284318 w 284318"/>
                <a:gd name="connsiteY7" fmla="*/ 164768 h 164768"/>
                <a:gd name="connsiteX8" fmla="*/ 271691 w 284318"/>
                <a:gd name="connsiteY8" fmla="*/ 164768 h 164768"/>
                <a:gd name="connsiteX9" fmla="*/ 247838 w 284318"/>
                <a:gd name="connsiteY9" fmla="*/ 148686 h 164768"/>
                <a:gd name="connsiteX10" fmla="*/ 142159 w 284318"/>
                <a:gd name="connsiteY10" fmla="*/ 127350 h 164768"/>
                <a:gd name="connsiteX11" fmla="*/ 36481 w 284318"/>
                <a:gd name="connsiteY11" fmla="*/ 148686 h 164768"/>
                <a:gd name="connsiteX12" fmla="*/ 12627 w 284318"/>
                <a:gd name="connsiteY12" fmla="*/ 164768 h 164768"/>
                <a:gd name="connsiteX13" fmla="*/ 0 w 284318"/>
                <a:gd name="connsiteY13" fmla="*/ 164768 h 16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4318" h="164768">
                  <a:moveTo>
                    <a:pt x="0" y="0"/>
                  </a:moveTo>
                  <a:lnTo>
                    <a:pt x="7916" y="0"/>
                  </a:lnTo>
                  <a:lnTo>
                    <a:pt x="36481" y="19259"/>
                  </a:lnTo>
                  <a:cubicBezTo>
                    <a:pt x="68962" y="32997"/>
                    <a:pt x="104673" y="40594"/>
                    <a:pt x="142159" y="40594"/>
                  </a:cubicBezTo>
                  <a:cubicBezTo>
                    <a:pt x="179645" y="40594"/>
                    <a:pt x="215356" y="32997"/>
                    <a:pt x="247838" y="19259"/>
                  </a:cubicBezTo>
                  <a:lnTo>
                    <a:pt x="276402" y="0"/>
                  </a:lnTo>
                  <a:lnTo>
                    <a:pt x="284318" y="0"/>
                  </a:lnTo>
                  <a:lnTo>
                    <a:pt x="284318" y="164768"/>
                  </a:lnTo>
                  <a:lnTo>
                    <a:pt x="271691" y="164768"/>
                  </a:lnTo>
                  <a:lnTo>
                    <a:pt x="247838" y="148686"/>
                  </a:lnTo>
                  <a:cubicBezTo>
                    <a:pt x="215356" y="134947"/>
                    <a:pt x="179645" y="127350"/>
                    <a:pt x="142159" y="127350"/>
                  </a:cubicBezTo>
                  <a:cubicBezTo>
                    <a:pt x="104673" y="127350"/>
                    <a:pt x="68962" y="134947"/>
                    <a:pt x="36481" y="148686"/>
                  </a:cubicBezTo>
                  <a:lnTo>
                    <a:pt x="12627" y="164768"/>
                  </a:lnTo>
                  <a:lnTo>
                    <a:pt x="0" y="164768"/>
                  </a:lnTo>
                  <a:close/>
                </a:path>
              </a:pathLst>
            </a:cu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1345"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3" name="椭圆 22"/>
            <p:cNvSpPr/>
            <p:nvPr/>
          </p:nvSpPr>
          <p:spPr>
            <a:xfrm>
              <a:off x="3343511" y="1739094"/>
              <a:ext cx="552628" cy="552628"/>
            </a:xfrm>
            <a:prstGeom prst="ellipse">
              <a:avLst/>
            </a:prstGeom>
            <a:solidFill>
              <a:schemeClr val="accent1">
                <a:lumMod val="10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4" name="椭圆 23"/>
            <p:cNvSpPr/>
            <p:nvPr/>
          </p:nvSpPr>
          <p:spPr>
            <a:xfrm>
              <a:off x="3393790" y="1789373"/>
              <a:ext cx="452071" cy="45207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5" name="Rectangle 215"/>
            <p:cNvSpPr>
              <a:spLocks noChangeArrowheads="1"/>
            </p:cNvSpPr>
            <p:nvPr/>
          </p:nvSpPr>
          <p:spPr bwMode="auto">
            <a:xfrm>
              <a:off x="3581800" y="2000772"/>
              <a:ext cx="645" cy="645"/>
            </a:xfrm>
            <a:prstGeom prst="rect">
              <a:avLst/>
            </a:prstGeom>
            <a:solidFill>
              <a:srgbClr val="DF53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26" name="Oval 21"/>
          <p:cNvSpPr/>
          <p:nvPr/>
        </p:nvSpPr>
        <p:spPr>
          <a:xfrm>
            <a:off x="3715943" y="1911271"/>
            <a:ext cx="1932111" cy="1932111"/>
          </a:xfrm>
          <a:prstGeom prst="ellipse">
            <a:avLst/>
          </a:prstGeom>
          <a:solidFill>
            <a:schemeClr val="accent1">
              <a:lumMod val="100000"/>
            </a:schemeClr>
          </a:solidFill>
          <a:ln>
            <a:noFill/>
          </a:ln>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F16D63"/>
              </a:solidFill>
              <a:latin typeface="微软雅黑" panose="020B0503020204020204" pitchFamily="34" charset="-122"/>
              <a:ea typeface="微软雅黑" panose="020B0503020204020204" pitchFamily="34" charset="-122"/>
            </a:endParaRPr>
          </a:p>
        </p:txBody>
      </p:sp>
      <p:sp>
        <p:nvSpPr>
          <p:cNvPr id="28" name="标题 11"/>
          <p:cNvSpPr txBox="1"/>
          <p:nvPr/>
        </p:nvSpPr>
        <p:spPr>
          <a:xfrm>
            <a:off x="5396850" y="1494437"/>
            <a:ext cx="593437" cy="46394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2400">
                <a:solidFill>
                  <a:schemeClr val="accent1">
                    <a:lumMod val="100000"/>
                  </a:schemeClr>
                </a:solidFill>
                <a:latin typeface="微软雅黑" panose="020B0503020204020204" pitchFamily="34" charset="-122"/>
                <a:ea typeface="微软雅黑" panose="020B0503020204020204" pitchFamily="34" charset="-122"/>
              </a:rPr>
              <a:t>02</a:t>
            </a:r>
            <a:endParaRPr lang="zh-CN" altLang="en-US" sz="2400" dirty="0">
              <a:solidFill>
                <a:schemeClr val="accent1">
                  <a:lumMod val="100000"/>
                </a:schemeClr>
              </a:solidFill>
              <a:latin typeface="微软雅黑" panose="020B0503020204020204" pitchFamily="34" charset="-122"/>
              <a:ea typeface="微软雅黑" panose="020B0503020204020204" pitchFamily="34" charset="-122"/>
            </a:endParaRPr>
          </a:p>
        </p:txBody>
      </p:sp>
      <p:grpSp>
        <p:nvGrpSpPr>
          <p:cNvPr id="38" name="组合 37"/>
          <p:cNvGrpSpPr/>
          <p:nvPr/>
        </p:nvGrpSpPr>
        <p:grpSpPr>
          <a:xfrm>
            <a:off x="7583930" y="1456161"/>
            <a:ext cx="710015" cy="771343"/>
            <a:chOff x="3185939" y="1739094"/>
            <a:chExt cx="710200" cy="771543"/>
          </a:xfrm>
        </p:grpSpPr>
        <p:sp>
          <p:nvSpPr>
            <p:cNvPr id="39" name="任意多边形 38"/>
            <p:cNvSpPr/>
            <p:nvPr/>
          </p:nvSpPr>
          <p:spPr>
            <a:xfrm rot="18875383">
              <a:off x="3153448" y="2140008"/>
              <a:ext cx="403120" cy="338138"/>
            </a:xfrm>
            <a:custGeom>
              <a:avLst/>
              <a:gdLst>
                <a:gd name="connsiteX0" fmla="*/ 0 w 284318"/>
                <a:gd name="connsiteY0" fmla="*/ 0 h 164768"/>
                <a:gd name="connsiteX1" fmla="*/ 7916 w 284318"/>
                <a:gd name="connsiteY1" fmla="*/ 0 h 164768"/>
                <a:gd name="connsiteX2" fmla="*/ 36481 w 284318"/>
                <a:gd name="connsiteY2" fmla="*/ 19259 h 164768"/>
                <a:gd name="connsiteX3" fmla="*/ 142159 w 284318"/>
                <a:gd name="connsiteY3" fmla="*/ 40594 h 164768"/>
                <a:gd name="connsiteX4" fmla="*/ 247838 w 284318"/>
                <a:gd name="connsiteY4" fmla="*/ 19259 h 164768"/>
                <a:gd name="connsiteX5" fmla="*/ 276402 w 284318"/>
                <a:gd name="connsiteY5" fmla="*/ 0 h 164768"/>
                <a:gd name="connsiteX6" fmla="*/ 284318 w 284318"/>
                <a:gd name="connsiteY6" fmla="*/ 0 h 164768"/>
                <a:gd name="connsiteX7" fmla="*/ 284318 w 284318"/>
                <a:gd name="connsiteY7" fmla="*/ 164768 h 164768"/>
                <a:gd name="connsiteX8" fmla="*/ 271691 w 284318"/>
                <a:gd name="connsiteY8" fmla="*/ 164768 h 164768"/>
                <a:gd name="connsiteX9" fmla="*/ 247838 w 284318"/>
                <a:gd name="connsiteY9" fmla="*/ 148686 h 164768"/>
                <a:gd name="connsiteX10" fmla="*/ 142159 w 284318"/>
                <a:gd name="connsiteY10" fmla="*/ 127350 h 164768"/>
                <a:gd name="connsiteX11" fmla="*/ 36481 w 284318"/>
                <a:gd name="connsiteY11" fmla="*/ 148686 h 164768"/>
                <a:gd name="connsiteX12" fmla="*/ 12627 w 284318"/>
                <a:gd name="connsiteY12" fmla="*/ 164768 h 164768"/>
                <a:gd name="connsiteX13" fmla="*/ 0 w 284318"/>
                <a:gd name="connsiteY13" fmla="*/ 164768 h 16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4318" h="164768">
                  <a:moveTo>
                    <a:pt x="0" y="0"/>
                  </a:moveTo>
                  <a:lnTo>
                    <a:pt x="7916" y="0"/>
                  </a:lnTo>
                  <a:lnTo>
                    <a:pt x="36481" y="19259"/>
                  </a:lnTo>
                  <a:cubicBezTo>
                    <a:pt x="68962" y="32997"/>
                    <a:pt x="104673" y="40594"/>
                    <a:pt x="142159" y="40594"/>
                  </a:cubicBezTo>
                  <a:cubicBezTo>
                    <a:pt x="179645" y="40594"/>
                    <a:pt x="215356" y="32997"/>
                    <a:pt x="247838" y="19259"/>
                  </a:cubicBezTo>
                  <a:lnTo>
                    <a:pt x="276402" y="0"/>
                  </a:lnTo>
                  <a:lnTo>
                    <a:pt x="284318" y="0"/>
                  </a:lnTo>
                  <a:lnTo>
                    <a:pt x="284318" y="164768"/>
                  </a:lnTo>
                  <a:lnTo>
                    <a:pt x="271691" y="164768"/>
                  </a:lnTo>
                  <a:lnTo>
                    <a:pt x="247838" y="148686"/>
                  </a:lnTo>
                  <a:cubicBezTo>
                    <a:pt x="215356" y="134947"/>
                    <a:pt x="179645" y="127350"/>
                    <a:pt x="142159" y="127350"/>
                  </a:cubicBezTo>
                  <a:cubicBezTo>
                    <a:pt x="104673" y="127350"/>
                    <a:pt x="68962" y="134947"/>
                    <a:pt x="36481" y="148686"/>
                  </a:cubicBezTo>
                  <a:lnTo>
                    <a:pt x="12627" y="164768"/>
                  </a:lnTo>
                  <a:lnTo>
                    <a:pt x="0" y="164768"/>
                  </a:lnTo>
                  <a:close/>
                </a:path>
              </a:pathLst>
            </a:cu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1345"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0" name="椭圆 39"/>
            <p:cNvSpPr/>
            <p:nvPr/>
          </p:nvSpPr>
          <p:spPr>
            <a:xfrm>
              <a:off x="3343511" y="1739094"/>
              <a:ext cx="552628" cy="552628"/>
            </a:xfrm>
            <a:prstGeom prst="ellipse">
              <a:avLst/>
            </a:prstGeom>
            <a:solidFill>
              <a:schemeClr val="accent1">
                <a:lumMod val="10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1" name="椭圆 40"/>
            <p:cNvSpPr/>
            <p:nvPr/>
          </p:nvSpPr>
          <p:spPr>
            <a:xfrm>
              <a:off x="3393790" y="1789373"/>
              <a:ext cx="452071" cy="45207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2" name="Rectangle 215"/>
            <p:cNvSpPr>
              <a:spLocks noChangeArrowheads="1"/>
            </p:cNvSpPr>
            <p:nvPr/>
          </p:nvSpPr>
          <p:spPr bwMode="auto">
            <a:xfrm>
              <a:off x="3581800" y="2000772"/>
              <a:ext cx="645" cy="645"/>
            </a:xfrm>
            <a:prstGeom prst="rect">
              <a:avLst/>
            </a:prstGeom>
            <a:solidFill>
              <a:srgbClr val="DF53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43" name="Oval 21"/>
          <p:cNvSpPr/>
          <p:nvPr/>
        </p:nvSpPr>
        <p:spPr>
          <a:xfrm>
            <a:off x="6072047" y="1911271"/>
            <a:ext cx="1932111" cy="1932111"/>
          </a:xfrm>
          <a:prstGeom prst="ellipse">
            <a:avLst/>
          </a:prstGeom>
          <a:solidFill>
            <a:schemeClr val="accent1">
              <a:lumMod val="100000"/>
            </a:schemeClr>
          </a:solidFill>
          <a:ln>
            <a:noFill/>
          </a:ln>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F16D63"/>
              </a:solidFill>
              <a:latin typeface="微软雅黑" panose="020B0503020204020204" pitchFamily="34" charset="-122"/>
              <a:ea typeface="微软雅黑" panose="020B0503020204020204" pitchFamily="34" charset="-122"/>
            </a:endParaRPr>
          </a:p>
        </p:txBody>
      </p:sp>
      <p:sp>
        <p:nvSpPr>
          <p:cNvPr id="45" name="标题 11"/>
          <p:cNvSpPr txBox="1"/>
          <p:nvPr/>
        </p:nvSpPr>
        <p:spPr>
          <a:xfrm>
            <a:off x="7752954" y="1494437"/>
            <a:ext cx="612119" cy="46394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2400">
                <a:solidFill>
                  <a:schemeClr val="accent1">
                    <a:lumMod val="100000"/>
                  </a:schemeClr>
                </a:solidFill>
                <a:latin typeface="微软雅黑" panose="020B0503020204020204" pitchFamily="34" charset="-122"/>
                <a:ea typeface="微软雅黑" panose="020B0503020204020204" pitchFamily="34" charset="-122"/>
              </a:rPr>
              <a:t>03</a:t>
            </a:r>
            <a:endParaRPr lang="zh-CN" altLang="en-US" sz="2400" dirty="0">
              <a:solidFill>
                <a:schemeClr val="accent1">
                  <a:lumMod val="100000"/>
                </a:schemeClr>
              </a:solidFill>
              <a:latin typeface="微软雅黑" panose="020B0503020204020204" pitchFamily="34" charset="-122"/>
              <a:ea typeface="微软雅黑" panose="020B0503020204020204" pitchFamily="34" charset="-122"/>
            </a:endParaRPr>
          </a:p>
        </p:txBody>
      </p:sp>
      <p:grpSp>
        <p:nvGrpSpPr>
          <p:cNvPr id="55" name="组合 54"/>
          <p:cNvGrpSpPr/>
          <p:nvPr/>
        </p:nvGrpSpPr>
        <p:grpSpPr>
          <a:xfrm>
            <a:off x="9887586" y="1444585"/>
            <a:ext cx="710015" cy="771343"/>
            <a:chOff x="3185939" y="1739094"/>
            <a:chExt cx="710200" cy="771543"/>
          </a:xfrm>
        </p:grpSpPr>
        <p:sp>
          <p:nvSpPr>
            <p:cNvPr id="56" name="任意多边形 55"/>
            <p:cNvSpPr/>
            <p:nvPr/>
          </p:nvSpPr>
          <p:spPr>
            <a:xfrm rot="18875383">
              <a:off x="3153448" y="2140008"/>
              <a:ext cx="403120" cy="338138"/>
            </a:xfrm>
            <a:custGeom>
              <a:avLst/>
              <a:gdLst>
                <a:gd name="connsiteX0" fmla="*/ 0 w 284318"/>
                <a:gd name="connsiteY0" fmla="*/ 0 h 164768"/>
                <a:gd name="connsiteX1" fmla="*/ 7916 w 284318"/>
                <a:gd name="connsiteY1" fmla="*/ 0 h 164768"/>
                <a:gd name="connsiteX2" fmla="*/ 36481 w 284318"/>
                <a:gd name="connsiteY2" fmla="*/ 19259 h 164768"/>
                <a:gd name="connsiteX3" fmla="*/ 142159 w 284318"/>
                <a:gd name="connsiteY3" fmla="*/ 40594 h 164768"/>
                <a:gd name="connsiteX4" fmla="*/ 247838 w 284318"/>
                <a:gd name="connsiteY4" fmla="*/ 19259 h 164768"/>
                <a:gd name="connsiteX5" fmla="*/ 276402 w 284318"/>
                <a:gd name="connsiteY5" fmla="*/ 0 h 164768"/>
                <a:gd name="connsiteX6" fmla="*/ 284318 w 284318"/>
                <a:gd name="connsiteY6" fmla="*/ 0 h 164768"/>
                <a:gd name="connsiteX7" fmla="*/ 284318 w 284318"/>
                <a:gd name="connsiteY7" fmla="*/ 164768 h 164768"/>
                <a:gd name="connsiteX8" fmla="*/ 271691 w 284318"/>
                <a:gd name="connsiteY8" fmla="*/ 164768 h 164768"/>
                <a:gd name="connsiteX9" fmla="*/ 247838 w 284318"/>
                <a:gd name="connsiteY9" fmla="*/ 148686 h 164768"/>
                <a:gd name="connsiteX10" fmla="*/ 142159 w 284318"/>
                <a:gd name="connsiteY10" fmla="*/ 127350 h 164768"/>
                <a:gd name="connsiteX11" fmla="*/ 36481 w 284318"/>
                <a:gd name="connsiteY11" fmla="*/ 148686 h 164768"/>
                <a:gd name="connsiteX12" fmla="*/ 12627 w 284318"/>
                <a:gd name="connsiteY12" fmla="*/ 164768 h 164768"/>
                <a:gd name="connsiteX13" fmla="*/ 0 w 284318"/>
                <a:gd name="connsiteY13" fmla="*/ 164768 h 16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4318" h="164768">
                  <a:moveTo>
                    <a:pt x="0" y="0"/>
                  </a:moveTo>
                  <a:lnTo>
                    <a:pt x="7916" y="0"/>
                  </a:lnTo>
                  <a:lnTo>
                    <a:pt x="36481" y="19259"/>
                  </a:lnTo>
                  <a:cubicBezTo>
                    <a:pt x="68962" y="32997"/>
                    <a:pt x="104673" y="40594"/>
                    <a:pt x="142159" y="40594"/>
                  </a:cubicBezTo>
                  <a:cubicBezTo>
                    <a:pt x="179645" y="40594"/>
                    <a:pt x="215356" y="32997"/>
                    <a:pt x="247838" y="19259"/>
                  </a:cubicBezTo>
                  <a:lnTo>
                    <a:pt x="276402" y="0"/>
                  </a:lnTo>
                  <a:lnTo>
                    <a:pt x="284318" y="0"/>
                  </a:lnTo>
                  <a:lnTo>
                    <a:pt x="284318" y="164768"/>
                  </a:lnTo>
                  <a:lnTo>
                    <a:pt x="271691" y="164768"/>
                  </a:lnTo>
                  <a:lnTo>
                    <a:pt x="247838" y="148686"/>
                  </a:lnTo>
                  <a:cubicBezTo>
                    <a:pt x="215356" y="134947"/>
                    <a:pt x="179645" y="127350"/>
                    <a:pt x="142159" y="127350"/>
                  </a:cubicBezTo>
                  <a:cubicBezTo>
                    <a:pt x="104673" y="127350"/>
                    <a:pt x="68962" y="134947"/>
                    <a:pt x="36481" y="148686"/>
                  </a:cubicBezTo>
                  <a:lnTo>
                    <a:pt x="12627" y="164768"/>
                  </a:lnTo>
                  <a:lnTo>
                    <a:pt x="0" y="164768"/>
                  </a:lnTo>
                  <a:close/>
                </a:path>
              </a:pathLst>
            </a:cu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1345"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7" name="椭圆 56"/>
            <p:cNvSpPr/>
            <p:nvPr/>
          </p:nvSpPr>
          <p:spPr>
            <a:xfrm>
              <a:off x="3343511" y="1739094"/>
              <a:ext cx="552628" cy="552628"/>
            </a:xfrm>
            <a:prstGeom prst="ellipse">
              <a:avLst/>
            </a:prstGeom>
            <a:solidFill>
              <a:schemeClr val="accent1">
                <a:lumMod val="10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8" name="椭圆 57"/>
            <p:cNvSpPr/>
            <p:nvPr/>
          </p:nvSpPr>
          <p:spPr>
            <a:xfrm>
              <a:off x="3393790" y="1789373"/>
              <a:ext cx="452071" cy="45207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9" name="Rectangle 215"/>
            <p:cNvSpPr>
              <a:spLocks noChangeArrowheads="1"/>
            </p:cNvSpPr>
            <p:nvPr/>
          </p:nvSpPr>
          <p:spPr bwMode="auto">
            <a:xfrm>
              <a:off x="3581800" y="2000772"/>
              <a:ext cx="645" cy="645"/>
            </a:xfrm>
            <a:prstGeom prst="rect">
              <a:avLst/>
            </a:prstGeom>
            <a:solidFill>
              <a:srgbClr val="DF53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60" name="Oval 21"/>
          <p:cNvSpPr/>
          <p:nvPr/>
        </p:nvSpPr>
        <p:spPr>
          <a:xfrm>
            <a:off x="8375705" y="1899695"/>
            <a:ext cx="1932111" cy="1932111"/>
          </a:xfrm>
          <a:prstGeom prst="ellipse">
            <a:avLst/>
          </a:prstGeom>
          <a:solidFill>
            <a:schemeClr val="accent1">
              <a:lumMod val="100000"/>
            </a:schemeClr>
          </a:solidFill>
          <a:ln>
            <a:noFill/>
          </a:ln>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F16D63"/>
              </a:solidFill>
              <a:latin typeface="微软雅黑" panose="020B0503020204020204" pitchFamily="34" charset="-122"/>
              <a:ea typeface="微软雅黑" panose="020B0503020204020204" pitchFamily="34" charset="-122"/>
            </a:endParaRPr>
          </a:p>
        </p:txBody>
      </p:sp>
      <p:sp>
        <p:nvSpPr>
          <p:cNvPr id="62" name="标题 11"/>
          <p:cNvSpPr txBox="1"/>
          <p:nvPr/>
        </p:nvSpPr>
        <p:spPr>
          <a:xfrm>
            <a:off x="10056609" y="1482861"/>
            <a:ext cx="612120" cy="46394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2400">
                <a:solidFill>
                  <a:schemeClr val="accent1">
                    <a:lumMod val="100000"/>
                  </a:schemeClr>
                </a:solidFill>
                <a:latin typeface="微软雅黑" panose="020B0503020204020204" pitchFamily="34" charset="-122"/>
                <a:ea typeface="微软雅黑" panose="020B0503020204020204" pitchFamily="34" charset="-122"/>
              </a:rPr>
              <a:t>04</a:t>
            </a:r>
            <a:endParaRPr lang="zh-CN" altLang="en-US" sz="2400" dirty="0">
              <a:solidFill>
                <a:schemeClr val="accent1">
                  <a:lumMod val="100000"/>
                </a:schemeClr>
              </a:solidFill>
              <a:latin typeface="微软雅黑" panose="020B0503020204020204" pitchFamily="34" charset="-122"/>
              <a:ea typeface="微软雅黑" panose="020B0503020204020204" pitchFamily="34" charset="-122"/>
            </a:endParaRPr>
          </a:p>
        </p:txBody>
      </p:sp>
      <p:grpSp>
        <p:nvGrpSpPr>
          <p:cNvPr id="74" name="组合 73"/>
          <p:cNvGrpSpPr/>
          <p:nvPr/>
        </p:nvGrpSpPr>
        <p:grpSpPr>
          <a:xfrm>
            <a:off x="1286664" y="4352050"/>
            <a:ext cx="2130114" cy="1197716"/>
            <a:chOff x="874712" y="3408258"/>
            <a:chExt cx="2371844" cy="1197716"/>
          </a:xfrm>
        </p:grpSpPr>
        <p:sp>
          <p:nvSpPr>
            <p:cNvPr id="75" name="矩形 74"/>
            <p:cNvSpPr/>
            <p:nvPr/>
          </p:nvSpPr>
          <p:spPr>
            <a:xfrm>
              <a:off x="874712" y="3755869"/>
              <a:ext cx="2371844" cy="850105"/>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学生与管理员共用一套登录入口，降低切换成本。</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6" name="矩形 75"/>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a:solidFill>
                    <a:schemeClr val="tx1">
                      <a:lumMod val="95000"/>
                      <a:lumOff val="5000"/>
                    </a:schemeClr>
                  </a:solidFill>
                  <a:latin typeface="微软雅黑" panose="020B0503020204020204" pitchFamily="34" charset="-122"/>
                  <a:ea typeface="微软雅黑" panose="020B0503020204020204" pitchFamily="34" charset="-122"/>
                </a:rPr>
                <a:t>统一登录</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77" name="组合 76"/>
          <p:cNvGrpSpPr/>
          <p:nvPr/>
        </p:nvGrpSpPr>
        <p:grpSpPr>
          <a:xfrm>
            <a:off x="3783564" y="4352050"/>
            <a:ext cx="2130114" cy="924240"/>
            <a:chOff x="874712" y="3408258"/>
            <a:chExt cx="2371844" cy="924240"/>
          </a:xfrm>
        </p:grpSpPr>
        <p:sp>
          <p:nvSpPr>
            <p:cNvPr id="78" name="矩形 77"/>
            <p:cNvSpPr/>
            <p:nvPr/>
          </p:nvSpPr>
          <p:spPr>
            <a:xfrm>
              <a:off x="874712" y="3745029"/>
              <a:ext cx="2371844" cy="587469"/>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个人资料、账务入口与低碳服务集中展示。</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9" name="矩形 78"/>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a:solidFill>
                    <a:schemeClr val="tx1">
                      <a:lumMod val="95000"/>
                      <a:lumOff val="5000"/>
                    </a:schemeClr>
                  </a:solidFill>
                  <a:latin typeface="微软雅黑" panose="020B0503020204020204" pitchFamily="34" charset="-122"/>
                  <a:ea typeface="微软雅黑" panose="020B0503020204020204" pitchFamily="34" charset="-122"/>
                </a:rPr>
                <a:t>学生首页</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80" name="组合 79"/>
          <p:cNvGrpSpPr/>
          <p:nvPr/>
        </p:nvGrpSpPr>
        <p:grpSpPr>
          <a:xfrm>
            <a:off x="6163831" y="4295218"/>
            <a:ext cx="2130114" cy="986107"/>
            <a:chOff x="847094" y="3408258"/>
            <a:chExt cx="2371844" cy="986107"/>
          </a:xfrm>
        </p:grpSpPr>
        <p:sp>
          <p:nvSpPr>
            <p:cNvPr id="81" name="矩形 80"/>
            <p:cNvSpPr/>
            <p:nvPr/>
          </p:nvSpPr>
          <p:spPr>
            <a:xfrm>
              <a:off x="847094" y="3806896"/>
              <a:ext cx="2371844" cy="587469"/>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宿舍管理与餐厅管理在同一后台壳层切换。</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82" name="矩形 81"/>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a:solidFill>
                    <a:schemeClr val="tx1">
                      <a:lumMod val="95000"/>
                      <a:lumOff val="5000"/>
                    </a:schemeClr>
                  </a:solidFill>
                  <a:latin typeface="微软雅黑" panose="020B0503020204020204" pitchFamily="34" charset="-122"/>
                  <a:ea typeface="微软雅黑" panose="020B0503020204020204" pitchFamily="34" charset="-122"/>
                </a:rPr>
                <a:t>统一后台</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83" name="组合 82"/>
          <p:cNvGrpSpPr/>
          <p:nvPr/>
        </p:nvGrpSpPr>
        <p:grpSpPr>
          <a:xfrm>
            <a:off x="8563331" y="4352050"/>
            <a:ext cx="2130114" cy="844657"/>
            <a:chOff x="874712" y="3408258"/>
            <a:chExt cx="2371844" cy="844657"/>
          </a:xfrm>
        </p:grpSpPr>
        <p:sp>
          <p:nvSpPr>
            <p:cNvPr id="84" name="矩形 83"/>
            <p:cNvSpPr/>
            <p:nvPr/>
          </p:nvSpPr>
          <p:spPr>
            <a:xfrm>
              <a:off x="874712" y="3806895"/>
              <a:ext cx="2371844" cy="446020"/>
            </a:xfrm>
            <a:prstGeom prst="rect">
              <a:avLst/>
            </a:prstGeom>
          </p:spPr>
          <p:txBody>
            <a:bodyPr wrap="square">
              <a:spAutoFit/>
              <a:scene3d>
                <a:camera prst="orthographicFront"/>
                <a:lightRig rig="threePt" dir="t"/>
              </a:scene3d>
              <a:sp3d contourW="12700"/>
            </a:bodyPr>
            <a:lstStyle/>
            <a:p>
              <a:pPr>
                <a:lnSpc>
                  <a:spcPct val="120000"/>
                </a:lnSpc>
              </a:pPr>
              <a:r>
                <a:rPr lang="zh-CN" altLang="en-US" sz="1000">
                  <a:solidFill>
                    <a:srgbClr val="4A4A4A"/>
                  </a:solidFill>
                  <a:latin typeface="Microsoft YaHei" panose="020B0503020204020204" pitchFamily="34" charset="-122"/>
                  <a:ea typeface="微软雅黑" panose="020B0503020204020204" pitchFamily="34" charset="-122"/>
                </a:rPr>
                <a:t>学院碳排汇总、用餐录入、日周月学期年度记录与周期趋势分析。</a:t>
              </a:r>
              <a:endParaRPr lang="en-US" altLang="zh-CN" sz="1000" dirty="0">
                <a:solidFill>
                  <a:srgbClr val="4A4A4A"/>
                </a:solidFill>
                <a:latin typeface="Microsoft YaHei" panose="020B0503020204020204" pitchFamily="34" charset="-122"/>
                <a:ea typeface="微软雅黑" panose="020B0503020204020204" pitchFamily="34" charset="-122"/>
              </a:endParaRPr>
            </a:p>
          </p:txBody>
        </p:sp>
        <p:sp>
          <p:nvSpPr>
            <p:cNvPr id="85" name="矩形 84"/>
            <p:cNvSpPr/>
            <p:nvPr/>
          </p:nvSpPr>
          <p:spPr>
            <a:xfrm>
              <a:off x="874712" y="3408258"/>
              <a:ext cx="2241974" cy="396583"/>
            </a:xfrm>
            <a:prstGeom prst="rect">
              <a:avLst/>
            </a:prstGeom>
          </p:spPr>
          <p:txBody>
            <a:bodyPr wrap="square">
              <a:spAutoFit/>
              <a:scene3d>
                <a:camera prst="orthographicFront"/>
                <a:lightRig rig="threePt" dir="t"/>
              </a:scene3d>
              <a:sp3d contourW="12700"/>
            </a:bodyPr>
            <a:lstStyle/>
            <a:p>
              <a:pPr>
                <a:lnSpc>
                  <a:spcPct val="120000"/>
                </a:lnSpc>
              </a:pPr>
              <a:r>
                <a:rPr lang="zh-CN" altLang="en-US" b="1">
                  <a:solidFill>
                    <a:srgbClr val="1D3D66"/>
                  </a:solidFill>
                  <a:latin typeface="Microsoft YaHei" panose="020B0503020204020204" pitchFamily="34" charset="-122"/>
                  <a:ea typeface="微软雅黑" panose="020B0503020204020204" pitchFamily="34" charset="-122"/>
                </a:rPr>
                <a:t>餐饮模块</a:t>
              </a:r>
              <a:endParaRPr lang="zh-CN" altLang="en-US" b="1" dirty="0">
                <a:solidFill>
                  <a:srgbClr val="1D3D66"/>
                </a:solidFill>
                <a:latin typeface="Microsoft YaHei" panose="020B0503020204020204" pitchFamily="34" charset="-122"/>
                <a:ea typeface="微软雅黑" panose="020B0503020204020204" pitchFamily="34" charset="-122"/>
              </a:endParaRPr>
            </a:p>
          </p:txBody>
        </p:sp>
      </p:grpSp>
      <p:sp>
        <p:nvSpPr>
          <p:cNvPr id="52" name="Text Box 4">
            <a:extLst>
              <a:ext uri="{FF2B5EF4-FFF2-40B4-BE49-F238E27FC236}">
                <a16:creationId xmlns:a16="http://schemas.microsoft.com/office/drawing/2014/main" id="{29A7A92E-FFBF-714B-97D7-92814BFB163C}"/>
              </a:ext>
            </a:extLst>
          </p:cNvPr>
          <p:cNvSpPr txBox="1">
            <a:spLocks noChangeArrowheads="1"/>
          </p:cNvSpPr>
          <p:nvPr/>
        </p:nvSpPr>
        <p:spPr bwMode="auto">
          <a:xfrm>
            <a:off x="781532" y="270516"/>
            <a:ext cx="210346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a:solidFill>
                  <a:schemeClr val="tx1">
                    <a:lumMod val="95000"/>
                    <a:lumOff val="5000"/>
                  </a:schemeClr>
                </a:solidFill>
                <a:latin typeface="微软雅黑" panose="020B0503020204020204" pitchFamily="34" charset="-122"/>
                <a:ea typeface="微软雅黑" panose="020B0503020204020204" pitchFamily="34" charset="-122"/>
              </a:rPr>
              <a:t>阶段三核心界面</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3" name="Half Frame 12">
            <a:extLst>
              <a:ext uri="{FF2B5EF4-FFF2-40B4-BE49-F238E27FC236}">
                <a16:creationId xmlns:a16="http://schemas.microsoft.com/office/drawing/2014/main" id="{4CB476A3-49CA-DC4B-89FB-B0C66CF4847B}"/>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61" name="直线连接符 60">
            <a:extLst>
              <a:ext uri="{FF2B5EF4-FFF2-40B4-BE49-F238E27FC236}">
                <a16:creationId xmlns:a16="http://schemas.microsoft.com/office/drawing/2014/main" id="{368ABC77-51B0-1940-B928-22B9F190F7C4}"/>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56DE869A-6158-CC01-4268-8512B303E0E2}"/>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547465" y="2098897"/>
            <a:ext cx="1556859" cy="1556859"/>
          </a:xfrm>
          <a:prstGeom prst="rect">
            <a:avLst/>
          </a:prstGeom>
        </p:spPr>
      </p:pic>
      <p:pic>
        <p:nvPicPr>
          <p:cNvPr id="13" name="图片 12">
            <a:extLst>
              <a:ext uri="{FF2B5EF4-FFF2-40B4-BE49-F238E27FC236}">
                <a16:creationId xmlns:a16="http://schemas.microsoft.com/office/drawing/2014/main" id="{F6B7CF2D-61B0-51B1-0140-BB74D877AD5D}"/>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3903569" y="2098897"/>
            <a:ext cx="1556859" cy="1556859"/>
          </a:xfrm>
          <a:prstGeom prst="rect">
            <a:avLst/>
          </a:prstGeom>
        </p:spPr>
      </p:pic>
      <p:pic>
        <p:nvPicPr>
          <p:cNvPr id="15" name="图片 14">
            <a:extLst>
              <a:ext uri="{FF2B5EF4-FFF2-40B4-BE49-F238E27FC236}">
                <a16:creationId xmlns:a16="http://schemas.microsoft.com/office/drawing/2014/main" id="{19A6E948-C063-8AF0-9ED5-0BAB9D39495E}"/>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6259673" y="2098897"/>
            <a:ext cx="1556859" cy="1556859"/>
          </a:xfrm>
          <a:prstGeom prst="rect">
            <a:avLst/>
          </a:prstGeom>
        </p:spPr>
      </p:pic>
      <p:pic>
        <p:nvPicPr>
          <p:cNvPr id="10" name="图片 9">
            <a:extLst>
              <a:ext uri="{FF2B5EF4-FFF2-40B4-BE49-F238E27FC236}">
                <a16:creationId xmlns:a16="http://schemas.microsoft.com/office/drawing/2014/main" id="{10632CB0-1666-61CE-8027-9E725C368BBF}"/>
              </a:ext>
            </a:extLst>
          </p:cNvPr>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8563610" y="2087880"/>
            <a:ext cx="1557020" cy="15570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50" advTm="0">
        <p14:switch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50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50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50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nodeType="withEffect">
                                      <p:stCondLst>
                                        <p:cond delay="1000"/>
                                      </p:stCondLst>
                                      <p:childTnLst>
                                        <p:set>
                                          <p:cBhvr>
                                            <p:cTn id="21" dur="1" fill="hold">
                                              <p:stCondLst>
                                                <p:cond delay="0"/>
                                              </p:stCondLst>
                                            </p:cTn>
                                            <p:tgtEl>
                                              <p:spTgt spid="21"/>
                                            </p:tgtEl>
                                            <p:attrNameLst>
                                              <p:attrName>style.visibility</p:attrName>
                                            </p:attrNameLst>
                                          </p:cBhvr>
                                          <p:to>
                                            <p:strVal val="visible"/>
                                          </p:to>
                                        </p:set>
                                        <p:anim calcmode="lin" valueType="num">
                                          <p:cBhvr>
                                            <p:cTn id="22" dur="500" fill="hold"/>
                                            <p:tgtEl>
                                              <p:spTgt spid="21"/>
                                            </p:tgtEl>
                                            <p:attrNameLst>
                                              <p:attrName>ppt_w</p:attrName>
                                            </p:attrNameLst>
                                          </p:cBhvr>
                                          <p:tavLst>
                                            <p:tav tm="0">
                                              <p:val>
                                                <p:fltVal val="0"/>
                                              </p:val>
                                            </p:tav>
                                            <p:tav tm="100000">
                                              <p:val>
                                                <p:strVal val="#ppt_w"/>
                                              </p:val>
                                            </p:tav>
                                          </p:tavLst>
                                        </p:anim>
                                        <p:anim calcmode="lin" valueType="num">
                                          <p:cBhvr>
                                            <p:cTn id="23" dur="500" fill="hold"/>
                                            <p:tgtEl>
                                              <p:spTgt spid="21"/>
                                            </p:tgtEl>
                                            <p:attrNameLst>
                                              <p:attrName>ppt_h</p:attrName>
                                            </p:attrNameLst>
                                          </p:cBhvr>
                                          <p:tavLst>
                                            <p:tav tm="0">
                                              <p:val>
                                                <p:fltVal val="0"/>
                                              </p:val>
                                            </p:tav>
                                            <p:tav tm="100000">
                                              <p:val>
                                                <p:strVal val="#ppt_h"/>
                                              </p:val>
                                            </p:tav>
                                          </p:tavLst>
                                        </p:anim>
                                        <p:animEffect transition="in" filter="fade">
                                          <p:cBhvr>
                                            <p:cTn id="24" dur="500"/>
                                            <p:tgtEl>
                                              <p:spTgt spid="21"/>
                                            </p:tgtEl>
                                          </p:cBhvr>
                                        </p:animEffect>
                                      </p:childTnLst>
                                    </p:cTn>
                                  </p:par>
                                  <p:par>
                                    <p:cTn id="25" presetID="53" presetClass="entr" presetSubtype="16" fill="hold" grpId="0" nodeType="withEffect">
                                      <p:stCondLst>
                                        <p:cond delay="1000"/>
                                      </p:stCondLst>
                                      <p:childTnLst>
                                        <p:set>
                                          <p:cBhvr>
                                            <p:cTn id="26" dur="1" fill="hold">
                                              <p:stCondLst>
                                                <p:cond delay="0"/>
                                              </p:stCondLst>
                                            </p:cTn>
                                            <p:tgtEl>
                                              <p:spTgt spid="26"/>
                                            </p:tgtEl>
                                            <p:attrNameLst>
                                              <p:attrName>style.visibility</p:attrName>
                                            </p:attrNameLst>
                                          </p:cBhvr>
                                          <p:to>
                                            <p:strVal val="visible"/>
                                          </p:to>
                                        </p:set>
                                        <p:anim calcmode="lin" valueType="num">
                                          <p:cBhvr>
                                            <p:cTn id="27" dur="500" fill="hold"/>
                                            <p:tgtEl>
                                              <p:spTgt spid="26"/>
                                            </p:tgtEl>
                                            <p:attrNameLst>
                                              <p:attrName>ppt_w</p:attrName>
                                            </p:attrNameLst>
                                          </p:cBhvr>
                                          <p:tavLst>
                                            <p:tav tm="0">
                                              <p:val>
                                                <p:fltVal val="0"/>
                                              </p:val>
                                            </p:tav>
                                            <p:tav tm="100000">
                                              <p:val>
                                                <p:strVal val="#ppt_w"/>
                                              </p:val>
                                            </p:tav>
                                          </p:tavLst>
                                        </p:anim>
                                        <p:anim calcmode="lin" valueType="num">
                                          <p:cBhvr>
                                            <p:cTn id="28" dur="500" fill="hold"/>
                                            <p:tgtEl>
                                              <p:spTgt spid="26"/>
                                            </p:tgtEl>
                                            <p:attrNameLst>
                                              <p:attrName>ppt_h</p:attrName>
                                            </p:attrNameLst>
                                          </p:cBhvr>
                                          <p:tavLst>
                                            <p:tav tm="0">
                                              <p:val>
                                                <p:fltVal val="0"/>
                                              </p:val>
                                            </p:tav>
                                            <p:tav tm="100000">
                                              <p:val>
                                                <p:strVal val="#ppt_h"/>
                                              </p:val>
                                            </p:tav>
                                          </p:tavLst>
                                        </p:anim>
                                        <p:animEffect transition="in" filter="fade">
                                          <p:cBhvr>
                                            <p:cTn id="29" dur="500"/>
                                            <p:tgtEl>
                                              <p:spTgt spid="26"/>
                                            </p:tgtEl>
                                          </p:cBhvr>
                                        </p:animEffect>
                                      </p:childTnLst>
                                    </p:cTn>
                                  </p:par>
                                  <p:par>
                                    <p:cTn id="30" presetID="53" presetClass="entr" presetSubtype="16" fill="hold" grpId="0" nodeType="withEffect">
                                      <p:stCondLst>
                                        <p:cond delay="1000"/>
                                      </p:stCondLst>
                                      <p:childTnLst>
                                        <p:set>
                                          <p:cBhvr>
                                            <p:cTn id="31" dur="1" fill="hold">
                                              <p:stCondLst>
                                                <p:cond delay="0"/>
                                              </p:stCondLst>
                                            </p:cTn>
                                            <p:tgtEl>
                                              <p:spTgt spid="28"/>
                                            </p:tgtEl>
                                            <p:attrNameLst>
                                              <p:attrName>style.visibility</p:attrName>
                                            </p:attrNameLst>
                                          </p:cBhvr>
                                          <p:to>
                                            <p:strVal val="visible"/>
                                          </p:to>
                                        </p:set>
                                        <p:anim calcmode="lin" valueType="num">
                                          <p:cBhvr>
                                            <p:cTn id="32" dur="500" fill="hold"/>
                                            <p:tgtEl>
                                              <p:spTgt spid="28"/>
                                            </p:tgtEl>
                                            <p:attrNameLst>
                                              <p:attrName>ppt_w</p:attrName>
                                            </p:attrNameLst>
                                          </p:cBhvr>
                                          <p:tavLst>
                                            <p:tav tm="0">
                                              <p:val>
                                                <p:fltVal val="0"/>
                                              </p:val>
                                            </p:tav>
                                            <p:tav tm="100000">
                                              <p:val>
                                                <p:strVal val="#ppt_w"/>
                                              </p:val>
                                            </p:tav>
                                          </p:tavLst>
                                        </p:anim>
                                        <p:anim calcmode="lin" valueType="num">
                                          <p:cBhvr>
                                            <p:cTn id="33" dur="500" fill="hold"/>
                                            <p:tgtEl>
                                              <p:spTgt spid="28"/>
                                            </p:tgtEl>
                                            <p:attrNameLst>
                                              <p:attrName>ppt_h</p:attrName>
                                            </p:attrNameLst>
                                          </p:cBhvr>
                                          <p:tavLst>
                                            <p:tav tm="0">
                                              <p:val>
                                                <p:fltVal val="0"/>
                                              </p:val>
                                            </p:tav>
                                            <p:tav tm="100000">
                                              <p:val>
                                                <p:strVal val="#ppt_h"/>
                                              </p:val>
                                            </p:tav>
                                          </p:tavLst>
                                        </p:anim>
                                        <p:animEffect transition="in" filter="fade">
                                          <p:cBhvr>
                                            <p:cTn id="34" dur="500"/>
                                            <p:tgtEl>
                                              <p:spTgt spid="28"/>
                                            </p:tgtEl>
                                          </p:cBhvr>
                                        </p:animEffect>
                                      </p:childTnLst>
                                    </p:cTn>
                                  </p:par>
                                  <p:par>
                                    <p:cTn id="35" presetID="53" presetClass="entr" presetSubtype="16" fill="hold" nodeType="withEffect">
                                      <p:stCondLst>
                                        <p:cond delay="1500"/>
                                      </p:stCondLst>
                                      <p:childTnLst>
                                        <p:set>
                                          <p:cBhvr>
                                            <p:cTn id="36" dur="1" fill="hold">
                                              <p:stCondLst>
                                                <p:cond delay="0"/>
                                              </p:stCondLst>
                                            </p:cTn>
                                            <p:tgtEl>
                                              <p:spTgt spid="38"/>
                                            </p:tgtEl>
                                            <p:attrNameLst>
                                              <p:attrName>style.visibility</p:attrName>
                                            </p:attrNameLst>
                                          </p:cBhvr>
                                          <p:to>
                                            <p:strVal val="visible"/>
                                          </p:to>
                                        </p:set>
                                        <p:anim calcmode="lin" valueType="num">
                                          <p:cBhvr>
                                            <p:cTn id="37" dur="500" fill="hold"/>
                                            <p:tgtEl>
                                              <p:spTgt spid="38"/>
                                            </p:tgtEl>
                                            <p:attrNameLst>
                                              <p:attrName>ppt_w</p:attrName>
                                            </p:attrNameLst>
                                          </p:cBhvr>
                                          <p:tavLst>
                                            <p:tav tm="0">
                                              <p:val>
                                                <p:fltVal val="0"/>
                                              </p:val>
                                            </p:tav>
                                            <p:tav tm="100000">
                                              <p:val>
                                                <p:strVal val="#ppt_w"/>
                                              </p:val>
                                            </p:tav>
                                          </p:tavLst>
                                        </p:anim>
                                        <p:anim calcmode="lin" valueType="num">
                                          <p:cBhvr>
                                            <p:cTn id="38" dur="500" fill="hold"/>
                                            <p:tgtEl>
                                              <p:spTgt spid="38"/>
                                            </p:tgtEl>
                                            <p:attrNameLst>
                                              <p:attrName>ppt_h</p:attrName>
                                            </p:attrNameLst>
                                          </p:cBhvr>
                                          <p:tavLst>
                                            <p:tav tm="0">
                                              <p:val>
                                                <p:fltVal val="0"/>
                                              </p:val>
                                            </p:tav>
                                            <p:tav tm="100000">
                                              <p:val>
                                                <p:strVal val="#ppt_h"/>
                                              </p:val>
                                            </p:tav>
                                          </p:tavLst>
                                        </p:anim>
                                        <p:animEffect transition="in" filter="fade">
                                          <p:cBhvr>
                                            <p:cTn id="39" dur="500"/>
                                            <p:tgtEl>
                                              <p:spTgt spid="38"/>
                                            </p:tgtEl>
                                          </p:cBhvr>
                                        </p:animEffect>
                                      </p:childTnLst>
                                    </p:cTn>
                                  </p:par>
                                  <p:par>
                                    <p:cTn id="40" presetID="53" presetClass="entr" presetSubtype="16" fill="hold" grpId="0" nodeType="withEffect">
                                      <p:stCondLst>
                                        <p:cond delay="1500"/>
                                      </p:stCondLst>
                                      <p:childTnLst>
                                        <p:set>
                                          <p:cBhvr>
                                            <p:cTn id="41" dur="1" fill="hold">
                                              <p:stCondLst>
                                                <p:cond delay="0"/>
                                              </p:stCondLst>
                                            </p:cTn>
                                            <p:tgtEl>
                                              <p:spTgt spid="43"/>
                                            </p:tgtEl>
                                            <p:attrNameLst>
                                              <p:attrName>style.visibility</p:attrName>
                                            </p:attrNameLst>
                                          </p:cBhvr>
                                          <p:to>
                                            <p:strVal val="visible"/>
                                          </p:to>
                                        </p:set>
                                        <p:anim calcmode="lin" valueType="num">
                                          <p:cBhvr>
                                            <p:cTn id="42" dur="500" fill="hold"/>
                                            <p:tgtEl>
                                              <p:spTgt spid="43"/>
                                            </p:tgtEl>
                                            <p:attrNameLst>
                                              <p:attrName>ppt_w</p:attrName>
                                            </p:attrNameLst>
                                          </p:cBhvr>
                                          <p:tavLst>
                                            <p:tav tm="0">
                                              <p:val>
                                                <p:fltVal val="0"/>
                                              </p:val>
                                            </p:tav>
                                            <p:tav tm="100000">
                                              <p:val>
                                                <p:strVal val="#ppt_w"/>
                                              </p:val>
                                            </p:tav>
                                          </p:tavLst>
                                        </p:anim>
                                        <p:anim calcmode="lin" valueType="num">
                                          <p:cBhvr>
                                            <p:cTn id="43" dur="500" fill="hold"/>
                                            <p:tgtEl>
                                              <p:spTgt spid="43"/>
                                            </p:tgtEl>
                                            <p:attrNameLst>
                                              <p:attrName>ppt_h</p:attrName>
                                            </p:attrNameLst>
                                          </p:cBhvr>
                                          <p:tavLst>
                                            <p:tav tm="0">
                                              <p:val>
                                                <p:fltVal val="0"/>
                                              </p:val>
                                            </p:tav>
                                            <p:tav tm="100000">
                                              <p:val>
                                                <p:strVal val="#ppt_h"/>
                                              </p:val>
                                            </p:tav>
                                          </p:tavLst>
                                        </p:anim>
                                        <p:animEffect transition="in" filter="fade">
                                          <p:cBhvr>
                                            <p:cTn id="44" dur="500"/>
                                            <p:tgtEl>
                                              <p:spTgt spid="43"/>
                                            </p:tgtEl>
                                          </p:cBhvr>
                                        </p:animEffect>
                                      </p:childTnLst>
                                    </p:cTn>
                                  </p:par>
                                  <p:par>
                                    <p:cTn id="45" presetID="53" presetClass="entr" presetSubtype="16" fill="hold" grpId="0" nodeType="withEffect">
                                      <p:stCondLst>
                                        <p:cond delay="1500"/>
                                      </p:stCondLst>
                                      <p:childTnLst>
                                        <p:set>
                                          <p:cBhvr>
                                            <p:cTn id="46" dur="1" fill="hold">
                                              <p:stCondLst>
                                                <p:cond delay="0"/>
                                              </p:stCondLst>
                                            </p:cTn>
                                            <p:tgtEl>
                                              <p:spTgt spid="45"/>
                                            </p:tgtEl>
                                            <p:attrNameLst>
                                              <p:attrName>style.visibility</p:attrName>
                                            </p:attrNameLst>
                                          </p:cBhvr>
                                          <p:to>
                                            <p:strVal val="visible"/>
                                          </p:to>
                                        </p:set>
                                        <p:anim calcmode="lin" valueType="num">
                                          <p:cBhvr>
                                            <p:cTn id="47" dur="500" fill="hold"/>
                                            <p:tgtEl>
                                              <p:spTgt spid="45"/>
                                            </p:tgtEl>
                                            <p:attrNameLst>
                                              <p:attrName>ppt_w</p:attrName>
                                            </p:attrNameLst>
                                          </p:cBhvr>
                                          <p:tavLst>
                                            <p:tav tm="0">
                                              <p:val>
                                                <p:fltVal val="0"/>
                                              </p:val>
                                            </p:tav>
                                            <p:tav tm="100000">
                                              <p:val>
                                                <p:strVal val="#ppt_w"/>
                                              </p:val>
                                            </p:tav>
                                          </p:tavLst>
                                        </p:anim>
                                        <p:anim calcmode="lin" valueType="num">
                                          <p:cBhvr>
                                            <p:cTn id="48" dur="500" fill="hold"/>
                                            <p:tgtEl>
                                              <p:spTgt spid="45"/>
                                            </p:tgtEl>
                                            <p:attrNameLst>
                                              <p:attrName>ppt_h</p:attrName>
                                            </p:attrNameLst>
                                          </p:cBhvr>
                                          <p:tavLst>
                                            <p:tav tm="0">
                                              <p:val>
                                                <p:fltVal val="0"/>
                                              </p:val>
                                            </p:tav>
                                            <p:tav tm="100000">
                                              <p:val>
                                                <p:strVal val="#ppt_h"/>
                                              </p:val>
                                            </p:tav>
                                          </p:tavLst>
                                        </p:anim>
                                        <p:animEffect transition="in" filter="fade">
                                          <p:cBhvr>
                                            <p:cTn id="49" dur="500"/>
                                            <p:tgtEl>
                                              <p:spTgt spid="45"/>
                                            </p:tgtEl>
                                          </p:cBhvr>
                                        </p:animEffect>
                                      </p:childTnLst>
                                    </p:cTn>
                                  </p:par>
                                  <p:par>
                                    <p:cTn id="50" presetID="53" presetClass="entr" presetSubtype="16" fill="hold" nodeType="withEffect">
                                      <p:stCondLst>
                                        <p:cond delay="2000"/>
                                      </p:stCondLst>
                                      <p:childTnLst>
                                        <p:set>
                                          <p:cBhvr>
                                            <p:cTn id="51" dur="1" fill="hold">
                                              <p:stCondLst>
                                                <p:cond delay="0"/>
                                              </p:stCondLst>
                                            </p:cTn>
                                            <p:tgtEl>
                                              <p:spTgt spid="55"/>
                                            </p:tgtEl>
                                            <p:attrNameLst>
                                              <p:attrName>style.visibility</p:attrName>
                                            </p:attrNameLst>
                                          </p:cBhvr>
                                          <p:to>
                                            <p:strVal val="visible"/>
                                          </p:to>
                                        </p:set>
                                        <p:anim calcmode="lin" valueType="num">
                                          <p:cBhvr>
                                            <p:cTn id="52" dur="500" fill="hold"/>
                                            <p:tgtEl>
                                              <p:spTgt spid="55"/>
                                            </p:tgtEl>
                                            <p:attrNameLst>
                                              <p:attrName>ppt_w</p:attrName>
                                            </p:attrNameLst>
                                          </p:cBhvr>
                                          <p:tavLst>
                                            <p:tav tm="0">
                                              <p:val>
                                                <p:fltVal val="0"/>
                                              </p:val>
                                            </p:tav>
                                            <p:tav tm="100000">
                                              <p:val>
                                                <p:strVal val="#ppt_w"/>
                                              </p:val>
                                            </p:tav>
                                          </p:tavLst>
                                        </p:anim>
                                        <p:anim calcmode="lin" valueType="num">
                                          <p:cBhvr>
                                            <p:cTn id="53" dur="500" fill="hold"/>
                                            <p:tgtEl>
                                              <p:spTgt spid="55"/>
                                            </p:tgtEl>
                                            <p:attrNameLst>
                                              <p:attrName>ppt_h</p:attrName>
                                            </p:attrNameLst>
                                          </p:cBhvr>
                                          <p:tavLst>
                                            <p:tav tm="0">
                                              <p:val>
                                                <p:fltVal val="0"/>
                                              </p:val>
                                            </p:tav>
                                            <p:tav tm="100000">
                                              <p:val>
                                                <p:strVal val="#ppt_h"/>
                                              </p:val>
                                            </p:tav>
                                          </p:tavLst>
                                        </p:anim>
                                        <p:animEffect transition="in" filter="fade">
                                          <p:cBhvr>
                                            <p:cTn id="54" dur="500"/>
                                            <p:tgtEl>
                                              <p:spTgt spid="55"/>
                                            </p:tgtEl>
                                          </p:cBhvr>
                                        </p:animEffect>
                                      </p:childTnLst>
                                    </p:cTn>
                                  </p:par>
                                  <p:par>
                                    <p:cTn id="55" presetID="53" presetClass="entr" presetSubtype="16" fill="hold" grpId="0" nodeType="withEffect">
                                      <p:stCondLst>
                                        <p:cond delay="2000"/>
                                      </p:stCondLst>
                                      <p:childTnLst>
                                        <p:set>
                                          <p:cBhvr>
                                            <p:cTn id="56" dur="1" fill="hold">
                                              <p:stCondLst>
                                                <p:cond delay="0"/>
                                              </p:stCondLst>
                                            </p:cTn>
                                            <p:tgtEl>
                                              <p:spTgt spid="60"/>
                                            </p:tgtEl>
                                            <p:attrNameLst>
                                              <p:attrName>style.visibility</p:attrName>
                                            </p:attrNameLst>
                                          </p:cBhvr>
                                          <p:to>
                                            <p:strVal val="visible"/>
                                          </p:to>
                                        </p:set>
                                        <p:anim calcmode="lin" valueType="num">
                                          <p:cBhvr>
                                            <p:cTn id="57" dur="500" fill="hold"/>
                                            <p:tgtEl>
                                              <p:spTgt spid="60"/>
                                            </p:tgtEl>
                                            <p:attrNameLst>
                                              <p:attrName>ppt_w</p:attrName>
                                            </p:attrNameLst>
                                          </p:cBhvr>
                                          <p:tavLst>
                                            <p:tav tm="0">
                                              <p:val>
                                                <p:fltVal val="0"/>
                                              </p:val>
                                            </p:tav>
                                            <p:tav tm="100000">
                                              <p:val>
                                                <p:strVal val="#ppt_w"/>
                                              </p:val>
                                            </p:tav>
                                          </p:tavLst>
                                        </p:anim>
                                        <p:anim calcmode="lin" valueType="num">
                                          <p:cBhvr>
                                            <p:cTn id="58" dur="500" fill="hold"/>
                                            <p:tgtEl>
                                              <p:spTgt spid="60"/>
                                            </p:tgtEl>
                                            <p:attrNameLst>
                                              <p:attrName>ppt_h</p:attrName>
                                            </p:attrNameLst>
                                          </p:cBhvr>
                                          <p:tavLst>
                                            <p:tav tm="0">
                                              <p:val>
                                                <p:fltVal val="0"/>
                                              </p:val>
                                            </p:tav>
                                            <p:tav tm="100000">
                                              <p:val>
                                                <p:strVal val="#ppt_h"/>
                                              </p:val>
                                            </p:tav>
                                          </p:tavLst>
                                        </p:anim>
                                        <p:animEffect transition="in" filter="fade">
                                          <p:cBhvr>
                                            <p:cTn id="59" dur="500"/>
                                            <p:tgtEl>
                                              <p:spTgt spid="60"/>
                                            </p:tgtEl>
                                          </p:cBhvr>
                                        </p:animEffect>
                                      </p:childTnLst>
                                    </p:cTn>
                                  </p:par>
                                  <p:par>
                                    <p:cTn id="60" presetID="53" presetClass="entr" presetSubtype="16" fill="hold" grpId="0" nodeType="withEffect">
                                      <p:stCondLst>
                                        <p:cond delay="2000"/>
                                      </p:stCondLst>
                                      <p:childTnLst>
                                        <p:set>
                                          <p:cBhvr>
                                            <p:cTn id="61" dur="1" fill="hold">
                                              <p:stCondLst>
                                                <p:cond delay="0"/>
                                              </p:stCondLst>
                                            </p:cTn>
                                            <p:tgtEl>
                                              <p:spTgt spid="62"/>
                                            </p:tgtEl>
                                            <p:attrNameLst>
                                              <p:attrName>style.visibility</p:attrName>
                                            </p:attrNameLst>
                                          </p:cBhvr>
                                          <p:to>
                                            <p:strVal val="visible"/>
                                          </p:to>
                                        </p:set>
                                        <p:anim calcmode="lin" valueType="num">
                                          <p:cBhvr>
                                            <p:cTn id="62" dur="500" fill="hold"/>
                                            <p:tgtEl>
                                              <p:spTgt spid="62"/>
                                            </p:tgtEl>
                                            <p:attrNameLst>
                                              <p:attrName>ppt_w</p:attrName>
                                            </p:attrNameLst>
                                          </p:cBhvr>
                                          <p:tavLst>
                                            <p:tav tm="0">
                                              <p:val>
                                                <p:fltVal val="0"/>
                                              </p:val>
                                            </p:tav>
                                            <p:tav tm="100000">
                                              <p:val>
                                                <p:strVal val="#ppt_w"/>
                                              </p:val>
                                            </p:tav>
                                          </p:tavLst>
                                        </p:anim>
                                        <p:anim calcmode="lin" valueType="num">
                                          <p:cBhvr>
                                            <p:cTn id="63" dur="500" fill="hold"/>
                                            <p:tgtEl>
                                              <p:spTgt spid="62"/>
                                            </p:tgtEl>
                                            <p:attrNameLst>
                                              <p:attrName>ppt_h</p:attrName>
                                            </p:attrNameLst>
                                          </p:cBhvr>
                                          <p:tavLst>
                                            <p:tav tm="0">
                                              <p:val>
                                                <p:fltVal val="0"/>
                                              </p:val>
                                            </p:tav>
                                            <p:tav tm="100000">
                                              <p:val>
                                                <p:strVal val="#ppt_h"/>
                                              </p:val>
                                            </p:tav>
                                          </p:tavLst>
                                        </p:anim>
                                        <p:animEffect transition="in" filter="fade">
                                          <p:cBhvr>
                                            <p:cTn id="64" dur="500"/>
                                            <p:tgtEl>
                                              <p:spTgt spid="62"/>
                                            </p:tgtEl>
                                          </p:cBhvr>
                                        </p:animEffect>
                                      </p:childTnLst>
                                    </p:cTn>
                                  </p:par>
                                  <p:par>
                                    <p:cTn id="65" presetID="2" presetClass="entr" presetSubtype="2" decel="100000" fill="hold" nodeType="withEffect">
                                      <p:stCondLst>
                                        <p:cond delay="0"/>
                                      </p:stCondLst>
                                      <p:childTnLst>
                                        <p:set>
                                          <p:cBhvr>
                                            <p:cTn id="66" dur="1" fill="hold">
                                              <p:stCondLst>
                                                <p:cond delay="0"/>
                                              </p:stCondLst>
                                            </p:cTn>
                                            <p:tgtEl>
                                              <p:spTgt spid="74"/>
                                            </p:tgtEl>
                                            <p:attrNameLst>
                                              <p:attrName>style.visibility</p:attrName>
                                            </p:attrNameLst>
                                          </p:cBhvr>
                                          <p:to>
                                            <p:strVal val="visible"/>
                                          </p:to>
                                        </p:set>
                                        <p:anim calcmode="lin" valueType="num">
                                          <p:cBhvr additive="base">
                                            <p:cTn id="67" dur="1000" fill="hold"/>
                                            <p:tgtEl>
                                              <p:spTgt spid="74"/>
                                            </p:tgtEl>
                                            <p:attrNameLst>
                                              <p:attrName>ppt_x</p:attrName>
                                            </p:attrNameLst>
                                          </p:cBhvr>
                                          <p:tavLst>
                                            <p:tav tm="0">
                                              <p:val>
                                                <p:strVal val="1+#ppt_w/2"/>
                                              </p:val>
                                            </p:tav>
                                            <p:tav tm="100000">
                                              <p:val>
                                                <p:strVal val="#ppt_x"/>
                                              </p:val>
                                            </p:tav>
                                          </p:tavLst>
                                        </p:anim>
                                        <p:anim calcmode="lin" valueType="num">
                                          <p:cBhvr additive="base">
                                            <p:cTn id="68" dur="1000" fill="hold"/>
                                            <p:tgtEl>
                                              <p:spTgt spid="74"/>
                                            </p:tgtEl>
                                            <p:attrNameLst>
                                              <p:attrName>ppt_y</p:attrName>
                                            </p:attrNameLst>
                                          </p:cBhvr>
                                          <p:tavLst>
                                            <p:tav tm="0">
                                              <p:val>
                                                <p:strVal val="#ppt_y"/>
                                              </p:val>
                                            </p:tav>
                                            <p:tav tm="100000">
                                              <p:val>
                                                <p:strVal val="#ppt_y"/>
                                              </p:val>
                                            </p:tav>
                                          </p:tavLst>
                                        </p:anim>
                                      </p:childTnLst>
                                    </p:cTn>
                                  </p:par>
                                  <p:par>
                                    <p:cTn id="69" presetID="2" presetClass="entr" presetSubtype="2" decel="100000" fill="hold" nodeType="withEffect">
                                      <p:stCondLst>
                                        <p:cond delay="0"/>
                                      </p:stCondLst>
                                      <p:childTnLst>
                                        <p:set>
                                          <p:cBhvr>
                                            <p:cTn id="70" dur="1" fill="hold">
                                              <p:stCondLst>
                                                <p:cond delay="0"/>
                                              </p:stCondLst>
                                            </p:cTn>
                                            <p:tgtEl>
                                              <p:spTgt spid="77"/>
                                            </p:tgtEl>
                                            <p:attrNameLst>
                                              <p:attrName>style.visibility</p:attrName>
                                            </p:attrNameLst>
                                          </p:cBhvr>
                                          <p:to>
                                            <p:strVal val="visible"/>
                                          </p:to>
                                        </p:set>
                                        <p:anim calcmode="lin" valueType="num">
                                          <p:cBhvr additive="base">
                                            <p:cTn id="71" dur="1000" fill="hold"/>
                                            <p:tgtEl>
                                              <p:spTgt spid="77"/>
                                            </p:tgtEl>
                                            <p:attrNameLst>
                                              <p:attrName>ppt_x</p:attrName>
                                            </p:attrNameLst>
                                          </p:cBhvr>
                                          <p:tavLst>
                                            <p:tav tm="0">
                                              <p:val>
                                                <p:strVal val="1+#ppt_w/2"/>
                                              </p:val>
                                            </p:tav>
                                            <p:tav tm="100000">
                                              <p:val>
                                                <p:strVal val="#ppt_x"/>
                                              </p:val>
                                            </p:tav>
                                          </p:tavLst>
                                        </p:anim>
                                        <p:anim calcmode="lin" valueType="num">
                                          <p:cBhvr additive="base">
                                            <p:cTn id="72" dur="1000" fill="hold"/>
                                            <p:tgtEl>
                                              <p:spTgt spid="77"/>
                                            </p:tgtEl>
                                            <p:attrNameLst>
                                              <p:attrName>ppt_y</p:attrName>
                                            </p:attrNameLst>
                                          </p:cBhvr>
                                          <p:tavLst>
                                            <p:tav tm="0">
                                              <p:val>
                                                <p:strVal val="#ppt_y"/>
                                              </p:val>
                                            </p:tav>
                                            <p:tav tm="100000">
                                              <p:val>
                                                <p:strVal val="#ppt_y"/>
                                              </p:val>
                                            </p:tav>
                                          </p:tavLst>
                                        </p:anim>
                                      </p:childTnLst>
                                    </p:cTn>
                                  </p:par>
                                  <p:par>
                                    <p:cTn id="73" presetID="2" presetClass="entr" presetSubtype="2" decel="100000" fill="hold" nodeType="withEffect">
                                      <p:stCondLst>
                                        <p:cond delay="0"/>
                                      </p:stCondLst>
                                      <p:childTnLst>
                                        <p:set>
                                          <p:cBhvr>
                                            <p:cTn id="74" dur="1" fill="hold">
                                              <p:stCondLst>
                                                <p:cond delay="0"/>
                                              </p:stCondLst>
                                            </p:cTn>
                                            <p:tgtEl>
                                              <p:spTgt spid="80"/>
                                            </p:tgtEl>
                                            <p:attrNameLst>
                                              <p:attrName>style.visibility</p:attrName>
                                            </p:attrNameLst>
                                          </p:cBhvr>
                                          <p:to>
                                            <p:strVal val="visible"/>
                                          </p:to>
                                        </p:set>
                                        <p:anim calcmode="lin" valueType="num">
                                          <p:cBhvr additive="base">
                                            <p:cTn id="75" dur="1000" fill="hold"/>
                                            <p:tgtEl>
                                              <p:spTgt spid="80"/>
                                            </p:tgtEl>
                                            <p:attrNameLst>
                                              <p:attrName>ppt_x</p:attrName>
                                            </p:attrNameLst>
                                          </p:cBhvr>
                                          <p:tavLst>
                                            <p:tav tm="0">
                                              <p:val>
                                                <p:strVal val="1+#ppt_w/2"/>
                                              </p:val>
                                            </p:tav>
                                            <p:tav tm="100000">
                                              <p:val>
                                                <p:strVal val="#ppt_x"/>
                                              </p:val>
                                            </p:tav>
                                          </p:tavLst>
                                        </p:anim>
                                        <p:anim calcmode="lin" valueType="num">
                                          <p:cBhvr additive="base">
                                            <p:cTn id="76" dur="1000" fill="hold"/>
                                            <p:tgtEl>
                                              <p:spTgt spid="80"/>
                                            </p:tgtEl>
                                            <p:attrNameLst>
                                              <p:attrName>ppt_y</p:attrName>
                                            </p:attrNameLst>
                                          </p:cBhvr>
                                          <p:tavLst>
                                            <p:tav tm="0">
                                              <p:val>
                                                <p:strVal val="#ppt_y"/>
                                              </p:val>
                                            </p:tav>
                                            <p:tav tm="100000">
                                              <p:val>
                                                <p:strVal val="#ppt_y"/>
                                              </p:val>
                                            </p:tav>
                                          </p:tavLst>
                                        </p:anim>
                                      </p:childTnLst>
                                    </p:cTn>
                                  </p:par>
                                  <p:par>
                                    <p:cTn id="77" presetID="2" presetClass="entr" presetSubtype="2" decel="100000" fill="hold" nodeType="withEffect">
                                      <p:stCondLst>
                                        <p:cond delay="0"/>
                                      </p:stCondLst>
                                      <p:childTnLst>
                                        <p:set>
                                          <p:cBhvr>
                                            <p:cTn id="78" dur="1" fill="hold">
                                              <p:stCondLst>
                                                <p:cond delay="0"/>
                                              </p:stCondLst>
                                            </p:cTn>
                                            <p:tgtEl>
                                              <p:spTgt spid="83"/>
                                            </p:tgtEl>
                                            <p:attrNameLst>
                                              <p:attrName>style.visibility</p:attrName>
                                            </p:attrNameLst>
                                          </p:cBhvr>
                                          <p:to>
                                            <p:strVal val="visible"/>
                                          </p:to>
                                        </p:set>
                                        <p:anim calcmode="lin" valueType="num">
                                          <p:cBhvr additive="base">
                                            <p:cTn id="79" dur="1000" fill="hold"/>
                                            <p:tgtEl>
                                              <p:spTgt spid="83"/>
                                            </p:tgtEl>
                                            <p:attrNameLst>
                                              <p:attrName>ppt_x</p:attrName>
                                            </p:attrNameLst>
                                          </p:cBhvr>
                                          <p:tavLst>
                                            <p:tav tm="0">
                                              <p:val>
                                                <p:strVal val="1+#ppt_w/2"/>
                                              </p:val>
                                            </p:tav>
                                            <p:tav tm="100000">
                                              <p:val>
                                                <p:strVal val="#ppt_x"/>
                                              </p:val>
                                            </p:tav>
                                          </p:tavLst>
                                        </p:anim>
                                        <p:anim calcmode="lin" valueType="num">
                                          <p:cBhvr additive="base">
                                            <p:cTn id="80" dur="1000" fill="hold"/>
                                            <p:tgtEl>
                                              <p:spTgt spid="83"/>
                                            </p:tgtEl>
                                            <p:attrNameLst>
                                              <p:attrName>ppt_y</p:attrName>
                                            </p:attrNameLst>
                                          </p:cBhvr>
                                          <p:tavLst>
                                            <p:tav tm="0">
                                              <p:val>
                                                <p:strVal val="#ppt_y"/>
                                              </p:val>
                                            </p:tav>
                                            <p:tav tm="100000">
                                              <p:val>
                                                <p:strVal val="#ppt_y"/>
                                              </p:val>
                                            </p:tav>
                                          </p:tavLst>
                                        </p:anim>
                                      </p:childTnLst>
                                    </p:cTn>
                                  </p:par>
                                  <p:par>
                                    <p:cTn id="81" presetID="2" presetClass="entr" presetSubtype="1" fill="hold" grpId="0" nodeType="withEffect" p14:presetBounceEnd="81000">
                                      <p:stCondLst>
                                        <p:cond delay="0"/>
                                      </p:stCondLst>
                                      <p:childTnLst>
                                        <p:set>
                                          <p:cBhvr>
                                            <p:cTn id="82" dur="1" fill="hold">
                                              <p:stCondLst>
                                                <p:cond delay="0"/>
                                              </p:stCondLst>
                                            </p:cTn>
                                            <p:tgtEl>
                                              <p:spTgt spid="52"/>
                                            </p:tgtEl>
                                            <p:attrNameLst>
                                              <p:attrName>style.visibility</p:attrName>
                                            </p:attrNameLst>
                                          </p:cBhvr>
                                          <p:to>
                                            <p:strVal val="visible"/>
                                          </p:to>
                                        </p:set>
                                        <p:anim calcmode="lin" valueType="num" p14:bounceEnd="81000">
                                          <p:cBhvr additive="base">
                                            <p:cTn id="83" dur="1000" fill="hold"/>
                                            <p:tgtEl>
                                              <p:spTgt spid="52"/>
                                            </p:tgtEl>
                                            <p:attrNameLst>
                                              <p:attrName>ppt_x</p:attrName>
                                            </p:attrNameLst>
                                          </p:cBhvr>
                                          <p:tavLst>
                                            <p:tav tm="0">
                                              <p:val>
                                                <p:strVal val="#ppt_x"/>
                                              </p:val>
                                            </p:tav>
                                            <p:tav tm="100000">
                                              <p:val>
                                                <p:strVal val="#ppt_x"/>
                                              </p:val>
                                            </p:tav>
                                          </p:tavLst>
                                        </p:anim>
                                        <p:anim calcmode="lin" valueType="num" p14:bounceEnd="81000">
                                          <p:cBhvr additive="base">
                                            <p:cTn id="84" dur="1000" fill="hold"/>
                                            <p:tgtEl>
                                              <p:spTgt spid="52"/>
                                            </p:tgtEl>
                                            <p:attrNameLst>
                                              <p:attrName>ppt_y</p:attrName>
                                            </p:attrNameLst>
                                          </p:cBhvr>
                                          <p:tavLst>
                                            <p:tav tm="0">
                                              <p:val>
                                                <p:strVal val="0-#ppt_h/2"/>
                                              </p:val>
                                            </p:tav>
                                            <p:tav tm="100000">
                                              <p:val>
                                                <p:strVal val="#ppt_y"/>
                                              </p:val>
                                            </p:tav>
                                          </p:tavLst>
                                        </p:anim>
                                      </p:childTnLst>
                                    </p:cTn>
                                  </p:par>
                                </p:childTnLst>
                              </p:cTn>
                            </p:par>
                            <p:par>
                              <p:cTn id="85" fill="hold">
                                <p:stCondLst>
                                  <p:cond delay="2500"/>
                                </p:stCondLst>
                                <p:childTnLst>
                                  <p:par>
                                    <p:cTn id="86" presetID="22" presetClass="entr" presetSubtype="8" fill="hold" nodeType="afterEffect">
                                      <p:stCondLst>
                                        <p:cond delay="0"/>
                                      </p:stCondLst>
                                      <p:childTnLst>
                                        <p:set>
                                          <p:cBhvr>
                                            <p:cTn id="87" dur="1" fill="hold">
                                              <p:stCondLst>
                                                <p:cond delay="0"/>
                                              </p:stCondLst>
                                            </p:cTn>
                                            <p:tgtEl>
                                              <p:spTgt spid="53"/>
                                            </p:tgtEl>
                                            <p:attrNameLst>
                                              <p:attrName>style.visibility</p:attrName>
                                            </p:attrNameLst>
                                          </p:cBhvr>
                                          <p:to>
                                            <p:strVal val="visible"/>
                                          </p:to>
                                        </p:set>
                                        <p:animEffect transition="in" filter="wipe(left)">
                                          <p:cBhvr>
                                            <p:cTn id="88"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26" grpId="0" animBg="1"/>
          <p:bldP spid="28" grpId="0"/>
          <p:bldP spid="43" grpId="0" animBg="1"/>
          <p:bldP spid="45" grpId="0"/>
          <p:bldP spid="60" grpId="0" animBg="1"/>
          <p:bldP spid="62" grpId="0"/>
          <p:bldP spid="52"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50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50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50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nodeType="withEffect">
                                      <p:stCondLst>
                                        <p:cond delay="1000"/>
                                      </p:stCondLst>
                                      <p:childTnLst>
                                        <p:set>
                                          <p:cBhvr>
                                            <p:cTn id="21" dur="1" fill="hold">
                                              <p:stCondLst>
                                                <p:cond delay="0"/>
                                              </p:stCondLst>
                                            </p:cTn>
                                            <p:tgtEl>
                                              <p:spTgt spid="21"/>
                                            </p:tgtEl>
                                            <p:attrNameLst>
                                              <p:attrName>style.visibility</p:attrName>
                                            </p:attrNameLst>
                                          </p:cBhvr>
                                          <p:to>
                                            <p:strVal val="visible"/>
                                          </p:to>
                                        </p:set>
                                        <p:anim calcmode="lin" valueType="num">
                                          <p:cBhvr>
                                            <p:cTn id="22" dur="500" fill="hold"/>
                                            <p:tgtEl>
                                              <p:spTgt spid="21"/>
                                            </p:tgtEl>
                                            <p:attrNameLst>
                                              <p:attrName>ppt_w</p:attrName>
                                            </p:attrNameLst>
                                          </p:cBhvr>
                                          <p:tavLst>
                                            <p:tav tm="0">
                                              <p:val>
                                                <p:fltVal val="0"/>
                                              </p:val>
                                            </p:tav>
                                            <p:tav tm="100000">
                                              <p:val>
                                                <p:strVal val="#ppt_w"/>
                                              </p:val>
                                            </p:tav>
                                          </p:tavLst>
                                        </p:anim>
                                        <p:anim calcmode="lin" valueType="num">
                                          <p:cBhvr>
                                            <p:cTn id="23" dur="500" fill="hold"/>
                                            <p:tgtEl>
                                              <p:spTgt spid="21"/>
                                            </p:tgtEl>
                                            <p:attrNameLst>
                                              <p:attrName>ppt_h</p:attrName>
                                            </p:attrNameLst>
                                          </p:cBhvr>
                                          <p:tavLst>
                                            <p:tav tm="0">
                                              <p:val>
                                                <p:fltVal val="0"/>
                                              </p:val>
                                            </p:tav>
                                            <p:tav tm="100000">
                                              <p:val>
                                                <p:strVal val="#ppt_h"/>
                                              </p:val>
                                            </p:tav>
                                          </p:tavLst>
                                        </p:anim>
                                        <p:animEffect transition="in" filter="fade">
                                          <p:cBhvr>
                                            <p:cTn id="24" dur="500"/>
                                            <p:tgtEl>
                                              <p:spTgt spid="21"/>
                                            </p:tgtEl>
                                          </p:cBhvr>
                                        </p:animEffect>
                                      </p:childTnLst>
                                    </p:cTn>
                                  </p:par>
                                  <p:par>
                                    <p:cTn id="25" presetID="53" presetClass="entr" presetSubtype="16" fill="hold" grpId="0" nodeType="withEffect">
                                      <p:stCondLst>
                                        <p:cond delay="1000"/>
                                      </p:stCondLst>
                                      <p:childTnLst>
                                        <p:set>
                                          <p:cBhvr>
                                            <p:cTn id="26" dur="1" fill="hold">
                                              <p:stCondLst>
                                                <p:cond delay="0"/>
                                              </p:stCondLst>
                                            </p:cTn>
                                            <p:tgtEl>
                                              <p:spTgt spid="26"/>
                                            </p:tgtEl>
                                            <p:attrNameLst>
                                              <p:attrName>style.visibility</p:attrName>
                                            </p:attrNameLst>
                                          </p:cBhvr>
                                          <p:to>
                                            <p:strVal val="visible"/>
                                          </p:to>
                                        </p:set>
                                        <p:anim calcmode="lin" valueType="num">
                                          <p:cBhvr>
                                            <p:cTn id="27" dur="500" fill="hold"/>
                                            <p:tgtEl>
                                              <p:spTgt spid="26"/>
                                            </p:tgtEl>
                                            <p:attrNameLst>
                                              <p:attrName>ppt_w</p:attrName>
                                            </p:attrNameLst>
                                          </p:cBhvr>
                                          <p:tavLst>
                                            <p:tav tm="0">
                                              <p:val>
                                                <p:fltVal val="0"/>
                                              </p:val>
                                            </p:tav>
                                            <p:tav tm="100000">
                                              <p:val>
                                                <p:strVal val="#ppt_w"/>
                                              </p:val>
                                            </p:tav>
                                          </p:tavLst>
                                        </p:anim>
                                        <p:anim calcmode="lin" valueType="num">
                                          <p:cBhvr>
                                            <p:cTn id="28" dur="500" fill="hold"/>
                                            <p:tgtEl>
                                              <p:spTgt spid="26"/>
                                            </p:tgtEl>
                                            <p:attrNameLst>
                                              <p:attrName>ppt_h</p:attrName>
                                            </p:attrNameLst>
                                          </p:cBhvr>
                                          <p:tavLst>
                                            <p:tav tm="0">
                                              <p:val>
                                                <p:fltVal val="0"/>
                                              </p:val>
                                            </p:tav>
                                            <p:tav tm="100000">
                                              <p:val>
                                                <p:strVal val="#ppt_h"/>
                                              </p:val>
                                            </p:tav>
                                          </p:tavLst>
                                        </p:anim>
                                        <p:animEffect transition="in" filter="fade">
                                          <p:cBhvr>
                                            <p:cTn id="29" dur="500"/>
                                            <p:tgtEl>
                                              <p:spTgt spid="26"/>
                                            </p:tgtEl>
                                          </p:cBhvr>
                                        </p:animEffect>
                                      </p:childTnLst>
                                    </p:cTn>
                                  </p:par>
                                  <p:par>
                                    <p:cTn id="30" presetID="53" presetClass="entr" presetSubtype="16" fill="hold" grpId="0" nodeType="withEffect">
                                      <p:stCondLst>
                                        <p:cond delay="1000"/>
                                      </p:stCondLst>
                                      <p:childTnLst>
                                        <p:set>
                                          <p:cBhvr>
                                            <p:cTn id="31" dur="1" fill="hold">
                                              <p:stCondLst>
                                                <p:cond delay="0"/>
                                              </p:stCondLst>
                                            </p:cTn>
                                            <p:tgtEl>
                                              <p:spTgt spid="28"/>
                                            </p:tgtEl>
                                            <p:attrNameLst>
                                              <p:attrName>style.visibility</p:attrName>
                                            </p:attrNameLst>
                                          </p:cBhvr>
                                          <p:to>
                                            <p:strVal val="visible"/>
                                          </p:to>
                                        </p:set>
                                        <p:anim calcmode="lin" valueType="num">
                                          <p:cBhvr>
                                            <p:cTn id="32" dur="500" fill="hold"/>
                                            <p:tgtEl>
                                              <p:spTgt spid="28"/>
                                            </p:tgtEl>
                                            <p:attrNameLst>
                                              <p:attrName>ppt_w</p:attrName>
                                            </p:attrNameLst>
                                          </p:cBhvr>
                                          <p:tavLst>
                                            <p:tav tm="0">
                                              <p:val>
                                                <p:fltVal val="0"/>
                                              </p:val>
                                            </p:tav>
                                            <p:tav tm="100000">
                                              <p:val>
                                                <p:strVal val="#ppt_w"/>
                                              </p:val>
                                            </p:tav>
                                          </p:tavLst>
                                        </p:anim>
                                        <p:anim calcmode="lin" valueType="num">
                                          <p:cBhvr>
                                            <p:cTn id="33" dur="500" fill="hold"/>
                                            <p:tgtEl>
                                              <p:spTgt spid="28"/>
                                            </p:tgtEl>
                                            <p:attrNameLst>
                                              <p:attrName>ppt_h</p:attrName>
                                            </p:attrNameLst>
                                          </p:cBhvr>
                                          <p:tavLst>
                                            <p:tav tm="0">
                                              <p:val>
                                                <p:fltVal val="0"/>
                                              </p:val>
                                            </p:tav>
                                            <p:tav tm="100000">
                                              <p:val>
                                                <p:strVal val="#ppt_h"/>
                                              </p:val>
                                            </p:tav>
                                          </p:tavLst>
                                        </p:anim>
                                        <p:animEffect transition="in" filter="fade">
                                          <p:cBhvr>
                                            <p:cTn id="34" dur="500"/>
                                            <p:tgtEl>
                                              <p:spTgt spid="28"/>
                                            </p:tgtEl>
                                          </p:cBhvr>
                                        </p:animEffect>
                                      </p:childTnLst>
                                    </p:cTn>
                                  </p:par>
                                  <p:par>
                                    <p:cTn id="35" presetID="53" presetClass="entr" presetSubtype="16" fill="hold" nodeType="withEffect">
                                      <p:stCondLst>
                                        <p:cond delay="1500"/>
                                      </p:stCondLst>
                                      <p:childTnLst>
                                        <p:set>
                                          <p:cBhvr>
                                            <p:cTn id="36" dur="1" fill="hold">
                                              <p:stCondLst>
                                                <p:cond delay="0"/>
                                              </p:stCondLst>
                                            </p:cTn>
                                            <p:tgtEl>
                                              <p:spTgt spid="38"/>
                                            </p:tgtEl>
                                            <p:attrNameLst>
                                              <p:attrName>style.visibility</p:attrName>
                                            </p:attrNameLst>
                                          </p:cBhvr>
                                          <p:to>
                                            <p:strVal val="visible"/>
                                          </p:to>
                                        </p:set>
                                        <p:anim calcmode="lin" valueType="num">
                                          <p:cBhvr>
                                            <p:cTn id="37" dur="500" fill="hold"/>
                                            <p:tgtEl>
                                              <p:spTgt spid="38"/>
                                            </p:tgtEl>
                                            <p:attrNameLst>
                                              <p:attrName>ppt_w</p:attrName>
                                            </p:attrNameLst>
                                          </p:cBhvr>
                                          <p:tavLst>
                                            <p:tav tm="0">
                                              <p:val>
                                                <p:fltVal val="0"/>
                                              </p:val>
                                            </p:tav>
                                            <p:tav tm="100000">
                                              <p:val>
                                                <p:strVal val="#ppt_w"/>
                                              </p:val>
                                            </p:tav>
                                          </p:tavLst>
                                        </p:anim>
                                        <p:anim calcmode="lin" valueType="num">
                                          <p:cBhvr>
                                            <p:cTn id="38" dur="500" fill="hold"/>
                                            <p:tgtEl>
                                              <p:spTgt spid="38"/>
                                            </p:tgtEl>
                                            <p:attrNameLst>
                                              <p:attrName>ppt_h</p:attrName>
                                            </p:attrNameLst>
                                          </p:cBhvr>
                                          <p:tavLst>
                                            <p:tav tm="0">
                                              <p:val>
                                                <p:fltVal val="0"/>
                                              </p:val>
                                            </p:tav>
                                            <p:tav tm="100000">
                                              <p:val>
                                                <p:strVal val="#ppt_h"/>
                                              </p:val>
                                            </p:tav>
                                          </p:tavLst>
                                        </p:anim>
                                        <p:animEffect transition="in" filter="fade">
                                          <p:cBhvr>
                                            <p:cTn id="39" dur="500"/>
                                            <p:tgtEl>
                                              <p:spTgt spid="38"/>
                                            </p:tgtEl>
                                          </p:cBhvr>
                                        </p:animEffect>
                                      </p:childTnLst>
                                    </p:cTn>
                                  </p:par>
                                  <p:par>
                                    <p:cTn id="40" presetID="53" presetClass="entr" presetSubtype="16" fill="hold" grpId="0" nodeType="withEffect">
                                      <p:stCondLst>
                                        <p:cond delay="1500"/>
                                      </p:stCondLst>
                                      <p:childTnLst>
                                        <p:set>
                                          <p:cBhvr>
                                            <p:cTn id="41" dur="1" fill="hold">
                                              <p:stCondLst>
                                                <p:cond delay="0"/>
                                              </p:stCondLst>
                                            </p:cTn>
                                            <p:tgtEl>
                                              <p:spTgt spid="43"/>
                                            </p:tgtEl>
                                            <p:attrNameLst>
                                              <p:attrName>style.visibility</p:attrName>
                                            </p:attrNameLst>
                                          </p:cBhvr>
                                          <p:to>
                                            <p:strVal val="visible"/>
                                          </p:to>
                                        </p:set>
                                        <p:anim calcmode="lin" valueType="num">
                                          <p:cBhvr>
                                            <p:cTn id="42" dur="500" fill="hold"/>
                                            <p:tgtEl>
                                              <p:spTgt spid="43"/>
                                            </p:tgtEl>
                                            <p:attrNameLst>
                                              <p:attrName>ppt_w</p:attrName>
                                            </p:attrNameLst>
                                          </p:cBhvr>
                                          <p:tavLst>
                                            <p:tav tm="0">
                                              <p:val>
                                                <p:fltVal val="0"/>
                                              </p:val>
                                            </p:tav>
                                            <p:tav tm="100000">
                                              <p:val>
                                                <p:strVal val="#ppt_w"/>
                                              </p:val>
                                            </p:tav>
                                          </p:tavLst>
                                        </p:anim>
                                        <p:anim calcmode="lin" valueType="num">
                                          <p:cBhvr>
                                            <p:cTn id="43" dur="500" fill="hold"/>
                                            <p:tgtEl>
                                              <p:spTgt spid="43"/>
                                            </p:tgtEl>
                                            <p:attrNameLst>
                                              <p:attrName>ppt_h</p:attrName>
                                            </p:attrNameLst>
                                          </p:cBhvr>
                                          <p:tavLst>
                                            <p:tav tm="0">
                                              <p:val>
                                                <p:fltVal val="0"/>
                                              </p:val>
                                            </p:tav>
                                            <p:tav tm="100000">
                                              <p:val>
                                                <p:strVal val="#ppt_h"/>
                                              </p:val>
                                            </p:tav>
                                          </p:tavLst>
                                        </p:anim>
                                        <p:animEffect transition="in" filter="fade">
                                          <p:cBhvr>
                                            <p:cTn id="44" dur="500"/>
                                            <p:tgtEl>
                                              <p:spTgt spid="43"/>
                                            </p:tgtEl>
                                          </p:cBhvr>
                                        </p:animEffect>
                                      </p:childTnLst>
                                    </p:cTn>
                                  </p:par>
                                  <p:par>
                                    <p:cTn id="45" presetID="53" presetClass="entr" presetSubtype="16" fill="hold" grpId="0" nodeType="withEffect">
                                      <p:stCondLst>
                                        <p:cond delay="1500"/>
                                      </p:stCondLst>
                                      <p:childTnLst>
                                        <p:set>
                                          <p:cBhvr>
                                            <p:cTn id="46" dur="1" fill="hold">
                                              <p:stCondLst>
                                                <p:cond delay="0"/>
                                              </p:stCondLst>
                                            </p:cTn>
                                            <p:tgtEl>
                                              <p:spTgt spid="45"/>
                                            </p:tgtEl>
                                            <p:attrNameLst>
                                              <p:attrName>style.visibility</p:attrName>
                                            </p:attrNameLst>
                                          </p:cBhvr>
                                          <p:to>
                                            <p:strVal val="visible"/>
                                          </p:to>
                                        </p:set>
                                        <p:anim calcmode="lin" valueType="num">
                                          <p:cBhvr>
                                            <p:cTn id="47" dur="500" fill="hold"/>
                                            <p:tgtEl>
                                              <p:spTgt spid="45"/>
                                            </p:tgtEl>
                                            <p:attrNameLst>
                                              <p:attrName>ppt_w</p:attrName>
                                            </p:attrNameLst>
                                          </p:cBhvr>
                                          <p:tavLst>
                                            <p:tav tm="0">
                                              <p:val>
                                                <p:fltVal val="0"/>
                                              </p:val>
                                            </p:tav>
                                            <p:tav tm="100000">
                                              <p:val>
                                                <p:strVal val="#ppt_w"/>
                                              </p:val>
                                            </p:tav>
                                          </p:tavLst>
                                        </p:anim>
                                        <p:anim calcmode="lin" valueType="num">
                                          <p:cBhvr>
                                            <p:cTn id="48" dur="500" fill="hold"/>
                                            <p:tgtEl>
                                              <p:spTgt spid="45"/>
                                            </p:tgtEl>
                                            <p:attrNameLst>
                                              <p:attrName>ppt_h</p:attrName>
                                            </p:attrNameLst>
                                          </p:cBhvr>
                                          <p:tavLst>
                                            <p:tav tm="0">
                                              <p:val>
                                                <p:fltVal val="0"/>
                                              </p:val>
                                            </p:tav>
                                            <p:tav tm="100000">
                                              <p:val>
                                                <p:strVal val="#ppt_h"/>
                                              </p:val>
                                            </p:tav>
                                          </p:tavLst>
                                        </p:anim>
                                        <p:animEffect transition="in" filter="fade">
                                          <p:cBhvr>
                                            <p:cTn id="49" dur="500"/>
                                            <p:tgtEl>
                                              <p:spTgt spid="45"/>
                                            </p:tgtEl>
                                          </p:cBhvr>
                                        </p:animEffect>
                                      </p:childTnLst>
                                    </p:cTn>
                                  </p:par>
                                  <p:par>
                                    <p:cTn id="50" presetID="53" presetClass="entr" presetSubtype="16" fill="hold" nodeType="withEffect">
                                      <p:stCondLst>
                                        <p:cond delay="2000"/>
                                      </p:stCondLst>
                                      <p:childTnLst>
                                        <p:set>
                                          <p:cBhvr>
                                            <p:cTn id="51" dur="1" fill="hold">
                                              <p:stCondLst>
                                                <p:cond delay="0"/>
                                              </p:stCondLst>
                                            </p:cTn>
                                            <p:tgtEl>
                                              <p:spTgt spid="55"/>
                                            </p:tgtEl>
                                            <p:attrNameLst>
                                              <p:attrName>style.visibility</p:attrName>
                                            </p:attrNameLst>
                                          </p:cBhvr>
                                          <p:to>
                                            <p:strVal val="visible"/>
                                          </p:to>
                                        </p:set>
                                        <p:anim calcmode="lin" valueType="num">
                                          <p:cBhvr>
                                            <p:cTn id="52" dur="500" fill="hold"/>
                                            <p:tgtEl>
                                              <p:spTgt spid="55"/>
                                            </p:tgtEl>
                                            <p:attrNameLst>
                                              <p:attrName>ppt_w</p:attrName>
                                            </p:attrNameLst>
                                          </p:cBhvr>
                                          <p:tavLst>
                                            <p:tav tm="0">
                                              <p:val>
                                                <p:fltVal val="0"/>
                                              </p:val>
                                            </p:tav>
                                            <p:tav tm="100000">
                                              <p:val>
                                                <p:strVal val="#ppt_w"/>
                                              </p:val>
                                            </p:tav>
                                          </p:tavLst>
                                        </p:anim>
                                        <p:anim calcmode="lin" valueType="num">
                                          <p:cBhvr>
                                            <p:cTn id="53" dur="500" fill="hold"/>
                                            <p:tgtEl>
                                              <p:spTgt spid="55"/>
                                            </p:tgtEl>
                                            <p:attrNameLst>
                                              <p:attrName>ppt_h</p:attrName>
                                            </p:attrNameLst>
                                          </p:cBhvr>
                                          <p:tavLst>
                                            <p:tav tm="0">
                                              <p:val>
                                                <p:fltVal val="0"/>
                                              </p:val>
                                            </p:tav>
                                            <p:tav tm="100000">
                                              <p:val>
                                                <p:strVal val="#ppt_h"/>
                                              </p:val>
                                            </p:tav>
                                          </p:tavLst>
                                        </p:anim>
                                        <p:animEffect transition="in" filter="fade">
                                          <p:cBhvr>
                                            <p:cTn id="54" dur="500"/>
                                            <p:tgtEl>
                                              <p:spTgt spid="55"/>
                                            </p:tgtEl>
                                          </p:cBhvr>
                                        </p:animEffect>
                                      </p:childTnLst>
                                    </p:cTn>
                                  </p:par>
                                  <p:par>
                                    <p:cTn id="55" presetID="53" presetClass="entr" presetSubtype="16" fill="hold" grpId="0" nodeType="withEffect">
                                      <p:stCondLst>
                                        <p:cond delay="2000"/>
                                      </p:stCondLst>
                                      <p:childTnLst>
                                        <p:set>
                                          <p:cBhvr>
                                            <p:cTn id="56" dur="1" fill="hold">
                                              <p:stCondLst>
                                                <p:cond delay="0"/>
                                              </p:stCondLst>
                                            </p:cTn>
                                            <p:tgtEl>
                                              <p:spTgt spid="60"/>
                                            </p:tgtEl>
                                            <p:attrNameLst>
                                              <p:attrName>style.visibility</p:attrName>
                                            </p:attrNameLst>
                                          </p:cBhvr>
                                          <p:to>
                                            <p:strVal val="visible"/>
                                          </p:to>
                                        </p:set>
                                        <p:anim calcmode="lin" valueType="num">
                                          <p:cBhvr>
                                            <p:cTn id="57" dur="500" fill="hold"/>
                                            <p:tgtEl>
                                              <p:spTgt spid="60"/>
                                            </p:tgtEl>
                                            <p:attrNameLst>
                                              <p:attrName>ppt_w</p:attrName>
                                            </p:attrNameLst>
                                          </p:cBhvr>
                                          <p:tavLst>
                                            <p:tav tm="0">
                                              <p:val>
                                                <p:fltVal val="0"/>
                                              </p:val>
                                            </p:tav>
                                            <p:tav tm="100000">
                                              <p:val>
                                                <p:strVal val="#ppt_w"/>
                                              </p:val>
                                            </p:tav>
                                          </p:tavLst>
                                        </p:anim>
                                        <p:anim calcmode="lin" valueType="num">
                                          <p:cBhvr>
                                            <p:cTn id="58" dur="500" fill="hold"/>
                                            <p:tgtEl>
                                              <p:spTgt spid="60"/>
                                            </p:tgtEl>
                                            <p:attrNameLst>
                                              <p:attrName>ppt_h</p:attrName>
                                            </p:attrNameLst>
                                          </p:cBhvr>
                                          <p:tavLst>
                                            <p:tav tm="0">
                                              <p:val>
                                                <p:fltVal val="0"/>
                                              </p:val>
                                            </p:tav>
                                            <p:tav tm="100000">
                                              <p:val>
                                                <p:strVal val="#ppt_h"/>
                                              </p:val>
                                            </p:tav>
                                          </p:tavLst>
                                        </p:anim>
                                        <p:animEffect transition="in" filter="fade">
                                          <p:cBhvr>
                                            <p:cTn id="59" dur="500"/>
                                            <p:tgtEl>
                                              <p:spTgt spid="60"/>
                                            </p:tgtEl>
                                          </p:cBhvr>
                                        </p:animEffect>
                                      </p:childTnLst>
                                    </p:cTn>
                                  </p:par>
                                  <p:par>
                                    <p:cTn id="60" presetID="53" presetClass="entr" presetSubtype="16" fill="hold" grpId="0" nodeType="withEffect">
                                      <p:stCondLst>
                                        <p:cond delay="2000"/>
                                      </p:stCondLst>
                                      <p:childTnLst>
                                        <p:set>
                                          <p:cBhvr>
                                            <p:cTn id="61" dur="1" fill="hold">
                                              <p:stCondLst>
                                                <p:cond delay="0"/>
                                              </p:stCondLst>
                                            </p:cTn>
                                            <p:tgtEl>
                                              <p:spTgt spid="62"/>
                                            </p:tgtEl>
                                            <p:attrNameLst>
                                              <p:attrName>style.visibility</p:attrName>
                                            </p:attrNameLst>
                                          </p:cBhvr>
                                          <p:to>
                                            <p:strVal val="visible"/>
                                          </p:to>
                                        </p:set>
                                        <p:anim calcmode="lin" valueType="num">
                                          <p:cBhvr>
                                            <p:cTn id="62" dur="500" fill="hold"/>
                                            <p:tgtEl>
                                              <p:spTgt spid="62"/>
                                            </p:tgtEl>
                                            <p:attrNameLst>
                                              <p:attrName>ppt_w</p:attrName>
                                            </p:attrNameLst>
                                          </p:cBhvr>
                                          <p:tavLst>
                                            <p:tav tm="0">
                                              <p:val>
                                                <p:fltVal val="0"/>
                                              </p:val>
                                            </p:tav>
                                            <p:tav tm="100000">
                                              <p:val>
                                                <p:strVal val="#ppt_w"/>
                                              </p:val>
                                            </p:tav>
                                          </p:tavLst>
                                        </p:anim>
                                        <p:anim calcmode="lin" valueType="num">
                                          <p:cBhvr>
                                            <p:cTn id="63" dur="500" fill="hold"/>
                                            <p:tgtEl>
                                              <p:spTgt spid="62"/>
                                            </p:tgtEl>
                                            <p:attrNameLst>
                                              <p:attrName>ppt_h</p:attrName>
                                            </p:attrNameLst>
                                          </p:cBhvr>
                                          <p:tavLst>
                                            <p:tav tm="0">
                                              <p:val>
                                                <p:fltVal val="0"/>
                                              </p:val>
                                            </p:tav>
                                            <p:tav tm="100000">
                                              <p:val>
                                                <p:strVal val="#ppt_h"/>
                                              </p:val>
                                            </p:tav>
                                          </p:tavLst>
                                        </p:anim>
                                        <p:animEffect transition="in" filter="fade">
                                          <p:cBhvr>
                                            <p:cTn id="64" dur="500"/>
                                            <p:tgtEl>
                                              <p:spTgt spid="62"/>
                                            </p:tgtEl>
                                          </p:cBhvr>
                                        </p:animEffect>
                                      </p:childTnLst>
                                    </p:cTn>
                                  </p:par>
                                  <p:par>
                                    <p:cTn id="65" presetID="2" presetClass="entr" presetSubtype="2" decel="100000" fill="hold" nodeType="withEffect">
                                      <p:stCondLst>
                                        <p:cond delay="0"/>
                                      </p:stCondLst>
                                      <p:childTnLst>
                                        <p:set>
                                          <p:cBhvr>
                                            <p:cTn id="66" dur="1" fill="hold">
                                              <p:stCondLst>
                                                <p:cond delay="0"/>
                                              </p:stCondLst>
                                            </p:cTn>
                                            <p:tgtEl>
                                              <p:spTgt spid="74"/>
                                            </p:tgtEl>
                                            <p:attrNameLst>
                                              <p:attrName>style.visibility</p:attrName>
                                            </p:attrNameLst>
                                          </p:cBhvr>
                                          <p:to>
                                            <p:strVal val="visible"/>
                                          </p:to>
                                        </p:set>
                                        <p:anim calcmode="lin" valueType="num">
                                          <p:cBhvr additive="base">
                                            <p:cTn id="67" dur="1000" fill="hold"/>
                                            <p:tgtEl>
                                              <p:spTgt spid="74"/>
                                            </p:tgtEl>
                                            <p:attrNameLst>
                                              <p:attrName>ppt_x</p:attrName>
                                            </p:attrNameLst>
                                          </p:cBhvr>
                                          <p:tavLst>
                                            <p:tav tm="0">
                                              <p:val>
                                                <p:strVal val="1+#ppt_w/2"/>
                                              </p:val>
                                            </p:tav>
                                            <p:tav tm="100000">
                                              <p:val>
                                                <p:strVal val="#ppt_x"/>
                                              </p:val>
                                            </p:tav>
                                          </p:tavLst>
                                        </p:anim>
                                        <p:anim calcmode="lin" valueType="num">
                                          <p:cBhvr additive="base">
                                            <p:cTn id="68" dur="1000" fill="hold"/>
                                            <p:tgtEl>
                                              <p:spTgt spid="74"/>
                                            </p:tgtEl>
                                            <p:attrNameLst>
                                              <p:attrName>ppt_y</p:attrName>
                                            </p:attrNameLst>
                                          </p:cBhvr>
                                          <p:tavLst>
                                            <p:tav tm="0">
                                              <p:val>
                                                <p:strVal val="#ppt_y"/>
                                              </p:val>
                                            </p:tav>
                                            <p:tav tm="100000">
                                              <p:val>
                                                <p:strVal val="#ppt_y"/>
                                              </p:val>
                                            </p:tav>
                                          </p:tavLst>
                                        </p:anim>
                                      </p:childTnLst>
                                    </p:cTn>
                                  </p:par>
                                  <p:par>
                                    <p:cTn id="69" presetID="2" presetClass="entr" presetSubtype="2" decel="100000" fill="hold" nodeType="withEffect">
                                      <p:stCondLst>
                                        <p:cond delay="0"/>
                                      </p:stCondLst>
                                      <p:childTnLst>
                                        <p:set>
                                          <p:cBhvr>
                                            <p:cTn id="70" dur="1" fill="hold">
                                              <p:stCondLst>
                                                <p:cond delay="0"/>
                                              </p:stCondLst>
                                            </p:cTn>
                                            <p:tgtEl>
                                              <p:spTgt spid="77"/>
                                            </p:tgtEl>
                                            <p:attrNameLst>
                                              <p:attrName>style.visibility</p:attrName>
                                            </p:attrNameLst>
                                          </p:cBhvr>
                                          <p:to>
                                            <p:strVal val="visible"/>
                                          </p:to>
                                        </p:set>
                                        <p:anim calcmode="lin" valueType="num">
                                          <p:cBhvr additive="base">
                                            <p:cTn id="71" dur="1000" fill="hold"/>
                                            <p:tgtEl>
                                              <p:spTgt spid="77"/>
                                            </p:tgtEl>
                                            <p:attrNameLst>
                                              <p:attrName>ppt_x</p:attrName>
                                            </p:attrNameLst>
                                          </p:cBhvr>
                                          <p:tavLst>
                                            <p:tav tm="0">
                                              <p:val>
                                                <p:strVal val="1+#ppt_w/2"/>
                                              </p:val>
                                            </p:tav>
                                            <p:tav tm="100000">
                                              <p:val>
                                                <p:strVal val="#ppt_x"/>
                                              </p:val>
                                            </p:tav>
                                          </p:tavLst>
                                        </p:anim>
                                        <p:anim calcmode="lin" valueType="num">
                                          <p:cBhvr additive="base">
                                            <p:cTn id="72" dur="1000" fill="hold"/>
                                            <p:tgtEl>
                                              <p:spTgt spid="77"/>
                                            </p:tgtEl>
                                            <p:attrNameLst>
                                              <p:attrName>ppt_y</p:attrName>
                                            </p:attrNameLst>
                                          </p:cBhvr>
                                          <p:tavLst>
                                            <p:tav tm="0">
                                              <p:val>
                                                <p:strVal val="#ppt_y"/>
                                              </p:val>
                                            </p:tav>
                                            <p:tav tm="100000">
                                              <p:val>
                                                <p:strVal val="#ppt_y"/>
                                              </p:val>
                                            </p:tav>
                                          </p:tavLst>
                                        </p:anim>
                                      </p:childTnLst>
                                    </p:cTn>
                                  </p:par>
                                  <p:par>
                                    <p:cTn id="73" presetID="2" presetClass="entr" presetSubtype="2" decel="100000" fill="hold" nodeType="withEffect">
                                      <p:stCondLst>
                                        <p:cond delay="0"/>
                                      </p:stCondLst>
                                      <p:childTnLst>
                                        <p:set>
                                          <p:cBhvr>
                                            <p:cTn id="74" dur="1" fill="hold">
                                              <p:stCondLst>
                                                <p:cond delay="0"/>
                                              </p:stCondLst>
                                            </p:cTn>
                                            <p:tgtEl>
                                              <p:spTgt spid="80"/>
                                            </p:tgtEl>
                                            <p:attrNameLst>
                                              <p:attrName>style.visibility</p:attrName>
                                            </p:attrNameLst>
                                          </p:cBhvr>
                                          <p:to>
                                            <p:strVal val="visible"/>
                                          </p:to>
                                        </p:set>
                                        <p:anim calcmode="lin" valueType="num">
                                          <p:cBhvr additive="base">
                                            <p:cTn id="75" dur="1000" fill="hold"/>
                                            <p:tgtEl>
                                              <p:spTgt spid="80"/>
                                            </p:tgtEl>
                                            <p:attrNameLst>
                                              <p:attrName>ppt_x</p:attrName>
                                            </p:attrNameLst>
                                          </p:cBhvr>
                                          <p:tavLst>
                                            <p:tav tm="0">
                                              <p:val>
                                                <p:strVal val="1+#ppt_w/2"/>
                                              </p:val>
                                            </p:tav>
                                            <p:tav tm="100000">
                                              <p:val>
                                                <p:strVal val="#ppt_x"/>
                                              </p:val>
                                            </p:tav>
                                          </p:tavLst>
                                        </p:anim>
                                        <p:anim calcmode="lin" valueType="num">
                                          <p:cBhvr additive="base">
                                            <p:cTn id="76" dur="1000" fill="hold"/>
                                            <p:tgtEl>
                                              <p:spTgt spid="80"/>
                                            </p:tgtEl>
                                            <p:attrNameLst>
                                              <p:attrName>ppt_y</p:attrName>
                                            </p:attrNameLst>
                                          </p:cBhvr>
                                          <p:tavLst>
                                            <p:tav tm="0">
                                              <p:val>
                                                <p:strVal val="#ppt_y"/>
                                              </p:val>
                                            </p:tav>
                                            <p:tav tm="100000">
                                              <p:val>
                                                <p:strVal val="#ppt_y"/>
                                              </p:val>
                                            </p:tav>
                                          </p:tavLst>
                                        </p:anim>
                                      </p:childTnLst>
                                    </p:cTn>
                                  </p:par>
                                  <p:par>
                                    <p:cTn id="77" presetID="2" presetClass="entr" presetSubtype="2" decel="100000" fill="hold" nodeType="withEffect">
                                      <p:stCondLst>
                                        <p:cond delay="0"/>
                                      </p:stCondLst>
                                      <p:childTnLst>
                                        <p:set>
                                          <p:cBhvr>
                                            <p:cTn id="78" dur="1" fill="hold">
                                              <p:stCondLst>
                                                <p:cond delay="0"/>
                                              </p:stCondLst>
                                            </p:cTn>
                                            <p:tgtEl>
                                              <p:spTgt spid="83"/>
                                            </p:tgtEl>
                                            <p:attrNameLst>
                                              <p:attrName>style.visibility</p:attrName>
                                            </p:attrNameLst>
                                          </p:cBhvr>
                                          <p:to>
                                            <p:strVal val="visible"/>
                                          </p:to>
                                        </p:set>
                                        <p:anim calcmode="lin" valueType="num">
                                          <p:cBhvr additive="base">
                                            <p:cTn id="79" dur="1000" fill="hold"/>
                                            <p:tgtEl>
                                              <p:spTgt spid="83"/>
                                            </p:tgtEl>
                                            <p:attrNameLst>
                                              <p:attrName>ppt_x</p:attrName>
                                            </p:attrNameLst>
                                          </p:cBhvr>
                                          <p:tavLst>
                                            <p:tav tm="0">
                                              <p:val>
                                                <p:strVal val="1+#ppt_w/2"/>
                                              </p:val>
                                            </p:tav>
                                            <p:tav tm="100000">
                                              <p:val>
                                                <p:strVal val="#ppt_x"/>
                                              </p:val>
                                            </p:tav>
                                          </p:tavLst>
                                        </p:anim>
                                        <p:anim calcmode="lin" valueType="num">
                                          <p:cBhvr additive="base">
                                            <p:cTn id="80" dur="1000" fill="hold"/>
                                            <p:tgtEl>
                                              <p:spTgt spid="83"/>
                                            </p:tgtEl>
                                            <p:attrNameLst>
                                              <p:attrName>ppt_y</p:attrName>
                                            </p:attrNameLst>
                                          </p:cBhvr>
                                          <p:tavLst>
                                            <p:tav tm="0">
                                              <p:val>
                                                <p:strVal val="#ppt_y"/>
                                              </p:val>
                                            </p:tav>
                                            <p:tav tm="100000">
                                              <p:val>
                                                <p:strVal val="#ppt_y"/>
                                              </p:val>
                                            </p:tav>
                                          </p:tavLst>
                                        </p:anim>
                                      </p:childTnLst>
                                    </p:cTn>
                                  </p:par>
                                  <p:par>
                                    <p:cTn id="81" presetID="2" presetClass="entr" presetSubtype="1" fill="hold" grpId="0" nodeType="withEffect">
                                      <p:stCondLst>
                                        <p:cond delay="0"/>
                                      </p:stCondLst>
                                      <p:childTnLst>
                                        <p:set>
                                          <p:cBhvr>
                                            <p:cTn id="82" dur="1" fill="hold">
                                              <p:stCondLst>
                                                <p:cond delay="0"/>
                                              </p:stCondLst>
                                            </p:cTn>
                                            <p:tgtEl>
                                              <p:spTgt spid="52"/>
                                            </p:tgtEl>
                                            <p:attrNameLst>
                                              <p:attrName>style.visibility</p:attrName>
                                            </p:attrNameLst>
                                          </p:cBhvr>
                                          <p:to>
                                            <p:strVal val="visible"/>
                                          </p:to>
                                        </p:set>
                                        <p:anim calcmode="lin" valueType="num">
                                          <p:cBhvr additive="base">
                                            <p:cTn id="83" dur="1000" fill="hold"/>
                                            <p:tgtEl>
                                              <p:spTgt spid="52"/>
                                            </p:tgtEl>
                                            <p:attrNameLst>
                                              <p:attrName>ppt_x</p:attrName>
                                            </p:attrNameLst>
                                          </p:cBhvr>
                                          <p:tavLst>
                                            <p:tav tm="0">
                                              <p:val>
                                                <p:strVal val="#ppt_x"/>
                                              </p:val>
                                            </p:tav>
                                            <p:tav tm="100000">
                                              <p:val>
                                                <p:strVal val="#ppt_x"/>
                                              </p:val>
                                            </p:tav>
                                          </p:tavLst>
                                        </p:anim>
                                        <p:anim calcmode="lin" valueType="num">
                                          <p:cBhvr additive="base">
                                            <p:cTn id="84" dur="1000" fill="hold"/>
                                            <p:tgtEl>
                                              <p:spTgt spid="52"/>
                                            </p:tgtEl>
                                            <p:attrNameLst>
                                              <p:attrName>ppt_y</p:attrName>
                                            </p:attrNameLst>
                                          </p:cBhvr>
                                          <p:tavLst>
                                            <p:tav tm="0">
                                              <p:val>
                                                <p:strVal val="0-#ppt_h/2"/>
                                              </p:val>
                                            </p:tav>
                                            <p:tav tm="100000">
                                              <p:val>
                                                <p:strVal val="#ppt_y"/>
                                              </p:val>
                                            </p:tav>
                                          </p:tavLst>
                                        </p:anim>
                                      </p:childTnLst>
                                    </p:cTn>
                                  </p:par>
                                </p:childTnLst>
                              </p:cTn>
                            </p:par>
                            <p:par>
                              <p:cTn id="85" fill="hold">
                                <p:stCondLst>
                                  <p:cond delay="2500"/>
                                </p:stCondLst>
                                <p:childTnLst>
                                  <p:par>
                                    <p:cTn id="86" presetID="22" presetClass="entr" presetSubtype="8" fill="hold" nodeType="afterEffect">
                                      <p:stCondLst>
                                        <p:cond delay="0"/>
                                      </p:stCondLst>
                                      <p:childTnLst>
                                        <p:set>
                                          <p:cBhvr>
                                            <p:cTn id="87" dur="1" fill="hold">
                                              <p:stCondLst>
                                                <p:cond delay="0"/>
                                              </p:stCondLst>
                                            </p:cTn>
                                            <p:tgtEl>
                                              <p:spTgt spid="53"/>
                                            </p:tgtEl>
                                            <p:attrNameLst>
                                              <p:attrName>style.visibility</p:attrName>
                                            </p:attrNameLst>
                                          </p:cBhvr>
                                          <p:to>
                                            <p:strVal val="visible"/>
                                          </p:to>
                                        </p:set>
                                        <p:animEffect transition="in" filter="wipe(left)">
                                          <p:cBhvr>
                                            <p:cTn id="88"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26" grpId="0" animBg="1"/>
          <p:bldP spid="28" grpId="0"/>
          <p:bldP spid="43" grpId="0" animBg="1"/>
          <p:bldP spid="45" grpId="0"/>
          <p:bldP spid="60" grpId="0" animBg="1"/>
          <p:bldP spid="62" grpId="0"/>
          <p:bldP spid="52" grpId="0"/>
        </p:bldLst>
      </p:timing>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EB457-B7CE-AEC3-7824-ADE3D8B8F188}"/>
            </a:ext>
          </a:extLst>
        </p:cNvPr>
        <p:cNvGrpSpPr/>
        <p:nvPr/>
      </p:nvGrpSpPr>
      <p:grpSpPr>
        <a:xfrm>
          <a:off x="0" y="0"/>
          <a:ext cx="0" cy="0"/>
          <a:chOff x="0" y="0"/>
          <a:chExt cx="0" cy="0"/>
        </a:xfrm>
      </p:grpSpPr>
      <p:sp>
        <p:nvSpPr>
          <p:cNvPr id="51" name="Half Frame 12">
            <a:extLst>
              <a:ext uri="{FF2B5EF4-FFF2-40B4-BE49-F238E27FC236}">
                <a16:creationId xmlns:a16="http://schemas.microsoft.com/office/drawing/2014/main" id="{8C36731B-379A-3331-6704-2B59B13CB96C}"/>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52" name="直线连接符 51">
            <a:extLst>
              <a:ext uri="{FF2B5EF4-FFF2-40B4-BE49-F238E27FC236}">
                <a16:creationId xmlns:a16="http://schemas.microsoft.com/office/drawing/2014/main" id="{152C2A48-973C-A419-1DD2-4504C28BD053}"/>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
        <p:nvSpPr>
          <p:cNvPr id="3" name="Shape 1">
            <a:extLst>
              <a:ext uri="{FF2B5EF4-FFF2-40B4-BE49-F238E27FC236}">
                <a16:creationId xmlns:a16="http://schemas.microsoft.com/office/drawing/2014/main" id="{47EE6FD6-0C36-4ED9-3018-93452FD8A2F0}"/>
              </a:ext>
            </a:extLst>
          </p:cNvPr>
          <p:cNvSpPr/>
          <p:nvPr/>
        </p:nvSpPr>
        <p:spPr>
          <a:xfrm>
            <a:off x="911733" y="744474"/>
            <a:ext cx="2267712" cy="2743200"/>
          </a:xfrm>
          <a:prstGeom prst="rect">
            <a:avLst/>
          </a:prstGeom>
          <a:solidFill>
            <a:srgbClr val="F5FBF7"/>
          </a:solidFill>
          <a:ln w="6350">
            <a:solidFill>
              <a:srgbClr val="E5E7EB"/>
            </a:solidFill>
            <a:prstDash val="solid"/>
          </a:ln>
        </p:spPr>
      </p:sp>
      <p:sp>
        <p:nvSpPr>
          <p:cNvPr id="4" name="Shape 2">
            <a:extLst>
              <a:ext uri="{FF2B5EF4-FFF2-40B4-BE49-F238E27FC236}">
                <a16:creationId xmlns:a16="http://schemas.microsoft.com/office/drawing/2014/main" id="{C4EFA0B9-3DA1-AF8B-CF24-ED8B25A5F711}"/>
              </a:ext>
            </a:extLst>
          </p:cNvPr>
          <p:cNvSpPr/>
          <p:nvPr/>
        </p:nvSpPr>
        <p:spPr>
          <a:xfrm>
            <a:off x="911733" y="744474"/>
            <a:ext cx="2267712" cy="420624"/>
          </a:xfrm>
          <a:prstGeom prst="rect">
            <a:avLst/>
          </a:prstGeom>
          <a:solidFill>
            <a:srgbClr val="245B3E"/>
          </a:solidFill>
          <a:ln w="6350">
            <a:solidFill>
              <a:srgbClr val="245B3E"/>
            </a:solidFill>
            <a:prstDash val="solid"/>
          </a:ln>
        </p:spPr>
      </p:sp>
      <p:sp>
        <p:nvSpPr>
          <p:cNvPr id="5" name="Text 3">
            <a:extLst>
              <a:ext uri="{FF2B5EF4-FFF2-40B4-BE49-F238E27FC236}">
                <a16:creationId xmlns:a16="http://schemas.microsoft.com/office/drawing/2014/main" id="{77FE40BB-4916-0A00-A1E7-665E215E7E63}"/>
              </a:ext>
            </a:extLst>
          </p:cNvPr>
          <p:cNvSpPr/>
          <p:nvPr/>
        </p:nvSpPr>
        <p:spPr>
          <a:xfrm>
            <a:off x="1058037" y="890778"/>
            <a:ext cx="1371600" cy="100584"/>
          </a:xfrm>
          <a:prstGeom prst="rect">
            <a:avLst/>
          </a:prstGeom>
          <a:noFill/>
          <a:ln/>
        </p:spPr>
        <p:txBody>
          <a:bodyPr wrap="square" lIns="0" tIns="0" rIns="0" bIns="0" rtlCol="0" anchor="t">
            <a:normAutofit fontScale="62500" lnSpcReduction="20000"/>
          </a:bodyPr>
          <a:lstStyle/>
          <a:p>
            <a:pPr marL="0" indent="0" algn="l">
              <a:buNone/>
            </a:pPr>
            <a:r>
              <a:rPr lang="en-US" sz="1250" b="1" dirty="0">
                <a:solidFill>
                  <a:srgbClr val="FFFFFF"/>
                </a:solidFill>
                <a:latin typeface="Microsoft YaHei" pitchFamily="34" charset="0"/>
                <a:ea typeface="Microsoft YaHei" pitchFamily="34" charset="-122"/>
                <a:cs typeface="Microsoft YaHei" pitchFamily="34" charset="-120"/>
              </a:rPr>
              <a:t>前端应用</a:t>
            </a:r>
            <a:endParaRPr lang="en-US" sz="1250" dirty="0"/>
          </a:p>
        </p:txBody>
      </p:sp>
      <p:sp>
        <p:nvSpPr>
          <p:cNvPr id="6" name="Shape 4">
            <a:extLst>
              <a:ext uri="{FF2B5EF4-FFF2-40B4-BE49-F238E27FC236}">
                <a16:creationId xmlns:a16="http://schemas.microsoft.com/office/drawing/2014/main" id="{1151564F-8A6B-F521-18A9-32C0519DEAF9}"/>
              </a:ext>
            </a:extLst>
          </p:cNvPr>
          <p:cNvSpPr/>
          <p:nvPr/>
        </p:nvSpPr>
        <p:spPr>
          <a:xfrm>
            <a:off x="1122045" y="1421130"/>
            <a:ext cx="310896" cy="310896"/>
          </a:xfrm>
          <a:prstGeom prst="ellipse">
            <a:avLst/>
          </a:prstGeom>
          <a:solidFill>
            <a:srgbClr val="245B3E"/>
          </a:solidFill>
          <a:ln w="6350">
            <a:solidFill>
              <a:srgbClr val="245B3E"/>
            </a:solidFill>
            <a:prstDash val="solid"/>
          </a:ln>
        </p:spPr>
      </p:sp>
      <p:sp>
        <p:nvSpPr>
          <p:cNvPr id="7" name="Text 5">
            <a:extLst>
              <a:ext uri="{FF2B5EF4-FFF2-40B4-BE49-F238E27FC236}">
                <a16:creationId xmlns:a16="http://schemas.microsoft.com/office/drawing/2014/main" id="{F452852B-9066-D04F-4910-509E48F4030F}"/>
              </a:ext>
            </a:extLst>
          </p:cNvPr>
          <p:cNvSpPr/>
          <p:nvPr/>
        </p:nvSpPr>
        <p:spPr>
          <a:xfrm>
            <a:off x="1122045" y="1494281"/>
            <a:ext cx="310896" cy="274321"/>
          </a:xfrm>
          <a:prstGeom prst="rect">
            <a:avLst/>
          </a:prstGeom>
          <a:noFill/>
          <a:ln/>
        </p:spPr>
        <p:txBody>
          <a:bodyPr wrap="square" lIns="0" tIns="0" rIns="0" bIns="0" rtlCol="0" anchor="t">
            <a:normAutofit/>
          </a:bodyPr>
          <a:lstStyle/>
          <a:p>
            <a:pPr marL="0" indent="0" algn="ctr">
              <a:buNone/>
            </a:pPr>
            <a:endParaRPr lang="en-US" sz="600" dirty="0"/>
          </a:p>
        </p:txBody>
      </p:sp>
      <p:sp>
        <p:nvSpPr>
          <p:cNvPr id="8" name="Text 6">
            <a:extLst>
              <a:ext uri="{FF2B5EF4-FFF2-40B4-BE49-F238E27FC236}">
                <a16:creationId xmlns:a16="http://schemas.microsoft.com/office/drawing/2014/main" id="{39C3542C-F4A3-1E8D-8625-42460FA1655D}"/>
              </a:ext>
            </a:extLst>
          </p:cNvPr>
          <p:cNvSpPr/>
          <p:nvPr/>
        </p:nvSpPr>
        <p:spPr>
          <a:xfrm>
            <a:off x="1560957" y="1448562"/>
            <a:ext cx="1344168" cy="201168"/>
          </a:xfrm>
          <a:prstGeom prst="rect">
            <a:avLst/>
          </a:prstGeom>
          <a:noFill/>
          <a:ln/>
        </p:spPr>
        <p:txBody>
          <a:bodyPr wrap="square" lIns="0" tIns="0" rIns="0" bIns="0" rtlCol="0" anchor="t">
            <a:normAutofit/>
          </a:bodyPr>
          <a:lstStyle/>
          <a:p>
            <a:pPr marL="0" indent="0" algn="l">
              <a:buNone/>
            </a:pPr>
            <a:r>
              <a:rPr lang="en-US" sz="1050" b="1" dirty="0">
                <a:solidFill>
                  <a:srgbClr val="172026"/>
                </a:solidFill>
                <a:latin typeface="Microsoft YaHei" pitchFamily="34" charset="0"/>
                <a:ea typeface="Microsoft YaHei" pitchFamily="34" charset="-122"/>
                <a:cs typeface="Microsoft YaHei" pitchFamily="34" charset="-120"/>
              </a:rPr>
              <a:t>Vue 3 / TypeScript</a:t>
            </a:r>
            <a:endParaRPr lang="en-US" sz="1050" dirty="0"/>
          </a:p>
        </p:txBody>
      </p:sp>
      <p:sp>
        <p:nvSpPr>
          <p:cNvPr id="9" name="Shape 7">
            <a:extLst>
              <a:ext uri="{FF2B5EF4-FFF2-40B4-BE49-F238E27FC236}">
                <a16:creationId xmlns:a16="http://schemas.microsoft.com/office/drawing/2014/main" id="{2B2896C0-E21D-390B-3635-CCFFC1047F22}"/>
              </a:ext>
            </a:extLst>
          </p:cNvPr>
          <p:cNvSpPr/>
          <p:nvPr/>
        </p:nvSpPr>
        <p:spPr>
          <a:xfrm>
            <a:off x="1122045" y="1779084"/>
            <a:ext cx="310896" cy="310896"/>
          </a:xfrm>
          <a:prstGeom prst="ellipse">
            <a:avLst/>
          </a:prstGeom>
          <a:solidFill>
            <a:srgbClr val="245B3E"/>
          </a:solidFill>
          <a:ln w="6350">
            <a:solidFill>
              <a:srgbClr val="245B3E"/>
            </a:solidFill>
            <a:prstDash val="solid"/>
          </a:ln>
        </p:spPr>
      </p:sp>
      <p:sp>
        <p:nvSpPr>
          <p:cNvPr id="10" name="Text 8">
            <a:extLst>
              <a:ext uri="{FF2B5EF4-FFF2-40B4-BE49-F238E27FC236}">
                <a16:creationId xmlns:a16="http://schemas.microsoft.com/office/drawing/2014/main" id="{02EED907-969B-0889-BD40-209BEA13F202}"/>
              </a:ext>
            </a:extLst>
          </p:cNvPr>
          <p:cNvSpPr/>
          <p:nvPr/>
        </p:nvSpPr>
        <p:spPr>
          <a:xfrm>
            <a:off x="1122045" y="1841754"/>
            <a:ext cx="310896" cy="237744"/>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2</a:t>
            </a:r>
            <a:endParaRPr lang="en-US" sz="900" dirty="0"/>
          </a:p>
        </p:txBody>
      </p:sp>
      <p:sp>
        <p:nvSpPr>
          <p:cNvPr id="11" name="Text 9">
            <a:extLst>
              <a:ext uri="{FF2B5EF4-FFF2-40B4-BE49-F238E27FC236}">
                <a16:creationId xmlns:a16="http://schemas.microsoft.com/office/drawing/2014/main" id="{D4A39E26-E02F-DE8D-D8A5-000A51BAAA91}"/>
              </a:ext>
            </a:extLst>
          </p:cNvPr>
          <p:cNvSpPr/>
          <p:nvPr/>
        </p:nvSpPr>
        <p:spPr>
          <a:xfrm>
            <a:off x="1560957" y="1796034"/>
            <a:ext cx="1344168" cy="201168"/>
          </a:xfrm>
          <a:prstGeom prst="rect">
            <a:avLst/>
          </a:prstGeom>
          <a:noFill/>
          <a:ln/>
        </p:spPr>
        <p:txBody>
          <a:bodyPr wrap="square" lIns="0" tIns="0" rIns="0" bIns="0" rtlCol="0" anchor="t">
            <a:normAutofit/>
          </a:bodyPr>
          <a:lstStyle/>
          <a:p>
            <a:pPr marL="0" indent="0" algn="l">
              <a:buNone/>
            </a:pPr>
            <a:r>
              <a:rPr lang="en-US" sz="1050" b="1" dirty="0">
                <a:solidFill>
                  <a:srgbClr val="172026"/>
                </a:solidFill>
                <a:latin typeface="Microsoft YaHei" pitchFamily="34" charset="0"/>
                <a:ea typeface="Microsoft YaHei" pitchFamily="34" charset="-122"/>
                <a:cs typeface="Microsoft YaHei" pitchFamily="34" charset="-120"/>
              </a:rPr>
              <a:t>Vite / Vue Router</a:t>
            </a:r>
            <a:endParaRPr lang="en-US" sz="1050" dirty="0"/>
          </a:p>
        </p:txBody>
      </p:sp>
      <p:sp>
        <p:nvSpPr>
          <p:cNvPr id="12" name="Shape 10">
            <a:extLst>
              <a:ext uri="{FF2B5EF4-FFF2-40B4-BE49-F238E27FC236}">
                <a16:creationId xmlns:a16="http://schemas.microsoft.com/office/drawing/2014/main" id="{BD24FB2D-E875-F9DB-A764-8D2DDC995692}"/>
              </a:ext>
            </a:extLst>
          </p:cNvPr>
          <p:cNvSpPr/>
          <p:nvPr/>
        </p:nvSpPr>
        <p:spPr>
          <a:xfrm>
            <a:off x="1122045" y="2116074"/>
            <a:ext cx="310896" cy="310896"/>
          </a:xfrm>
          <a:prstGeom prst="ellipse">
            <a:avLst/>
          </a:prstGeom>
          <a:solidFill>
            <a:srgbClr val="245B3E"/>
          </a:solidFill>
          <a:ln w="6350">
            <a:solidFill>
              <a:srgbClr val="245B3E"/>
            </a:solidFill>
            <a:prstDash val="solid"/>
          </a:ln>
        </p:spPr>
      </p:sp>
      <p:sp>
        <p:nvSpPr>
          <p:cNvPr id="13" name="Text 11">
            <a:extLst>
              <a:ext uri="{FF2B5EF4-FFF2-40B4-BE49-F238E27FC236}">
                <a16:creationId xmlns:a16="http://schemas.microsoft.com/office/drawing/2014/main" id="{A6B6A969-6B63-5E79-0A3A-2B0F49B3FB9B}"/>
              </a:ext>
            </a:extLst>
          </p:cNvPr>
          <p:cNvSpPr/>
          <p:nvPr/>
        </p:nvSpPr>
        <p:spPr>
          <a:xfrm>
            <a:off x="1122045" y="2189226"/>
            <a:ext cx="310896" cy="182880"/>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3</a:t>
            </a:r>
            <a:endParaRPr lang="en-US" sz="900" dirty="0"/>
          </a:p>
        </p:txBody>
      </p:sp>
      <p:sp>
        <p:nvSpPr>
          <p:cNvPr id="14" name="Text 12">
            <a:extLst>
              <a:ext uri="{FF2B5EF4-FFF2-40B4-BE49-F238E27FC236}">
                <a16:creationId xmlns:a16="http://schemas.microsoft.com/office/drawing/2014/main" id="{76F21419-F065-2747-6B6B-844D2E3E6982}"/>
              </a:ext>
            </a:extLst>
          </p:cNvPr>
          <p:cNvSpPr/>
          <p:nvPr/>
        </p:nvSpPr>
        <p:spPr>
          <a:xfrm>
            <a:off x="1560957" y="2143506"/>
            <a:ext cx="1344168" cy="201168"/>
          </a:xfrm>
          <a:prstGeom prst="rect">
            <a:avLst/>
          </a:prstGeom>
          <a:noFill/>
          <a:ln/>
        </p:spPr>
        <p:txBody>
          <a:bodyPr wrap="square" lIns="0" tIns="0" rIns="0" bIns="0" rtlCol="0" anchor="t">
            <a:normAutofit/>
          </a:bodyPr>
          <a:lstStyle/>
          <a:p>
            <a:pPr marL="0" indent="0" algn="l">
              <a:buNone/>
            </a:pPr>
            <a:r>
              <a:rPr lang="en-US" sz="1050" b="1" dirty="0">
                <a:solidFill>
                  <a:srgbClr val="172026"/>
                </a:solidFill>
                <a:latin typeface="Microsoft YaHei" pitchFamily="34" charset="0"/>
                <a:ea typeface="Microsoft YaHei" pitchFamily="34" charset="-122"/>
                <a:cs typeface="Microsoft YaHei" pitchFamily="34" charset="-120"/>
              </a:rPr>
              <a:t>Pinia / Axios</a:t>
            </a:r>
            <a:endParaRPr lang="en-US" sz="1050" dirty="0"/>
          </a:p>
        </p:txBody>
      </p:sp>
      <p:sp>
        <p:nvSpPr>
          <p:cNvPr id="15" name="Shape 13">
            <a:extLst>
              <a:ext uri="{FF2B5EF4-FFF2-40B4-BE49-F238E27FC236}">
                <a16:creationId xmlns:a16="http://schemas.microsoft.com/office/drawing/2014/main" id="{9C084D0D-D9AE-9174-6EE7-0FF1C97775C3}"/>
              </a:ext>
            </a:extLst>
          </p:cNvPr>
          <p:cNvSpPr/>
          <p:nvPr/>
        </p:nvSpPr>
        <p:spPr>
          <a:xfrm>
            <a:off x="1122045" y="2463546"/>
            <a:ext cx="310896" cy="310896"/>
          </a:xfrm>
          <a:prstGeom prst="ellipse">
            <a:avLst/>
          </a:prstGeom>
          <a:solidFill>
            <a:srgbClr val="245B3E"/>
          </a:solidFill>
          <a:ln w="6350">
            <a:solidFill>
              <a:srgbClr val="245B3E"/>
            </a:solidFill>
            <a:prstDash val="solid"/>
          </a:ln>
        </p:spPr>
      </p:sp>
      <p:sp>
        <p:nvSpPr>
          <p:cNvPr id="16" name="Text 14">
            <a:extLst>
              <a:ext uri="{FF2B5EF4-FFF2-40B4-BE49-F238E27FC236}">
                <a16:creationId xmlns:a16="http://schemas.microsoft.com/office/drawing/2014/main" id="{9245ADAC-9175-EAF4-AF33-99889F3A8945}"/>
              </a:ext>
            </a:extLst>
          </p:cNvPr>
          <p:cNvSpPr/>
          <p:nvPr/>
        </p:nvSpPr>
        <p:spPr>
          <a:xfrm>
            <a:off x="1122045" y="2536698"/>
            <a:ext cx="310896" cy="182880"/>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4</a:t>
            </a:r>
            <a:endParaRPr lang="en-US" sz="900" dirty="0"/>
          </a:p>
        </p:txBody>
      </p:sp>
      <p:sp>
        <p:nvSpPr>
          <p:cNvPr id="17" name="Text 15">
            <a:extLst>
              <a:ext uri="{FF2B5EF4-FFF2-40B4-BE49-F238E27FC236}">
                <a16:creationId xmlns:a16="http://schemas.microsoft.com/office/drawing/2014/main" id="{5D3C8D14-A875-39E7-DC31-554402DD31D0}"/>
              </a:ext>
            </a:extLst>
          </p:cNvPr>
          <p:cNvSpPr/>
          <p:nvPr/>
        </p:nvSpPr>
        <p:spPr>
          <a:xfrm>
            <a:off x="1560957" y="2490978"/>
            <a:ext cx="1344168" cy="201168"/>
          </a:xfrm>
          <a:prstGeom prst="rect">
            <a:avLst/>
          </a:prstGeom>
          <a:noFill/>
          <a:ln/>
        </p:spPr>
        <p:txBody>
          <a:bodyPr wrap="square" lIns="0" tIns="0" rIns="0" bIns="0" rtlCol="0" anchor="t">
            <a:normAutofit fontScale="77500" lnSpcReduction="20000"/>
          </a:bodyPr>
          <a:lstStyle/>
          <a:p>
            <a:pPr marL="0" indent="0" algn="l">
              <a:buNone/>
            </a:pPr>
            <a:r>
              <a:rPr lang="en-US" sz="1050" b="1" dirty="0">
                <a:solidFill>
                  <a:srgbClr val="172026"/>
                </a:solidFill>
                <a:latin typeface="Microsoft YaHei" pitchFamily="34" charset="0"/>
                <a:ea typeface="Microsoft YaHei" pitchFamily="34" charset="-122"/>
                <a:cs typeface="Microsoft YaHei" pitchFamily="34" charset="-120"/>
              </a:rPr>
              <a:t>Element Plus / Ant Design Vue</a:t>
            </a:r>
            <a:endParaRPr lang="en-US" sz="1050" dirty="0"/>
          </a:p>
        </p:txBody>
      </p:sp>
      <p:sp>
        <p:nvSpPr>
          <p:cNvPr id="18" name="Shape 16">
            <a:extLst>
              <a:ext uri="{FF2B5EF4-FFF2-40B4-BE49-F238E27FC236}">
                <a16:creationId xmlns:a16="http://schemas.microsoft.com/office/drawing/2014/main" id="{0FE011E8-A35C-4937-9B41-201A0850013D}"/>
              </a:ext>
            </a:extLst>
          </p:cNvPr>
          <p:cNvSpPr/>
          <p:nvPr/>
        </p:nvSpPr>
        <p:spPr>
          <a:xfrm>
            <a:off x="1122045" y="2811018"/>
            <a:ext cx="310896" cy="310896"/>
          </a:xfrm>
          <a:prstGeom prst="ellipse">
            <a:avLst/>
          </a:prstGeom>
          <a:solidFill>
            <a:srgbClr val="245B3E"/>
          </a:solidFill>
          <a:ln w="6350">
            <a:solidFill>
              <a:srgbClr val="245B3E"/>
            </a:solidFill>
            <a:prstDash val="solid"/>
          </a:ln>
        </p:spPr>
      </p:sp>
      <p:sp>
        <p:nvSpPr>
          <p:cNvPr id="19" name="Text 17">
            <a:extLst>
              <a:ext uri="{FF2B5EF4-FFF2-40B4-BE49-F238E27FC236}">
                <a16:creationId xmlns:a16="http://schemas.microsoft.com/office/drawing/2014/main" id="{891CB912-5B5B-3937-9882-1D861308820D}"/>
              </a:ext>
            </a:extLst>
          </p:cNvPr>
          <p:cNvSpPr/>
          <p:nvPr/>
        </p:nvSpPr>
        <p:spPr>
          <a:xfrm>
            <a:off x="1122045" y="2884169"/>
            <a:ext cx="310896" cy="188913"/>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5</a:t>
            </a:r>
            <a:endParaRPr lang="en-US" sz="900" dirty="0"/>
          </a:p>
        </p:txBody>
      </p:sp>
      <p:sp>
        <p:nvSpPr>
          <p:cNvPr id="20" name="Text 18">
            <a:extLst>
              <a:ext uri="{FF2B5EF4-FFF2-40B4-BE49-F238E27FC236}">
                <a16:creationId xmlns:a16="http://schemas.microsoft.com/office/drawing/2014/main" id="{4705A231-ECFC-6798-9583-43611D33EC4B}"/>
              </a:ext>
            </a:extLst>
          </p:cNvPr>
          <p:cNvSpPr/>
          <p:nvPr/>
        </p:nvSpPr>
        <p:spPr>
          <a:xfrm>
            <a:off x="1560957" y="2838450"/>
            <a:ext cx="1344168" cy="201168"/>
          </a:xfrm>
          <a:prstGeom prst="rect">
            <a:avLst/>
          </a:prstGeom>
          <a:noFill/>
          <a:ln/>
        </p:spPr>
        <p:txBody>
          <a:bodyPr wrap="square" lIns="0" tIns="0" rIns="0" bIns="0" rtlCol="0" anchor="t">
            <a:normAutofit/>
          </a:bodyPr>
          <a:lstStyle/>
          <a:p>
            <a:pPr marL="0" indent="0" algn="l">
              <a:buNone/>
            </a:pPr>
            <a:r>
              <a:rPr lang="en-US" sz="1050" b="1" dirty="0">
                <a:solidFill>
                  <a:srgbClr val="172026"/>
                </a:solidFill>
                <a:latin typeface="Microsoft YaHei" pitchFamily="34" charset="0"/>
                <a:ea typeface="Microsoft YaHei" pitchFamily="34" charset="-122"/>
                <a:cs typeface="Microsoft YaHei" pitchFamily="34" charset="-120"/>
              </a:rPr>
              <a:t>ECharts</a:t>
            </a:r>
            <a:endParaRPr lang="en-US" sz="1050" dirty="0"/>
          </a:p>
        </p:txBody>
      </p:sp>
      <p:sp>
        <p:nvSpPr>
          <p:cNvPr id="21" name="Shape 19">
            <a:extLst>
              <a:ext uri="{FF2B5EF4-FFF2-40B4-BE49-F238E27FC236}">
                <a16:creationId xmlns:a16="http://schemas.microsoft.com/office/drawing/2014/main" id="{E624D258-2167-A334-EFAC-EBAAE91C1AED}"/>
              </a:ext>
            </a:extLst>
          </p:cNvPr>
          <p:cNvSpPr/>
          <p:nvPr/>
        </p:nvSpPr>
        <p:spPr>
          <a:xfrm>
            <a:off x="3700653" y="744474"/>
            <a:ext cx="2267712" cy="2743200"/>
          </a:xfrm>
          <a:prstGeom prst="rect">
            <a:avLst/>
          </a:prstGeom>
          <a:solidFill>
            <a:srgbClr val="F5FBF7"/>
          </a:solidFill>
          <a:ln w="6350">
            <a:solidFill>
              <a:srgbClr val="E5E7EB"/>
            </a:solidFill>
            <a:prstDash val="solid"/>
          </a:ln>
        </p:spPr>
      </p:sp>
      <p:sp>
        <p:nvSpPr>
          <p:cNvPr id="22" name="Shape 20">
            <a:extLst>
              <a:ext uri="{FF2B5EF4-FFF2-40B4-BE49-F238E27FC236}">
                <a16:creationId xmlns:a16="http://schemas.microsoft.com/office/drawing/2014/main" id="{0BC2A653-8D3E-A528-C2A4-DB78B9EC1B35}"/>
              </a:ext>
            </a:extLst>
          </p:cNvPr>
          <p:cNvSpPr/>
          <p:nvPr/>
        </p:nvSpPr>
        <p:spPr>
          <a:xfrm>
            <a:off x="3700653" y="744474"/>
            <a:ext cx="2267712" cy="420624"/>
          </a:xfrm>
          <a:prstGeom prst="rect">
            <a:avLst/>
          </a:prstGeom>
          <a:solidFill>
            <a:srgbClr val="2A7F7F"/>
          </a:solidFill>
          <a:ln w="6350">
            <a:solidFill>
              <a:srgbClr val="2A7F7F"/>
            </a:solidFill>
            <a:prstDash val="solid"/>
          </a:ln>
        </p:spPr>
      </p:sp>
      <p:sp>
        <p:nvSpPr>
          <p:cNvPr id="23" name="Text 21">
            <a:extLst>
              <a:ext uri="{FF2B5EF4-FFF2-40B4-BE49-F238E27FC236}">
                <a16:creationId xmlns:a16="http://schemas.microsoft.com/office/drawing/2014/main" id="{6E355F1F-54BF-6545-5DE2-03F5D3863FA2}"/>
              </a:ext>
            </a:extLst>
          </p:cNvPr>
          <p:cNvSpPr/>
          <p:nvPr/>
        </p:nvSpPr>
        <p:spPr>
          <a:xfrm>
            <a:off x="3846957" y="890778"/>
            <a:ext cx="1371600" cy="100584"/>
          </a:xfrm>
          <a:prstGeom prst="rect">
            <a:avLst/>
          </a:prstGeom>
          <a:noFill/>
          <a:ln/>
        </p:spPr>
        <p:txBody>
          <a:bodyPr wrap="square" lIns="0" tIns="0" rIns="0" bIns="0" rtlCol="0" anchor="t">
            <a:normAutofit fontScale="62500" lnSpcReduction="20000"/>
          </a:bodyPr>
          <a:lstStyle/>
          <a:p>
            <a:pPr marL="0" indent="0" algn="l">
              <a:buNone/>
            </a:pPr>
            <a:r>
              <a:rPr lang="en-US" sz="1250" b="1" dirty="0">
                <a:solidFill>
                  <a:srgbClr val="FFFFFF"/>
                </a:solidFill>
                <a:latin typeface="Microsoft YaHei" pitchFamily="34" charset="0"/>
                <a:ea typeface="Microsoft YaHei" pitchFamily="34" charset="-122"/>
                <a:cs typeface="Microsoft YaHei" pitchFamily="34" charset="-120"/>
              </a:rPr>
              <a:t>后端服务</a:t>
            </a:r>
            <a:endParaRPr lang="en-US" sz="1250" dirty="0"/>
          </a:p>
        </p:txBody>
      </p:sp>
      <p:sp>
        <p:nvSpPr>
          <p:cNvPr id="24" name="Shape 22">
            <a:extLst>
              <a:ext uri="{FF2B5EF4-FFF2-40B4-BE49-F238E27FC236}">
                <a16:creationId xmlns:a16="http://schemas.microsoft.com/office/drawing/2014/main" id="{314D24DA-7023-F574-EE3F-84305E329B17}"/>
              </a:ext>
            </a:extLst>
          </p:cNvPr>
          <p:cNvSpPr/>
          <p:nvPr/>
        </p:nvSpPr>
        <p:spPr>
          <a:xfrm>
            <a:off x="3910965" y="1421130"/>
            <a:ext cx="310896" cy="310896"/>
          </a:xfrm>
          <a:prstGeom prst="ellipse">
            <a:avLst/>
          </a:prstGeom>
          <a:solidFill>
            <a:srgbClr val="2A7F7F"/>
          </a:solidFill>
          <a:ln w="6350">
            <a:solidFill>
              <a:srgbClr val="2A7F7F"/>
            </a:solidFill>
            <a:prstDash val="solid"/>
          </a:ln>
        </p:spPr>
      </p:sp>
      <p:sp>
        <p:nvSpPr>
          <p:cNvPr id="25" name="Text 23">
            <a:extLst>
              <a:ext uri="{FF2B5EF4-FFF2-40B4-BE49-F238E27FC236}">
                <a16:creationId xmlns:a16="http://schemas.microsoft.com/office/drawing/2014/main" id="{6BFB27D2-C63C-8EAE-BED8-16E68491DF82}"/>
              </a:ext>
            </a:extLst>
          </p:cNvPr>
          <p:cNvSpPr/>
          <p:nvPr/>
        </p:nvSpPr>
        <p:spPr>
          <a:xfrm>
            <a:off x="3910965" y="1494281"/>
            <a:ext cx="310896" cy="201167"/>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1</a:t>
            </a:r>
            <a:endParaRPr lang="en-US" sz="900" dirty="0"/>
          </a:p>
        </p:txBody>
      </p:sp>
      <p:sp>
        <p:nvSpPr>
          <p:cNvPr id="26" name="Text 24">
            <a:extLst>
              <a:ext uri="{FF2B5EF4-FFF2-40B4-BE49-F238E27FC236}">
                <a16:creationId xmlns:a16="http://schemas.microsoft.com/office/drawing/2014/main" id="{3F48EDE4-DD15-B473-B33A-CBAF02754DB3}"/>
              </a:ext>
            </a:extLst>
          </p:cNvPr>
          <p:cNvSpPr/>
          <p:nvPr/>
        </p:nvSpPr>
        <p:spPr>
          <a:xfrm>
            <a:off x="4349877" y="1448562"/>
            <a:ext cx="1344168" cy="201168"/>
          </a:xfrm>
          <a:prstGeom prst="rect">
            <a:avLst/>
          </a:prstGeom>
          <a:noFill/>
          <a:ln/>
        </p:spPr>
        <p:txBody>
          <a:bodyPr wrap="square" lIns="0" tIns="0" rIns="0" bIns="0" rtlCol="0" anchor="t">
            <a:normAutofit/>
          </a:bodyPr>
          <a:lstStyle/>
          <a:p>
            <a:pPr marL="0" indent="0" algn="l">
              <a:buNone/>
            </a:pPr>
            <a:r>
              <a:rPr lang="en-US" sz="1050" b="1" dirty="0">
                <a:solidFill>
                  <a:srgbClr val="172026"/>
                </a:solidFill>
                <a:latin typeface="Microsoft YaHei" pitchFamily="34" charset="0"/>
                <a:ea typeface="Microsoft YaHei" pitchFamily="34" charset="-122"/>
                <a:cs typeface="Microsoft YaHei" pitchFamily="34" charset="-120"/>
              </a:rPr>
              <a:t>Spring Boot 3.4.4</a:t>
            </a:r>
            <a:endParaRPr lang="en-US" sz="1050" dirty="0"/>
          </a:p>
        </p:txBody>
      </p:sp>
      <p:sp>
        <p:nvSpPr>
          <p:cNvPr id="27" name="Shape 25">
            <a:extLst>
              <a:ext uri="{FF2B5EF4-FFF2-40B4-BE49-F238E27FC236}">
                <a16:creationId xmlns:a16="http://schemas.microsoft.com/office/drawing/2014/main" id="{B0CC4251-A5E6-F69A-46AB-85A3972AD62A}"/>
              </a:ext>
            </a:extLst>
          </p:cNvPr>
          <p:cNvSpPr/>
          <p:nvPr/>
        </p:nvSpPr>
        <p:spPr>
          <a:xfrm>
            <a:off x="3910965" y="1768602"/>
            <a:ext cx="310896" cy="310896"/>
          </a:xfrm>
          <a:prstGeom prst="ellipse">
            <a:avLst/>
          </a:prstGeom>
          <a:solidFill>
            <a:srgbClr val="2A7F7F"/>
          </a:solidFill>
          <a:ln w="6350">
            <a:solidFill>
              <a:srgbClr val="2A7F7F"/>
            </a:solidFill>
            <a:prstDash val="solid"/>
          </a:ln>
        </p:spPr>
      </p:sp>
      <p:sp>
        <p:nvSpPr>
          <p:cNvPr id="28" name="Text 26">
            <a:extLst>
              <a:ext uri="{FF2B5EF4-FFF2-40B4-BE49-F238E27FC236}">
                <a16:creationId xmlns:a16="http://schemas.microsoft.com/office/drawing/2014/main" id="{7A546187-D42D-EA21-AFC9-562118B4EFC2}"/>
              </a:ext>
            </a:extLst>
          </p:cNvPr>
          <p:cNvSpPr/>
          <p:nvPr/>
        </p:nvSpPr>
        <p:spPr>
          <a:xfrm>
            <a:off x="3910965" y="1841754"/>
            <a:ext cx="310896" cy="237744"/>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2</a:t>
            </a:r>
            <a:endParaRPr lang="en-US" sz="900" dirty="0"/>
          </a:p>
        </p:txBody>
      </p:sp>
      <p:sp>
        <p:nvSpPr>
          <p:cNvPr id="29" name="Text 27">
            <a:extLst>
              <a:ext uri="{FF2B5EF4-FFF2-40B4-BE49-F238E27FC236}">
                <a16:creationId xmlns:a16="http://schemas.microsoft.com/office/drawing/2014/main" id="{2265DEED-663E-ED2A-E9D5-5BE30502A7EE}"/>
              </a:ext>
            </a:extLst>
          </p:cNvPr>
          <p:cNvSpPr/>
          <p:nvPr/>
        </p:nvSpPr>
        <p:spPr>
          <a:xfrm>
            <a:off x="4349877" y="1796034"/>
            <a:ext cx="1344168" cy="201168"/>
          </a:xfrm>
          <a:prstGeom prst="rect">
            <a:avLst/>
          </a:prstGeom>
          <a:noFill/>
          <a:ln/>
        </p:spPr>
        <p:txBody>
          <a:bodyPr wrap="square" lIns="0" tIns="0" rIns="0" bIns="0" rtlCol="0" anchor="t">
            <a:normAutofit/>
          </a:bodyPr>
          <a:lstStyle/>
          <a:p>
            <a:pPr marL="0" indent="0" algn="l">
              <a:buNone/>
            </a:pPr>
            <a:r>
              <a:rPr lang="en-US" sz="1050" b="1" dirty="0">
                <a:solidFill>
                  <a:srgbClr val="172026"/>
                </a:solidFill>
                <a:latin typeface="Microsoft YaHei" pitchFamily="34" charset="0"/>
                <a:ea typeface="Microsoft YaHei" pitchFamily="34" charset="-122"/>
                <a:cs typeface="Microsoft YaHei" pitchFamily="34" charset="-120"/>
              </a:rPr>
              <a:t>Java 17</a:t>
            </a:r>
            <a:endParaRPr lang="en-US" sz="1050" dirty="0"/>
          </a:p>
        </p:txBody>
      </p:sp>
      <p:sp>
        <p:nvSpPr>
          <p:cNvPr id="30" name="Shape 28">
            <a:extLst>
              <a:ext uri="{FF2B5EF4-FFF2-40B4-BE49-F238E27FC236}">
                <a16:creationId xmlns:a16="http://schemas.microsoft.com/office/drawing/2014/main" id="{3EDCE5E6-FE4D-66D2-E592-947A85A4AD60}"/>
              </a:ext>
            </a:extLst>
          </p:cNvPr>
          <p:cNvSpPr/>
          <p:nvPr/>
        </p:nvSpPr>
        <p:spPr>
          <a:xfrm>
            <a:off x="3910965" y="2116074"/>
            <a:ext cx="310896" cy="310896"/>
          </a:xfrm>
          <a:prstGeom prst="ellipse">
            <a:avLst/>
          </a:prstGeom>
          <a:solidFill>
            <a:srgbClr val="2A7F7F"/>
          </a:solidFill>
          <a:ln w="6350">
            <a:solidFill>
              <a:srgbClr val="2A7F7F"/>
            </a:solidFill>
            <a:prstDash val="solid"/>
          </a:ln>
        </p:spPr>
      </p:sp>
      <p:sp>
        <p:nvSpPr>
          <p:cNvPr id="31" name="Text 29">
            <a:extLst>
              <a:ext uri="{FF2B5EF4-FFF2-40B4-BE49-F238E27FC236}">
                <a16:creationId xmlns:a16="http://schemas.microsoft.com/office/drawing/2014/main" id="{26741A83-C86D-9008-A616-48E33F2C5BE6}"/>
              </a:ext>
            </a:extLst>
          </p:cNvPr>
          <p:cNvSpPr/>
          <p:nvPr/>
        </p:nvSpPr>
        <p:spPr>
          <a:xfrm>
            <a:off x="3910965" y="2189226"/>
            <a:ext cx="310896" cy="237744"/>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3</a:t>
            </a:r>
            <a:endParaRPr lang="en-US" sz="900" dirty="0"/>
          </a:p>
        </p:txBody>
      </p:sp>
      <p:sp>
        <p:nvSpPr>
          <p:cNvPr id="32" name="Text 30">
            <a:extLst>
              <a:ext uri="{FF2B5EF4-FFF2-40B4-BE49-F238E27FC236}">
                <a16:creationId xmlns:a16="http://schemas.microsoft.com/office/drawing/2014/main" id="{6337C8B6-7EB7-71FA-5D87-CF4834DDEEDC}"/>
              </a:ext>
            </a:extLst>
          </p:cNvPr>
          <p:cNvSpPr/>
          <p:nvPr/>
        </p:nvSpPr>
        <p:spPr>
          <a:xfrm>
            <a:off x="4349877" y="2143506"/>
            <a:ext cx="1344168" cy="201168"/>
          </a:xfrm>
          <a:prstGeom prst="rect">
            <a:avLst/>
          </a:prstGeom>
          <a:noFill/>
          <a:ln/>
        </p:spPr>
        <p:txBody>
          <a:bodyPr wrap="square" lIns="0" tIns="0" rIns="0" bIns="0" rtlCol="0" anchor="t">
            <a:normAutofit/>
          </a:bodyPr>
          <a:lstStyle/>
          <a:p>
            <a:pPr marL="0" indent="0" algn="l">
              <a:buNone/>
            </a:pPr>
            <a:r>
              <a:rPr lang="en-US" sz="1050" b="1" dirty="0">
                <a:solidFill>
                  <a:srgbClr val="172026"/>
                </a:solidFill>
                <a:latin typeface="Microsoft YaHei" pitchFamily="34" charset="0"/>
                <a:ea typeface="Microsoft YaHei" pitchFamily="34" charset="-122"/>
                <a:cs typeface="Microsoft YaHei" pitchFamily="34" charset="-120"/>
              </a:rPr>
              <a:t>MyBatis-Plus</a:t>
            </a:r>
            <a:endParaRPr lang="en-US" sz="1050" dirty="0"/>
          </a:p>
        </p:txBody>
      </p:sp>
      <p:sp>
        <p:nvSpPr>
          <p:cNvPr id="33" name="Shape 31">
            <a:extLst>
              <a:ext uri="{FF2B5EF4-FFF2-40B4-BE49-F238E27FC236}">
                <a16:creationId xmlns:a16="http://schemas.microsoft.com/office/drawing/2014/main" id="{676F12C1-C773-13CC-8099-5B7A208CA40B}"/>
              </a:ext>
            </a:extLst>
          </p:cNvPr>
          <p:cNvSpPr/>
          <p:nvPr/>
        </p:nvSpPr>
        <p:spPr>
          <a:xfrm>
            <a:off x="3910965" y="2463546"/>
            <a:ext cx="310896" cy="310896"/>
          </a:xfrm>
          <a:prstGeom prst="ellipse">
            <a:avLst/>
          </a:prstGeom>
          <a:solidFill>
            <a:srgbClr val="2A7F7F"/>
          </a:solidFill>
          <a:ln w="6350">
            <a:solidFill>
              <a:srgbClr val="2A7F7F"/>
            </a:solidFill>
            <a:prstDash val="solid"/>
          </a:ln>
        </p:spPr>
      </p:sp>
      <p:sp>
        <p:nvSpPr>
          <p:cNvPr id="34" name="Text 32">
            <a:extLst>
              <a:ext uri="{FF2B5EF4-FFF2-40B4-BE49-F238E27FC236}">
                <a16:creationId xmlns:a16="http://schemas.microsoft.com/office/drawing/2014/main" id="{D9F96EB9-2335-F9C8-89B5-80AFFFE86177}"/>
              </a:ext>
            </a:extLst>
          </p:cNvPr>
          <p:cNvSpPr/>
          <p:nvPr/>
        </p:nvSpPr>
        <p:spPr>
          <a:xfrm>
            <a:off x="3910965" y="2536698"/>
            <a:ext cx="310896" cy="220790"/>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4</a:t>
            </a:r>
            <a:endParaRPr lang="en-US" sz="900" dirty="0"/>
          </a:p>
        </p:txBody>
      </p:sp>
      <p:sp>
        <p:nvSpPr>
          <p:cNvPr id="35" name="Text 33">
            <a:extLst>
              <a:ext uri="{FF2B5EF4-FFF2-40B4-BE49-F238E27FC236}">
                <a16:creationId xmlns:a16="http://schemas.microsoft.com/office/drawing/2014/main" id="{88B5FFE3-EEBA-337A-91C1-CA1D33F834B7}"/>
              </a:ext>
            </a:extLst>
          </p:cNvPr>
          <p:cNvSpPr/>
          <p:nvPr/>
        </p:nvSpPr>
        <p:spPr>
          <a:xfrm>
            <a:off x="4349877" y="2490978"/>
            <a:ext cx="1344168" cy="201168"/>
          </a:xfrm>
          <a:prstGeom prst="rect">
            <a:avLst/>
          </a:prstGeom>
          <a:noFill/>
          <a:ln/>
        </p:spPr>
        <p:txBody>
          <a:bodyPr wrap="square" lIns="0" tIns="0" rIns="0" bIns="0" rtlCol="0" anchor="t">
            <a:normAutofit/>
          </a:bodyPr>
          <a:lstStyle/>
          <a:p>
            <a:pPr marL="0" indent="0" algn="l">
              <a:buNone/>
            </a:pPr>
            <a:r>
              <a:rPr lang="en-US" sz="1050" b="1" dirty="0">
                <a:solidFill>
                  <a:srgbClr val="172026"/>
                </a:solidFill>
                <a:latin typeface="Microsoft YaHei" pitchFamily="34" charset="0"/>
                <a:ea typeface="Microsoft YaHei" pitchFamily="34" charset="-122"/>
                <a:cs typeface="Microsoft YaHei" pitchFamily="34" charset="-120"/>
              </a:rPr>
              <a:t>Validation</a:t>
            </a:r>
            <a:endParaRPr lang="en-US" sz="1050" dirty="0"/>
          </a:p>
        </p:txBody>
      </p:sp>
      <p:sp>
        <p:nvSpPr>
          <p:cNvPr id="36" name="Shape 34">
            <a:extLst>
              <a:ext uri="{FF2B5EF4-FFF2-40B4-BE49-F238E27FC236}">
                <a16:creationId xmlns:a16="http://schemas.microsoft.com/office/drawing/2014/main" id="{F0E5E423-4FE1-E7F9-874A-97ED06C39F20}"/>
              </a:ext>
            </a:extLst>
          </p:cNvPr>
          <p:cNvSpPr/>
          <p:nvPr/>
        </p:nvSpPr>
        <p:spPr>
          <a:xfrm>
            <a:off x="3910965" y="2811018"/>
            <a:ext cx="310896" cy="310896"/>
          </a:xfrm>
          <a:prstGeom prst="ellipse">
            <a:avLst/>
          </a:prstGeom>
          <a:solidFill>
            <a:srgbClr val="2A7F7F"/>
          </a:solidFill>
          <a:ln w="6350">
            <a:solidFill>
              <a:srgbClr val="2A7F7F"/>
            </a:solidFill>
            <a:prstDash val="solid"/>
          </a:ln>
        </p:spPr>
      </p:sp>
      <p:sp>
        <p:nvSpPr>
          <p:cNvPr id="37" name="Text 35">
            <a:extLst>
              <a:ext uri="{FF2B5EF4-FFF2-40B4-BE49-F238E27FC236}">
                <a16:creationId xmlns:a16="http://schemas.microsoft.com/office/drawing/2014/main" id="{A780EC07-9B36-8FF2-A406-ABE1D112A165}"/>
              </a:ext>
            </a:extLst>
          </p:cNvPr>
          <p:cNvSpPr/>
          <p:nvPr/>
        </p:nvSpPr>
        <p:spPr>
          <a:xfrm>
            <a:off x="3910965" y="2884170"/>
            <a:ext cx="310896" cy="201168"/>
          </a:xfrm>
          <a:prstGeom prst="rect">
            <a:avLst/>
          </a:prstGeom>
          <a:noFill/>
          <a:ln/>
        </p:spPr>
        <p:txBody>
          <a:bodyPr wrap="square" lIns="0" tIns="0" rIns="0" bIns="0" rtlCol="0" anchor="t">
            <a:normAutofit/>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5</a:t>
            </a:r>
            <a:endParaRPr lang="en-US" sz="900" dirty="0"/>
          </a:p>
        </p:txBody>
      </p:sp>
      <p:sp>
        <p:nvSpPr>
          <p:cNvPr id="38" name="Text 36">
            <a:extLst>
              <a:ext uri="{FF2B5EF4-FFF2-40B4-BE49-F238E27FC236}">
                <a16:creationId xmlns:a16="http://schemas.microsoft.com/office/drawing/2014/main" id="{3AB0DE56-816C-DF0C-9FE4-693A12A942AB}"/>
              </a:ext>
            </a:extLst>
          </p:cNvPr>
          <p:cNvSpPr/>
          <p:nvPr/>
        </p:nvSpPr>
        <p:spPr>
          <a:xfrm>
            <a:off x="4349877" y="2838450"/>
            <a:ext cx="1344168" cy="201168"/>
          </a:xfrm>
          <a:prstGeom prst="rect">
            <a:avLst/>
          </a:prstGeom>
          <a:noFill/>
          <a:ln/>
        </p:spPr>
        <p:txBody>
          <a:bodyPr wrap="square" lIns="0" tIns="0" rIns="0" bIns="0" rtlCol="0" anchor="t">
            <a:normAutofit/>
          </a:bodyPr>
          <a:lstStyle/>
          <a:p>
            <a:pPr marL="0" indent="0" algn="l">
              <a:buNone/>
            </a:pPr>
            <a:r>
              <a:rPr lang="en-US" sz="1050" b="1" dirty="0">
                <a:solidFill>
                  <a:srgbClr val="172026"/>
                </a:solidFill>
                <a:latin typeface="Microsoft YaHei" pitchFamily="34" charset="0"/>
                <a:ea typeface="Microsoft YaHei" pitchFamily="34" charset="-122"/>
                <a:cs typeface="Microsoft YaHei" pitchFamily="34" charset="-120"/>
              </a:rPr>
              <a:t>MockMvc / JUnit 5</a:t>
            </a:r>
            <a:endParaRPr lang="en-US" sz="1050" dirty="0"/>
          </a:p>
        </p:txBody>
      </p:sp>
      <p:sp>
        <p:nvSpPr>
          <p:cNvPr id="61" name="文本框 60">
            <a:extLst>
              <a:ext uri="{FF2B5EF4-FFF2-40B4-BE49-F238E27FC236}">
                <a16:creationId xmlns:a16="http://schemas.microsoft.com/office/drawing/2014/main" id="{D656AE4B-4CD1-9D85-48C3-AEB0BC6A1D79}"/>
              </a:ext>
            </a:extLst>
          </p:cNvPr>
          <p:cNvSpPr txBox="1"/>
          <p:nvPr/>
        </p:nvSpPr>
        <p:spPr>
          <a:xfrm>
            <a:off x="881063" y="214313"/>
            <a:ext cx="1543050" cy="420884"/>
          </a:xfrm>
          <a:prstGeom prst="rect">
            <a:avLst/>
          </a:prstGeom>
          <a:noFill/>
        </p:spPr>
        <p:txBody>
          <a:bodyPr wrap="square" rtlCol="0">
            <a:spAutoFit/>
          </a:bodyPr>
          <a:lstStyle/>
          <a:p>
            <a:pPr fontAlgn="base">
              <a:spcBef>
                <a:spcPct val="0"/>
              </a:spcBef>
              <a:spcAft>
                <a:spcPct val="0"/>
              </a:spcAft>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框架介绍</a:t>
            </a:r>
          </a:p>
        </p:txBody>
      </p:sp>
      <p:sp>
        <p:nvSpPr>
          <p:cNvPr id="62" name="文本框 61">
            <a:extLst>
              <a:ext uri="{FF2B5EF4-FFF2-40B4-BE49-F238E27FC236}">
                <a16:creationId xmlns:a16="http://schemas.microsoft.com/office/drawing/2014/main" id="{7AF48284-6F56-FAA4-4397-C9074EB5FFE5}"/>
              </a:ext>
            </a:extLst>
          </p:cNvPr>
          <p:cNvSpPr txBox="1"/>
          <p:nvPr/>
        </p:nvSpPr>
        <p:spPr>
          <a:xfrm>
            <a:off x="1161447" y="1428934"/>
            <a:ext cx="277812" cy="276999"/>
          </a:xfrm>
          <a:prstGeom prst="rect">
            <a:avLst/>
          </a:prstGeom>
          <a:noFill/>
        </p:spPr>
        <p:txBody>
          <a:bodyPr wrap="square" rtlCol="0">
            <a:spAutoFit/>
          </a:bodyPr>
          <a:lstStyle/>
          <a:p>
            <a:r>
              <a:rPr lang="en-US" altLang="zh-CN" sz="1200" dirty="0">
                <a:solidFill>
                  <a:schemeClr val="bg1"/>
                </a:solidFill>
              </a:rPr>
              <a:t>1</a:t>
            </a:r>
            <a:endParaRPr lang="zh-CN" altLang="en-US" sz="1200" dirty="0">
              <a:solidFill>
                <a:schemeClr val="bg1"/>
              </a:solidFill>
            </a:endParaRPr>
          </a:p>
        </p:txBody>
      </p:sp>
      <p:sp>
        <p:nvSpPr>
          <p:cNvPr id="63" name="文本框 62">
            <a:extLst>
              <a:ext uri="{FF2B5EF4-FFF2-40B4-BE49-F238E27FC236}">
                <a16:creationId xmlns:a16="http://schemas.microsoft.com/office/drawing/2014/main" id="{2E762247-A67C-1B7D-1095-0C67D07F490F}"/>
              </a:ext>
            </a:extLst>
          </p:cNvPr>
          <p:cNvSpPr txBox="1"/>
          <p:nvPr/>
        </p:nvSpPr>
        <p:spPr>
          <a:xfrm>
            <a:off x="6178677" y="941070"/>
            <a:ext cx="2717673" cy="1754326"/>
          </a:xfrm>
          <a:prstGeom prst="rect">
            <a:avLst/>
          </a:prstGeom>
          <a:noFill/>
        </p:spPr>
        <p:txBody>
          <a:bodyPr wrap="square" rtlCol="0">
            <a:spAutoFit/>
          </a:bodyPr>
          <a:lstStyle/>
          <a:p>
            <a:pPr marL="285750" indent="-285750">
              <a:buFont typeface="Wingdings" panose="05000000000000000000" pitchFamily="2" charset="2"/>
              <a:buChar char="l"/>
            </a:pPr>
            <a:r>
              <a:rPr lang="zh-CN" altLang="en-US" sz="1200" dirty="0">
                <a:solidFill>
                  <a:schemeClr val="tx1">
                    <a:lumMod val="95000"/>
                    <a:lumOff val="5000"/>
                  </a:schemeClr>
                </a:solidFill>
                <a:latin typeface="微软雅黑" panose="020B0503020204020204" pitchFamily="34" charset="-122"/>
                <a:ea typeface="微软雅黑" panose="020B0503020204020204" pitchFamily="34" charset="-122"/>
              </a:rPr>
              <a:t>前端采用</a:t>
            </a:r>
            <a:r>
              <a:rPr lang="en-US" altLang="zh-CN" sz="1200" dirty="0">
                <a:solidFill>
                  <a:schemeClr val="tx1">
                    <a:lumMod val="95000"/>
                    <a:lumOff val="5000"/>
                  </a:schemeClr>
                </a:solidFill>
                <a:latin typeface="微软雅黑" panose="020B0503020204020204" pitchFamily="34" charset="-122"/>
                <a:ea typeface="微软雅黑" panose="020B0503020204020204" pitchFamily="34" charset="-122"/>
              </a:rPr>
              <a:t>Vue3</a:t>
            </a:r>
            <a:r>
              <a:rPr lang="zh-CN" altLang="en-US" sz="1200" dirty="0">
                <a:solidFill>
                  <a:schemeClr val="tx1">
                    <a:lumMod val="95000"/>
                    <a:lumOff val="5000"/>
                  </a:schemeClr>
                </a:solidFill>
                <a:latin typeface="微软雅黑" panose="020B0503020204020204" pitchFamily="34" charset="-122"/>
                <a:ea typeface="微软雅黑" panose="020B0503020204020204" pitchFamily="34" charset="-122"/>
              </a:rPr>
              <a:t>生态，组件化开发高效，界面搭建快捷，数据可视化能力突出，交互流畅体验佳 ​ </a:t>
            </a:r>
            <a:endParaRPr lang="en-US" altLang="zh-CN" sz="1200" dirty="0">
              <a:solidFill>
                <a:schemeClr val="tx1">
                  <a:lumMod val="95000"/>
                  <a:lumOff val="5000"/>
                </a:schemeClr>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200" dirty="0">
                <a:solidFill>
                  <a:schemeClr val="tx1">
                    <a:lumMod val="95000"/>
                    <a:lumOff val="5000"/>
                  </a:schemeClr>
                </a:solidFill>
                <a:latin typeface="微软雅黑" panose="020B0503020204020204" pitchFamily="34" charset="-122"/>
                <a:ea typeface="微软雅黑" panose="020B0503020204020204" pitchFamily="34" charset="-122"/>
              </a:rPr>
              <a:t>后端基于</a:t>
            </a:r>
            <a:r>
              <a:rPr lang="en-US" altLang="zh-CN" sz="1200" dirty="0">
                <a:solidFill>
                  <a:schemeClr val="tx1">
                    <a:lumMod val="95000"/>
                    <a:lumOff val="5000"/>
                  </a:schemeClr>
                </a:solidFill>
                <a:latin typeface="微软雅黑" panose="020B0503020204020204" pitchFamily="34" charset="-122"/>
                <a:ea typeface="微软雅黑" panose="020B0503020204020204" pitchFamily="34" charset="-122"/>
              </a:rPr>
              <a:t>Spring Boot</a:t>
            </a:r>
            <a:r>
              <a:rPr lang="zh-CN" altLang="en-US" sz="1200" dirty="0">
                <a:solidFill>
                  <a:schemeClr val="tx1">
                    <a:lumMod val="95000"/>
                    <a:lumOff val="5000"/>
                  </a:schemeClr>
                </a:solidFill>
                <a:latin typeface="微软雅黑" panose="020B0503020204020204" pitchFamily="34" charset="-122"/>
                <a:ea typeface="微软雅黑" panose="020B0503020204020204" pitchFamily="34" charset="-122"/>
              </a:rPr>
              <a:t>框架，开发部署便捷，系统稳定性强，数据操作高效，安全校验完善 ​ </a:t>
            </a:r>
            <a:endParaRPr lang="en-US" altLang="zh-CN" sz="1200" dirty="0">
              <a:solidFill>
                <a:schemeClr val="tx1">
                  <a:lumMod val="95000"/>
                  <a:lumOff val="5000"/>
                </a:schemeClr>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200" dirty="0">
                <a:solidFill>
                  <a:schemeClr val="tx1">
                    <a:lumMod val="95000"/>
                    <a:lumOff val="5000"/>
                  </a:schemeClr>
                </a:solidFill>
                <a:latin typeface="微软雅黑" panose="020B0503020204020204" pitchFamily="34" charset="-122"/>
                <a:ea typeface="微软雅黑" panose="020B0503020204020204" pitchFamily="34" charset="-122"/>
              </a:rPr>
              <a:t>前后端分离架构，分工清晰、耦合度低，兼顾开发效率、系统性能与后期维护扩展性</a:t>
            </a:r>
          </a:p>
        </p:txBody>
      </p:sp>
    </p:spTree>
    <p:extLst>
      <p:ext uri="{BB962C8B-B14F-4D97-AF65-F5344CB8AC3E}">
        <p14:creationId xmlns:p14="http://schemas.microsoft.com/office/powerpoint/2010/main" val="1813923803"/>
      </p:ext>
    </p:extLst>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left)">
                                      <p:cBhvr>
                                        <p:cTn id="7"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1817353" y="3736894"/>
            <a:ext cx="2484641" cy="2484641"/>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endParaRPr>
          </a:p>
        </p:txBody>
      </p:sp>
      <p:sp>
        <p:nvSpPr>
          <p:cNvPr id="6" name="椭圆 5"/>
          <p:cNvSpPr/>
          <p:nvPr/>
        </p:nvSpPr>
        <p:spPr>
          <a:xfrm>
            <a:off x="4768911" y="1865172"/>
            <a:ext cx="576472" cy="576635"/>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45" dirty="0">
                <a:latin typeface="微软雅黑" panose="020B0503020204020204" pitchFamily="34" charset="-122"/>
                <a:ea typeface="微软雅黑" panose="020B0503020204020204" pitchFamily="34" charset="-122"/>
              </a:rPr>
              <a:t>1</a:t>
            </a:r>
            <a:endParaRPr lang="zh-CN" altLang="en-US" sz="1345" dirty="0">
              <a:latin typeface="微软雅黑" panose="020B0503020204020204" pitchFamily="34" charset="-122"/>
              <a:ea typeface="微软雅黑" panose="020B0503020204020204" pitchFamily="34" charset="-122"/>
            </a:endParaRPr>
          </a:p>
        </p:txBody>
      </p:sp>
      <p:cxnSp>
        <p:nvCxnSpPr>
          <p:cNvPr id="7" name="直接连接符 6"/>
          <p:cNvCxnSpPr/>
          <p:nvPr/>
        </p:nvCxnSpPr>
        <p:spPr>
          <a:xfrm>
            <a:off x="5345900" y="2169924"/>
            <a:ext cx="1006777"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8" name="TextBox 22"/>
          <p:cNvSpPr txBox="1"/>
          <p:nvPr/>
        </p:nvSpPr>
        <p:spPr>
          <a:xfrm>
            <a:off x="2056405" y="4772460"/>
            <a:ext cx="2001441" cy="369332"/>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gn="ctr">
              <a:lnSpc>
                <a:spcPct val="100000"/>
              </a:lnSpc>
            </a:pPr>
            <a:r>
              <a:rPr lang="zh-CN" altLang="en-US" sz="2400" b="1">
                <a:solidFill>
                  <a:schemeClr val="bg1"/>
                </a:solidFill>
              </a:rPr>
              <a:t>后台联动</a:t>
            </a:r>
            <a:endParaRPr lang="en-US" altLang="zh-CN" sz="2400" b="1" dirty="0">
              <a:solidFill>
                <a:schemeClr val="bg1"/>
              </a:solidFill>
            </a:endParaRPr>
          </a:p>
        </p:txBody>
      </p:sp>
      <p:sp>
        <p:nvSpPr>
          <p:cNvPr id="9" name="椭圆 8"/>
          <p:cNvSpPr/>
          <p:nvPr/>
        </p:nvSpPr>
        <p:spPr>
          <a:xfrm>
            <a:off x="1817353" y="1721194"/>
            <a:ext cx="2484641" cy="2484641"/>
          </a:xfrm>
          <a:prstGeom prst="ellipse">
            <a:avLst/>
          </a:prstGeom>
          <a:solidFill>
            <a:schemeClr val="accent1">
              <a:lumMod val="10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latin typeface="微软雅黑" panose="020B0503020204020204" pitchFamily="34" charset="-122"/>
              <a:ea typeface="微软雅黑" panose="020B0503020204020204" pitchFamily="34" charset="-122"/>
            </a:endParaRPr>
          </a:p>
        </p:txBody>
      </p:sp>
      <p:sp>
        <p:nvSpPr>
          <p:cNvPr id="10" name="KSO_Shape"/>
          <p:cNvSpPr/>
          <p:nvPr/>
        </p:nvSpPr>
        <p:spPr bwMode="auto">
          <a:xfrm>
            <a:off x="2221966" y="2429301"/>
            <a:ext cx="1647693" cy="1150640"/>
          </a:xfrm>
          <a:custGeom>
            <a:avLst/>
            <a:gdLst>
              <a:gd name="T0" fmla="*/ 1733867 w 2074863"/>
              <a:gd name="T1" fmla="*/ 579834 h 1449388"/>
              <a:gd name="T2" fmla="*/ 1791884 w 2074863"/>
              <a:gd name="T3" fmla="*/ 600246 h 1449388"/>
              <a:gd name="T4" fmla="*/ 1794804 w 2074863"/>
              <a:gd name="T5" fmla="*/ 538648 h 1449388"/>
              <a:gd name="T6" fmla="*/ 510830 w 2074863"/>
              <a:gd name="T7" fmla="*/ 162256 h 1449388"/>
              <a:gd name="T8" fmla="*/ 492893 w 2074863"/>
              <a:gd name="T9" fmla="*/ 222976 h 1449388"/>
              <a:gd name="T10" fmla="*/ 438718 w 2074863"/>
              <a:gd name="T11" fmla="*/ 188484 h 1449388"/>
              <a:gd name="T12" fmla="*/ 1598128 w 2074863"/>
              <a:gd name="T13" fmla="*/ 142089 h 1449388"/>
              <a:gd name="T14" fmla="*/ 1885296 w 2074863"/>
              <a:gd name="T15" fmla="*/ 549583 h 1449388"/>
              <a:gd name="T16" fmla="*/ 1586087 w 2074863"/>
              <a:gd name="T17" fmla="*/ 450078 h 1449388"/>
              <a:gd name="T18" fmla="*/ 486453 w 2074863"/>
              <a:gd name="T19" fmla="*/ 72185 h 1449388"/>
              <a:gd name="T20" fmla="*/ 151219 w 2074863"/>
              <a:gd name="T21" fmla="*/ 357281 h 1449388"/>
              <a:gd name="T22" fmla="*/ 295879 w 2074863"/>
              <a:gd name="T23" fmla="*/ 407592 h 1449388"/>
              <a:gd name="T24" fmla="*/ 486453 w 2074863"/>
              <a:gd name="T25" fmla="*/ 72185 h 1449388"/>
              <a:gd name="T26" fmla="*/ 681762 w 2074863"/>
              <a:gd name="T27" fmla="*/ 209994 h 1449388"/>
              <a:gd name="T28" fmla="*/ 910960 w 2074863"/>
              <a:gd name="T29" fmla="*/ 275617 h 1449388"/>
              <a:gd name="T30" fmla="*/ 1184248 w 2074863"/>
              <a:gd name="T31" fmla="*/ 351448 h 1449388"/>
              <a:gd name="T32" fmla="*/ 1396319 w 2074863"/>
              <a:gd name="T33" fmla="*/ 332855 h 1449388"/>
              <a:gd name="T34" fmla="*/ 1606205 w 2074863"/>
              <a:gd name="T35" fmla="*/ 562536 h 1449388"/>
              <a:gd name="T36" fmla="*/ 1640821 w 2074863"/>
              <a:gd name="T37" fmla="*/ 739718 h 1449388"/>
              <a:gd name="T38" fmla="*/ 1379558 w 2074863"/>
              <a:gd name="T39" fmla="*/ 843985 h 1449388"/>
              <a:gd name="T40" fmla="*/ 1124853 w 2074863"/>
              <a:gd name="T41" fmla="*/ 641283 h 1449388"/>
              <a:gd name="T42" fmla="*/ 720387 w 2074863"/>
              <a:gd name="T43" fmla="*/ 519516 h 1449388"/>
              <a:gd name="T44" fmla="*/ 653705 w 2074863"/>
              <a:gd name="T45" fmla="*/ 311345 h 1449388"/>
              <a:gd name="T46" fmla="*/ 325395 w 2074863"/>
              <a:gd name="T47" fmla="*/ 480871 h 1449388"/>
              <a:gd name="T48" fmla="*/ 435438 w 2074863"/>
              <a:gd name="T49" fmla="*/ 683574 h 1449388"/>
              <a:gd name="T50" fmla="*/ 530543 w 2074863"/>
              <a:gd name="T51" fmla="*/ 794768 h 1449388"/>
              <a:gd name="T52" fmla="*/ 611436 w 2074863"/>
              <a:gd name="T53" fmla="*/ 890286 h 1449388"/>
              <a:gd name="T54" fmla="*/ 688686 w 2074863"/>
              <a:gd name="T55" fmla="*/ 1001480 h 1449388"/>
              <a:gd name="T56" fmla="*/ 800188 w 2074863"/>
              <a:gd name="T57" fmla="*/ 1230068 h 1449388"/>
              <a:gd name="T58" fmla="*/ 913511 w 2074863"/>
              <a:gd name="T59" fmla="*/ 1255588 h 1449388"/>
              <a:gd name="T60" fmla="*/ 768486 w 2074863"/>
              <a:gd name="T61" fmla="*/ 1063458 h 1449388"/>
              <a:gd name="T62" fmla="*/ 798730 w 2074863"/>
              <a:gd name="T63" fmla="*/ 1022261 h 1449388"/>
              <a:gd name="T64" fmla="*/ 1047604 w 2074863"/>
              <a:gd name="T65" fmla="*/ 1245015 h 1449388"/>
              <a:gd name="T66" fmla="*/ 1112465 w 2074863"/>
              <a:gd name="T67" fmla="*/ 1184496 h 1449388"/>
              <a:gd name="T68" fmla="*/ 841727 w 2074863"/>
              <a:gd name="T69" fmla="*/ 896119 h 1449388"/>
              <a:gd name="T70" fmla="*/ 886182 w 2074863"/>
              <a:gd name="T71" fmla="*/ 868047 h 1449388"/>
              <a:gd name="T72" fmla="*/ 1205383 w 2074863"/>
              <a:gd name="T73" fmla="*/ 1138195 h 1449388"/>
              <a:gd name="T74" fmla="*/ 1202468 w 2074863"/>
              <a:gd name="T75" fmla="*/ 1026636 h 1449388"/>
              <a:gd name="T76" fmla="*/ 955779 w 2074863"/>
              <a:gd name="T77" fmla="*/ 749197 h 1449388"/>
              <a:gd name="T78" fmla="*/ 1006793 w 2074863"/>
              <a:gd name="T79" fmla="*/ 736437 h 1449388"/>
              <a:gd name="T80" fmla="*/ 1311053 w 2074863"/>
              <a:gd name="T81" fmla="*/ 1001480 h 1449388"/>
              <a:gd name="T82" fmla="*/ 1303037 w 2074863"/>
              <a:gd name="T83" fmla="*/ 890286 h 1449388"/>
              <a:gd name="T84" fmla="*/ 1310325 w 2074863"/>
              <a:gd name="T85" fmla="*/ 838516 h 1449388"/>
              <a:gd name="T86" fmla="*/ 1409802 w 2074863"/>
              <a:gd name="T87" fmla="*/ 919087 h 1449388"/>
              <a:gd name="T88" fmla="*/ 1378829 w 2074863"/>
              <a:gd name="T89" fmla="*/ 1028094 h 1449388"/>
              <a:gd name="T90" fmla="*/ 1306317 w 2074863"/>
              <a:gd name="T91" fmla="*/ 1123248 h 1449388"/>
              <a:gd name="T92" fmla="*/ 1210119 w 2074863"/>
              <a:gd name="T93" fmla="*/ 1205641 h 1449388"/>
              <a:gd name="T94" fmla="*/ 1113922 w 2074863"/>
              <a:gd name="T95" fmla="*/ 1290222 h 1449388"/>
              <a:gd name="T96" fmla="*/ 1016631 w 2074863"/>
              <a:gd name="T97" fmla="*/ 1300795 h 1449388"/>
              <a:gd name="T98" fmla="*/ 897478 w 2074863"/>
              <a:gd name="T99" fmla="*/ 1327044 h 1449388"/>
              <a:gd name="T100" fmla="*/ 625648 w 2074863"/>
              <a:gd name="T101" fmla="*/ 1160798 h 1449388"/>
              <a:gd name="T102" fmla="*/ 491918 w 2074863"/>
              <a:gd name="T103" fmla="*/ 1202360 h 1449388"/>
              <a:gd name="T104" fmla="*/ 458760 w 2074863"/>
              <a:gd name="T105" fmla="*/ 1134550 h 1449388"/>
              <a:gd name="T106" fmla="*/ 365477 w 2074863"/>
              <a:gd name="T107" fmla="*/ 1057260 h 1449388"/>
              <a:gd name="T108" fmla="*/ 317378 w 2074863"/>
              <a:gd name="T109" fmla="*/ 969763 h 1449388"/>
              <a:gd name="T110" fmla="*/ 233206 w 2074863"/>
              <a:gd name="T111" fmla="*/ 865131 h 1449388"/>
              <a:gd name="T112" fmla="*/ 268916 w 2074863"/>
              <a:gd name="T113" fmla="*/ 733520 h 1449388"/>
              <a:gd name="T114" fmla="*/ 186565 w 2074863"/>
              <a:gd name="T115" fmla="*/ 647845 h 1449388"/>
              <a:gd name="T116" fmla="*/ 1822 w 2074863"/>
              <a:gd name="T117" fmla="*/ 438580 h 1449388"/>
              <a:gd name="T118" fmla="*/ 272923 w 2074863"/>
              <a:gd name="T119" fmla="*/ 139996 h 144938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074863" h="1449388">
                <a:moveTo>
                  <a:pt x="1923841" y="577723"/>
                </a:moveTo>
                <a:lnTo>
                  <a:pt x="1919867" y="578517"/>
                </a:lnTo>
                <a:lnTo>
                  <a:pt x="1915893" y="579312"/>
                </a:lnTo>
                <a:lnTo>
                  <a:pt x="1911919" y="580503"/>
                </a:lnTo>
                <a:lnTo>
                  <a:pt x="1907944" y="582488"/>
                </a:lnTo>
                <a:lnTo>
                  <a:pt x="1904765" y="584871"/>
                </a:lnTo>
                <a:lnTo>
                  <a:pt x="1901983" y="586857"/>
                </a:lnTo>
                <a:lnTo>
                  <a:pt x="1898804" y="589636"/>
                </a:lnTo>
                <a:lnTo>
                  <a:pt x="1896022" y="592813"/>
                </a:lnTo>
                <a:lnTo>
                  <a:pt x="1893240" y="595593"/>
                </a:lnTo>
                <a:lnTo>
                  <a:pt x="1891253" y="599167"/>
                </a:lnTo>
                <a:lnTo>
                  <a:pt x="1889663" y="602741"/>
                </a:lnTo>
                <a:lnTo>
                  <a:pt x="1888471" y="606712"/>
                </a:lnTo>
                <a:lnTo>
                  <a:pt x="1887278" y="610683"/>
                </a:lnTo>
                <a:lnTo>
                  <a:pt x="1886483" y="615051"/>
                </a:lnTo>
                <a:lnTo>
                  <a:pt x="1886483" y="619419"/>
                </a:lnTo>
                <a:lnTo>
                  <a:pt x="1886483" y="623390"/>
                </a:lnTo>
                <a:lnTo>
                  <a:pt x="1887278" y="627758"/>
                </a:lnTo>
                <a:lnTo>
                  <a:pt x="1888471" y="631729"/>
                </a:lnTo>
                <a:lnTo>
                  <a:pt x="1889663" y="635303"/>
                </a:lnTo>
                <a:lnTo>
                  <a:pt x="1891253" y="639274"/>
                </a:lnTo>
                <a:lnTo>
                  <a:pt x="1893240" y="642451"/>
                </a:lnTo>
                <a:lnTo>
                  <a:pt x="1896022" y="646025"/>
                </a:lnTo>
                <a:lnTo>
                  <a:pt x="1898804" y="648805"/>
                </a:lnTo>
                <a:lnTo>
                  <a:pt x="1901983" y="651188"/>
                </a:lnTo>
                <a:lnTo>
                  <a:pt x="1904765" y="653967"/>
                </a:lnTo>
                <a:lnTo>
                  <a:pt x="1907944" y="655953"/>
                </a:lnTo>
                <a:lnTo>
                  <a:pt x="1911919" y="657541"/>
                </a:lnTo>
                <a:lnTo>
                  <a:pt x="1915893" y="659130"/>
                </a:lnTo>
                <a:lnTo>
                  <a:pt x="1919867" y="660321"/>
                </a:lnTo>
                <a:lnTo>
                  <a:pt x="1923841" y="660718"/>
                </a:lnTo>
                <a:lnTo>
                  <a:pt x="1928213" y="661115"/>
                </a:lnTo>
                <a:lnTo>
                  <a:pt x="1932585" y="660718"/>
                </a:lnTo>
                <a:lnTo>
                  <a:pt x="1936956" y="660321"/>
                </a:lnTo>
                <a:lnTo>
                  <a:pt x="1940533" y="659130"/>
                </a:lnTo>
                <a:lnTo>
                  <a:pt x="1944508" y="657541"/>
                </a:lnTo>
                <a:lnTo>
                  <a:pt x="1948084" y="655953"/>
                </a:lnTo>
                <a:lnTo>
                  <a:pt x="1951661" y="653967"/>
                </a:lnTo>
                <a:lnTo>
                  <a:pt x="1954841" y="651188"/>
                </a:lnTo>
                <a:lnTo>
                  <a:pt x="1958020" y="648805"/>
                </a:lnTo>
                <a:lnTo>
                  <a:pt x="1960405" y="646025"/>
                </a:lnTo>
                <a:lnTo>
                  <a:pt x="1963187" y="642451"/>
                </a:lnTo>
                <a:lnTo>
                  <a:pt x="1965174" y="639274"/>
                </a:lnTo>
                <a:lnTo>
                  <a:pt x="1966763" y="635303"/>
                </a:lnTo>
                <a:lnTo>
                  <a:pt x="1967956" y="631729"/>
                </a:lnTo>
                <a:lnTo>
                  <a:pt x="1969148" y="627758"/>
                </a:lnTo>
                <a:lnTo>
                  <a:pt x="1969943" y="623390"/>
                </a:lnTo>
                <a:lnTo>
                  <a:pt x="1970340" y="619419"/>
                </a:lnTo>
                <a:lnTo>
                  <a:pt x="1969943" y="615051"/>
                </a:lnTo>
                <a:lnTo>
                  <a:pt x="1969148" y="610683"/>
                </a:lnTo>
                <a:lnTo>
                  <a:pt x="1967956" y="606712"/>
                </a:lnTo>
                <a:lnTo>
                  <a:pt x="1966763" y="602741"/>
                </a:lnTo>
                <a:lnTo>
                  <a:pt x="1965174" y="599167"/>
                </a:lnTo>
                <a:lnTo>
                  <a:pt x="1963187" y="595593"/>
                </a:lnTo>
                <a:lnTo>
                  <a:pt x="1960405" y="592813"/>
                </a:lnTo>
                <a:lnTo>
                  <a:pt x="1958020" y="589636"/>
                </a:lnTo>
                <a:lnTo>
                  <a:pt x="1954841" y="586857"/>
                </a:lnTo>
                <a:lnTo>
                  <a:pt x="1951661" y="584871"/>
                </a:lnTo>
                <a:lnTo>
                  <a:pt x="1948084" y="582488"/>
                </a:lnTo>
                <a:lnTo>
                  <a:pt x="1944508" y="580503"/>
                </a:lnTo>
                <a:lnTo>
                  <a:pt x="1940533" y="579312"/>
                </a:lnTo>
                <a:lnTo>
                  <a:pt x="1936956" y="578517"/>
                </a:lnTo>
                <a:lnTo>
                  <a:pt x="1932585" y="577723"/>
                </a:lnTo>
                <a:lnTo>
                  <a:pt x="1928213" y="577723"/>
                </a:lnTo>
                <a:lnTo>
                  <a:pt x="1923841" y="577723"/>
                </a:lnTo>
                <a:close/>
                <a:moveTo>
                  <a:pt x="519301" y="160338"/>
                </a:moveTo>
                <a:lnTo>
                  <a:pt x="523687" y="160338"/>
                </a:lnTo>
                <a:lnTo>
                  <a:pt x="528072" y="160729"/>
                </a:lnTo>
                <a:lnTo>
                  <a:pt x="532059" y="161512"/>
                </a:lnTo>
                <a:lnTo>
                  <a:pt x="536445" y="162687"/>
                </a:lnTo>
                <a:lnTo>
                  <a:pt x="540033" y="163861"/>
                </a:lnTo>
                <a:lnTo>
                  <a:pt x="544020" y="166210"/>
                </a:lnTo>
                <a:lnTo>
                  <a:pt x="547209" y="168558"/>
                </a:lnTo>
                <a:lnTo>
                  <a:pt x="550399" y="170907"/>
                </a:lnTo>
                <a:lnTo>
                  <a:pt x="553588" y="174038"/>
                </a:lnTo>
                <a:lnTo>
                  <a:pt x="556379" y="176778"/>
                </a:lnTo>
                <a:lnTo>
                  <a:pt x="558771" y="180693"/>
                </a:lnTo>
                <a:lnTo>
                  <a:pt x="560366" y="183824"/>
                </a:lnTo>
                <a:lnTo>
                  <a:pt x="562359" y="188130"/>
                </a:lnTo>
                <a:lnTo>
                  <a:pt x="563954" y="192436"/>
                </a:lnTo>
                <a:lnTo>
                  <a:pt x="564752" y="196350"/>
                </a:lnTo>
                <a:lnTo>
                  <a:pt x="565150" y="201048"/>
                </a:lnTo>
                <a:lnTo>
                  <a:pt x="565150" y="205353"/>
                </a:lnTo>
                <a:lnTo>
                  <a:pt x="564752" y="209268"/>
                </a:lnTo>
                <a:lnTo>
                  <a:pt x="563954" y="213574"/>
                </a:lnTo>
                <a:lnTo>
                  <a:pt x="562758" y="217488"/>
                </a:lnTo>
                <a:lnTo>
                  <a:pt x="560765" y="221402"/>
                </a:lnTo>
                <a:lnTo>
                  <a:pt x="558771" y="224925"/>
                </a:lnTo>
                <a:lnTo>
                  <a:pt x="556778" y="228448"/>
                </a:lnTo>
                <a:lnTo>
                  <a:pt x="553987" y="231188"/>
                </a:lnTo>
                <a:lnTo>
                  <a:pt x="551196" y="234711"/>
                </a:lnTo>
                <a:lnTo>
                  <a:pt x="547608" y="237060"/>
                </a:lnTo>
                <a:lnTo>
                  <a:pt x="544418" y="239800"/>
                </a:lnTo>
                <a:lnTo>
                  <a:pt x="540431" y="241366"/>
                </a:lnTo>
                <a:lnTo>
                  <a:pt x="536843" y="242932"/>
                </a:lnTo>
                <a:lnTo>
                  <a:pt x="532458" y="244497"/>
                </a:lnTo>
                <a:lnTo>
                  <a:pt x="528072" y="245672"/>
                </a:lnTo>
                <a:lnTo>
                  <a:pt x="523687" y="246063"/>
                </a:lnTo>
                <a:lnTo>
                  <a:pt x="518902" y="246063"/>
                </a:lnTo>
                <a:lnTo>
                  <a:pt x="514915" y="245672"/>
                </a:lnTo>
                <a:lnTo>
                  <a:pt x="510530" y="244497"/>
                </a:lnTo>
                <a:lnTo>
                  <a:pt x="506543" y="243323"/>
                </a:lnTo>
                <a:lnTo>
                  <a:pt x="502955" y="241757"/>
                </a:lnTo>
                <a:lnTo>
                  <a:pt x="498968" y="239800"/>
                </a:lnTo>
                <a:lnTo>
                  <a:pt x="495778" y="237451"/>
                </a:lnTo>
                <a:lnTo>
                  <a:pt x="492190" y="235103"/>
                </a:lnTo>
                <a:lnTo>
                  <a:pt x="489399" y="232363"/>
                </a:lnTo>
                <a:lnTo>
                  <a:pt x="486210" y="228840"/>
                </a:lnTo>
                <a:lnTo>
                  <a:pt x="484216" y="225708"/>
                </a:lnTo>
                <a:lnTo>
                  <a:pt x="482223" y="221794"/>
                </a:lnTo>
                <a:lnTo>
                  <a:pt x="480628" y="217879"/>
                </a:lnTo>
                <a:lnTo>
                  <a:pt x="479033" y="213965"/>
                </a:lnTo>
                <a:lnTo>
                  <a:pt x="478236" y="209268"/>
                </a:lnTo>
                <a:lnTo>
                  <a:pt x="477837" y="205353"/>
                </a:lnTo>
                <a:lnTo>
                  <a:pt x="477837" y="200656"/>
                </a:lnTo>
                <a:lnTo>
                  <a:pt x="478236" y="196350"/>
                </a:lnTo>
                <a:lnTo>
                  <a:pt x="479033" y="192436"/>
                </a:lnTo>
                <a:lnTo>
                  <a:pt x="480628" y="188522"/>
                </a:lnTo>
                <a:lnTo>
                  <a:pt x="481824" y="184607"/>
                </a:lnTo>
                <a:lnTo>
                  <a:pt x="483818" y="181084"/>
                </a:lnTo>
                <a:lnTo>
                  <a:pt x="486210" y="177561"/>
                </a:lnTo>
                <a:lnTo>
                  <a:pt x="489001" y="174430"/>
                </a:lnTo>
                <a:lnTo>
                  <a:pt x="491791" y="171298"/>
                </a:lnTo>
                <a:lnTo>
                  <a:pt x="494981" y="168558"/>
                </a:lnTo>
                <a:lnTo>
                  <a:pt x="498569" y="166601"/>
                </a:lnTo>
                <a:lnTo>
                  <a:pt x="502157" y="164252"/>
                </a:lnTo>
                <a:lnTo>
                  <a:pt x="506144" y="162687"/>
                </a:lnTo>
                <a:lnTo>
                  <a:pt x="510530" y="161512"/>
                </a:lnTo>
                <a:lnTo>
                  <a:pt x="514915" y="160729"/>
                </a:lnTo>
                <a:lnTo>
                  <a:pt x="519301" y="160338"/>
                </a:lnTo>
                <a:close/>
                <a:moveTo>
                  <a:pt x="1699693" y="111125"/>
                </a:moveTo>
                <a:lnTo>
                  <a:pt x="1718770" y="131377"/>
                </a:lnTo>
                <a:lnTo>
                  <a:pt x="1740628" y="154806"/>
                </a:lnTo>
                <a:lnTo>
                  <a:pt x="1768448" y="186178"/>
                </a:lnTo>
                <a:lnTo>
                  <a:pt x="1784345" y="204842"/>
                </a:lnTo>
                <a:lnTo>
                  <a:pt x="1801832" y="224697"/>
                </a:lnTo>
                <a:lnTo>
                  <a:pt x="1819318" y="246538"/>
                </a:lnTo>
                <a:lnTo>
                  <a:pt x="1838395" y="269173"/>
                </a:lnTo>
                <a:lnTo>
                  <a:pt x="1857471" y="293793"/>
                </a:lnTo>
                <a:lnTo>
                  <a:pt x="1877343" y="318811"/>
                </a:lnTo>
                <a:lnTo>
                  <a:pt x="1897611" y="345417"/>
                </a:lnTo>
                <a:lnTo>
                  <a:pt x="1917483" y="372420"/>
                </a:lnTo>
                <a:lnTo>
                  <a:pt x="1936956" y="400217"/>
                </a:lnTo>
                <a:lnTo>
                  <a:pt x="1954841" y="426823"/>
                </a:lnTo>
                <a:lnTo>
                  <a:pt x="1971930" y="453032"/>
                </a:lnTo>
                <a:lnTo>
                  <a:pt x="1987032" y="478050"/>
                </a:lnTo>
                <a:lnTo>
                  <a:pt x="2001339" y="501479"/>
                </a:lnTo>
                <a:lnTo>
                  <a:pt x="2014057" y="524511"/>
                </a:lnTo>
                <a:lnTo>
                  <a:pt x="2025980" y="545558"/>
                </a:lnTo>
                <a:lnTo>
                  <a:pt x="2036313" y="565016"/>
                </a:lnTo>
                <a:lnTo>
                  <a:pt x="2045454" y="582488"/>
                </a:lnTo>
                <a:lnTo>
                  <a:pt x="2053402" y="598770"/>
                </a:lnTo>
                <a:lnTo>
                  <a:pt x="2065325" y="623787"/>
                </a:lnTo>
                <a:lnTo>
                  <a:pt x="2072479" y="640069"/>
                </a:lnTo>
                <a:lnTo>
                  <a:pt x="2074863" y="646025"/>
                </a:lnTo>
                <a:lnTo>
                  <a:pt x="1870189" y="796925"/>
                </a:lnTo>
                <a:lnTo>
                  <a:pt x="1867407" y="789380"/>
                </a:lnTo>
                <a:lnTo>
                  <a:pt x="1859856" y="767142"/>
                </a:lnTo>
                <a:lnTo>
                  <a:pt x="1854689" y="751258"/>
                </a:lnTo>
                <a:lnTo>
                  <a:pt x="1847933" y="733388"/>
                </a:lnTo>
                <a:lnTo>
                  <a:pt x="1839985" y="712342"/>
                </a:lnTo>
                <a:lnTo>
                  <a:pt x="1830844" y="690104"/>
                </a:lnTo>
                <a:lnTo>
                  <a:pt x="1820908" y="666278"/>
                </a:lnTo>
                <a:lnTo>
                  <a:pt x="1809383" y="640466"/>
                </a:lnTo>
                <a:lnTo>
                  <a:pt x="1797063" y="614257"/>
                </a:lnTo>
                <a:lnTo>
                  <a:pt x="1783550" y="586857"/>
                </a:lnTo>
                <a:lnTo>
                  <a:pt x="1768845" y="559059"/>
                </a:lnTo>
                <a:lnTo>
                  <a:pt x="1753346" y="531262"/>
                </a:lnTo>
                <a:lnTo>
                  <a:pt x="1744602" y="517363"/>
                </a:lnTo>
                <a:lnTo>
                  <a:pt x="1736256" y="503862"/>
                </a:lnTo>
                <a:lnTo>
                  <a:pt x="1727513" y="490360"/>
                </a:lnTo>
                <a:lnTo>
                  <a:pt x="1718770" y="476859"/>
                </a:lnTo>
                <a:lnTo>
                  <a:pt x="1709232" y="463357"/>
                </a:lnTo>
                <a:lnTo>
                  <a:pt x="1700091" y="450650"/>
                </a:lnTo>
                <a:lnTo>
                  <a:pt x="1690552" y="438339"/>
                </a:lnTo>
                <a:lnTo>
                  <a:pt x="1681014" y="426029"/>
                </a:lnTo>
                <a:lnTo>
                  <a:pt x="1661938" y="403394"/>
                </a:lnTo>
                <a:lnTo>
                  <a:pt x="1643259" y="381951"/>
                </a:lnTo>
                <a:lnTo>
                  <a:pt x="1624977" y="362095"/>
                </a:lnTo>
                <a:lnTo>
                  <a:pt x="1606696" y="343431"/>
                </a:lnTo>
                <a:lnTo>
                  <a:pt x="1590004" y="327150"/>
                </a:lnTo>
                <a:lnTo>
                  <a:pt x="1573312" y="311663"/>
                </a:lnTo>
                <a:lnTo>
                  <a:pt x="1558210" y="298559"/>
                </a:lnTo>
                <a:lnTo>
                  <a:pt x="1544697" y="287042"/>
                </a:lnTo>
                <a:lnTo>
                  <a:pt x="1532377" y="276718"/>
                </a:lnTo>
                <a:lnTo>
                  <a:pt x="1522044" y="268776"/>
                </a:lnTo>
                <a:lnTo>
                  <a:pt x="1506942" y="257657"/>
                </a:lnTo>
                <a:lnTo>
                  <a:pt x="1501775" y="254083"/>
                </a:lnTo>
                <a:lnTo>
                  <a:pt x="1699693" y="111125"/>
                </a:lnTo>
                <a:close/>
                <a:moveTo>
                  <a:pt x="529828" y="78646"/>
                </a:moveTo>
                <a:lnTo>
                  <a:pt x="511572" y="88179"/>
                </a:lnTo>
                <a:lnTo>
                  <a:pt x="489347" y="100889"/>
                </a:lnTo>
                <a:lnTo>
                  <a:pt x="476647" y="108436"/>
                </a:lnTo>
                <a:lnTo>
                  <a:pt x="463153" y="116777"/>
                </a:lnTo>
                <a:lnTo>
                  <a:pt x="448865" y="126310"/>
                </a:lnTo>
                <a:lnTo>
                  <a:pt x="433784" y="136240"/>
                </a:lnTo>
                <a:lnTo>
                  <a:pt x="417512" y="147759"/>
                </a:lnTo>
                <a:lnTo>
                  <a:pt x="401637" y="159675"/>
                </a:lnTo>
                <a:lnTo>
                  <a:pt x="384175" y="172783"/>
                </a:lnTo>
                <a:lnTo>
                  <a:pt x="367109" y="186288"/>
                </a:lnTo>
                <a:lnTo>
                  <a:pt x="349250" y="200984"/>
                </a:lnTo>
                <a:lnTo>
                  <a:pt x="331787" y="216475"/>
                </a:lnTo>
                <a:lnTo>
                  <a:pt x="313531" y="233157"/>
                </a:lnTo>
                <a:lnTo>
                  <a:pt x="294878" y="250634"/>
                </a:lnTo>
                <a:lnTo>
                  <a:pt x="277019" y="268905"/>
                </a:lnTo>
                <a:lnTo>
                  <a:pt x="259159" y="287177"/>
                </a:lnTo>
                <a:lnTo>
                  <a:pt x="225028" y="322528"/>
                </a:lnTo>
                <a:lnTo>
                  <a:pt x="193278" y="356687"/>
                </a:lnTo>
                <a:lnTo>
                  <a:pt x="164703" y="389257"/>
                </a:lnTo>
                <a:lnTo>
                  <a:pt x="138906" y="419445"/>
                </a:lnTo>
                <a:lnTo>
                  <a:pt x="116284" y="446057"/>
                </a:lnTo>
                <a:lnTo>
                  <a:pt x="97234" y="469095"/>
                </a:lnTo>
                <a:lnTo>
                  <a:pt x="82550" y="488161"/>
                </a:lnTo>
                <a:lnTo>
                  <a:pt x="205184" y="612882"/>
                </a:lnTo>
                <a:lnTo>
                  <a:pt x="213915" y="597391"/>
                </a:lnTo>
                <a:lnTo>
                  <a:pt x="224631" y="581106"/>
                </a:lnTo>
                <a:lnTo>
                  <a:pt x="236934" y="562437"/>
                </a:lnTo>
                <a:lnTo>
                  <a:pt x="250428" y="542974"/>
                </a:lnTo>
                <a:lnTo>
                  <a:pt x="256381" y="531456"/>
                </a:lnTo>
                <a:lnTo>
                  <a:pt x="260350" y="524306"/>
                </a:lnTo>
                <a:lnTo>
                  <a:pt x="265112" y="515965"/>
                </a:lnTo>
                <a:lnTo>
                  <a:pt x="270669" y="507623"/>
                </a:lnTo>
                <a:lnTo>
                  <a:pt x="277019" y="498885"/>
                </a:lnTo>
                <a:lnTo>
                  <a:pt x="284162" y="488558"/>
                </a:lnTo>
                <a:lnTo>
                  <a:pt x="292100" y="478628"/>
                </a:lnTo>
                <a:lnTo>
                  <a:pt x="301228" y="467506"/>
                </a:lnTo>
                <a:lnTo>
                  <a:pt x="311547" y="456385"/>
                </a:lnTo>
                <a:lnTo>
                  <a:pt x="322262" y="444071"/>
                </a:lnTo>
                <a:lnTo>
                  <a:pt x="334565" y="431758"/>
                </a:lnTo>
                <a:lnTo>
                  <a:pt x="348059" y="418650"/>
                </a:lnTo>
                <a:lnTo>
                  <a:pt x="362347" y="405543"/>
                </a:lnTo>
                <a:lnTo>
                  <a:pt x="378619" y="391641"/>
                </a:lnTo>
                <a:lnTo>
                  <a:pt x="395684" y="377739"/>
                </a:lnTo>
                <a:lnTo>
                  <a:pt x="413147" y="362248"/>
                </a:lnTo>
                <a:lnTo>
                  <a:pt x="430609" y="347154"/>
                </a:lnTo>
                <a:lnTo>
                  <a:pt x="448469" y="332855"/>
                </a:lnTo>
                <a:lnTo>
                  <a:pt x="466328" y="318953"/>
                </a:lnTo>
                <a:lnTo>
                  <a:pt x="484188" y="305448"/>
                </a:lnTo>
                <a:lnTo>
                  <a:pt x="502047" y="292737"/>
                </a:lnTo>
                <a:lnTo>
                  <a:pt x="519510" y="280821"/>
                </a:lnTo>
                <a:lnTo>
                  <a:pt x="536972" y="268905"/>
                </a:lnTo>
                <a:lnTo>
                  <a:pt x="553641" y="257784"/>
                </a:lnTo>
                <a:lnTo>
                  <a:pt x="570310" y="247457"/>
                </a:lnTo>
                <a:lnTo>
                  <a:pt x="601663" y="228391"/>
                </a:lnTo>
                <a:lnTo>
                  <a:pt x="629841" y="212106"/>
                </a:lnTo>
                <a:lnTo>
                  <a:pt x="654050" y="198601"/>
                </a:lnTo>
                <a:lnTo>
                  <a:pt x="529828" y="78646"/>
                </a:lnTo>
                <a:close/>
                <a:moveTo>
                  <a:pt x="537766" y="0"/>
                </a:moveTo>
                <a:lnTo>
                  <a:pt x="542925" y="794"/>
                </a:lnTo>
                <a:lnTo>
                  <a:pt x="548085" y="2383"/>
                </a:lnTo>
                <a:lnTo>
                  <a:pt x="552450" y="4369"/>
                </a:lnTo>
                <a:lnTo>
                  <a:pt x="557213" y="6752"/>
                </a:lnTo>
                <a:lnTo>
                  <a:pt x="561181" y="10327"/>
                </a:lnTo>
                <a:lnTo>
                  <a:pt x="738981" y="181521"/>
                </a:lnTo>
                <a:lnTo>
                  <a:pt x="741760" y="185096"/>
                </a:lnTo>
                <a:lnTo>
                  <a:pt x="744538" y="188274"/>
                </a:lnTo>
                <a:lnTo>
                  <a:pt x="746522" y="192246"/>
                </a:lnTo>
                <a:lnTo>
                  <a:pt x="748110" y="195820"/>
                </a:lnTo>
                <a:lnTo>
                  <a:pt x="748903" y="200190"/>
                </a:lnTo>
                <a:lnTo>
                  <a:pt x="749697" y="204162"/>
                </a:lnTo>
                <a:lnTo>
                  <a:pt x="749697" y="208531"/>
                </a:lnTo>
                <a:lnTo>
                  <a:pt x="749300" y="213297"/>
                </a:lnTo>
                <a:lnTo>
                  <a:pt x="748506" y="217269"/>
                </a:lnTo>
                <a:lnTo>
                  <a:pt x="746919" y="221241"/>
                </a:lnTo>
                <a:lnTo>
                  <a:pt x="745331" y="224816"/>
                </a:lnTo>
                <a:lnTo>
                  <a:pt x="742553" y="228788"/>
                </a:lnTo>
                <a:lnTo>
                  <a:pt x="740172" y="231568"/>
                </a:lnTo>
                <a:lnTo>
                  <a:pt x="736600" y="234746"/>
                </a:lnTo>
                <a:lnTo>
                  <a:pt x="733425" y="237129"/>
                </a:lnTo>
                <a:lnTo>
                  <a:pt x="729456" y="239512"/>
                </a:lnTo>
                <a:lnTo>
                  <a:pt x="722710" y="242690"/>
                </a:lnTo>
                <a:lnTo>
                  <a:pt x="705247" y="251429"/>
                </a:lnTo>
                <a:lnTo>
                  <a:pt x="776685" y="295915"/>
                </a:lnTo>
                <a:lnTo>
                  <a:pt x="813594" y="318953"/>
                </a:lnTo>
                <a:lnTo>
                  <a:pt x="843756" y="338416"/>
                </a:lnTo>
                <a:lnTo>
                  <a:pt x="855266" y="332458"/>
                </a:lnTo>
                <a:lnTo>
                  <a:pt x="867569" y="326500"/>
                </a:lnTo>
                <a:lnTo>
                  <a:pt x="879872" y="321733"/>
                </a:lnTo>
                <a:lnTo>
                  <a:pt x="892175" y="317364"/>
                </a:lnTo>
                <a:lnTo>
                  <a:pt x="905669" y="312995"/>
                </a:lnTo>
                <a:lnTo>
                  <a:pt x="919163" y="309817"/>
                </a:lnTo>
                <a:lnTo>
                  <a:pt x="933847" y="307037"/>
                </a:lnTo>
                <a:lnTo>
                  <a:pt x="948135" y="304256"/>
                </a:lnTo>
                <a:lnTo>
                  <a:pt x="970756" y="301873"/>
                </a:lnTo>
                <a:lnTo>
                  <a:pt x="992188" y="300284"/>
                </a:lnTo>
                <a:lnTo>
                  <a:pt x="1013222" y="299093"/>
                </a:lnTo>
                <a:lnTo>
                  <a:pt x="1033066" y="298696"/>
                </a:lnTo>
                <a:lnTo>
                  <a:pt x="1052513" y="299490"/>
                </a:lnTo>
                <a:lnTo>
                  <a:pt x="1070769" y="301079"/>
                </a:lnTo>
                <a:lnTo>
                  <a:pt x="1088231" y="302668"/>
                </a:lnTo>
                <a:lnTo>
                  <a:pt x="1105297" y="305051"/>
                </a:lnTo>
                <a:lnTo>
                  <a:pt x="1121172" y="308228"/>
                </a:lnTo>
                <a:lnTo>
                  <a:pt x="1137047" y="311803"/>
                </a:lnTo>
                <a:lnTo>
                  <a:pt x="1151731" y="315775"/>
                </a:lnTo>
                <a:lnTo>
                  <a:pt x="1165622" y="320542"/>
                </a:lnTo>
                <a:lnTo>
                  <a:pt x="1179116" y="324911"/>
                </a:lnTo>
                <a:lnTo>
                  <a:pt x="1191816" y="329677"/>
                </a:lnTo>
                <a:lnTo>
                  <a:pt x="1203722" y="335238"/>
                </a:lnTo>
                <a:lnTo>
                  <a:pt x="1215231" y="340004"/>
                </a:lnTo>
                <a:lnTo>
                  <a:pt x="1226741" y="345565"/>
                </a:lnTo>
                <a:lnTo>
                  <a:pt x="1237060" y="351126"/>
                </a:lnTo>
                <a:lnTo>
                  <a:pt x="1256506" y="362645"/>
                </a:lnTo>
                <a:lnTo>
                  <a:pt x="1274366" y="372972"/>
                </a:lnTo>
                <a:lnTo>
                  <a:pt x="1289844" y="382902"/>
                </a:lnTo>
                <a:lnTo>
                  <a:pt x="1304131" y="391641"/>
                </a:lnTo>
                <a:lnTo>
                  <a:pt x="1310878" y="395613"/>
                </a:lnTo>
                <a:lnTo>
                  <a:pt x="1317228" y="398790"/>
                </a:lnTo>
                <a:lnTo>
                  <a:pt x="1323578" y="401968"/>
                </a:lnTo>
                <a:lnTo>
                  <a:pt x="1329135" y="403954"/>
                </a:lnTo>
                <a:lnTo>
                  <a:pt x="1334691" y="405543"/>
                </a:lnTo>
                <a:lnTo>
                  <a:pt x="1340247" y="406337"/>
                </a:lnTo>
                <a:lnTo>
                  <a:pt x="1345406" y="407132"/>
                </a:lnTo>
                <a:lnTo>
                  <a:pt x="1351360" y="407132"/>
                </a:lnTo>
                <a:lnTo>
                  <a:pt x="1358106" y="406734"/>
                </a:lnTo>
                <a:lnTo>
                  <a:pt x="1364853" y="406337"/>
                </a:lnTo>
                <a:lnTo>
                  <a:pt x="1379538" y="404351"/>
                </a:lnTo>
                <a:lnTo>
                  <a:pt x="1395810" y="401173"/>
                </a:lnTo>
                <a:lnTo>
                  <a:pt x="1412081" y="397201"/>
                </a:lnTo>
                <a:lnTo>
                  <a:pt x="1429544" y="392832"/>
                </a:lnTo>
                <a:lnTo>
                  <a:pt x="1446610" y="387669"/>
                </a:lnTo>
                <a:lnTo>
                  <a:pt x="1463675" y="382505"/>
                </a:lnTo>
                <a:lnTo>
                  <a:pt x="1494631" y="371781"/>
                </a:lnTo>
                <a:lnTo>
                  <a:pt x="1520825" y="362645"/>
                </a:lnTo>
                <a:lnTo>
                  <a:pt x="1545035" y="353112"/>
                </a:lnTo>
                <a:lnTo>
                  <a:pt x="1550988" y="357481"/>
                </a:lnTo>
                <a:lnTo>
                  <a:pt x="1557338" y="363439"/>
                </a:lnTo>
                <a:lnTo>
                  <a:pt x="1566069" y="371383"/>
                </a:lnTo>
                <a:lnTo>
                  <a:pt x="1577578" y="382108"/>
                </a:lnTo>
                <a:lnTo>
                  <a:pt x="1589881" y="395215"/>
                </a:lnTo>
                <a:lnTo>
                  <a:pt x="1604963" y="410309"/>
                </a:lnTo>
                <a:lnTo>
                  <a:pt x="1620838" y="428183"/>
                </a:lnTo>
                <a:lnTo>
                  <a:pt x="1638697" y="449235"/>
                </a:lnTo>
                <a:lnTo>
                  <a:pt x="1656953" y="472670"/>
                </a:lnTo>
                <a:lnTo>
                  <a:pt x="1666875" y="485380"/>
                </a:lnTo>
                <a:lnTo>
                  <a:pt x="1676400" y="498885"/>
                </a:lnTo>
                <a:lnTo>
                  <a:pt x="1686719" y="512787"/>
                </a:lnTo>
                <a:lnTo>
                  <a:pt x="1696641" y="527881"/>
                </a:lnTo>
                <a:lnTo>
                  <a:pt x="1707356" y="542974"/>
                </a:lnTo>
                <a:lnTo>
                  <a:pt x="1717675" y="559657"/>
                </a:lnTo>
                <a:lnTo>
                  <a:pt x="1727994" y="576339"/>
                </a:lnTo>
                <a:lnTo>
                  <a:pt x="1738710" y="594213"/>
                </a:lnTo>
                <a:lnTo>
                  <a:pt x="1749425" y="612882"/>
                </a:lnTo>
                <a:lnTo>
                  <a:pt x="1760141" y="632345"/>
                </a:lnTo>
                <a:lnTo>
                  <a:pt x="1770460" y="651808"/>
                </a:lnTo>
                <a:lnTo>
                  <a:pt x="1781175" y="672859"/>
                </a:lnTo>
                <a:lnTo>
                  <a:pt x="1802606" y="715360"/>
                </a:lnTo>
                <a:lnTo>
                  <a:pt x="1810544" y="731645"/>
                </a:lnTo>
                <a:lnTo>
                  <a:pt x="1813322" y="739192"/>
                </a:lnTo>
                <a:lnTo>
                  <a:pt x="1816100" y="745944"/>
                </a:lnTo>
                <a:lnTo>
                  <a:pt x="1817688" y="752300"/>
                </a:lnTo>
                <a:lnTo>
                  <a:pt x="1818878" y="758258"/>
                </a:lnTo>
                <a:lnTo>
                  <a:pt x="1819275" y="764216"/>
                </a:lnTo>
                <a:lnTo>
                  <a:pt x="1819275" y="769379"/>
                </a:lnTo>
                <a:lnTo>
                  <a:pt x="1818481" y="774543"/>
                </a:lnTo>
                <a:lnTo>
                  <a:pt x="1816497" y="778912"/>
                </a:lnTo>
                <a:lnTo>
                  <a:pt x="1814116" y="783679"/>
                </a:lnTo>
                <a:lnTo>
                  <a:pt x="1810544" y="788445"/>
                </a:lnTo>
                <a:lnTo>
                  <a:pt x="1805781" y="792417"/>
                </a:lnTo>
                <a:lnTo>
                  <a:pt x="1801019" y="796786"/>
                </a:lnTo>
                <a:lnTo>
                  <a:pt x="1794272" y="801155"/>
                </a:lnTo>
                <a:lnTo>
                  <a:pt x="1787128" y="805922"/>
                </a:lnTo>
                <a:lnTo>
                  <a:pt x="1778397" y="810688"/>
                </a:lnTo>
                <a:lnTo>
                  <a:pt x="1769269" y="815852"/>
                </a:lnTo>
                <a:lnTo>
                  <a:pt x="1747044" y="826179"/>
                </a:lnTo>
                <a:lnTo>
                  <a:pt x="1720056" y="838492"/>
                </a:lnTo>
                <a:lnTo>
                  <a:pt x="1687910" y="852394"/>
                </a:lnTo>
                <a:lnTo>
                  <a:pt x="1650206" y="868680"/>
                </a:lnTo>
                <a:lnTo>
                  <a:pt x="1607741" y="888142"/>
                </a:lnTo>
                <a:lnTo>
                  <a:pt x="1568450" y="905619"/>
                </a:lnTo>
                <a:lnTo>
                  <a:pt x="1553766" y="911975"/>
                </a:lnTo>
                <a:lnTo>
                  <a:pt x="1541463" y="916344"/>
                </a:lnTo>
                <a:lnTo>
                  <a:pt x="1531144" y="919521"/>
                </a:lnTo>
                <a:lnTo>
                  <a:pt x="1526778" y="920713"/>
                </a:lnTo>
                <a:lnTo>
                  <a:pt x="1522810" y="921507"/>
                </a:lnTo>
                <a:lnTo>
                  <a:pt x="1518841" y="921905"/>
                </a:lnTo>
                <a:lnTo>
                  <a:pt x="1514872" y="921905"/>
                </a:lnTo>
                <a:lnTo>
                  <a:pt x="1511697" y="921507"/>
                </a:lnTo>
                <a:lnTo>
                  <a:pt x="1508522" y="921110"/>
                </a:lnTo>
                <a:lnTo>
                  <a:pt x="1505347" y="920316"/>
                </a:lnTo>
                <a:lnTo>
                  <a:pt x="1502569" y="919521"/>
                </a:lnTo>
                <a:lnTo>
                  <a:pt x="1496219" y="916344"/>
                </a:lnTo>
                <a:lnTo>
                  <a:pt x="1489869" y="912769"/>
                </a:lnTo>
                <a:lnTo>
                  <a:pt x="1482328" y="907605"/>
                </a:lnTo>
                <a:lnTo>
                  <a:pt x="1472803" y="902045"/>
                </a:lnTo>
                <a:lnTo>
                  <a:pt x="1462485" y="895689"/>
                </a:lnTo>
                <a:lnTo>
                  <a:pt x="1449785" y="888540"/>
                </a:lnTo>
                <a:lnTo>
                  <a:pt x="1433910" y="880993"/>
                </a:lnTo>
                <a:lnTo>
                  <a:pt x="1425178" y="876624"/>
                </a:lnTo>
                <a:lnTo>
                  <a:pt x="1415653" y="870666"/>
                </a:lnTo>
                <a:lnTo>
                  <a:pt x="1404541" y="863516"/>
                </a:lnTo>
                <a:lnTo>
                  <a:pt x="1393428" y="854778"/>
                </a:lnTo>
                <a:lnTo>
                  <a:pt x="1381522" y="845642"/>
                </a:lnTo>
                <a:lnTo>
                  <a:pt x="1368822" y="834917"/>
                </a:lnTo>
                <a:lnTo>
                  <a:pt x="1355725" y="823796"/>
                </a:lnTo>
                <a:lnTo>
                  <a:pt x="1342231" y="811483"/>
                </a:lnTo>
                <a:lnTo>
                  <a:pt x="1314053" y="785267"/>
                </a:lnTo>
                <a:lnTo>
                  <a:pt x="1284288" y="757463"/>
                </a:lnTo>
                <a:lnTo>
                  <a:pt x="1254522" y="728468"/>
                </a:lnTo>
                <a:lnTo>
                  <a:pt x="1225153" y="698677"/>
                </a:lnTo>
                <a:lnTo>
                  <a:pt x="1167606" y="642275"/>
                </a:lnTo>
                <a:lnTo>
                  <a:pt x="1141016" y="616457"/>
                </a:lnTo>
                <a:lnTo>
                  <a:pt x="1116806" y="593816"/>
                </a:lnTo>
                <a:lnTo>
                  <a:pt x="1105694" y="583886"/>
                </a:lnTo>
                <a:lnTo>
                  <a:pt x="1094978" y="574751"/>
                </a:lnTo>
                <a:lnTo>
                  <a:pt x="1085453" y="567204"/>
                </a:lnTo>
                <a:lnTo>
                  <a:pt x="1077119" y="560451"/>
                </a:lnTo>
                <a:lnTo>
                  <a:pt x="1069181" y="554890"/>
                </a:lnTo>
                <a:lnTo>
                  <a:pt x="1062435" y="551316"/>
                </a:lnTo>
                <a:lnTo>
                  <a:pt x="1056878" y="548535"/>
                </a:lnTo>
                <a:lnTo>
                  <a:pt x="1054100" y="547741"/>
                </a:lnTo>
                <a:lnTo>
                  <a:pt x="1052116" y="547741"/>
                </a:lnTo>
                <a:lnTo>
                  <a:pt x="1042591" y="547741"/>
                </a:lnTo>
                <a:lnTo>
                  <a:pt x="1028700" y="548535"/>
                </a:lnTo>
                <a:lnTo>
                  <a:pt x="992585" y="550918"/>
                </a:lnTo>
                <a:lnTo>
                  <a:pt x="949325" y="553302"/>
                </a:lnTo>
                <a:lnTo>
                  <a:pt x="902494" y="556479"/>
                </a:lnTo>
                <a:lnTo>
                  <a:pt x="820341" y="562835"/>
                </a:lnTo>
                <a:lnTo>
                  <a:pt x="784622" y="566012"/>
                </a:lnTo>
                <a:lnTo>
                  <a:pt x="760810" y="542180"/>
                </a:lnTo>
                <a:lnTo>
                  <a:pt x="755650" y="532250"/>
                </a:lnTo>
                <a:lnTo>
                  <a:pt x="752078" y="521526"/>
                </a:lnTo>
                <a:lnTo>
                  <a:pt x="748506" y="511596"/>
                </a:lnTo>
                <a:lnTo>
                  <a:pt x="746522" y="500871"/>
                </a:lnTo>
                <a:lnTo>
                  <a:pt x="745331" y="490544"/>
                </a:lnTo>
                <a:lnTo>
                  <a:pt x="744935" y="480217"/>
                </a:lnTo>
                <a:lnTo>
                  <a:pt x="745728" y="470287"/>
                </a:lnTo>
                <a:lnTo>
                  <a:pt x="746919" y="459959"/>
                </a:lnTo>
                <a:lnTo>
                  <a:pt x="748903" y="450029"/>
                </a:lnTo>
                <a:lnTo>
                  <a:pt x="752078" y="440099"/>
                </a:lnTo>
                <a:lnTo>
                  <a:pt x="755650" y="430566"/>
                </a:lnTo>
                <a:lnTo>
                  <a:pt x="760016" y="420636"/>
                </a:lnTo>
                <a:lnTo>
                  <a:pt x="765175" y="411501"/>
                </a:lnTo>
                <a:lnTo>
                  <a:pt x="771128" y="402365"/>
                </a:lnTo>
                <a:lnTo>
                  <a:pt x="777875" y="393229"/>
                </a:lnTo>
                <a:lnTo>
                  <a:pt x="785019" y="384888"/>
                </a:lnTo>
                <a:lnTo>
                  <a:pt x="749697" y="362645"/>
                </a:lnTo>
                <a:lnTo>
                  <a:pt x="711994" y="339210"/>
                </a:lnTo>
                <a:lnTo>
                  <a:pt x="648494" y="300682"/>
                </a:lnTo>
                <a:lnTo>
                  <a:pt x="635000" y="307037"/>
                </a:lnTo>
                <a:lnTo>
                  <a:pt x="617538" y="316172"/>
                </a:lnTo>
                <a:lnTo>
                  <a:pt x="596503" y="327691"/>
                </a:lnTo>
                <a:lnTo>
                  <a:pt x="572294" y="341593"/>
                </a:lnTo>
                <a:lnTo>
                  <a:pt x="545306" y="357879"/>
                </a:lnTo>
                <a:lnTo>
                  <a:pt x="531019" y="367014"/>
                </a:lnTo>
                <a:lnTo>
                  <a:pt x="516335" y="377341"/>
                </a:lnTo>
                <a:lnTo>
                  <a:pt x="500856" y="387669"/>
                </a:lnTo>
                <a:lnTo>
                  <a:pt x="484585" y="399187"/>
                </a:lnTo>
                <a:lnTo>
                  <a:pt x="467915" y="411501"/>
                </a:lnTo>
                <a:lnTo>
                  <a:pt x="450850" y="424211"/>
                </a:lnTo>
                <a:lnTo>
                  <a:pt x="438150" y="434141"/>
                </a:lnTo>
                <a:lnTo>
                  <a:pt x="432990" y="439702"/>
                </a:lnTo>
                <a:lnTo>
                  <a:pt x="415131" y="456782"/>
                </a:lnTo>
                <a:lnTo>
                  <a:pt x="398859" y="473464"/>
                </a:lnTo>
                <a:lnTo>
                  <a:pt x="382984" y="490544"/>
                </a:lnTo>
                <a:lnTo>
                  <a:pt x="368300" y="506829"/>
                </a:lnTo>
                <a:lnTo>
                  <a:pt x="354409" y="523909"/>
                </a:lnTo>
                <a:lnTo>
                  <a:pt x="341312" y="539797"/>
                </a:lnTo>
                <a:lnTo>
                  <a:pt x="329009" y="555685"/>
                </a:lnTo>
                <a:lnTo>
                  <a:pt x="317500" y="570779"/>
                </a:lnTo>
                <a:lnTo>
                  <a:pt x="387350" y="732042"/>
                </a:lnTo>
                <a:lnTo>
                  <a:pt x="401240" y="724098"/>
                </a:lnTo>
                <a:lnTo>
                  <a:pt x="406400" y="721318"/>
                </a:lnTo>
                <a:lnTo>
                  <a:pt x="413147" y="720523"/>
                </a:lnTo>
                <a:lnTo>
                  <a:pt x="419497" y="719729"/>
                </a:lnTo>
                <a:lnTo>
                  <a:pt x="425053" y="719729"/>
                </a:lnTo>
                <a:lnTo>
                  <a:pt x="430609" y="720523"/>
                </a:lnTo>
                <a:lnTo>
                  <a:pt x="436165" y="721715"/>
                </a:lnTo>
                <a:lnTo>
                  <a:pt x="441325" y="722907"/>
                </a:lnTo>
                <a:lnTo>
                  <a:pt x="446484" y="724495"/>
                </a:lnTo>
                <a:lnTo>
                  <a:pt x="450850" y="726482"/>
                </a:lnTo>
                <a:lnTo>
                  <a:pt x="455215" y="729262"/>
                </a:lnTo>
                <a:lnTo>
                  <a:pt x="459581" y="731645"/>
                </a:lnTo>
                <a:lnTo>
                  <a:pt x="463550" y="734823"/>
                </a:lnTo>
                <a:lnTo>
                  <a:pt x="467519" y="738000"/>
                </a:lnTo>
                <a:lnTo>
                  <a:pt x="474265" y="744753"/>
                </a:lnTo>
                <a:lnTo>
                  <a:pt x="481013" y="752300"/>
                </a:lnTo>
                <a:lnTo>
                  <a:pt x="486966" y="759846"/>
                </a:lnTo>
                <a:lnTo>
                  <a:pt x="492125" y="768188"/>
                </a:lnTo>
                <a:lnTo>
                  <a:pt x="502047" y="783281"/>
                </a:lnTo>
                <a:lnTo>
                  <a:pt x="506413" y="790034"/>
                </a:lnTo>
                <a:lnTo>
                  <a:pt x="510778" y="795992"/>
                </a:lnTo>
                <a:lnTo>
                  <a:pt x="515541" y="800361"/>
                </a:lnTo>
                <a:lnTo>
                  <a:pt x="517525" y="802744"/>
                </a:lnTo>
                <a:lnTo>
                  <a:pt x="519510" y="803936"/>
                </a:lnTo>
                <a:lnTo>
                  <a:pt x="525860" y="807511"/>
                </a:lnTo>
                <a:lnTo>
                  <a:pt x="531416" y="811483"/>
                </a:lnTo>
                <a:lnTo>
                  <a:pt x="536972" y="815852"/>
                </a:lnTo>
                <a:lnTo>
                  <a:pt x="541735" y="819427"/>
                </a:lnTo>
                <a:lnTo>
                  <a:pt x="550466" y="827371"/>
                </a:lnTo>
                <a:lnTo>
                  <a:pt x="558006" y="834917"/>
                </a:lnTo>
                <a:lnTo>
                  <a:pt x="564356" y="843259"/>
                </a:lnTo>
                <a:lnTo>
                  <a:pt x="569516" y="850806"/>
                </a:lnTo>
                <a:lnTo>
                  <a:pt x="573881" y="858352"/>
                </a:lnTo>
                <a:lnTo>
                  <a:pt x="577850" y="865899"/>
                </a:lnTo>
                <a:lnTo>
                  <a:pt x="584597" y="879404"/>
                </a:lnTo>
                <a:lnTo>
                  <a:pt x="587375" y="885759"/>
                </a:lnTo>
                <a:lnTo>
                  <a:pt x="590550" y="891717"/>
                </a:lnTo>
                <a:lnTo>
                  <a:pt x="594122" y="896881"/>
                </a:lnTo>
                <a:lnTo>
                  <a:pt x="598091" y="901250"/>
                </a:lnTo>
                <a:lnTo>
                  <a:pt x="602456" y="905619"/>
                </a:lnTo>
                <a:lnTo>
                  <a:pt x="604838" y="907208"/>
                </a:lnTo>
                <a:lnTo>
                  <a:pt x="607616" y="908797"/>
                </a:lnTo>
                <a:lnTo>
                  <a:pt x="613569" y="912372"/>
                </a:lnTo>
                <a:lnTo>
                  <a:pt x="618728" y="915549"/>
                </a:lnTo>
                <a:lnTo>
                  <a:pt x="624285" y="919124"/>
                </a:lnTo>
                <a:lnTo>
                  <a:pt x="629047" y="922699"/>
                </a:lnTo>
                <a:lnTo>
                  <a:pt x="633413" y="926274"/>
                </a:lnTo>
                <a:lnTo>
                  <a:pt x="637778" y="929849"/>
                </a:lnTo>
                <a:lnTo>
                  <a:pt x="645319" y="938190"/>
                </a:lnTo>
                <a:lnTo>
                  <a:pt x="651669" y="946134"/>
                </a:lnTo>
                <a:lnTo>
                  <a:pt x="657622" y="954078"/>
                </a:lnTo>
                <a:lnTo>
                  <a:pt x="661988" y="962022"/>
                </a:lnTo>
                <a:lnTo>
                  <a:pt x="665956" y="969966"/>
                </a:lnTo>
                <a:lnTo>
                  <a:pt x="669528" y="977116"/>
                </a:lnTo>
                <a:lnTo>
                  <a:pt x="671910" y="983868"/>
                </a:lnTo>
                <a:lnTo>
                  <a:pt x="673894" y="990223"/>
                </a:lnTo>
                <a:lnTo>
                  <a:pt x="675085" y="995784"/>
                </a:lnTo>
                <a:lnTo>
                  <a:pt x="677069" y="1003331"/>
                </a:lnTo>
                <a:lnTo>
                  <a:pt x="677466" y="1006509"/>
                </a:lnTo>
                <a:lnTo>
                  <a:pt x="681038" y="1008892"/>
                </a:lnTo>
                <a:lnTo>
                  <a:pt x="691356" y="1016439"/>
                </a:lnTo>
                <a:lnTo>
                  <a:pt x="698103" y="1021999"/>
                </a:lnTo>
                <a:lnTo>
                  <a:pt x="705644" y="1028752"/>
                </a:lnTo>
                <a:lnTo>
                  <a:pt x="713185" y="1036299"/>
                </a:lnTo>
                <a:lnTo>
                  <a:pt x="721519" y="1045037"/>
                </a:lnTo>
                <a:lnTo>
                  <a:pt x="729456" y="1055364"/>
                </a:lnTo>
                <a:lnTo>
                  <a:pt x="733425" y="1060925"/>
                </a:lnTo>
                <a:lnTo>
                  <a:pt x="737394" y="1066486"/>
                </a:lnTo>
                <a:lnTo>
                  <a:pt x="740966" y="1072047"/>
                </a:lnTo>
                <a:lnTo>
                  <a:pt x="744538" y="1078005"/>
                </a:lnTo>
                <a:lnTo>
                  <a:pt x="747316" y="1084757"/>
                </a:lnTo>
                <a:lnTo>
                  <a:pt x="750094" y="1091112"/>
                </a:lnTo>
                <a:lnTo>
                  <a:pt x="753269" y="1097865"/>
                </a:lnTo>
                <a:lnTo>
                  <a:pt x="755253" y="1105014"/>
                </a:lnTo>
                <a:lnTo>
                  <a:pt x="757635" y="1112164"/>
                </a:lnTo>
                <a:lnTo>
                  <a:pt x="759222" y="1120108"/>
                </a:lnTo>
                <a:lnTo>
                  <a:pt x="760016" y="1128052"/>
                </a:lnTo>
                <a:lnTo>
                  <a:pt x="760810" y="1135599"/>
                </a:lnTo>
                <a:lnTo>
                  <a:pt x="760810" y="1143940"/>
                </a:lnTo>
                <a:lnTo>
                  <a:pt x="760413" y="1152281"/>
                </a:lnTo>
                <a:lnTo>
                  <a:pt x="760016" y="1157048"/>
                </a:lnTo>
                <a:lnTo>
                  <a:pt x="759222" y="1162211"/>
                </a:lnTo>
                <a:lnTo>
                  <a:pt x="756841" y="1171347"/>
                </a:lnTo>
                <a:lnTo>
                  <a:pt x="753666" y="1181277"/>
                </a:lnTo>
                <a:lnTo>
                  <a:pt x="749697" y="1190016"/>
                </a:lnTo>
                <a:lnTo>
                  <a:pt x="744935" y="1199151"/>
                </a:lnTo>
                <a:lnTo>
                  <a:pt x="739378" y="1207492"/>
                </a:lnTo>
                <a:lnTo>
                  <a:pt x="733028" y="1216628"/>
                </a:lnTo>
                <a:lnTo>
                  <a:pt x="726281" y="1224572"/>
                </a:lnTo>
                <a:lnTo>
                  <a:pt x="864394" y="1334200"/>
                </a:lnTo>
                <a:lnTo>
                  <a:pt x="871538" y="1340158"/>
                </a:lnTo>
                <a:lnTo>
                  <a:pt x="871935" y="1340555"/>
                </a:lnTo>
                <a:lnTo>
                  <a:pt x="872728" y="1340555"/>
                </a:lnTo>
                <a:lnTo>
                  <a:pt x="891381" y="1356046"/>
                </a:lnTo>
                <a:lnTo>
                  <a:pt x="908050" y="1369153"/>
                </a:lnTo>
                <a:lnTo>
                  <a:pt x="915194" y="1374317"/>
                </a:lnTo>
                <a:lnTo>
                  <a:pt x="921941" y="1379083"/>
                </a:lnTo>
                <a:lnTo>
                  <a:pt x="927894" y="1382658"/>
                </a:lnTo>
                <a:lnTo>
                  <a:pt x="933847" y="1386233"/>
                </a:lnTo>
                <a:lnTo>
                  <a:pt x="939006" y="1388219"/>
                </a:lnTo>
                <a:lnTo>
                  <a:pt x="944563" y="1389808"/>
                </a:lnTo>
                <a:lnTo>
                  <a:pt x="949722" y="1390205"/>
                </a:lnTo>
                <a:lnTo>
                  <a:pt x="954881" y="1390205"/>
                </a:lnTo>
                <a:lnTo>
                  <a:pt x="960041" y="1389411"/>
                </a:lnTo>
                <a:lnTo>
                  <a:pt x="965200" y="1387822"/>
                </a:lnTo>
                <a:lnTo>
                  <a:pt x="971153" y="1385041"/>
                </a:lnTo>
                <a:lnTo>
                  <a:pt x="977106" y="1381467"/>
                </a:lnTo>
                <a:lnTo>
                  <a:pt x="983456" y="1376700"/>
                </a:lnTo>
                <a:lnTo>
                  <a:pt x="990203" y="1371934"/>
                </a:lnTo>
                <a:lnTo>
                  <a:pt x="994966" y="1367962"/>
                </a:lnTo>
                <a:lnTo>
                  <a:pt x="998538" y="1364387"/>
                </a:lnTo>
                <a:lnTo>
                  <a:pt x="1002506" y="1360415"/>
                </a:lnTo>
                <a:lnTo>
                  <a:pt x="1005285" y="1356443"/>
                </a:lnTo>
                <a:lnTo>
                  <a:pt x="1008063" y="1353265"/>
                </a:lnTo>
                <a:lnTo>
                  <a:pt x="1009650" y="1349691"/>
                </a:lnTo>
                <a:lnTo>
                  <a:pt x="1010841" y="1346513"/>
                </a:lnTo>
                <a:lnTo>
                  <a:pt x="1011238" y="1343732"/>
                </a:lnTo>
                <a:lnTo>
                  <a:pt x="1011238" y="1341746"/>
                </a:lnTo>
                <a:lnTo>
                  <a:pt x="1010841" y="1339760"/>
                </a:lnTo>
                <a:lnTo>
                  <a:pt x="1009650" y="1336980"/>
                </a:lnTo>
                <a:lnTo>
                  <a:pt x="1008460" y="1334994"/>
                </a:lnTo>
                <a:lnTo>
                  <a:pt x="1007269" y="1334200"/>
                </a:lnTo>
                <a:lnTo>
                  <a:pt x="972344" y="1296466"/>
                </a:lnTo>
                <a:lnTo>
                  <a:pt x="846138" y="1173333"/>
                </a:lnTo>
                <a:lnTo>
                  <a:pt x="843756" y="1170950"/>
                </a:lnTo>
                <a:lnTo>
                  <a:pt x="841772" y="1168169"/>
                </a:lnTo>
                <a:lnTo>
                  <a:pt x="839788" y="1164992"/>
                </a:lnTo>
                <a:lnTo>
                  <a:pt x="838200" y="1162211"/>
                </a:lnTo>
                <a:lnTo>
                  <a:pt x="837010" y="1158637"/>
                </a:lnTo>
                <a:lnTo>
                  <a:pt x="836216" y="1155856"/>
                </a:lnTo>
                <a:lnTo>
                  <a:pt x="835819" y="1152281"/>
                </a:lnTo>
                <a:lnTo>
                  <a:pt x="835422" y="1149104"/>
                </a:lnTo>
                <a:lnTo>
                  <a:pt x="835819" y="1145529"/>
                </a:lnTo>
                <a:lnTo>
                  <a:pt x="836216" y="1142351"/>
                </a:lnTo>
                <a:lnTo>
                  <a:pt x="836613" y="1138777"/>
                </a:lnTo>
                <a:lnTo>
                  <a:pt x="837803" y="1135996"/>
                </a:lnTo>
                <a:lnTo>
                  <a:pt x="839391" y="1132421"/>
                </a:lnTo>
                <a:lnTo>
                  <a:pt x="840978" y="1129641"/>
                </a:lnTo>
                <a:lnTo>
                  <a:pt x="842963" y="1126861"/>
                </a:lnTo>
                <a:lnTo>
                  <a:pt x="845741" y="1124080"/>
                </a:lnTo>
                <a:lnTo>
                  <a:pt x="848122" y="1121697"/>
                </a:lnTo>
                <a:lnTo>
                  <a:pt x="850900" y="1119314"/>
                </a:lnTo>
                <a:lnTo>
                  <a:pt x="854075" y="1117725"/>
                </a:lnTo>
                <a:lnTo>
                  <a:pt x="856853" y="1116136"/>
                </a:lnTo>
                <a:lnTo>
                  <a:pt x="860028" y="1115342"/>
                </a:lnTo>
                <a:lnTo>
                  <a:pt x="863203" y="1114547"/>
                </a:lnTo>
                <a:lnTo>
                  <a:pt x="866775" y="1113753"/>
                </a:lnTo>
                <a:lnTo>
                  <a:pt x="869950" y="1113753"/>
                </a:lnTo>
                <a:lnTo>
                  <a:pt x="873522" y="1113753"/>
                </a:lnTo>
                <a:lnTo>
                  <a:pt x="876697" y="1114150"/>
                </a:lnTo>
                <a:lnTo>
                  <a:pt x="879872" y="1114944"/>
                </a:lnTo>
                <a:lnTo>
                  <a:pt x="883047" y="1116136"/>
                </a:lnTo>
                <a:lnTo>
                  <a:pt x="886222" y="1117328"/>
                </a:lnTo>
                <a:lnTo>
                  <a:pt x="889000" y="1118916"/>
                </a:lnTo>
                <a:lnTo>
                  <a:pt x="891778" y="1121300"/>
                </a:lnTo>
                <a:lnTo>
                  <a:pt x="894953" y="1123286"/>
                </a:lnTo>
                <a:lnTo>
                  <a:pt x="1063625" y="1287330"/>
                </a:lnTo>
                <a:lnTo>
                  <a:pt x="1063625" y="1286933"/>
                </a:lnTo>
                <a:lnTo>
                  <a:pt x="1071563" y="1294877"/>
                </a:lnTo>
                <a:lnTo>
                  <a:pt x="1073944" y="1298054"/>
                </a:lnTo>
                <a:lnTo>
                  <a:pt x="1092200" y="1315531"/>
                </a:lnTo>
                <a:lnTo>
                  <a:pt x="1110060" y="1332611"/>
                </a:lnTo>
                <a:lnTo>
                  <a:pt x="1117203" y="1339760"/>
                </a:lnTo>
                <a:lnTo>
                  <a:pt x="1123950" y="1345718"/>
                </a:lnTo>
                <a:lnTo>
                  <a:pt x="1130300" y="1350485"/>
                </a:lnTo>
                <a:lnTo>
                  <a:pt x="1135460" y="1354060"/>
                </a:lnTo>
                <a:lnTo>
                  <a:pt x="1141016" y="1356443"/>
                </a:lnTo>
                <a:lnTo>
                  <a:pt x="1145778" y="1358429"/>
                </a:lnTo>
                <a:lnTo>
                  <a:pt x="1150938" y="1359223"/>
                </a:lnTo>
                <a:lnTo>
                  <a:pt x="1155303" y="1358826"/>
                </a:lnTo>
                <a:lnTo>
                  <a:pt x="1160066" y="1357635"/>
                </a:lnTo>
                <a:lnTo>
                  <a:pt x="1164828" y="1354854"/>
                </a:lnTo>
                <a:lnTo>
                  <a:pt x="1169591" y="1351677"/>
                </a:lnTo>
                <a:lnTo>
                  <a:pt x="1175147" y="1347307"/>
                </a:lnTo>
                <a:lnTo>
                  <a:pt x="1181100" y="1341746"/>
                </a:lnTo>
                <a:lnTo>
                  <a:pt x="1187847" y="1335788"/>
                </a:lnTo>
                <a:lnTo>
                  <a:pt x="1193403" y="1330228"/>
                </a:lnTo>
                <a:lnTo>
                  <a:pt x="1198166" y="1324667"/>
                </a:lnTo>
                <a:lnTo>
                  <a:pt x="1201738" y="1319106"/>
                </a:lnTo>
                <a:lnTo>
                  <a:pt x="1205310" y="1313942"/>
                </a:lnTo>
                <a:lnTo>
                  <a:pt x="1207294" y="1309176"/>
                </a:lnTo>
                <a:lnTo>
                  <a:pt x="1209278" y="1304807"/>
                </a:lnTo>
                <a:lnTo>
                  <a:pt x="1210469" y="1300835"/>
                </a:lnTo>
                <a:lnTo>
                  <a:pt x="1211263" y="1297260"/>
                </a:lnTo>
                <a:lnTo>
                  <a:pt x="1211660" y="1293288"/>
                </a:lnTo>
                <a:lnTo>
                  <a:pt x="1211660" y="1290507"/>
                </a:lnTo>
                <a:lnTo>
                  <a:pt x="1211263" y="1287330"/>
                </a:lnTo>
                <a:lnTo>
                  <a:pt x="1210072" y="1284947"/>
                </a:lnTo>
                <a:lnTo>
                  <a:pt x="1208485" y="1280180"/>
                </a:lnTo>
                <a:lnTo>
                  <a:pt x="1206897" y="1277400"/>
                </a:lnTo>
                <a:lnTo>
                  <a:pt x="1161653" y="1233310"/>
                </a:lnTo>
                <a:lnTo>
                  <a:pt x="1159272" y="1230530"/>
                </a:lnTo>
                <a:lnTo>
                  <a:pt x="1156494" y="1227352"/>
                </a:lnTo>
                <a:lnTo>
                  <a:pt x="1154906" y="1224175"/>
                </a:lnTo>
                <a:lnTo>
                  <a:pt x="1153319" y="1220600"/>
                </a:lnTo>
                <a:lnTo>
                  <a:pt x="927894" y="1004920"/>
                </a:lnTo>
                <a:lnTo>
                  <a:pt x="925116" y="1002139"/>
                </a:lnTo>
                <a:lnTo>
                  <a:pt x="923131" y="999359"/>
                </a:lnTo>
                <a:lnTo>
                  <a:pt x="921544" y="996181"/>
                </a:lnTo>
                <a:lnTo>
                  <a:pt x="919560" y="993401"/>
                </a:lnTo>
                <a:lnTo>
                  <a:pt x="918369" y="989826"/>
                </a:lnTo>
                <a:lnTo>
                  <a:pt x="917575" y="986648"/>
                </a:lnTo>
                <a:lnTo>
                  <a:pt x="917178" y="983074"/>
                </a:lnTo>
                <a:lnTo>
                  <a:pt x="916781" y="979896"/>
                </a:lnTo>
                <a:lnTo>
                  <a:pt x="916781" y="976321"/>
                </a:lnTo>
                <a:lnTo>
                  <a:pt x="917178" y="973144"/>
                </a:lnTo>
                <a:lnTo>
                  <a:pt x="917972" y="969569"/>
                </a:lnTo>
                <a:lnTo>
                  <a:pt x="919163" y="966391"/>
                </a:lnTo>
                <a:lnTo>
                  <a:pt x="920750" y="962816"/>
                </a:lnTo>
                <a:lnTo>
                  <a:pt x="922338" y="960036"/>
                </a:lnTo>
                <a:lnTo>
                  <a:pt x="924322" y="956858"/>
                </a:lnTo>
                <a:lnTo>
                  <a:pt x="927100" y="954078"/>
                </a:lnTo>
                <a:lnTo>
                  <a:pt x="929481" y="952092"/>
                </a:lnTo>
                <a:lnTo>
                  <a:pt x="932260" y="949311"/>
                </a:lnTo>
                <a:lnTo>
                  <a:pt x="935435" y="947723"/>
                </a:lnTo>
                <a:lnTo>
                  <a:pt x="938213" y="946134"/>
                </a:lnTo>
                <a:lnTo>
                  <a:pt x="941785" y="944942"/>
                </a:lnTo>
                <a:lnTo>
                  <a:pt x="944960" y="944148"/>
                </a:lnTo>
                <a:lnTo>
                  <a:pt x="948531" y="943353"/>
                </a:lnTo>
                <a:lnTo>
                  <a:pt x="951706" y="942956"/>
                </a:lnTo>
                <a:lnTo>
                  <a:pt x="955278" y="942956"/>
                </a:lnTo>
                <a:lnTo>
                  <a:pt x="958453" y="943353"/>
                </a:lnTo>
                <a:lnTo>
                  <a:pt x="962025" y="944545"/>
                </a:lnTo>
                <a:lnTo>
                  <a:pt x="965200" y="945737"/>
                </a:lnTo>
                <a:lnTo>
                  <a:pt x="968772" y="946928"/>
                </a:lnTo>
                <a:lnTo>
                  <a:pt x="971550" y="948517"/>
                </a:lnTo>
                <a:lnTo>
                  <a:pt x="974725" y="950900"/>
                </a:lnTo>
                <a:lnTo>
                  <a:pt x="977503" y="953284"/>
                </a:lnTo>
                <a:lnTo>
                  <a:pt x="1214041" y="1179291"/>
                </a:lnTo>
                <a:lnTo>
                  <a:pt x="1216819" y="1182469"/>
                </a:lnTo>
                <a:lnTo>
                  <a:pt x="1235472" y="1199946"/>
                </a:lnTo>
                <a:lnTo>
                  <a:pt x="1254125" y="1217422"/>
                </a:lnTo>
                <a:lnTo>
                  <a:pt x="1262063" y="1224572"/>
                </a:lnTo>
                <a:lnTo>
                  <a:pt x="1268810" y="1230530"/>
                </a:lnTo>
                <a:lnTo>
                  <a:pt x="1275556" y="1235694"/>
                </a:lnTo>
                <a:lnTo>
                  <a:pt x="1281510" y="1239269"/>
                </a:lnTo>
                <a:lnTo>
                  <a:pt x="1287066" y="1242049"/>
                </a:lnTo>
                <a:lnTo>
                  <a:pt x="1292622" y="1244035"/>
                </a:lnTo>
                <a:lnTo>
                  <a:pt x="1297385" y="1244432"/>
                </a:lnTo>
                <a:lnTo>
                  <a:pt x="1299766" y="1244432"/>
                </a:lnTo>
                <a:lnTo>
                  <a:pt x="1302147" y="1244035"/>
                </a:lnTo>
                <a:lnTo>
                  <a:pt x="1307306" y="1242843"/>
                </a:lnTo>
                <a:lnTo>
                  <a:pt x="1312863" y="1240063"/>
                </a:lnTo>
                <a:lnTo>
                  <a:pt x="1317625" y="1236885"/>
                </a:lnTo>
                <a:lnTo>
                  <a:pt x="1323578" y="1232516"/>
                </a:lnTo>
                <a:lnTo>
                  <a:pt x="1329928" y="1226955"/>
                </a:lnTo>
                <a:lnTo>
                  <a:pt x="1336675" y="1220600"/>
                </a:lnTo>
                <a:lnTo>
                  <a:pt x="1343422" y="1213848"/>
                </a:lnTo>
                <a:lnTo>
                  <a:pt x="1348978" y="1207492"/>
                </a:lnTo>
                <a:lnTo>
                  <a:pt x="1352947" y="1201932"/>
                </a:lnTo>
                <a:lnTo>
                  <a:pt x="1356122" y="1196371"/>
                </a:lnTo>
                <a:lnTo>
                  <a:pt x="1358503" y="1191207"/>
                </a:lnTo>
                <a:lnTo>
                  <a:pt x="1360488" y="1186044"/>
                </a:lnTo>
                <a:lnTo>
                  <a:pt x="1361281" y="1182072"/>
                </a:lnTo>
                <a:lnTo>
                  <a:pt x="1361678" y="1178099"/>
                </a:lnTo>
                <a:lnTo>
                  <a:pt x="1361281" y="1174922"/>
                </a:lnTo>
                <a:lnTo>
                  <a:pt x="1360885" y="1171744"/>
                </a:lnTo>
                <a:lnTo>
                  <a:pt x="1359694" y="1168964"/>
                </a:lnTo>
                <a:lnTo>
                  <a:pt x="1359297" y="1166581"/>
                </a:lnTo>
                <a:lnTo>
                  <a:pt x="1357710" y="1164197"/>
                </a:lnTo>
                <a:lnTo>
                  <a:pt x="1356916" y="1163006"/>
                </a:lnTo>
                <a:lnTo>
                  <a:pt x="1309688" y="1118519"/>
                </a:lnTo>
                <a:lnTo>
                  <a:pt x="1307703" y="1116533"/>
                </a:lnTo>
                <a:lnTo>
                  <a:pt x="1306116" y="1114150"/>
                </a:lnTo>
                <a:lnTo>
                  <a:pt x="1302544" y="1108986"/>
                </a:lnTo>
                <a:lnTo>
                  <a:pt x="1299369" y="1105412"/>
                </a:lnTo>
                <a:lnTo>
                  <a:pt x="1279128" y="1084757"/>
                </a:lnTo>
                <a:lnTo>
                  <a:pt x="1278335" y="1084360"/>
                </a:lnTo>
                <a:lnTo>
                  <a:pt x="1048941" y="854778"/>
                </a:lnTo>
                <a:lnTo>
                  <a:pt x="1046163" y="851997"/>
                </a:lnTo>
                <a:lnTo>
                  <a:pt x="1044178" y="849217"/>
                </a:lnTo>
                <a:lnTo>
                  <a:pt x="1042591" y="846039"/>
                </a:lnTo>
                <a:lnTo>
                  <a:pt x="1041003" y="843259"/>
                </a:lnTo>
                <a:lnTo>
                  <a:pt x="1039813" y="839684"/>
                </a:lnTo>
                <a:lnTo>
                  <a:pt x="1039019" y="836506"/>
                </a:lnTo>
                <a:lnTo>
                  <a:pt x="1038622" y="832931"/>
                </a:lnTo>
                <a:lnTo>
                  <a:pt x="1038622" y="829754"/>
                </a:lnTo>
                <a:lnTo>
                  <a:pt x="1038622" y="826179"/>
                </a:lnTo>
                <a:lnTo>
                  <a:pt x="1039019" y="823001"/>
                </a:lnTo>
                <a:lnTo>
                  <a:pt x="1039813" y="819427"/>
                </a:lnTo>
                <a:lnTo>
                  <a:pt x="1041003" y="816249"/>
                </a:lnTo>
                <a:lnTo>
                  <a:pt x="1042591" y="813071"/>
                </a:lnTo>
                <a:lnTo>
                  <a:pt x="1044178" y="810291"/>
                </a:lnTo>
                <a:lnTo>
                  <a:pt x="1046163" y="807113"/>
                </a:lnTo>
                <a:lnTo>
                  <a:pt x="1048941" y="804730"/>
                </a:lnTo>
                <a:lnTo>
                  <a:pt x="1051719" y="802347"/>
                </a:lnTo>
                <a:lnTo>
                  <a:pt x="1054100" y="799964"/>
                </a:lnTo>
                <a:lnTo>
                  <a:pt x="1057672" y="798375"/>
                </a:lnTo>
                <a:lnTo>
                  <a:pt x="1060450" y="796786"/>
                </a:lnTo>
                <a:lnTo>
                  <a:pt x="1064022" y="795595"/>
                </a:lnTo>
                <a:lnTo>
                  <a:pt x="1067197" y="794800"/>
                </a:lnTo>
                <a:lnTo>
                  <a:pt x="1070769" y="794006"/>
                </a:lnTo>
                <a:lnTo>
                  <a:pt x="1073944" y="794006"/>
                </a:lnTo>
                <a:lnTo>
                  <a:pt x="1077516" y="794006"/>
                </a:lnTo>
                <a:lnTo>
                  <a:pt x="1080691" y="794800"/>
                </a:lnTo>
                <a:lnTo>
                  <a:pt x="1084263" y="795595"/>
                </a:lnTo>
                <a:lnTo>
                  <a:pt x="1087041" y="796786"/>
                </a:lnTo>
                <a:lnTo>
                  <a:pt x="1090613" y="798375"/>
                </a:lnTo>
                <a:lnTo>
                  <a:pt x="1093391" y="799964"/>
                </a:lnTo>
                <a:lnTo>
                  <a:pt x="1096566" y="802347"/>
                </a:lnTo>
                <a:lnTo>
                  <a:pt x="1098947" y="804730"/>
                </a:lnTo>
                <a:lnTo>
                  <a:pt x="1328738" y="1034313"/>
                </a:lnTo>
                <a:lnTo>
                  <a:pt x="1331119" y="1037093"/>
                </a:lnTo>
                <a:lnTo>
                  <a:pt x="1349375" y="1055364"/>
                </a:lnTo>
                <a:lnTo>
                  <a:pt x="1364456" y="1070061"/>
                </a:lnTo>
                <a:lnTo>
                  <a:pt x="1371600" y="1076813"/>
                </a:lnTo>
                <a:lnTo>
                  <a:pt x="1378347" y="1083168"/>
                </a:lnTo>
                <a:lnTo>
                  <a:pt x="1385094" y="1088729"/>
                </a:lnTo>
                <a:lnTo>
                  <a:pt x="1391444" y="1093496"/>
                </a:lnTo>
                <a:lnTo>
                  <a:pt x="1397397" y="1096673"/>
                </a:lnTo>
                <a:lnTo>
                  <a:pt x="1400175" y="1097865"/>
                </a:lnTo>
                <a:lnTo>
                  <a:pt x="1402953" y="1098659"/>
                </a:lnTo>
                <a:lnTo>
                  <a:pt x="1404541" y="1099056"/>
                </a:lnTo>
                <a:lnTo>
                  <a:pt x="1407716" y="1099851"/>
                </a:lnTo>
                <a:lnTo>
                  <a:pt x="1410891" y="1099056"/>
                </a:lnTo>
                <a:lnTo>
                  <a:pt x="1415653" y="1098262"/>
                </a:lnTo>
                <a:lnTo>
                  <a:pt x="1421210" y="1095879"/>
                </a:lnTo>
                <a:lnTo>
                  <a:pt x="1424385" y="1093893"/>
                </a:lnTo>
                <a:lnTo>
                  <a:pt x="1427956" y="1091112"/>
                </a:lnTo>
                <a:lnTo>
                  <a:pt x="1431528" y="1088729"/>
                </a:lnTo>
                <a:lnTo>
                  <a:pt x="1435894" y="1084757"/>
                </a:lnTo>
                <a:lnTo>
                  <a:pt x="1440260" y="1081182"/>
                </a:lnTo>
                <a:lnTo>
                  <a:pt x="1445419" y="1076019"/>
                </a:lnTo>
                <a:lnTo>
                  <a:pt x="1452166" y="1068869"/>
                </a:lnTo>
                <a:lnTo>
                  <a:pt x="1457325" y="1062514"/>
                </a:lnTo>
                <a:lnTo>
                  <a:pt x="1461294" y="1056159"/>
                </a:lnTo>
                <a:lnTo>
                  <a:pt x="1464866" y="1050201"/>
                </a:lnTo>
                <a:lnTo>
                  <a:pt x="1466850" y="1044640"/>
                </a:lnTo>
                <a:lnTo>
                  <a:pt x="1468835" y="1039873"/>
                </a:lnTo>
                <a:lnTo>
                  <a:pt x="1469628" y="1035504"/>
                </a:lnTo>
                <a:lnTo>
                  <a:pt x="1470025" y="1031135"/>
                </a:lnTo>
                <a:lnTo>
                  <a:pt x="1469628" y="1027560"/>
                </a:lnTo>
                <a:lnTo>
                  <a:pt x="1469231" y="1024383"/>
                </a:lnTo>
                <a:lnTo>
                  <a:pt x="1468041" y="1021602"/>
                </a:lnTo>
                <a:lnTo>
                  <a:pt x="1467247" y="1019616"/>
                </a:lnTo>
                <a:lnTo>
                  <a:pt x="1465660" y="1016041"/>
                </a:lnTo>
                <a:lnTo>
                  <a:pt x="1464866" y="1015247"/>
                </a:lnTo>
                <a:lnTo>
                  <a:pt x="1419225" y="969966"/>
                </a:lnTo>
                <a:lnTo>
                  <a:pt x="1416844" y="967583"/>
                </a:lnTo>
                <a:lnTo>
                  <a:pt x="1414860" y="964802"/>
                </a:lnTo>
                <a:lnTo>
                  <a:pt x="1412478" y="961625"/>
                </a:lnTo>
                <a:lnTo>
                  <a:pt x="1411288" y="958447"/>
                </a:lnTo>
                <a:lnTo>
                  <a:pt x="1410097" y="955270"/>
                </a:lnTo>
                <a:lnTo>
                  <a:pt x="1409303" y="952092"/>
                </a:lnTo>
                <a:lnTo>
                  <a:pt x="1408906" y="948517"/>
                </a:lnTo>
                <a:lnTo>
                  <a:pt x="1408510" y="945339"/>
                </a:lnTo>
                <a:lnTo>
                  <a:pt x="1408906" y="941765"/>
                </a:lnTo>
                <a:lnTo>
                  <a:pt x="1409303" y="938587"/>
                </a:lnTo>
                <a:lnTo>
                  <a:pt x="1410097" y="935012"/>
                </a:lnTo>
                <a:lnTo>
                  <a:pt x="1410891" y="931835"/>
                </a:lnTo>
                <a:lnTo>
                  <a:pt x="1412478" y="928657"/>
                </a:lnTo>
                <a:lnTo>
                  <a:pt x="1414463" y="925479"/>
                </a:lnTo>
                <a:lnTo>
                  <a:pt x="1416447" y="922302"/>
                </a:lnTo>
                <a:lnTo>
                  <a:pt x="1418828" y="919919"/>
                </a:lnTo>
                <a:lnTo>
                  <a:pt x="1421606" y="917535"/>
                </a:lnTo>
                <a:lnTo>
                  <a:pt x="1424385" y="915152"/>
                </a:lnTo>
                <a:lnTo>
                  <a:pt x="1427163" y="913563"/>
                </a:lnTo>
                <a:lnTo>
                  <a:pt x="1430338" y="911975"/>
                </a:lnTo>
                <a:lnTo>
                  <a:pt x="1433513" y="910783"/>
                </a:lnTo>
                <a:lnTo>
                  <a:pt x="1437085" y="909989"/>
                </a:lnTo>
                <a:lnTo>
                  <a:pt x="1440260" y="909194"/>
                </a:lnTo>
                <a:lnTo>
                  <a:pt x="1443831" y="909194"/>
                </a:lnTo>
                <a:lnTo>
                  <a:pt x="1447006" y="909194"/>
                </a:lnTo>
                <a:lnTo>
                  <a:pt x="1450578" y="909989"/>
                </a:lnTo>
                <a:lnTo>
                  <a:pt x="1453753" y="910783"/>
                </a:lnTo>
                <a:lnTo>
                  <a:pt x="1457325" y="911975"/>
                </a:lnTo>
                <a:lnTo>
                  <a:pt x="1460103" y="913166"/>
                </a:lnTo>
                <a:lnTo>
                  <a:pt x="1463278" y="914755"/>
                </a:lnTo>
                <a:lnTo>
                  <a:pt x="1466056" y="917138"/>
                </a:lnTo>
                <a:lnTo>
                  <a:pt x="1469231" y="919521"/>
                </a:lnTo>
                <a:lnTo>
                  <a:pt x="1516460" y="966391"/>
                </a:lnTo>
                <a:lnTo>
                  <a:pt x="1520825" y="971952"/>
                </a:lnTo>
                <a:lnTo>
                  <a:pt x="1525191" y="978307"/>
                </a:lnTo>
                <a:lnTo>
                  <a:pt x="1528763" y="985060"/>
                </a:lnTo>
                <a:lnTo>
                  <a:pt x="1532731" y="993004"/>
                </a:lnTo>
                <a:lnTo>
                  <a:pt x="1535510" y="1001345"/>
                </a:lnTo>
                <a:lnTo>
                  <a:pt x="1538288" y="1010481"/>
                </a:lnTo>
                <a:lnTo>
                  <a:pt x="1539875" y="1020411"/>
                </a:lnTo>
                <a:lnTo>
                  <a:pt x="1540272" y="1025574"/>
                </a:lnTo>
                <a:lnTo>
                  <a:pt x="1540272" y="1030738"/>
                </a:lnTo>
                <a:lnTo>
                  <a:pt x="1540272" y="1035901"/>
                </a:lnTo>
                <a:lnTo>
                  <a:pt x="1539875" y="1041462"/>
                </a:lnTo>
                <a:lnTo>
                  <a:pt x="1539478" y="1047023"/>
                </a:lnTo>
                <a:lnTo>
                  <a:pt x="1538685" y="1052981"/>
                </a:lnTo>
                <a:lnTo>
                  <a:pt x="1537494" y="1058145"/>
                </a:lnTo>
                <a:lnTo>
                  <a:pt x="1535510" y="1064103"/>
                </a:lnTo>
                <a:lnTo>
                  <a:pt x="1533525" y="1070061"/>
                </a:lnTo>
                <a:lnTo>
                  <a:pt x="1531144" y="1076416"/>
                </a:lnTo>
                <a:lnTo>
                  <a:pt x="1527969" y="1082374"/>
                </a:lnTo>
                <a:lnTo>
                  <a:pt x="1525191" y="1088729"/>
                </a:lnTo>
                <a:lnTo>
                  <a:pt x="1521222" y="1094687"/>
                </a:lnTo>
                <a:lnTo>
                  <a:pt x="1517253" y="1101042"/>
                </a:lnTo>
                <a:lnTo>
                  <a:pt x="1512491" y="1107398"/>
                </a:lnTo>
                <a:lnTo>
                  <a:pt x="1507331" y="1113753"/>
                </a:lnTo>
                <a:lnTo>
                  <a:pt x="1501775" y="1120108"/>
                </a:lnTo>
                <a:lnTo>
                  <a:pt x="1495822" y="1126066"/>
                </a:lnTo>
                <a:lnTo>
                  <a:pt x="1485900" y="1135599"/>
                </a:lnTo>
                <a:lnTo>
                  <a:pt x="1479550" y="1141160"/>
                </a:lnTo>
                <a:lnTo>
                  <a:pt x="1472010" y="1147118"/>
                </a:lnTo>
                <a:lnTo>
                  <a:pt x="1463675" y="1152679"/>
                </a:lnTo>
                <a:lnTo>
                  <a:pt x="1453753" y="1158239"/>
                </a:lnTo>
                <a:lnTo>
                  <a:pt x="1448991" y="1161020"/>
                </a:lnTo>
                <a:lnTo>
                  <a:pt x="1443435" y="1163403"/>
                </a:lnTo>
                <a:lnTo>
                  <a:pt x="1437878" y="1165389"/>
                </a:lnTo>
                <a:lnTo>
                  <a:pt x="1432322" y="1166978"/>
                </a:lnTo>
                <a:lnTo>
                  <a:pt x="1432719" y="1172539"/>
                </a:lnTo>
                <a:lnTo>
                  <a:pt x="1432719" y="1178497"/>
                </a:lnTo>
                <a:lnTo>
                  <a:pt x="1432719" y="1184852"/>
                </a:lnTo>
                <a:lnTo>
                  <a:pt x="1432322" y="1190810"/>
                </a:lnTo>
                <a:lnTo>
                  <a:pt x="1431131" y="1197165"/>
                </a:lnTo>
                <a:lnTo>
                  <a:pt x="1429941" y="1203520"/>
                </a:lnTo>
                <a:lnTo>
                  <a:pt x="1427956" y="1210273"/>
                </a:lnTo>
                <a:lnTo>
                  <a:pt x="1425575" y="1217025"/>
                </a:lnTo>
                <a:lnTo>
                  <a:pt x="1422797" y="1223778"/>
                </a:lnTo>
                <a:lnTo>
                  <a:pt x="1419225" y="1230530"/>
                </a:lnTo>
                <a:lnTo>
                  <a:pt x="1415653" y="1237283"/>
                </a:lnTo>
                <a:lnTo>
                  <a:pt x="1410891" y="1244432"/>
                </a:lnTo>
                <a:lnTo>
                  <a:pt x="1405731" y="1251185"/>
                </a:lnTo>
                <a:lnTo>
                  <a:pt x="1399778" y="1258334"/>
                </a:lnTo>
                <a:lnTo>
                  <a:pt x="1393428" y="1265484"/>
                </a:lnTo>
                <a:lnTo>
                  <a:pt x="1386285" y="1272633"/>
                </a:lnTo>
                <a:lnTo>
                  <a:pt x="1379935" y="1278194"/>
                </a:lnTo>
                <a:lnTo>
                  <a:pt x="1374378" y="1283755"/>
                </a:lnTo>
                <a:lnTo>
                  <a:pt x="1368028" y="1288124"/>
                </a:lnTo>
                <a:lnTo>
                  <a:pt x="1362075" y="1292891"/>
                </a:lnTo>
                <a:lnTo>
                  <a:pt x="1356519" y="1296863"/>
                </a:lnTo>
                <a:lnTo>
                  <a:pt x="1350566" y="1300040"/>
                </a:lnTo>
                <a:lnTo>
                  <a:pt x="1345010" y="1303615"/>
                </a:lnTo>
                <a:lnTo>
                  <a:pt x="1339453" y="1305998"/>
                </a:lnTo>
                <a:lnTo>
                  <a:pt x="1334294" y="1308382"/>
                </a:lnTo>
                <a:lnTo>
                  <a:pt x="1328738" y="1310765"/>
                </a:lnTo>
                <a:lnTo>
                  <a:pt x="1323181" y="1312354"/>
                </a:lnTo>
                <a:lnTo>
                  <a:pt x="1318022" y="1313545"/>
                </a:lnTo>
                <a:lnTo>
                  <a:pt x="1312863" y="1314737"/>
                </a:lnTo>
                <a:lnTo>
                  <a:pt x="1307703" y="1315134"/>
                </a:lnTo>
                <a:lnTo>
                  <a:pt x="1302544" y="1315531"/>
                </a:lnTo>
                <a:lnTo>
                  <a:pt x="1297781" y="1315928"/>
                </a:lnTo>
                <a:lnTo>
                  <a:pt x="1293019" y="1315531"/>
                </a:lnTo>
                <a:lnTo>
                  <a:pt x="1288256" y="1315134"/>
                </a:lnTo>
                <a:lnTo>
                  <a:pt x="1279128" y="1313545"/>
                </a:lnTo>
                <a:lnTo>
                  <a:pt x="1276747" y="1322284"/>
                </a:lnTo>
                <a:lnTo>
                  <a:pt x="1273969" y="1331022"/>
                </a:lnTo>
                <a:lnTo>
                  <a:pt x="1270000" y="1339760"/>
                </a:lnTo>
                <a:lnTo>
                  <a:pt x="1265635" y="1348499"/>
                </a:lnTo>
                <a:lnTo>
                  <a:pt x="1260078" y="1358032"/>
                </a:lnTo>
                <a:lnTo>
                  <a:pt x="1253331" y="1366770"/>
                </a:lnTo>
                <a:lnTo>
                  <a:pt x="1245394" y="1375906"/>
                </a:lnTo>
                <a:lnTo>
                  <a:pt x="1236266" y="1385439"/>
                </a:lnTo>
                <a:lnTo>
                  <a:pt x="1230313" y="1391397"/>
                </a:lnTo>
                <a:lnTo>
                  <a:pt x="1224756" y="1396163"/>
                </a:lnTo>
                <a:lnTo>
                  <a:pt x="1219200" y="1401327"/>
                </a:lnTo>
                <a:lnTo>
                  <a:pt x="1213247" y="1405696"/>
                </a:lnTo>
                <a:lnTo>
                  <a:pt x="1207691" y="1409271"/>
                </a:lnTo>
                <a:lnTo>
                  <a:pt x="1202135" y="1413243"/>
                </a:lnTo>
                <a:lnTo>
                  <a:pt x="1196578" y="1416023"/>
                </a:lnTo>
                <a:lnTo>
                  <a:pt x="1191419" y="1419201"/>
                </a:lnTo>
                <a:lnTo>
                  <a:pt x="1185863" y="1421584"/>
                </a:lnTo>
                <a:lnTo>
                  <a:pt x="1180703" y="1423173"/>
                </a:lnTo>
                <a:lnTo>
                  <a:pt x="1175544" y="1425159"/>
                </a:lnTo>
                <a:lnTo>
                  <a:pt x="1170781" y="1426748"/>
                </a:lnTo>
                <a:lnTo>
                  <a:pt x="1165622" y="1427542"/>
                </a:lnTo>
                <a:lnTo>
                  <a:pt x="1160463" y="1428336"/>
                </a:lnTo>
                <a:lnTo>
                  <a:pt x="1155700" y="1428734"/>
                </a:lnTo>
                <a:lnTo>
                  <a:pt x="1150938" y="1428734"/>
                </a:lnTo>
                <a:lnTo>
                  <a:pt x="1144588" y="1428734"/>
                </a:lnTo>
                <a:lnTo>
                  <a:pt x="1137841" y="1427939"/>
                </a:lnTo>
                <a:lnTo>
                  <a:pt x="1131491" y="1426748"/>
                </a:lnTo>
                <a:lnTo>
                  <a:pt x="1125538" y="1425159"/>
                </a:lnTo>
                <a:lnTo>
                  <a:pt x="1119188" y="1422776"/>
                </a:lnTo>
                <a:lnTo>
                  <a:pt x="1113235" y="1420392"/>
                </a:lnTo>
                <a:lnTo>
                  <a:pt x="1107281" y="1417215"/>
                </a:lnTo>
                <a:lnTo>
                  <a:pt x="1101725" y="1414037"/>
                </a:lnTo>
                <a:lnTo>
                  <a:pt x="1096566" y="1410462"/>
                </a:lnTo>
                <a:lnTo>
                  <a:pt x="1090613" y="1406888"/>
                </a:lnTo>
                <a:lnTo>
                  <a:pt x="1079897" y="1398943"/>
                </a:lnTo>
                <a:lnTo>
                  <a:pt x="1069975" y="1390205"/>
                </a:lnTo>
                <a:lnTo>
                  <a:pt x="1059656" y="1381069"/>
                </a:lnTo>
                <a:lnTo>
                  <a:pt x="1056878" y="1385836"/>
                </a:lnTo>
                <a:lnTo>
                  <a:pt x="1053703" y="1390205"/>
                </a:lnTo>
                <a:lnTo>
                  <a:pt x="1050131" y="1394971"/>
                </a:lnTo>
                <a:lnTo>
                  <a:pt x="1046163" y="1399738"/>
                </a:lnTo>
                <a:lnTo>
                  <a:pt x="1042194" y="1404107"/>
                </a:lnTo>
                <a:lnTo>
                  <a:pt x="1037431" y="1408874"/>
                </a:lnTo>
                <a:lnTo>
                  <a:pt x="1032669" y="1413640"/>
                </a:lnTo>
                <a:lnTo>
                  <a:pt x="1027113" y="1417612"/>
                </a:lnTo>
                <a:lnTo>
                  <a:pt x="1016794" y="1425953"/>
                </a:lnTo>
                <a:lnTo>
                  <a:pt x="1006475" y="1432706"/>
                </a:lnTo>
                <a:lnTo>
                  <a:pt x="996553" y="1437869"/>
                </a:lnTo>
                <a:lnTo>
                  <a:pt x="986631" y="1442238"/>
                </a:lnTo>
                <a:lnTo>
                  <a:pt x="977503" y="1445813"/>
                </a:lnTo>
                <a:lnTo>
                  <a:pt x="968772" y="1447799"/>
                </a:lnTo>
                <a:lnTo>
                  <a:pt x="959644" y="1448991"/>
                </a:lnTo>
                <a:lnTo>
                  <a:pt x="950913" y="1449388"/>
                </a:lnTo>
                <a:lnTo>
                  <a:pt x="944166" y="1449388"/>
                </a:lnTo>
                <a:lnTo>
                  <a:pt x="937419" y="1448594"/>
                </a:lnTo>
                <a:lnTo>
                  <a:pt x="930672" y="1447402"/>
                </a:lnTo>
                <a:lnTo>
                  <a:pt x="923925" y="1445416"/>
                </a:lnTo>
                <a:lnTo>
                  <a:pt x="917575" y="1443033"/>
                </a:lnTo>
                <a:lnTo>
                  <a:pt x="911225" y="1440650"/>
                </a:lnTo>
                <a:lnTo>
                  <a:pt x="905272" y="1437472"/>
                </a:lnTo>
                <a:lnTo>
                  <a:pt x="898922" y="1434294"/>
                </a:lnTo>
                <a:lnTo>
                  <a:pt x="893366" y="1430720"/>
                </a:lnTo>
                <a:lnTo>
                  <a:pt x="887810" y="1427145"/>
                </a:lnTo>
                <a:lnTo>
                  <a:pt x="876300" y="1419201"/>
                </a:lnTo>
                <a:lnTo>
                  <a:pt x="865188" y="1410462"/>
                </a:lnTo>
                <a:lnTo>
                  <a:pt x="854472" y="1402121"/>
                </a:lnTo>
                <a:lnTo>
                  <a:pt x="837803" y="1388616"/>
                </a:lnTo>
                <a:lnTo>
                  <a:pt x="835422" y="1386630"/>
                </a:lnTo>
                <a:lnTo>
                  <a:pt x="681435" y="1264689"/>
                </a:lnTo>
                <a:lnTo>
                  <a:pt x="673497" y="1270647"/>
                </a:lnTo>
                <a:lnTo>
                  <a:pt x="665560" y="1275414"/>
                </a:lnTo>
                <a:lnTo>
                  <a:pt x="649685" y="1285741"/>
                </a:lnTo>
                <a:lnTo>
                  <a:pt x="633016" y="1294480"/>
                </a:lnTo>
                <a:lnTo>
                  <a:pt x="617538" y="1302026"/>
                </a:lnTo>
                <a:lnTo>
                  <a:pt x="602456" y="1308382"/>
                </a:lnTo>
                <a:lnTo>
                  <a:pt x="588963" y="1313148"/>
                </a:lnTo>
                <a:lnTo>
                  <a:pt x="576660" y="1317120"/>
                </a:lnTo>
                <a:lnTo>
                  <a:pt x="571103" y="1318312"/>
                </a:lnTo>
                <a:lnTo>
                  <a:pt x="565944" y="1319106"/>
                </a:lnTo>
                <a:lnTo>
                  <a:pt x="561975" y="1319503"/>
                </a:lnTo>
                <a:lnTo>
                  <a:pt x="557610" y="1319503"/>
                </a:lnTo>
                <a:lnTo>
                  <a:pt x="553641" y="1319106"/>
                </a:lnTo>
                <a:lnTo>
                  <a:pt x="550069" y="1318312"/>
                </a:lnTo>
                <a:lnTo>
                  <a:pt x="546497" y="1317517"/>
                </a:lnTo>
                <a:lnTo>
                  <a:pt x="543719" y="1315531"/>
                </a:lnTo>
                <a:lnTo>
                  <a:pt x="540941" y="1313942"/>
                </a:lnTo>
                <a:lnTo>
                  <a:pt x="538163" y="1312354"/>
                </a:lnTo>
                <a:lnTo>
                  <a:pt x="535781" y="1309970"/>
                </a:lnTo>
                <a:lnTo>
                  <a:pt x="533003" y="1307587"/>
                </a:lnTo>
                <a:lnTo>
                  <a:pt x="529431" y="1302026"/>
                </a:lnTo>
                <a:lnTo>
                  <a:pt x="525860" y="1296466"/>
                </a:lnTo>
                <a:lnTo>
                  <a:pt x="523478" y="1290507"/>
                </a:lnTo>
                <a:lnTo>
                  <a:pt x="521891" y="1284152"/>
                </a:lnTo>
                <a:lnTo>
                  <a:pt x="519906" y="1278194"/>
                </a:lnTo>
                <a:lnTo>
                  <a:pt x="518716" y="1272236"/>
                </a:lnTo>
                <a:lnTo>
                  <a:pt x="518319" y="1267073"/>
                </a:lnTo>
                <a:lnTo>
                  <a:pt x="517525" y="1259526"/>
                </a:lnTo>
                <a:lnTo>
                  <a:pt x="517525" y="1256745"/>
                </a:lnTo>
                <a:lnTo>
                  <a:pt x="517525" y="1255554"/>
                </a:lnTo>
                <a:lnTo>
                  <a:pt x="516731" y="1252376"/>
                </a:lnTo>
                <a:lnTo>
                  <a:pt x="515541" y="1248007"/>
                </a:lnTo>
                <a:lnTo>
                  <a:pt x="514350" y="1245624"/>
                </a:lnTo>
                <a:lnTo>
                  <a:pt x="512366" y="1243638"/>
                </a:lnTo>
                <a:lnTo>
                  <a:pt x="509985" y="1240857"/>
                </a:lnTo>
                <a:lnTo>
                  <a:pt x="507603" y="1239269"/>
                </a:lnTo>
                <a:lnTo>
                  <a:pt x="504031" y="1237283"/>
                </a:lnTo>
                <a:lnTo>
                  <a:pt x="499666" y="1236091"/>
                </a:lnTo>
                <a:lnTo>
                  <a:pt x="495300" y="1235296"/>
                </a:lnTo>
                <a:lnTo>
                  <a:pt x="489744" y="1234502"/>
                </a:lnTo>
                <a:lnTo>
                  <a:pt x="483394" y="1234502"/>
                </a:lnTo>
                <a:lnTo>
                  <a:pt x="475853" y="1235694"/>
                </a:lnTo>
                <a:lnTo>
                  <a:pt x="471884" y="1236091"/>
                </a:lnTo>
                <a:lnTo>
                  <a:pt x="467915" y="1235694"/>
                </a:lnTo>
                <a:lnTo>
                  <a:pt x="463947" y="1234105"/>
                </a:lnTo>
                <a:lnTo>
                  <a:pt x="459978" y="1232119"/>
                </a:lnTo>
                <a:lnTo>
                  <a:pt x="455612" y="1229736"/>
                </a:lnTo>
                <a:lnTo>
                  <a:pt x="451247" y="1226558"/>
                </a:lnTo>
                <a:lnTo>
                  <a:pt x="447278" y="1222983"/>
                </a:lnTo>
                <a:lnTo>
                  <a:pt x="442912" y="1219011"/>
                </a:lnTo>
                <a:lnTo>
                  <a:pt x="439340" y="1214245"/>
                </a:lnTo>
                <a:lnTo>
                  <a:pt x="434975" y="1209876"/>
                </a:lnTo>
                <a:lnTo>
                  <a:pt x="427037" y="1199151"/>
                </a:lnTo>
                <a:lnTo>
                  <a:pt x="419100" y="1187235"/>
                </a:lnTo>
                <a:lnTo>
                  <a:pt x="411559" y="1175716"/>
                </a:lnTo>
                <a:lnTo>
                  <a:pt x="404415" y="1163800"/>
                </a:lnTo>
                <a:lnTo>
                  <a:pt x="398065" y="1151884"/>
                </a:lnTo>
                <a:lnTo>
                  <a:pt x="388144" y="1130833"/>
                </a:lnTo>
                <a:lnTo>
                  <a:pt x="381000" y="1116136"/>
                </a:lnTo>
                <a:lnTo>
                  <a:pt x="379015" y="1110575"/>
                </a:lnTo>
                <a:lnTo>
                  <a:pt x="379015" y="1108589"/>
                </a:lnTo>
                <a:lnTo>
                  <a:pt x="379015" y="1102631"/>
                </a:lnTo>
                <a:lnTo>
                  <a:pt x="379015" y="1099056"/>
                </a:lnTo>
                <a:lnTo>
                  <a:pt x="378619" y="1094687"/>
                </a:lnTo>
                <a:lnTo>
                  <a:pt x="377428" y="1089921"/>
                </a:lnTo>
                <a:lnTo>
                  <a:pt x="375840" y="1085154"/>
                </a:lnTo>
                <a:lnTo>
                  <a:pt x="374253" y="1080388"/>
                </a:lnTo>
                <a:lnTo>
                  <a:pt x="371872" y="1075622"/>
                </a:lnTo>
                <a:lnTo>
                  <a:pt x="368300" y="1070855"/>
                </a:lnTo>
                <a:lnTo>
                  <a:pt x="363934" y="1066883"/>
                </a:lnTo>
                <a:lnTo>
                  <a:pt x="361553" y="1064500"/>
                </a:lnTo>
                <a:lnTo>
                  <a:pt x="359172" y="1062514"/>
                </a:lnTo>
                <a:lnTo>
                  <a:pt x="355997" y="1060925"/>
                </a:lnTo>
                <a:lnTo>
                  <a:pt x="352822" y="1059336"/>
                </a:lnTo>
                <a:lnTo>
                  <a:pt x="349250" y="1057747"/>
                </a:lnTo>
                <a:lnTo>
                  <a:pt x="345678" y="1056556"/>
                </a:lnTo>
                <a:lnTo>
                  <a:pt x="341312" y="1055761"/>
                </a:lnTo>
                <a:lnTo>
                  <a:pt x="336947" y="1054967"/>
                </a:lnTo>
                <a:lnTo>
                  <a:pt x="332581" y="1054173"/>
                </a:lnTo>
                <a:lnTo>
                  <a:pt x="328215" y="1052981"/>
                </a:lnTo>
                <a:lnTo>
                  <a:pt x="323453" y="1050598"/>
                </a:lnTo>
                <a:lnTo>
                  <a:pt x="319484" y="1048612"/>
                </a:lnTo>
                <a:lnTo>
                  <a:pt x="315119" y="1046229"/>
                </a:lnTo>
                <a:lnTo>
                  <a:pt x="311150" y="1043051"/>
                </a:lnTo>
                <a:lnTo>
                  <a:pt x="307181" y="1039476"/>
                </a:lnTo>
                <a:lnTo>
                  <a:pt x="303212" y="1035504"/>
                </a:lnTo>
                <a:lnTo>
                  <a:pt x="299640" y="1031532"/>
                </a:lnTo>
                <a:lnTo>
                  <a:pt x="295672" y="1027163"/>
                </a:lnTo>
                <a:lnTo>
                  <a:pt x="288528" y="1017233"/>
                </a:lnTo>
                <a:lnTo>
                  <a:pt x="281781" y="1006906"/>
                </a:lnTo>
                <a:lnTo>
                  <a:pt x="275431" y="994990"/>
                </a:lnTo>
                <a:lnTo>
                  <a:pt x="269081" y="982676"/>
                </a:lnTo>
                <a:lnTo>
                  <a:pt x="263922" y="969569"/>
                </a:lnTo>
                <a:lnTo>
                  <a:pt x="258762" y="956064"/>
                </a:lnTo>
                <a:lnTo>
                  <a:pt x="254000" y="942559"/>
                </a:lnTo>
                <a:lnTo>
                  <a:pt x="250031" y="928657"/>
                </a:lnTo>
                <a:lnTo>
                  <a:pt x="246062" y="914755"/>
                </a:lnTo>
                <a:lnTo>
                  <a:pt x="242887" y="901250"/>
                </a:lnTo>
                <a:lnTo>
                  <a:pt x="239712" y="888142"/>
                </a:lnTo>
                <a:lnTo>
                  <a:pt x="239315" y="884568"/>
                </a:lnTo>
                <a:lnTo>
                  <a:pt x="238919" y="880993"/>
                </a:lnTo>
                <a:lnTo>
                  <a:pt x="239315" y="877418"/>
                </a:lnTo>
                <a:lnTo>
                  <a:pt x="239712" y="873843"/>
                </a:lnTo>
                <a:lnTo>
                  <a:pt x="240109" y="870268"/>
                </a:lnTo>
                <a:lnTo>
                  <a:pt x="240903" y="866296"/>
                </a:lnTo>
                <a:lnTo>
                  <a:pt x="244078" y="859147"/>
                </a:lnTo>
                <a:lnTo>
                  <a:pt x="247253" y="851600"/>
                </a:lnTo>
                <a:lnTo>
                  <a:pt x="252015" y="844053"/>
                </a:lnTo>
                <a:lnTo>
                  <a:pt x="257572" y="836506"/>
                </a:lnTo>
                <a:lnTo>
                  <a:pt x="263525" y="828959"/>
                </a:lnTo>
                <a:lnTo>
                  <a:pt x="270272" y="821015"/>
                </a:lnTo>
                <a:lnTo>
                  <a:pt x="277415" y="813469"/>
                </a:lnTo>
                <a:lnTo>
                  <a:pt x="284956" y="806319"/>
                </a:lnTo>
                <a:lnTo>
                  <a:pt x="292894" y="799169"/>
                </a:lnTo>
                <a:lnTo>
                  <a:pt x="301228" y="792020"/>
                </a:lnTo>
                <a:lnTo>
                  <a:pt x="309562" y="784870"/>
                </a:lnTo>
                <a:lnTo>
                  <a:pt x="327422" y="771762"/>
                </a:lnTo>
                <a:lnTo>
                  <a:pt x="271065" y="641480"/>
                </a:lnTo>
                <a:lnTo>
                  <a:pt x="259953" y="660546"/>
                </a:lnTo>
                <a:lnTo>
                  <a:pt x="252015" y="674448"/>
                </a:lnTo>
                <a:lnTo>
                  <a:pt x="245665" y="687159"/>
                </a:lnTo>
                <a:lnTo>
                  <a:pt x="243681" y="690733"/>
                </a:lnTo>
                <a:lnTo>
                  <a:pt x="240903" y="694308"/>
                </a:lnTo>
                <a:lnTo>
                  <a:pt x="238125" y="697486"/>
                </a:lnTo>
                <a:lnTo>
                  <a:pt x="234950" y="700266"/>
                </a:lnTo>
                <a:lnTo>
                  <a:pt x="231378" y="702649"/>
                </a:lnTo>
                <a:lnTo>
                  <a:pt x="227409" y="704635"/>
                </a:lnTo>
                <a:lnTo>
                  <a:pt x="223837" y="705827"/>
                </a:lnTo>
                <a:lnTo>
                  <a:pt x="219472" y="707019"/>
                </a:lnTo>
                <a:lnTo>
                  <a:pt x="213519" y="707416"/>
                </a:lnTo>
                <a:lnTo>
                  <a:pt x="209947" y="707416"/>
                </a:lnTo>
                <a:lnTo>
                  <a:pt x="206375" y="707019"/>
                </a:lnTo>
                <a:lnTo>
                  <a:pt x="203200" y="705827"/>
                </a:lnTo>
                <a:lnTo>
                  <a:pt x="199628" y="704635"/>
                </a:lnTo>
                <a:lnTo>
                  <a:pt x="196850" y="703047"/>
                </a:lnTo>
                <a:lnTo>
                  <a:pt x="193675" y="701458"/>
                </a:lnTo>
                <a:lnTo>
                  <a:pt x="190897" y="699075"/>
                </a:lnTo>
                <a:lnTo>
                  <a:pt x="188119" y="696691"/>
                </a:lnTo>
                <a:lnTo>
                  <a:pt x="9922" y="515568"/>
                </a:lnTo>
                <a:lnTo>
                  <a:pt x="7937" y="513184"/>
                </a:lnTo>
                <a:lnTo>
                  <a:pt x="5953" y="510801"/>
                </a:lnTo>
                <a:lnTo>
                  <a:pt x="3969" y="508021"/>
                </a:lnTo>
                <a:lnTo>
                  <a:pt x="2778" y="505240"/>
                </a:lnTo>
                <a:lnTo>
                  <a:pt x="1587" y="502063"/>
                </a:lnTo>
                <a:lnTo>
                  <a:pt x="794" y="499282"/>
                </a:lnTo>
                <a:lnTo>
                  <a:pt x="397" y="496105"/>
                </a:lnTo>
                <a:lnTo>
                  <a:pt x="0" y="493324"/>
                </a:lnTo>
                <a:lnTo>
                  <a:pt x="0" y="490147"/>
                </a:lnTo>
                <a:lnTo>
                  <a:pt x="0" y="486969"/>
                </a:lnTo>
                <a:lnTo>
                  <a:pt x="397" y="484189"/>
                </a:lnTo>
                <a:lnTo>
                  <a:pt x="1190" y="481011"/>
                </a:lnTo>
                <a:lnTo>
                  <a:pt x="1984" y="477833"/>
                </a:lnTo>
                <a:lnTo>
                  <a:pt x="3175" y="475053"/>
                </a:lnTo>
                <a:lnTo>
                  <a:pt x="4762" y="472273"/>
                </a:lnTo>
                <a:lnTo>
                  <a:pt x="7144" y="469889"/>
                </a:lnTo>
                <a:lnTo>
                  <a:pt x="12700" y="461548"/>
                </a:lnTo>
                <a:lnTo>
                  <a:pt x="26987" y="444071"/>
                </a:lnTo>
                <a:lnTo>
                  <a:pt x="48419" y="417062"/>
                </a:lnTo>
                <a:lnTo>
                  <a:pt x="76597" y="382902"/>
                </a:lnTo>
                <a:lnTo>
                  <a:pt x="92869" y="363439"/>
                </a:lnTo>
                <a:lnTo>
                  <a:pt x="111125" y="342785"/>
                </a:lnTo>
                <a:lnTo>
                  <a:pt x="130572" y="320939"/>
                </a:lnTo>
                <a:lnTo>
                  <a:pt x="151209" y="297901"/>
                </a:lnTo>
                <a:lnTo>
                  <a:pt x="173037" y="274069"/>
                </a:lnTo>
                <a:lnTo>
                  <a:pt x="196453" y="249840"/>
                </a:lnTo>
                <a:lnTo>
                  <a:pt x="220265" y="224816"/>
                </a:lnTo>
                <a:lnTo>
                  <a:pt x="245269" y="200190"/>
                </a:lnTo>
                <a:lnTo>
                  <a:pt x="258365" y="187479"/>
                </a:lnTo>
                <a:lnTo>
                  <a:pt x="271462" y="175166"/>
                </a:lnTo>
                <a:lnTo>
                  <a:pt x="284162" y="163647"/>
                </a:lnTo>
                <a:lnTo>
                  <a:pt x="297259" y="152525"/>
                </a:lnTo>
                <a:lnTo>
                  <a:pt x="321865" y="131474"/>
                </a:lnTo>
                <a:lnTo>
                  <a:pt x="346472" y="112011"/>
                </a:lnTo>
                <a:lnTo>
                  <a:pt x="369887" y="94137"/>
                </a:lnTo>
                <a:lnTo>
                  <a:pt x="392906" y="78646"/>
                </a:lnTo>
                <a:lnTo>
                  <a:pt x="413940" y="64347"/>
                </a:lnTo>
                <a:lnTo>
                  <a:pt x="434181" y="51239"/>
                </a:lnTo>
                <a:lnTo>
                  <a:pt x="452040" y="40117"/>
                </a:lnTo>
                <a:lnTo>
                  <a:pt x="469106" y="30584"/>
                </a:lnTo>
                <a:lnTo>
                  <a:pt x="483791" y="22640"/>
                </a:lnTo>
                <a:lnTo>
                  <a:pt x="496491" y="15888"/>
                </a:lnTo>
                <a:lnTo>
                  <a:pt x="514747" y="6752"/>
                </a:lnTo>
                <a:lnTo>
                  <a:pt x="522685" y="3178"/>
                </a:lnTo>
                <a:lnTo>
                  <a:pt x="527447" y="1192"/>
                </a:lnTo>
                <a:lnTo>
                  <a:pt x="532606" y="397"/>
                </a:lnTo>
                <a:lnTo>
                  <a:pt x="537766" y="0"/>
                </a:lnTo>
                <a:close/>
              </a:path>
            </a:pathLst>
          </a:custGeom>
          <a:solidFill>
            <a:schemeClr val="bg1"/>
          </a:solidFill>
          <a:ln>
            <a:noFill/>
          </a:ln>
        </p:spPr>
        <p:txBody>
          <a:bodyPr anchor="ctr">
            <a:scene3d>
              <a:camera prst="orthographicFront"/>
              <a:lightRig rig="threePt" dir="t"/>
            </a:scene3d>
            <a:sp3d>
              <a:contourClr>
                <a:srgbClr val="FFFFFF"/>
              </a:contourClr>
            </a:sp3d>
          </a:bodyPr>
          <a:lstStyle/>
          <a:p>
            <a:pPr algn="ctr">
              <a:defRPr/>
            </a:pPr>
            <a:endParaRPr lang="zh-CN" altLang="en-US" sz="1345" dirty="0">
              <a:solidFill>
                <a:srgbClr val="FFFFFF"/>
              </a:solidFill>
              <a:latin typeface="微软雅黑" panose="020B0503020204020204" pitchFamily="34" charset="-122"/>
              <a:ea typeface="微软雅黑" panose="020B0503020204020204" pitchFamily="34" charset="-122"/>
            </a:endParaRPr>
          </a:p>
        </p:txBody>
      </p:sp>
      <p:sp>
        <p:nvSpPr>
          <p:cNvPr id="11" name="标题 11"/>
          <p:cNvSpPr txBox="1"/>
          <p:nvPr/>
        </p:nvSpPr>
        <p:spPr>
          <a:xfrm>
            <a:off x="6375171" y="1949394"/>
            <a:ext cx="3864924" cy="79644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1800">
                <a:solidFill>
                  <a:srgbClr val="1D3D66"/>
                </a:solidFill>
                <a:latin typeface="Microsoft YaHei" panose="020B0503020204020204" pitchFamily="34" charset="-122"/>
                <a:ea typeface="微软雅黑" panose="020B0503020204020204" pitchFamily="34" charset="-122"/>
              </a:rPr>
              <a:t>统一登录壳层</a:t>
            </a:r>
            <a:endParaRPr lang="zh-CN" altLang="en-US" sz="1800" dirty="0">
              <a:solidFill>
                <a:srgbClr val="1D3D66"/>
              </a:solidFill>
              <a:latin typeface="Microsoft YaHei" panose="020B0503020204020204" pitchFamily="34" charset="-122"/>
              <a:ea typeface="微软雅黑" panose="020B0503020204020204" pitchFamily="34" charset="-122"/>
            </a:endParaRPr>
          </a:p>
        </p:txBody>
      </p:sp>
      <p:sp>
        <p:nvSpPr>
          <p:cNvPr id="12" name="椭圆 11"/>
          <p:cNvSpPr/>
          <p:nvPr/>
        </p:nvSpPr>
        <p:spPr>
          <a:xfrm>
            <a:off x="4768912" y="2585065"/>
            <a:ext cx="576472" cy="576635"/>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45" dirty="0">
                <a:latin typeface="微软雅黑" panose="020B0503020204020204" pitchFamily="34" charset="-122"/>
                <a:ea typeface="微软雅黑" panose="020B0503020204020204" pitchFamily="34" charset="-122"/>
              </a:rPr>
              <a:t>2</a:t>
            </a:r>
            <a:endParaRPr lang="zh-CN" altLang="en-US" sz="1345" dirty="0">
              <a:latin typeface="微软雅黑" panose="020B0503020204020204" pitchFamily="34" charset="-122"/>
              <a:ea typeface="微软雅黑" panose="020B0503020204020204" pitchFamily="34" charset="-122"/>
            </a:endParaRPr>
          </a:p>
        </p:txBody>
      </p:sp>
      <p:cxnSp>
        <p:nvCxnSpPr>
          <p:cNvPr id="13" name="直接连接符 12"/>
          <p:cNvCxnSpPr/>
          <p:nvPr/>
        </p:nvCxnSpPr>
        <p:spPr>
          <a:xfrm>
            <a:off x="5345901" y="2889817"/>
            <a:ext cx="1006777"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14" name="标题 11"/>
          <p:cNvSpPr txBox="1"/>
          <p:nvPr/>
        </p:nvSpPr>
        <p:spPr>
          <a:xfrm>
            <a:off x="6375173" y="2669287"/>
            <a:ext cx="3864924" cy="79644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1800">
                <a:solidFill>
                  <a:srgbClr val="1D3D66"/>
                </a:solidFill>
                <a:latin typeface="Microsoft YaHei" panose="020B0503020204020204" pitchFamily="34" charset="-122"/>
                <a:ea typeface="微软雅黑" panose="020B0503020204020204" pitchFamily="34" charset="-122"/>
              </a:rPr>
              <a:t>学生首页聚合</a:t>
            </a:r>
            <a:endParaRPr lang="zh-CN" altLang="en-US" sz="1800" dirty="0">
              <a:solidFill>
                <a:srgbClr val="1D3D66"/>
              </a:solidFill>
              <a:latin typeface="Microsoft YaHei" panose="020B0503020204020204" pitchFamily="34" charset="-122"/>
              <a:ea typeface="微软雅黑" panose="020B0503020204020204" pitchFamily="34" charset="-122"/>
            </a:endParaRPr>
          </a:p>
        </p:txBody>
      </p:sp>
      <p:sp>
        <p:nvSpPr>
          <p:cNvPr id="15" name="椭圆 14"/>
          <p:cNvSpPr/>
          <p:nvPr/>
        </p:nvSpPr>
        <p:spPr>
          <a:xfrm>
            <a:off x="4768912" y="3321753"/>
            <a:ext cx="576472" cy="576635"/>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45" dirty="0">
                <a:latin typeface="微软雅黑" panose="020B0503020204020204" pitchFamily="34" charset="-122"/>
                <a:ea typeface="微软雅黑" panose="020B0503020204020204" pitchFamily="34" charset="-122"/>
              </a:rPr>
              <a:t>3</a:t>
            </a:r>
            <a:endParaRPr lang="zh-CN" altLang="en-US" sz="1345" dirty="0">
              <a:latin typeface="微软雅黑" panose="020B0503020204020204" pitchFamily="34" charset="-122"/>
              <a:ea typeface="微软雅黑" panose="020B0503020204020204" pitchFamily="34" charset="-122"/>
            </a:endParaRPr>
          </a:p>
        </p:txBody>
      </p:sp>
      <p:cxnSp>
        <p:nvCxnSpPr>
          <p:cNvPr id="16" name="直接连接符 15"/>
          <p:cNvCxnSpPr/>
          <p:nvPr/>
        </p:nvCxnSpPr>
        <p:spPr>
          <a:xfrm>
            <a:off x="5345901" y="3626505"/>
            <a:ext cx="1006777"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17" name="标题 11"/>
          <p:cNvSpPr txBox="1"/>
          <p:nvPr/>
        </p:nvSpPr>
        <p:spPr>
          <a:xfrm>
            <a:off x="6375173" y="3405975"/>
            <a:ext cx="3864924" cy="79644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1800">
                <a:solidFill>
                  <a:srgbClr val="1D3D66"/>
                </a:solidFill>
                <a:latin typeface="Microsoft YaHei" panose="020B0503020204020204" pitchFamily="34" charset="-122"/>
                <a:ea typeface="微软雅黑" panose="020B0503020204020204" pitchFamily="34" charset="-122"/>
              </a:rPr>
              <a:t>宿舍与餐饮后台整合</a:t>
            </a:r>
            <a:endParaRPr lang="en-US" altLang="zh-CN" sz="1800" dirty="0">
              <a:solidFill>
                <a:srgbClr val="1D3D66"/>
              </a:solidFill>
              <a:latin typeface="Microsoft YaHei" panose="020B0503020204020204" pitchFamily="34" charset="-122"/>
              <a:ea typeface="微软雅黑" panose="020B0503020204020204" pitchFamily="34" charset="-122"/>
            </a:endParaRPr>
          </a:p>
        </p:txBody>
      </p:sp>
      <p:sp>
        <p:nvSpPr>
          <p:cNvPr id="18" name="椭圆 17"/>
          <p:cNvSpPr/>
          <p:nvPr/>
        </p:nvSpPr>
        <p:spPr>
          <a:xfrm>
            <a:off x="4768912" y="4041645"/>
            <a:ext cx="576472" cy="576635"/>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45" dirty="0">
                <a:latin typeface="微软雅黑" panose="020B0503020204020204" pitchFamily="34" charset="-122"/>
                <a:ea typeface="微软雅黑" panose="020B0503020204020204" pitchFamily="34" charset="-122"/>
              </a:rPr>
              <a:t>4</a:t>
            </a:r>
            <a:endParaRPr lang="zh-CN" altLang="en-US" sz="1345" dirty="0">
              <a:latin typeface="微软雅黑" panose="020B0503020204020204" pitchFamily="34" charset="-122"/>
              <a:ea typeface="微软雅黑" panose="020B0503020204020204" pitchFamily="34" charset="-122"/>
            </a:endParaRPr>
          </a:p>
        </p:txBody>
      </p:sp>
      <p:cxnSp>
        <p:nvCxnSpPr>
          <p:cNvPr id="19" name="直接连接符 18"/>
          <p:cNvCxnSpPr/>
          <p:nvPr/>
        </p:nvCxnSpPr>
        <p:spPr>
          <a:xfrm>
            <a:off x="5345901" y="4346397"/>
            <a:ext cx="1006777"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20" name="标题 11"/>
          <p:cNvSpPr txBox="1"/>
          <p:nvPr/>
        </p:nvSpPr>
        <p:spPr>
          <a:xfrm>
            <a:off x="6375174" y="4125867"/>
            <a:ext cx="3864924" cy="79644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1800">
                <a:solidFill>
                  <a:srgbClr val="1D3D66"/>
                </a:solidFill>
                <a:latin typeface="Microsoft YaHei" panose="020B0503020204020204" pitchFamily="34" charset="-122"/>
                <a:ea typeface="微软雅黑" panose="020B0503020204020204" pitchFamily="34" charset="-122"/>
              </a:rPr>
              <a:t>餐厅总览、记录与趋势分析</a:t>
            </a:r>
            <a:endParaRPr lang="en-US" altLang="zh-CN" sz="1800" dirty="0">
              <a:solidFill>
                <a:srgbClr val="1D3D66"/>
              </a:solidFill>
              <a:latin typeface="Microsoft YaHei" panose="020B0503020204020204" pitchFamily="34" charset="-122"/>
              <a:ea typeface="微软雅黑" panose="020B0503020204020204" pitchFamily="34" charset="-122"/>
            </a:endParaRPr>
          </a:p>
        </p:txBody>
      </p:sp>
      <p:sp>
        <p:nvSpPr>
          <p:cNvPr id="21" name="椭圆 20"/>
          <p:cNvSpPr/>
          <p:nvPr/>
        </p:nvSpPr>
        <p:spPr>
          <a:xfrm>
            <a:off x="4768912" y="4761537"/>
            <a:ext cx="576472" cy="576635"/>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45" dirty="0">
                <a:latin typeface="微软雅黑" panose="020B0503020204020204" pitchFamily="34" charset="-122"/>
                <a:ea typeface="微软雅黑" panose="020B0503020204020204" pitchFamily="34" charset="-122"/>
              </a:rPr>
              <a:t>5</a:t>
            </a:r>
            <a:endParaRPr lang="zh-CN" altLang="en-US" sz="1345" dirty="0">
              <a:latin typeface="微软雅黑" panose="020B0503020204020204" pitchFamily="34" charset="-122"/>
              <a:ea typeface="微软雅黑" panose="020B0503020204020204" pitchFamily="34" charset="-122"/>
            </a:endParaRPr>
          </a:p>
        </p:txBody>
      </p:sp>
      <p:cxnSp>
        <p:nvCxnSpPr>
          <p:cNvPr id="22" name="直接连接符 21"/>
          <p:cNvCxnSpPr/>
          <p:nvPr/>
        </p:nvCxnSpPr>
        <p:spPr>
          <a:xfrm>
            <a:off x="5345901" y="5066289"/>
            <a:ext cx="1006777"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23" name="标题 11"/>
          <p:cNvSpPr txBox="1"/>
          <p:nvPr/>
        </p:nvSpPr>
        <p:spPr>
          <a:xfrm>
            <a:off x="6375173" y="4845761"/>
            <a:ext cx="3864924" cy="79644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1800">
                <a:solidFill>
                  <a:srgbClr val="1D3D66"/>
                </a:solidFill>
                <a:latin typeface="Microsoft YaHei" panose="020B0503020204020204" pitchFamily="34" charset="-122"/>
                <a:ea typeface="微软雅黑" panose="020B0503020204020204" pitchFamily="34" charset="-122"/>
              </a:rPr>
              <a:t>积分规则、荣誉与扣费闭环</a:t>
            </a:r>
            <a:endParaRPr lang="en-US" altLang="zh-CN" sz="1800" dirty="0">
              <a:solidFill>
                <a:srgbClr val="1D3D66"/>
              </a:solidFill>
              <a:latin typeface="Microsoft YaHei" panose="020B0503020204020204" pitchFamily="34" charset="-122"/>
              <a:ea typeface="微软雅黑" panose="020B0503020204020204" pitchFamily="34" charset="-122"/>
            </a:endParaRPr>
          </a:p>
        </p:txBody>
      </p:sp>
      <p:sp>
        <p:nvSpPr>
          <p:cNvPr id="24" name="椭圆 23"/>
          <p:cNvSpPr/>
          <p:nvPr/>
        </p:nvSpPr>
        <p:spPr>
          <a:xfrm>
            <a:off x="4768912" y="5481431"/>
            <a:ext cx="576472" cy="576635"/>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45" dirty="0">
                <a:latin typeface="微软雅黑" panose="020B0503020204020204" pitchFamily="34" charset="-122"/>
                <a:ea typeface="微软雅黑" panose="020B0503020204020204" pitchFamily="34" charset="-122"/>
              </a:rPr>
              <a:t>6</a:t>
            </a:r>
            <a:endParaRPr lang="zh-CN" altLang="en-US" sz="1345" dirty="0">
              <a:latin typeface="微软雅黑" panose="020B0503020204020204" pitchFamily="34" charset="-122"/>
              <a:ea typeface="微软雅黑" panose="020B0503020204020204" pitchFamily="34" charset="-122"/>
            </a:endParaRPr>
          </a:p>
        </p:txBody>
      </p:sp>
      <p:cxnSp>
        <p:nvCxnSpPr>
          <p:cNvPr id="25" name="直接连接符 24"/>
          <p:cNvCxnSpPr/>
          <p:nvPr/>
        </p:nvCxnSpPr>
        <p:spPr>
          <a:xfrm>
            <a:off x="5345901" y="5786183"/>
            <a:ext cx="1006777"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26" name="标题 11"/>
          <p:cNvSpPr txBox="1"/>
          <p:nvPr/>
        </p:nvSpPr>
        <p:spPr>
          <a:xfrm>
            <a:off x="6375174" y="5565653"/>
            <a:ext cx="3864924" cy="79644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1800">
                <a:solidFill>
                  <a:srgbClr val="1D3D66"/>
                </a:solidFill>
                <a:latin typeface="Microsoft YaHei" panose="020B0503020204020204" pitchFamily="34" charset="-122"/>
                <a:ea typeface="微软雅黑" panose="020B0503020204020204" pitchFamily="34" charset="-122"/>
              </a:rPr>
              <a:t>为移动端直达和统一发布提供入口</a:t>
            </a:r>
            <a:endParaRPr lang="en-US" altLang="zh-CN" sz="1800" dirty="0">
              <a:solidFill>
                <a:srgbClr val="1D3D66"/>
              </a:solidFill>
              <a:latin typeface="Microsoft YaHei" panose="020B0503020204020204" pitchFamily="34" charset="-122"/>
              <a:ea typeface="微软雅黑" panose="020B0503020204020204" pitchFamily="34" charset="-122"/>
            </a:endParaRPr>
          </a:p>
        </p:txBody>
      </p:sp>
      <p:sp>
        <p:nvSpPr>
          <p:cNvPr id="28" name="Text Box 4">
            <a:extLst>
              <a:ext uri="{FF2B5EF4-FFF2-40B4-BE49-F238E27FC236}">
                <a16:creationId xmlns:a16="http://schemas.microsoft.com/office/drawing/2014/main" id="{1A10BB2F-A114-FA4A-B918-550CEA897B2B}"/>
              </a:ext>
            </a:extLst>
          </p:cNvPr>
          <p:cNvSpPr txBox="1">
            <a:spLocks noChangeArrowheads="1"/>
          </p:cNvSpPr>
          <p:nvPr/>
        </p:nvSpPr>
        <p:spPr bwMode="auto">
          <a:xfrm>
            <a:off x="781532" y="270516"/>
            <a:ext cx="210346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阶段三交付清单</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3" name="Half Frame 12">
            <a:extLst>
              <a:ext uri="{FF2B5EF4-FFF2-40B4-BE49-F238E27FC236}">
                <a16:creationId xmlns:a16="http://schemas.microsoft.com/office/drawing/2014/main" id="{F9182FFA-C9CD-0448-A10E-0C2F5EF6100A}"/>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34" name="直线连接符 33">
            <a:extLst>
              <a:ext uri="{FF2B5EF4-FFF2-40B4-BE49-F238E27FC236}">
                <a16:creationId xmlns:a16="http://schemas.microsoft.com/office/drawing/2014/main" id="{814601D5-963F-6F4C-AE3A-CC756A35B20F}"/>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anim calcmode="lin" valueType="num">
                                          <p:cBhvr>
                                            <p:cTn id="10" dur="500" fill="hold"/>
                                            <p:tgtEl>
                                              <p:spTgt spid="10"/>
                                            </p:tgtEl>
                                            <p:attrNameLst>
                                              <p:attrName>ppt_x</p:attrName>
                                            </p:attrNameLst>
                                          </p:cBhvr>
                                          <p:tavLst>
                                            <p:tav tm="0">
                                              <p:val>
                                                <p:fltVal val="0.5"/>
                                              </p:val>
                                            </p:tav>
                                            <p:tav tm="100000">
                                              <p:val>
                                                <p:strVal val="#ppt_x"/>
                                              </p:val>
                                            </p:tav>
                                          </p:tavLst>
                                        </p:anim>
                                        <p:anim calcmode="lin" valueType="num">
                                          <p:cBhvr>
                                            <p:cTn id="11" dur="500" fill="hold"/>
                                            <p:tgtEl>
                                              <p:spTgt spid="10"/>
                                            </p:tgtEl>
                                            <p:attrNameLst>
                                              <p:attrName>ppt_y</p:attrName>
                                            </p:attrNameLst>
                                          </p:cBhvr>
                                          <p:tavLst>
                                            <p:tav tm="0">
                                              <p:val>
                                                <p:fltVal val="0.5"/>
                                              </p:val>
                                            </p:tav>
                                            <p:tav tm="100000">
                                              <p:val>
                                                <p:strVal val="#ppt_y"/>
                                              </p:val>
                                            </p:tav>
                                          </p:tavLst>
                                        </p:anim>
                                      </p:childTnLst>
                                    </p:cTn>
                                  </p:par>
                                  <p:par>
                                    <p:cTn id="12" presetID="53" presetClass="entr" presetSubtype="52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anim calcmode="lin" valueType="num">
                                          <p:cBhvr>
                                            <p:cTn id="17" dur="500" fill="hold"/>
                                            <p:tgtEl>
                                              <p:spTgt spid="9"/>
                                            </p:tgtEl>
                                            <p:attrNameLst>
                                              <p:attrName>ppt_x</p:attrName>
                                            </p:attrNameLst>
                                          </p:cBhvr>
                                          <p:tavLst>
                                            <p:tav tm="0">
                                              <p:val>
                                                <p:fltVal val="0.5"/>
                                              </p:val>
                                            </p:tav>
                                            <p:tav tm="100000">
                                              <p:val>
                                                <p:strVal val="#ppt_x"/>
                                              </p:val>
                                            </p:tav>
                                          </p:tavLst>
                                        </p:anim>
                                        <p:anim calcmode="lin" valueType="num">
                                          <p:cBhvr>
                                            <p:cTn id="18" dur="500" fill="hold"/>
                                            <p:tgtEl>
                                              <p:spTgt spid="9"/>
                                            </p:tgtEl>
                                            <p:attrNameLst>
                                              <p:attrName>ppt_y</p:attrName>
                                            </p:attrNameLst>
                                          </p:cBhvr>
                                          <p:tavLst>
                                            <p:tav tm="0">
                                              <p:val>
                                                <p:fltVal val="0.5"/>
                                              </p:val>
                                            </p:tav>
                                            <p:tav tm="100000">
                                              <p:val>
                                                <p:strVal val="#ppt_y"/>
                                              </p:val>
                                            </p:tav>
                                          </p:tavLst>
                                        </p:anim>
                                      </p:childTnLst>
                                    </p:cTn>
                                  </p:par>
                                  <p:par>
                                    <p:cTn id="19" presetID="53" presetClass="entr" presetSubtype="528" fill="hold" grpId="0" nodeType="withEffect">
                                      <p:stCondLst>
                                        <p:cond delay="250"/>
                                      </p:stCondLst>
                                      <p:childTnLst>
                                        <p:set>
                                          <p:cBhvr>
                                            <p:cTn id="20" dur="1" fill="hold">
                                              <p:stCondLst>
                                                <p:cond delay="0"/>
                                              </p:stCondLst>
                                            </p:cTn>
                                            <p:tgtEl>
                                              <p:spTgt spid="8"/>
                                            </p:tgtEl>
                                            <p:attrNameLst>
                                              <p:attrName>style.visibility</p:attrName>
                                            </p:attrNameLst>
                                          </p:cBhvr>
                                          <p:to>
                                            <p:strVal val="visible"/>
                                          </p:to>
                                        </p:set>
                                        <p:anim calcmode="lin" valueType="num">
                                          <p:cBhvr>
                                            <p:cTn id="21" dur="500" fill="hold"/>
                                            <p:tgtEl>
                                              <p:spTgt spid="8"/>
                                            </p:tgtEl>
                                            <p:attrNameLst>
                                              <p:attrName>ppt_w</p:attrName>
                                            </p:attrNameLst>
                                          </p:cBhvr>
                                          <p:tavLst>
                                            <p:tav tm="0">
                                              <p:val>
                                                <p:fltVal val="0"/>
                                              </p:val>
                                            </p:tav>
                                            <p:tav tm="100000">
                                              <p:val>
                                                <p:strVal val="#ppt_w"/>
                                              </p:val>
                                            </p:tav>
                                          </p:tavLst>
                                        </p:anim>
                                        <p:anim calcmode="lin" valueType="num">
                                          <p:cBhvr>
                                            <p:cTn id="22" dur="500" fill="hold"/>
                                            <p:tgtEl>
                                              <p:spTgt spid="8"/>
                                            </p:tgtEl>
                                            <p:attrNameLst>
                                              <p:attrName>ppt_h</p:attrName>
                                            </p:attrNameLst>
                                          </p:cBhvr>
                                          <p:tavLst>
                                            <p:tav tm="0">
                                              <p:val>
                                                <p:fltVal val="0"/>
                                              </p:val>
                                            </p:tav>
                                            <p:tav tm="100000">
                                              <p:val>
                                                <p:strVal val="#ppt_h"/>
                                              </p:val>
                                            </p:tav>
                                          </p:tavLst>
                                        </p:anim>
                                        <p:animEffect transition="in" filter="fade">
                                          <p:cBhvr>
                                            <p:cTn id="23" dur="500"/>
                                            <p:tgtEl>
                                              <p:spTgt spid="8"/>
                                            </p:tgtEl>
                                          </p:cBhvr>
                                        </p:animEffect>
                                        <p:anim calcmode="lin" valueType="num">
                                          <p:cBhvr>
                                            <p:cTn id="24" dur="500" fill="hold"/>
                                            <p:tgtEl>
                                              <p:spTgt spid="8"/>
                                            </p:tgtEl>
                                            <p:attrNameLst>
                                              <p:attrName>ppt_x</p:attrName>
                                            </p:attrNameLst>
                                          </p:cBhvr>
                                          <p:tavLst>
                                            <p:tav tm="0">
                                              <p:val>
                                                <p:fltVal val="0.5"/>
                                              </p:val>
                                            </p:tav>
                                            <p:tav tm="100000">
                                              <p:val>
                                                <p:strVal val="#ppt_x"/>
                                              </p:val>
                                            </p:tav>
                                          </p:tavLst>
                                        </p:anim>
                                        <p:anim calcmode="lin" valueType="num">
                                          <p:cBhvr>
                                            <p:cTn id="25" dur="500" fill="hold"/>
                                            <p:tgtEl>
                                              <p:spTgt spid="8"/>
                                            </p:tgtEl>
                                            <p:attrNameLst>
                                              <p:attrName>ppt_y</p:attrName>
                                            </p:attrNameLst>
                                          </p:cBhvr>
                                          <p:tavLst>
                                            <p:tav tm="0">
                                              <p:val>
                                                <p:fltVal val="0.5"/>
                                              </p:val>
                                            </p:tav>
                                            <p:tav tm="100000">
                                              <p:val>
                                                <p:strVal val="#ppt_y"/>
                                              </p:val>
                                            </p:tav>
                                          </p:tavLst>
                                        </p:anim>
                                      </p:childTnLst>
                                    </p:cTn>
                                  </p:par>
                                  <p:par>
                                    <p:cTn id="26" presetID="53" presetClass="entr" presetSubtype="528" fill="hold" grpId="0" nodeType="withEffect">
                                      <p:stCondLst>
                                        <p:cond delay="250"/>
                                      </p:stCondLst>
                                      <p:childTnLst>
                                        <p:set>
                                          <p:cBhvr>
                                            <p:cTn id="27" dur="1" fill="hold">
                                              <p:stCondLst>
                                                <p:cond delay="0"/>
                                              </p:stCondLst>
                                            </p:cTn>
                                            <p:tgtEl>
                                              <p:spTgt spid="5"/>
                                            </p:tgtEl>
                                            <p:attrNameLst>
                                              <p:attrName>style.visibility</p:attrName>
                                            </p:attrNameLst>
                                          </p:cBhvr>
                                          <p:to>
                                            <p:strVal val="visible"/>
                                          </p:to>
                                        </p:set>
                                        <p:anim calcmode="lin" valueType="num">
                                          <p:cBhvr>
                                            <p:cTn id="28" dur="500" fill="hold"/>
                                            <p:tgtEl>
                                              <p:spTgt spid="5"/>
                                            </p:tgtEl>
                                            <p:attrNameLst>
                                              <p:attrName>ppt_w</p:attrName>
                                            </p:attrNameLst>
                                          </p:cBhvr>
                                          <p:tavLst>
                                            <p:tav tm="0">
                                              <p:val>
                                                <p:fltVal val="0"/>
                                              </p:val>
                                            </p:tav>
                                            <p:tav tm="100000">
                                              <p:val>
                                                <p:strVal val="#ppt_w"/>
                                              </p:val>
                                            </p:tav>
                                          </p:tavLst>
                                        </p:anim>
                                        <p:anim calcmode="lin" valueType="num">
                                          <p:cBhvr>
                                            <p:cTn id="29" dur="500" fill="hold"/>
                                            <p:tgtEl>
                                              <p:spTgt spid="5"/>
                                            </p:tgtEl>
                                            <p:attrNameLst>
                                              <p:attrName>ppt_h</p:attrName>
                                            </p:attrNameLst>
                                          </p:cBhvr>
                                          <p:tavLst>
                                            <p:tav tm="0">
                                              <p:val>
                                                <p:fltVal val="0"/>
                                              </p:val>
                                            </p:tav>
                                            <p:tav tm="100000">
                                              <p:val>
                                                <p:strVal val="#ppt_h"/>
                                              </p:val>
                                            </p:tav>
                                          </p:tavLst>
                                        </p:anim>
                                        <p:animEffect transition="in" filter="fade">
                                          <p:cBhvr>
                                            <p:cTn id="30" dur="500"/>
                                            <p:tgtEl>
                                              <p:spTgt spid="5"/>
                                            </p:tgtEl>
                                          </p:cBhvr>
                                        </p:animEffect>
                                        <p:anim calcmode="lin" valueType="num">
                                          <p:cBhvr>
                                            <p:cTn id="31" dur="500" fill="hold"/>
                                            <p:tgtEl>
                                              <p:spTgt spid="5"/>
                                            </p:tgtEl>
                                            <p:attrNameLst>
                                              <p:attrName>ppt_x</p:attrName>
                                            </p:attrNameLst>
                                          </p:cBhvr>
                                          <p:tavLst>
                                            <p:tav tm="0">
                                              <p:val>
                                                <p:fltVal val="0.5"/>
                                              </p:val>
                                            </p:tav>
                                            <p:tav tm="100000">
                                              <p:val>
                                                <p:strVal val="#ppt_x"/>
                                              </p:val>
                                            </p:tav>
                                          </p:tavLst>
                                        </p:anim>
                                        <p:anim calcmode="lin" valueType="num">
                                          <p:cBhvr>
                                            <p:cTn id="32" dur="500" fill="hold"/>
                                            <p:tgtEl>
                                              <p:spTgt spid="5"/>
                                            </p:tgtEl>
                                            <p:attrNameLst>
                                              <p:attrName>ppt_y</p:attrName>
                                            </p:attrNameLst>
                                          </p:cBhvr>
                                          <p:tavLst>
                                            <p:tav tm="0">
                                              <p:val>
                                                <p:fltVal val="0.5"/>
                                              </p:val>
                                            </p:tav>
                                            <p:tav tm="100000">
                                              <p:val>
                                                <p:strVal val="#ppt_y"/>
                                              </p:val>
                                            </p:tav>
                                          </p:tavLst>
                                        </p:anim>
                                      </p:childTnLst>
                                    </p:cTn>
                                  </p:par>
                                </p:childTnLst>
                              </p:cTn>
                            </p:par>
                            <p:par>
                              <p:cTn id="33" fill="hold">
                                <p:stCondLst>
                                  <p:cond delay="500"/>
                                </p:stCondLst>
                                <p:childTnLst>
                                  <p:par>
                                    <p:cTn id="34" presetID="10" presetClass="entr" presetSubtype="0" fill="hold" grpId="0" nodeType="after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childTnLst>
                              </p:cTn>
                            </p:par>
                            <p:par>
                              <p:cTn id="37" fill="hold">
                                <p:stCondLst>
                                  <p:cond delay="1000"/>
                                </p:stCondLst>
                                <p:childTnLst>
                                  <p:par>
                                    <p:cTn id="38" presetID="22" presetClass="entr" presetSubtype="8" fill="hold" nodeType="after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wipe(left)">
                                          <p:cBhvr>
                                            <p:cTn id="40" dur="500"/>
                                            <p:tgtEl>
                                              <p:spTgt spid="7"/>
                                            </p:tgtEl>
                                          </p:cBhvr>
                                        </p:animEffect>
                                      </p:childTnLst>
                                    </p:cTn>
                                  </p:par>
                                </p:childTnLst>
                              </p:cTn>
                            </p:par>
                            <p:par>
                              <p:cTn id="41" fill="hold">
                                <p:stCondLst>
                                  <p:cond delay="1500"/>
                                </p:stCondLst>
                                <p:childTnLst>
                                  <p:par>
                                    <p:cTn id="42" presetID="53" presetClass="entr" presetSubtype="16"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p:cTn id="44" dur="500" fill="hold"/>
                                            <p:tgtEl>
                                              <p:spTgt spid="11"/>
                                            </p:tgtEl>
                                            <p:attrNameLst>
                                              <p:attrName>ppt_w</p:attrName>
                                            </p:attrNameLst>
                                          </p:cBhvr>
                                          <p:tavLst>
                                            <p:tav tm="0">
                                              <p:val>
                                                <p:fltVal val="0"/>
                                              </p:val>
                                            </p:tav>
                                            <p:tav tm="100000">
                                              <p:val>
                                                <p:strVal val="#ppt_w"/>
                                              </p:val>
                                            </p:tav>
                                          </p:tavLst>
                                        </p:anim>
                                        <p:anim calcmode="lin" valueType="num">
                                          <p:cBhvr>
                                            <p:cTn id="45" dur="500" fill="hold"/>
                                            <p:tgtEl>
                                              <p:spTgt spid="11"/>
                                            </p:tgtEl>
                                            <p:attrNameLst>
                                              <p:attrName>ppt_h</p:attrName>
                                            </p:attrNameLst>
                                          </p:cBhvr>
                                          <p:tavLst>
                                            <p:tav tm="0">
                                              <p:val>
                                                <p:fltVal val="0"/>
                                              </p:val>
                                            </p:tav>
                                            <p:tav tm="100000">
                                              <p:val>
                                                <p:strVal val="#ppt_h"/>
                                              </p:val>
                                            </p:tav>
                                          </p:tavLst>
                                        </p:anim>
                                        <p:animEffect transition="in" filter="fade">
                                          <p:cBhvr>
                                            <p:cTn id="46" dur="500"/>
                                            <p:tgtEl>
                                              <p:spTgt spid="11"/>
                                            </p:tgtEl>
                                          </p:cBhvr>
                                        </p:animEffect>
                                      </p:childTnLst>
                                    </p:cTn>
                                  </p:par>
                                </p:childTnLst>
                              </p:cTn>
                            </p:par>
                            <p:par>
                              <p:cTn id="47" fill="hold">
                                <p:stCondLst>
                                  <p:cond delay="2000"/>
                                </p:stCondLst>
                                <p:childTnLst>
                                  <p:par>
                                    <p:cTn id="48" presetID="10" presetClass="entr" presetSubtype="0" fill="hold" grpId="0" nodeType="after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500"/>
                                            <p:tgtEl>
                                              <p:spTgt spid="12"/>
                                            </p:tgtEl>
                                          </p:cBhvr>
                                        </p:animEffect>
                                      </p:childTnLst>
                                    </p:cTn>
                                  </p:par>
                                </p:childTnLst>
                              </p:cTn>
                            </p:par>
                            <p:par>
                              <p:cTn id="51" fill="hold">
                                <p:stCondLst>
                                  <p:cond delay="2500"/>
                                </p:stCondLst>
                                <p:childTnLst>
                                  <p:par>
                                    <p:cTn id="52" presetID="22" presetClass="entr" presetSubtype="8" fill="hold"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ipe(left)">
                                          <p:cBhvr>
                                            <p:cTn id="54" dur="500"/>
                                            <p:tgtEl>
                                              <p:spTgt spid="13"/>
                                            </p:tgtEl>
                                          </p:cBhvr>
                                        </p:animEffect>
                                      </p:childTnLst>
                                    </p:cTn>
                                  </p:par>
                                </p:childTnLst>
                              </p:cTn>
                            </p:par>
                            <p:par>
                              <p:cTn id="55" fill="hold">
                                <p:stCondLst>
                                  <p:cond delay="3000"/>
                                </p:stCondLst>
                                <p:childTnLst>
                                  <p:par>
                                    <p:cTn id="56" presetID="53" presetClass="entr" presetSubtype="16" fill="hold" grpId="0" nodeType="afterEffect">
                                      <p:stCondLst>
                                        <p:cond delay="0"/>
                                      </p:stCondLst>
                                      <p:childTnLst>
                                        <p:set>
                                          <p:cBhvr>
                                            <p:cTn id="57" dur="1" fill="hold">
                                              <p:stCondLst>
                                                <p:cond delay="0"/>
                                              </p:stCondLst>
                                            </p:cTn>
                                            <p:tgtEl>
                                              <p:spTgt spid="14"/>
                                            </p:tgtEl>
                                            <p:attrNameLst>
                                              <p:attrName>style.visibility</p:attrName>
                                            </p:attrNameLst>
                                          </p:cBhvr>
                                          <p:to>
                                            <p:strVal val="visible"/>
                                          </p:to>
                                        </p:set>
                                        <p:anim calcmode="lin" valueType="num">
                                          <p:cBhvr>
                                            <p:cTn id="58" dur="500" fill="hold"/>
                                            <p:tgtEl>
                                              <p:spTgt spid="14"/>
                                            </p:tgtEl>
                                            <p:attrNameLst>
                                              <p:attrName>ppt_w</p:attrName>
                                            </p:attrNameLst>
                                          </p:cBhvr>
                                          <p:tavLst>
                                            <p:tav tm="0">
                                              <p:val>
                                                <p:fltVal val="0"/>
                                              </p:val>
                                            </p:tav>
                                            <p:tav tm="100000">
                                              <p:val>
                                                <p:strVal val="#ppt_w"/>
                                              </p:val>
                                            </p:tav>
                                          </p:tavLst>
                                        </p:anim>
                                        <p:anim calcmode="lin" valueType="num">
                                          <p:cBhvr>
                                            <p:cTn id="59" dur="500" fill="hold"/>
                                            <p:tgtEl>
                                              <p:spTgt spid="14"/>
                                            </p:tgtEl>
                                            <p:attrNameLst>
                                              <p:attrName>ppt_h</p:attrName>
                                            </p:attrNameLst>
                                          </p:cBhvr>
                                          <p:tavLst>
                                            <p:tav tm="0">
                                              <p:val>
                                                <p:fltVal val="0"/>
                                              </p:val>
                                            </p:tav>
                                            <p:tav tm="100000">
                                              <p:val>
                                                <p:strVal val="#ppt_h"/>
                                              </p:val>
                                            </p:tav>
                                          </p:tavLst>
                                        </p:anim>
                                        <p:animEffect transition="in" filter="fade">
                                          <p:cBhvr>
                                            <p:cTn id="60" dur="500"/>
                                            <p:tgtEl>
                                              <p:spTgt spid="14"/>
                                            </p:tgtEl>
                                          </p:cBhvr>
                                        </p:animEffect>
                                      </p:childTnLst>
                                    </p:cTn>
                                  </p:par>
                                </p:childTnLst>
                              </p:cTn>
                            </p:par>
                            <p:par>
                              <p:cTn id="61" fill="hold">
                                <p:stCondLst>
                                  <p:cond delay="350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00"/>
                                            <p:tgtEl>
                                              <p:spTgt spid="15"/>
                                            </p:tgtEl>
                                          </p:cBhvr>
                                        </p:animEffect>
                                      </p:childTnLst>
                                    </p:cTn>
                                  </p:par>
                                </p:childTnLst>
                              </p:cTn>
                            </p:par>
                            <p:par>
                              <p:cTn id="65" fill="hold">
                                <p:stCondLst>
                                  <p:cond delay="4000"/>
                                </p:stCondLst>
                                <p:childTnLst>
                                  <p:par>
                                    <p:cTn id="66" presetID="22" presetClass="entr" presetSubtype="8" fill="hold" nodeType="after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wipe(left)">
                                          <p:cBhvr>
                                            <p:cTn id="68" dur="500"/>
                                            <p:tgtEl>
                                              <p:spTgt spid="16"/>
                                            </p:tgtEl>
                                          </p:cBhvr>
                                        </p:animEffect>
                                      </p:childTnLst>
                                    </p:cTn>
                                  </p:par>
                                </p:childTnLst>
                              </p:cTn>
                            </p:par>
                            <p:par>
                              <p:cTn id="69" fill="hold">
                                <p:stCondLst>
                                  <p:cond delay="4500"/>
                                </p:stCondLst>
                                <p:childTnLst>
                                  <p:par>
                                    <p:cTn id="70" presetID="53" presetClass="entr" presetSubtype="16" fill="hold" grpId="0" nodeType="afterEffect">
                                      <p:stCondLst>
                                        <p:cond delay="0"/>
                                      </p:stCondLst>
                                      <p:childTnLst>
                                        <p:set>
                                          <p:cBhvr>
                                            <p:cTn id="71" dur="1" fill="hold">
                                              <p:stCondLst>
                                                <p:cond delay="0"/>
                                              </p:stCondLst>
                                            </p:cTn>
                                            <p:tgtEl>
                                              <p:spTgt spid="17"/>
                                            </p:tgtEl>
                                            <p:attrNameLst>
                                              <p:attrName>style.visibility</p:attrName>
                                            </p:attrNameLst>
                                          </p:cBhvr>
                                          <p:to>
                                            <p:strVal val="visible"/>
                                          </p:to>
                                        </p:set>
                                        <p:anim calcmode="lin" valueType="num">
                                          <p:cBhvr>
                                            <p:cTn id="72" dur="500" fill="hold"/>
                                            <p:tgtEl>
                                              <p:spTgt spid="17"/>
                                            </p:tgtEl>
                                            <p:attrNameLst>
                                              <p:attrName>ppt_w</p:attrName>
                                            </p:attrNameLst>
                                          </p:cBhvr>
                                          <p:tavLst>
                                            <p:tav tm="0">
                                              <p:val>
                                                <p:fltVal val="0"/>
                                              </p:val>
                                            </p:tav>
                                            <p:tav tm="100000">
                                              <p:val>
                                                <p:strVal val="#ppt_w"/>
                                              </p:val>
                                            </p:tav>
                                          </p:tavLst>
                                        </p:anim>
                                        <p:anim calcmode="lin" valueType="num">
                                          <p:cBhvr>
                                            <p:cTn id="73" dur="500" fill="hold"/>
                                            <p:tgtEl>
                                              <p:spTgt spid="17"/>
                                            </p:tgtEl>
                                            <p:attrNameLst>
                                              <p:attrName>ppt_h</p:attrName>
                                            </p:attrNameLst>
                                          </p:cBhvr>
                                          <p:tavLst>
                                            <p:tav tm="0">
                                              <p:val>
                                                <p:fltVal val="0"/>
                                              </p:val>
                                            </p:tav>
                                            <p:tav tm="100000">
                                              <p:val>
                                                <p:strVal val="#ppt_h"/>
                                              </p:val>
                                            </p:tav>
                                          </p:tavLst>
                                        </p:anim>
                                        <p:animEffect transition="in" filter="fade">
                                          <p:cBhvr>
                                            <p:cTn id="74" dur="500"/>
                                            <p:tgtEl>
                                              <p:spTgt spid="17"/>
                                            </p:tgtEl>
                                          </p:cBhvr>
                                        </p:animEffect>
                                      </p:childTnLst>
                                    </p:cTn>
                                  </p:par>
                                </p:childTnLst>
                              </p:cTn>
                            </p:par>
                            <p:par>
                              <p:cTn id="75" fill="hold">
                                <p:stCondLst>
                                  <p:cond delay="5000"/>
                                </p:stCondLst>
                                <p:childTnLst>
                                  <p:par>
                                    <p:cTn id="76" presetID="10" presetClass="entr" presetSubtype="0" fill="hold" grpId="0" nodeType="afterEffect">
                                      <p:stCondLst>
                                        <p:cond delay="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500"/>
                                            <p:tgtEl>
                                              <p:spTgt spid="18"/>
                                            </p:tgtEl>
                                          </p:cBhvr>
                                        </p:animEffect>
                                      </p:childTnLst>
                                    </p:cTn>
                                  </p:par>
                                </p:childTnLst>
                              </p:cTn>
                            </p:par>
                            <p:par>
                              <p:cTn id="79" fill="hold">
                                <p:stCondLst>
                                  <p:cond delay="5500"/>
                                </p:stCondLst>
                                <p:childTnLst>
                                  <p:par>
                                    <p:cTn id="80" presetID="22" presetClass="entr" presetSubtype="8" fill="hold" nodeType="after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wipe(left)">
                                          <p:cBhvr>
                                            <p:cTn id="82" dur="500"/>
                                            <p:tgtEl>
                                              <p:spTgt spid="19"/>
                                            </p:tgtEl>
                                          </p:cBhvr>
                                        </p:animEffect>
                                      </p:childTnLst>
                                    </p:cTn>
                                  </p:par>
                                </p:childTnLst>
                              </p:cTn>
                            </p:par>
                            <p:par>
                              <p:cTn id="83" fill="hold">
                                <p:stCondLst>
                                  <p:cond delay="6000"/>
                                </p:stCondLst>
                                <p:childTnLst>
                                  <p:par>
                                    <p:cTn id="84" presetID="53" presetClass="entr" presetSubtype="16" fill="hold" grpId="0" nodeType="afterEffect">
                                      <p:stCondLst>
                                        <p:cond delay="0"/>
                                      </p:stCondLst>
                                      <p:childTnLst>
                                        <p:set>
                                          <p:cBhvr>
                                            <p:cTn id="85" dur="1" fill="hold">
                                              <p:stCondLst>
                                                <p:cond delay="0"/>
                                              </p:stCondLst>
                                            </p:cTn>
                                            <p:tgtEl>
                                              <p:spTgt spid="20"/>
                                            </p:tgtEl>
                                            <p:attrNameLst>
                                              <p:attrName>style.visibility</p:attrName>
                                            </p:attrNameLst>
                                          </p:cBhvr>
                                          <p:to>
                                            <p:strVal val="visible"/>
                                          </p:to>
                                        </p:set>
                                        <p:anim calcmode="lin" valueType="num">
                                          <p:cBhvr>
                                            <p:cTn id="86" dur="500" fill="hold"/>
                                            <p:tgtEl>
                                              <p:spTgt spid="20"/>
                                            </p:tgtEl>
                                            <p:attrNameLst>
                                              <p:attrName>ppt_w</p:attrName>
                                            </p:attrNameLst>
                                          </p:cBhvr>
                                          <p:tavLst>
                                            <p:tav tm="0">
                                              <p:val>
                                                <p:fltVal val="0"/>
                                              </p:val>
                                            </p:tav>
                                            <p:tav tm="100000">
                                              <p:val>
                                                <p:strVal val="#ppt_w"/>
                                              </p:val>
                                            </p:tav>
                                          </p:tavLst>
                                        </p:anim>
                                        <p:anim calcmode="lin" valueType="num">
                                          <p:cBhvr>
                                            <p:cTn id="87" dur="500" fill="hold"/>
                                            <p:tgtEl>
                                              <p:spTgt spid="20"/>
                                            </p:tgtEl>
                                            <p:attrNameLst>
                                              <p:attrName>ppt_h</p:attrName>
                                            </p:attrNameLst>
                                          </p:cBhvr>
                                          <p:tavLst>
                                            <p:tav tm="0">
                                              <p:val>
                                                <p:fltVal val="0"/>
                                              </p:val>
                                            </p:tav>
                                            <p:tav tm="100000">
                                              <p:val>
                                                <p:strVal val="#ppt_h"/>
                                              </p:val>
                                            </p:tav>
                                          </p:tavLst>
                                        </p:anim>
                                        <p:animEffect transition="in" filter="fade">
                                          <p:cBhvr>
                                            <p:cTn id="88" dur="500"/>
                                            <p:tgtEl>
                                              <p:spTgt spid="20"/>
                                            </p:tgtEl>
                                          </p:cBhvr>
                                        </p:animEffect>
                                      </p:childTnLst>
                                    </p:cTn>
                                  </p:par>
                                </p:childTnLst>
                              </p:cTn>
                            </p:par>
                            <p:par>
                              <p:cTn id="89" fill="hold">
                                <p:stCondLst>
                                  <p:cond delay="6500"/>
                                </p:stCondLst>
                                <p:childTnLst>
                                  <p:par>
                                    <p:cTn id="90" presetID="10" presetClass="entr" presetSubtype="0" fill="hold" grpId="0" nodeType="after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00"/>
                                            <p:tgtEl>
                                              <p:spTgt spid="21"/>
                                            </p:tgtEl>
                                          </p:cBhvr>
                                        </p:animEffect>
                                      </p:childTnLst>
                                    </p:cTn>
                                  </p:par>
                                </p:childTnLst>
                              </p:cTn>
                            </p:par>
                            <p:par>
                              <p:cTn id="93" fill="hold">
                                <p:stCondLst>
                                  <p:cond delay="7000"/>
                                </p:stCondLst>
                                <p:childTnLst>
                                  <p:par>
                                    <p:cTn id="94" presetID="22" presetClass="entr" presetSubtype="8" fill="hold" nodeType="afterEffect">
                                      <p:stCondLst>
                                        <p:cond delay="0"/>
                                      </p:stCondLst>
                                      <p:childTnLst>
                                        <p:set>
                                          <p:cBhvr>
                                            <p:cTn id="95" dur="1" fill="hold">
                                              <p:stCondLst>
                                                <p:cond delay="0"/>
                                              </p:stCondLst>
                                            </p:cTn>
                                            <p:tgtEl>
                                              <p:spTgt spid="22"/>
                                            </p:tgtEl>
                                            <p:attrNameLst>
                                              <p:attrName>style.visibility</p:attrName>
                                            </p:attrNameLst>
                                          </p:cBhvr>
                                          <p:to>
                                            <p:strVal val="visible"/>
                                          </p:to>
                                        </p:set>
                                        <p:animEffect transition="in" filter="wipe(left)">
                                          <p:cBhvr>
                                            <p:cTn id="96" dur="500"/>
                                            <p:tgtEl>
                                              <p:spTgt spid="22"/>
                                            </p:tgtEl>
                                          </p:cBhvr>
                                        </p:animEffect>
                                      </p:childTnLst>
                                    </p:cTn>
                                  </p:par>
                                </p:childTnLst>
                              </p:cTn>
                            </p:par>
                            <p:par>
                              <p:cTn id="97" fill="hold">
                                <p:stCondLst>
                                  <p:cond delay="7500"/>
                                </p:stCondLst>
                                <p:childTnLst>
                                  <p:par>
                                    <p:cTn id="98" presetID="53" presetClass="entr" presetSubtype="16" fill="hold" grpId="0" nodeType="afterEffect">
                                      <p:stCondLst>
                                        <p:cond delay="0"/>
                                      </p:stCondLst>
                                      <p:childTnLst>
                                        <p:set>
                                          <p:cBhvr>
                                            <p:cTn id="99" dur="1" fill="hold">
                                              <p:stCondLst>
                                                <p:cond delay="0"/>
                                              </p:stCondLst>
                                            </p:cTn>
                                            <p:tgtEl>
                                              <p:spTgt spid="23"/>
                                            </p:tgtEl>
                                            <p:attrNameLst>
                                              <p:attrName>style.visibility</p:attrName>
                                            </p:attrNameLst>
                                          </p:cBhvr>
                                          <p:to>
                                            <p:strVal val="visible"/>
                                          </p:to>
                                        </p:set>
                                        <p:anim calcmode="lin" valueType="num">
                                          <p:cBhvr>
                                            <p:cTn id="100" dur="500" fill="hold"/>
                                            <p:tgtEl>
                                              <p:spTgt spid="23"/>
                                            </p:tgtEl>
                                            <p:attrNameLst>
                                              <p:attrName>ppt_w</p:attrName>
                                            </p:attrNameLst>
                                          </p:cBhvr>
                                          <p:tavLst>
                                            <p:tav tm="0">
                                              <p:val>
                                                <p:fltVal val="0"/>
                                              </p:val>
                                            </p:tav>
                                            <p:tav tm="100000">
                                              <p:val>
                                                <p:strVal val="#ppt_w"/>
                                              </p:val>
                                            </p:tav>
                                          </p:tavLst>
                                        </p:anim>
                                        <p:anim calcmode="lin" valueType="num">
                                          <p:cBhvr>
                                            <p:cTn id="101" dur="500" fill="hold"/>
                                            <p:tgtEl>
                                              <p:spTgt spid="23"/>
                                            </p:tgtEl>
                                            <p:attrNameLst>
                                              <p:attrName>ppt_h</p:attrName>
                                            </p:attrNameLst>
                                          </p:cBhvr>
                                          <p:tavLst>
                                            <p:tav tm="0">
                                              <p:val>
                                                <p:fltVal val="0"/>
                                              </p:val>
                                            </p:tav>
                                            <p:tav tm="100000">
                                              <p:val>
                                                <p:strVal val="#ppt_h"/>
                                              </p:val>
                                            </p:tav>
                                          </p:tavLst>
                                        </p:anim>
                                        <p:animEffect transition="in" filter="fade">
                                          <p:cBhvr>
                                            <p:cTn id="102" dur="500"/>
                                            <p:tgtEl>
                                              <p:spTgt spid="23"/>
                                            </p:tgtEl>
                                          </p:cBhvr>
                                        </p:animEffect>
                                      </p:childTnLst>
                                    </p:cTn>
                                  </p:par>
                                </p:childTnLst>
                              </p:cTn>
                            </p:par>
                            <p:par>
                              <p:cTn id="103" fill="hold">
                                <p:stCondLst>
                                  <p:cond delay="8000"/>
                                </p:stCondLst>
                                <p:childTnLst>
                                  <p:par>
                                    <p:cTn id="104" presetID="10" presetClass="entr" presetSubtype="0" fill="hold" grpId="0" nodeType="afterEffect">
                                      <p:stCondLst>
                                        <p:cond delay="0"/>
                                      </p:stCondLst>
                                      <p:childTnLst>
                                        <p:set>
                                          <p:cBhvr>
                                            <p:cTn id="105" dur="1" fill="hold">
                                              <p:stCondLst>
                                                <p:cond delay="0"/>
                                              </p:stCondLst>
                                            </p:cTn>
                                            <p:tgtEl>
                                              <p:spTgt spid="24"/>
                                            </p:tgtEl>
                                            <p:attrNameLst>
                                              <p:attrName>style.visibility</p:attrName>
                                            </p:attrNameLst>
                                          </p:cBhvr>
                                          <p:to>
                                            <p:strVal val="visible"/>
                                          </p:to>
                                        </p:set>
                                        <p:animEffect transition="in" filter="fade">
                                          <p:cBhvr>
                                            <p:cTn id="106" dur="500"/>
                                            <p:tgtEl>
                                              <p:spTgt spid="24"/>
                                            </p:tgtEl>
                                          </p:cBhvr>
                                        </p:animEffect>
                                      </p:childTnLst>
                                    </p:cTn>
                                  </p:par>
                                </p:childTnLst>
                              </p:cTn>
                            </p:par>
                            <p:par>
                              <p:cTn id="107" fill="hold">
                                <p:stCondLst>
                                  <p:cond delay="8500"/>
                                </p:stCondLst>
                                <p:childTnLst>
                                  <p:par>
                                    <p:cTn id="108" presetID="22" presetClass="entr" presetSubtype="8" fill="hold" nodeType="afterEffect">
                                      <p:stCondLst>
                                        <p:cond delay="0"/>
                                      </p:stCondLst>
                                      <p:childTnLst>
                                        <p:set>
                                          <p:cBhvr>
                                            <p:cTn id="109" dur="1" fill="hold">
                                              <p:stCondLst>
                                                <p:cond delay="0"/>
                                              </p:stCondLst>
                                            </p:cTn>
                                            <p:tgtEl>
                                              <p:spTgt spid="25"/>
                                            </p:tgtEl>
                                            <p:attrNameLst>
                                              <p:attrName>style.visibility</p:attrName>
                                            </p:attrNameLst>
                                          </p:cBhvr>
                                          <p:to>
                                            <p:strVal val="visible"/>
                                          </p:to>
                                        </p:set>
                                        <p:animEffect transition="in" filter="wipe(left)">
                                          <p:cBhvr>
                                            <p:cTn id="110" dur="500"/>
                                            <p:tgtEl>
                                              <p:spTgt spid="25"/>
                                            </p:tgtEl>
                                          </p:cBhvr>
                                        </p:animEffect>
                                      </p:childTnLst>
                                    </p:cTn>
                                  </p:par>
                                </p:childTnLst>
                              </p:cTn>
                            </p:par>
                            <p:par>
                              <p:cTn id="111" fill="hold">
                                <p:stCondLst>
                                  <p:cond delay="9000"/>
                                </p:stCondLst>
                                <p:childTnLst>
                                  <p:par>
                                    <p:cTn id="112" presetID="53" presetClass="entr" presetSubtype="16" fill="hold" grpId="0" nodeType="afterEffect">
                                      <p:stCondLst>
                                        <p:cond delay="0"/>
                                      </p:stCondLst>
                                      <p:childTnLst>
                                        <p:set>
                                          <p:cBhvr>
                                            <p:cTn id="113" dur="1" fill="hold">
                                              <p:stCondLst>
                                                <p:cond delay="0"/>
                                              </p:stCondLst>
                                            </p:cTn>
                                            <p:tgtEl>
                                              <p:spTgt spid="26"/>
                                            </p:tgtEl>
                                            <p:attrNameLst>
                                              <p:attrName>style.visibility</p:attrName>
                                            </p:attrNameLst>
                                          </p:cBhvr>
                                          <p:to>
                                            <p:strVal val="visible"/>
                                          </p:to>
                                        </p:set>
                                        <p:anim calcmode="lin" valueType="num">
                                          <p:cBhvr>
                                            <p:cTn id="114" dur="500" fill="hold"/>
                                            <p:tgtEl>
                                              <p:spTgt spid="26"/>
                                            </p:tgtEl>
                                            <p:attrNameLst>
                                              <p:attrName>ppt_w</p:attrName>
                                            </p:attrNameLst>
                                          </p:cBhvr>
                                          <p:tavLst>
                                            <p:tav tm="0">
                                              <p:val>
                                                <p:fltVal val="0"/>
                                              </p:val>
                                            </p:tav>
                                            <p:tav tm="100000">
                                              <p:val>
                                                <p:strVal val="#ppt_w"/>
                                              </p:val>
                                            </p:tav>
                                          </p:tavLst>
                                        </p:anim>
                                        <p:anim calcmode="lin" valueType="num">
                                          <p:cBhvr>
                                            <p:cTn id="115" dur="500" fill="hold"/>
                                            <p:tgtEl>
                                              <p:spTgt spid="26"/>
                                            </p:tgtEl>
                                            <p:attrNameLst>
                                              <p:attrName>ppt_h</p:attrName>
                                            </p:attrNameLst>
                                          </p:cBhvr>
                                          <p:tavLst>
                                            <p:tav tm="0">
                                              <p:val>
                                                <p:fltVal val="0"/>
                                              </p:val>
                                            </p:tav>
                                            <p:tav tm="100000">
                                              <p:val>
                                                <p:strVal val="#ppt_h"/>
                                              </p:val>
                                            </p:tav>
                                          </p:tavLst>
                                        </p:anim>
                                        <p:animEffect transition="in" filter="fade">
                                          <p:cBhvr>
                                            <p:cTn id="116" dur="500"/>
                                            <p:tgtEl>
                                              <p:spTgt spid="26"/>
                                            </p:tgtEl>
                                          </p:cBhvr>
                                        </p:animEffect>
                                      </p:childTnLst>
                                    </p:cTn>
                                  </p:par>
                                  <p:par>
                                    <p:cTn id="117" presetID="2" presetClass="entr" presetSubtype="1" fill="hold" grpId="0" nodeType="withEffect" p14:presetBounceEnd="81000">
                                      <p:stCondLst>
                                        <p:cond delay="0"/>
                                      </p:stCondLst>
                                      <p:childTnLst>
                                        <p:set>
                                          <p:cBhvr>
                                            <p:cTn id="118" dur="1" fill="hold">
                                              <p:stCondLst>
                                                <p:cond delay="0"/>
                                              </p:stCondLst>
                                            </p:cTn>
                                            <p:tgtEl>
                                              <p:spTgt spid="28"/>
                                            </p:tgtEl>
                                            <p:attrNameLst>
                                              <p:attrName>style.visibility</p:attrName>
                                            </p:attrNameLst>
                                          </p:cBhvr>
                                          <p:to>
                                            <p:strVal val="visible"/>
                                          </p:to>
                                        </p:set>
                                        <p:anim calcmode="lin" valueType="num" p14:bounceEnd="81000">
                                          <p:cBhvr additive="base">
                                            <p:cTn id="119" dur="1000" fill="hold"/>
                                            <p:tgtEl>
                                              <p:spTgt spid="28"/>
                                            </p:tgtEl>
                                            <p:attrNameLst>
                                              <p:attrName>ppt_x</p:attrName>
                                            </p:attrNameLst>
                                          </p:cBhvr>
                                          <p:tavLst>
                                            <p:tav tm="0">
                                              <p:val>
                                                <p:strVal val="#ppt_x"/>
                                              </p:val>
                                            </p:tav>
                                            <p:tav tm="100000">
                                              <p:val>
                                                <p:strVal val="#ppt_x"/>
                                              </p:val>
                                            </p:tav>
                                          </p:tavLst>
                                        </p:anim>
                                        <p:anim calcmode="lin" valueType="num" p14:bounceEnd="81000">
                                          <p:cBhvr additive="base">
                                            <p:cTn id="120" dur="1000" fill="hold"/>
                                            <p:tgtEl>
                                              <p:spTgt spid="28"/>
                                            </p:tgtEl>
                                            <p:attrNameLst>
                                              <p:attrName>ppt_y</p:attrName>
                                            </p:attrNameLst>
                                          </p:cBhvr>
                                          <p:tavLst>
                                            <p:tav tm="0">
                                              <p:val>
                                                <p:strVal val="0-#ppt_h/2"/>
                                              </p:val>
                                            </p:tav>
                                            <p:tav tm="100000">
                                              <p:val>
                                                <p:strVal val="#ppt_y"/>
                                              </p:val>
                                            </p:tav>
                                          </p:tavLst>
                                        </p:anim>
                                      </p:childTnLst>
                                    </p:cTn>
                                  </p:par>
                                </p:childTnLst>
                              </p:cTn>
                            </p:par>
                            <p:par>
                              <p:cTn id="121" fill="hold">
                                <p:stCondLst>
                                  <p:cond delay="10000"/>
                                </p:stCondLst>
                                <p:childTnLst>
                                  <p:par>
                                    <p:cTn id="122" presetID="22" presetClass="entr" presetSubtype="8" fill="hold" nodeType="afterEffect">
                                      <p:stCondLst>
                                        <p:cond delay="0"/>
                                      </p:stCondLst>
                                      <p:childTnLst>
                                        <p:set>
                                          <p:cBhvr>
                                            <p:cTn id="123" dur="1" fill="hold">
                                              <p:stCondLst>
                                                <p:cond delay="0"/>
                                              </p:stCondLst>
                                            </p:cTn>
                                            <p:tgtEl>
                                              <p:spTgt spid="33"/>
                                            </p:tgtEl>
                                            <p:attrNameLst>
                                              <p:attrName>style.visibility</p:attrName>
                                            </p:attrNameLst>
                                          </p:cBhvr>
                                          <p:to>
                                            <p:strVal val="visible"/>
                                          </p:to>
                                        </p:set>
                                        <p:animEffect transition="in" filter="wipe(left)">
                                          <p:cBhvr>
                                            <p:cTn id="12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P spid="9" grpId="0" animBg="1"/>
          <p:bldP spid="10" grpId="0" animBg="1"/>
          <p:bldP spid="11" grpId="0"/>
          <p:bldP spid="12" grpId="0" animBg="1"/>
          <p:bldP spid="14" grpId="0"/>
          <p:bldP spid="15" grpId="0" animBg="1"/>
          <p:bldP spid="17" grpId="0"/>
          <p:bldP spid="18" grpId="0" animBg="1"/>
          <p:bldP spid="20" grpId="0"/>
          <p:bldP spid="21" grpId="0" animBg="1"/>
          <p:bldP spid="23" grpId="0"/>
          <p:bldP spid="24" grpId="0" animBg="1"/>
          <p:bldP spid="26" grpId="0"/>
          <p:bldP spid="2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anim calcmode="lin" valueType="num">
                                          <p:cBhvr>
                                            <p:cTn id="10" dur="500" fill="hold"/>
                                            <p:tgtEl>
                                              <p:spTgt spid="10"/>
                                            </p:tgtEl>
                                            <p:attrNameLst>
                                              <p:attrName>ppt_x</p:attrName>
                                            </p:attrNameLst>
                                          </p:cBhvr>
                                          <p:tavLst>
                                            <p:tav tm="0">
                                              <p:val>
                                                <p:fltVal val="0.5"/>
                                              </p:val>
                                            </p:tav>
                                            <p:tav tm="100000">
                                              <p:val>
                                                <p:strVal val="#ppt_x"/>
                                              </p:val>
                                            </p:tav>
                                          </p:tavLst>
                                        </p:anim>
                                        <p:anim calcmode="lin" valueType="num">
                                          <p:cBhvr>
                                            <p:cTn id="11" dur="500" fill="hold"/>
                                            <p:tgtEl>
                                              <p:spTgt spid="10"/>
                                            </p:tgtEl>
                                            <p:attrNameLst>
                                              <p:attrName>ppt_y</p:attrName>
                                            </p:attrNameLst>
                                          </p:cBhvr>
                                          <p:tavLst>
                                            <p:tav tm="0">
                                              <p:val>
                                                <p:fltVal val="0.5"/>
                                              </p:val>
                                            </p:tav>
                                            <p:tav tm="100000">
                                              <p:val>
                                                <p:strVal val="#ppt_y"/>
                                              </p:val>
                                            </p:tav>
                                          </p:tavLst>
                                        </p:anim>
                                      </p:childTnLst>
                                    </p:cTn>
                                  </p:par>
                                  <p:par>
                                    <p:cTn id="12" presetID="53" presetClass="entr" presetSubtype="52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anim calcmode="lin" valueType="num">
                                          <p:cBhvr>
                                            <p:cTn id="17" dur="500" fill="hold"/>
                                            <p:tgtEl>
                                              <p:spTgt spid="9"/>
                                            </p:tgtEl>
                                            <p:attrNameLst>
                                              <p:attrName>ppt_x</p:attrName>
                                            </p:attrNameLst>
                                          </p:cBhvr>
                                          <p:tavLst>
                                            <p:tav tm="0">
                                              <p:val>
                                                <p:fltVal val="0.5"/>
                                              </p:val>
                                            </p:tav>
                                            <p:tav tm="100000">
                                              <p:val>
                                                <p:strVal val="#ppt_x"/>
                                              </p:val>
                                            </p:tav>
                                          </p:tavLst>
                                        </p:anim>
                                        <p:anim calcmode="lin" valueType="num">
                                          <p:cBhvr>
                                            <p:cTn id="18" dur="500" fill="hold"/>
                                            <p:tgtEl>
                                              <p:spTgt spid="9"/>
                                            </p:tgtEl>
                                            <p:attrNameLst>
                                              <p:attrName>ppt_y</p:attrName>
                                            </p:attrNameLst>
                                          </p:cBhvr>
                                          <p:tavLst>
                                            <p:tav tm="0">
                                              <p:val>
                                                <p:fltVal val="0.5"/>
                                              </p:val>
                                            </p:tav>
                                            <p:tav tm="100000">
                                              <p:val>
                                                <p:strVal val="#ppt_y"/>
                                              </p:val>
                                            </p:tav>
                                          </p:tavLst>
                                        </p:anim>
                                      </p:childTnLst>
                                    </p:cTn>
                                  </p:par>
                                  <p:par>
                                    <p:cTn id="19" presetID="53" presetClass="entr" presetSubtype="528" fill="hold" grpId="0" nodeType="withEffect">
                                      <p:stCondLst>
                                        <p:cond delay="250"/>
                                      </p:stCondLst>
                                      <p:childTnLst>
                                        <p:set>
                                          <p:cBhvr>
                                            <p:cTn id="20" dur="1" fill="hold">
                                              <p:stCondLst>
                                                <p:cond delay="0"/>
                                              </p:stCondLst>
                                            </p:cTn>
                                            <p:tgtEl>
                                              <p:spTgt spid="8"/>
                                            </p:tgtEl>
                                            <p:attrNameLst>
                                              <p:attrName>style.visibility</p:attrName>
                                            </p:attrNameLst>
                                          </p:cBhvr>
                                          <p:to>
                                            <p:strVal val="visible"/>
                                          </p:to>
                                        </p:set>
                                        <p:anim calcmode="lin" valueType="num">
                                          <p:cBhvr>
                                            <p:cTn id="21" dur="500" fill="hold"/>
                                            <p:tgtEl>
                                              <p:spTgt spid="8"/>
                                            </p:tgtEl>
                                            <p:attrNameLst>
                                              <p:attrName>ppt_w</p:attrName>
                                            </p:attrNameLst>
                                          </p:cBhvr>
                                          <p:tavLst>
                                            <p:tav tm="0">
                                              <p:val>
                                                <p:fltVal val="0"/>
                                              </p:val>
                                            </p:tav>
                                            <p:tav tm="100000">
                                              <p:val>
                                                <p:strVal val="#ppt_w"/>
                                              </p:val>
                                            </p:tav>
                                          </p:tavLst>
                                        </p:anim>
                                        <p:anim calcmode="lin" valueType="num">
                                          <p:cBhvr>
                                            <p:cTn id="22" dur="500" fill="hold"/>
                                            <p:tgtEl>
                                              <p:spTgt spid="8"/>
                                            </p:tgtEl>
                                            <p:attrNameLst>
                                              <p:attrName>ppt_h</p:attrName>
                                            </p:attrNameLst>
                                          </p:cBhvr>
                                          <p:tavLst>
                                            <p:tav tm="0">
                                              <p:val>
                                                <p:fltVal val="0"/>
                                              </p:val>
                                            </p:tav>
                                            <p:tav tm="100000">
                                              <p:val>
                                                <p:strVal val="#ppt_h"/>
                                              </p:val>
                                            </p:tav>
                                          </p:tavLst>
                                        </p:anim>
                                        <p:animEffect transition="in" filter="fade">
                                          <p:cBhvr>
                                            <p:cTn id="23" dur="500"/>
                                            <p:tgtEl>
                                              <p:spTgt spid="8"/>
                                            </p:tgtEl>
                                          </p:cBhvr>
                                        </p:animEffect>
                                        <p:anim calcmode="lin" valueType="num">
                                          <p:cBhvr>
                                            <p:cTn id="24" dur="500" fill="hold"/>
                                            <p:tgtEl>
                                              <p:spTgt spid="8"/>
                                            </p:tgtEl>
                                            <p:attrNameLst>
                                              <p:attrName>ppt_x</p:attrName>
                                            </p:attrNameLst>
                                          </p:cBhvr>
                                          <p:tavLst>
                                            <p:tav tm="0">
                                              <p:val>
                                                <p:fltVal val="0.5"/>
                                              </p:val>
                                            </p:tav>
                                            <p:tav tm="100000">
                                              <p:val>
                                                <p:strVal val="#ppt_x"/>
                                              </p:val>
                                            </p:tav>
                                          </p:tavLst>
                                        </p:anim>
                                        <p:anim calcmode="lin" valueType="num">
                                          <p:cBhvr>
                                            <p:cTn id="25" dur="500" fill="hold"/>
                                            <p:tgtEl>
                                              <p:spTgt spid="8"/>
                                            </p:tgtEl>
                                            <p:attrNameLst>
                                              <p:attrName>ppt_y</p:attrName>
                                            </p:attrNameLst>
                                          </p:cBhvr>
                                          <p:tavLst>
                                            <p:tav tm="0">
                                              <p:val>
                                                <p:fltVal val="0.5"/>
                                              </p:val>
                                            </p:tav>
                                            <p:tav tm="100000">
                                              <p:val>
                                                <p:strVal val="#ppt_y"/>
                                              </p:val>
                                            </p:tav>
                                          </p:tavLst>
                                        </p:anim>
                                      </p:childTnLst>
                                    </p:cTn>
                                  </p:par>
                                  <p:par>
                                    <p:cTn id="26" presetID="53" presetClass="entr" presetSubtype="528" fill="hold" grpId="0" nodeType="withEffect">
                                      <p:stCondLst>
                                        <p:cond delay="250"/>
                                      </p:stCondLst>
                                      <p:childTnLst>
                                        <p:set>
                                          <p:cBhvr>
                                            <p:cTn id="27" dur="1" fill="hold">
                                              <p:stCondLst>
                                                <p:cond delay="0"/>
                                              </p:stCondLst>
                                            </p:cTn>
                                            <p:tgtEl>
                                              <p:spTgt spid="5"/>
                                            </p:tgtEl>
                                            <p:attrNameLst>
                                              <p:attrName>style.visibility</p:attrName>
                                            </p:attrNameLst>
                                          </p:cBhvr>
                                          <p:to>
                                            <p:strVal val="visible"/>
                                          </p:to>
                                        </p:set>
                                        <p:anim calcmode="lin" valueType="num">
                                          <p:cBhvr>
                                            <p:cTn id="28" dur="500" fill="hold"/>
                                            <p:tgtEl>
                                              <p:spTgt spid="5"/>
                                            </p:tgtEl>
                                            <p:attrNameLst>
                                              <p:attrName>ppt_w</p:attrName>
                                            </p:attrNameLst>
                                          </p:cBhvr>
                                          <p:tavLst>
                                            <p:tav tm="0">
                                              <p:val>
                                                <p:fltVal val="0"/>
                                              </p:val>
                                            </p:tav>
                                            <p:tav tm="100000">
                                              <p:val>
                                                <p:strVal val="#ppt_w"/>
                                              </p:val>
                                            </p:tav>
                                          </p:tavLst>
                                        </p:anim>
                                        <p:anim calcmode="lin" valueType="num">
                                          <p:cBhvr>
                                            <p:cTn id="29" dur="500" fill="hold"/>
                                            <p:tgtEl>
                                              <p:spTgt spid="5"/>
                                            </p:tgtEl>
                                            <p:attrNameLst>
                                              <p:attrName>ppt_h</p:attrName>
                                            </p:attrNameLst>
                                          </p:cBhvr>
                                          <p:tavLst>
                                            <p:tav tm="0">
                                              <p:val>
                                                <p:fltVal val="0"/>
                                              </p:val>
                                            </p:tav>
                                            <p:tav tm="100000">
                                              <p:val>
                                                <p:strVal val="#ppt_h"/>
                                              </p:val>
                                            </p:tav>
                                          </p:tavLst>
                                        </p:anim>
                                        <p:animEffect transition="in" filter="fade">
                                          <p:cBhvr>
                                            <p:cTn id="30" dur="500"/>
                                            <p:tgtEl>
                                              <p:spTgt spid="5"/>
                                            </p:tgtEl>
                                          </p:cBhvr>
                                        </p:animEffect>
                                        <p:anim calcmode="lin" valueType="num">
                                          <p:cBhvr>
                                            <p:cTn id="31" dur="500" fill="hold"/>
                                            <p:tgtEl>
                                              <p:spTgt spid="5"/>
                                            </p:tgtEl>
                                            <p:attrNameLst>
                                              <p:attrName>ppt_x</p:attrName>
                                            </p:attrNameLst>
                                          </p:cBhvr>
                                          <p:tavLst>
                                            <p:tav tm="0">
                                              <p:val>
                                                <p:fltVal val="0.5"/>
                                              </p:val>
                                            </p:tav>
                                            <p:tav tm="100000">
                                              <p:val>
                                                <p:strVal val="#ppt_x"/>
                                              </p:val>
                                            </p:tav>
                                          </p:tavLst>
                                        </p:anim>
                                        <p:anim calcmode="lin" valueType="num">
                                          <p:cBhvr>
                                            <p:cTn id="32" dur="500" fill="hold"/>
                                            <p:tgtEl>
                                              <p:spTgt spid="5"/>
                                            </p:tgtEl>
                                            <p:attrNameLst>
                                              <p:attrName>ppt_y</p:attrName>
                                            </p:attrNameLst>
                                          </p:cBhvr>
                                          <p:tavLst>
                                            <p:tav tm="0">
                                              <p:val>
                                                <p:fltVal val="0.5"/>
                                              </p:val>
                                            </p:tav>
                                            <p:tav tm="100000">
                                              <p:val>
                                                <p:strVal val="#ppt_y"/>
                                              </p:val>
                                            </p:tav>
                                          </p:tavLst>
                                        </p:anim>
                                      </p:childTnLst>
                                    </p:cTn>
                                  </p:par>
                                </p:childTnLst>
                              </p:cTn>
                            </p:par>
                            <p:par>
                              <p:cTn id="33" fill="hold">
                                <p:stCondLst>
                                  <p:cond delay="500"/>
                                </p:stCondLst>
                                <p:childTnLst>
                                  <p:par>
                                    <p:cTn id="34" presetID="10" presetClass="entr" presetSubtype="0" fill="hold" grpId="0" nodeType="after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childTnLst>
                              </p:cTn>
                            </p:par>
                            <p:par>
                              <p:cTn id="37" fill="hold">
                                <p:stCondLst>
                                  <p:cond delay="1000"/>
                                </p:stCondLst>
                                <p:childTnLst>
                                  <p:par>
                                    <p:cTn id="38" presetID="22" presetClass="entr" presetSubtype="8" fill="hold" nodeType="after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wipe(left)">
                                          <p:cBhvr>
                                            <p:cTn id="40" dur="500"/>
                                            <p:tgtEl>
                                              <p:spTgt spid="7"/>
                                            </p:tgtEl>
                                          </p:cBhvr>
                                        </p:animEffect>
                                      </p:childTnLst>
                                    </p:cTn>
                                  </p:par>
                                </p:childTnLst>
                              </p:cTn>
                            </p:par>
                            <p:par>
                              <p:cTn id="41" fill="hold">
                                <p:stCondLst>
                                  <p:cond delay="1500"/>
                                </p:stCondLst>
                                <p:childTnLst>
                                  <p:par>
                                    <p:cTn id="42" presetID="53" presetClass="entr" presetSubtype="16"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p:cTn id="44" dur="500" fill="hold"/>
                                            <p:tgtEl>
                                              <p:spTgt spid="11"/>
                                            </p:tgtEl>
                                            <p:attrNameLst>
                                              <p:attrName>ppt_w</p:attrName>
                                            </p:attrNameLst>
                                          </p:cBhvr>
                                          <p:tavLst>
                                            <p:tav tm="0">
                                              <p:val>
                                                <p:fltVal val="0"/>
                                              </p:val>
                                            </p:tav>
                                            <p:tav tm="100000">
                                              <p:val>
                                                <p:strVal val="#ppt_w"/>
                                              </p:val>
                                            </p:tav>
                                          </p:tavLst>
                                        </p:anim>
                                        <p:anim calcmode="lin" valueType="num">
                                          <p:cBhvr>
                                            <p:cTn id="45" dur="500" fill="hold"/>
                                            <p:tgtEl>
                                              <p:spTgt spid="11"/>
                                            </p:tgtEl>
                                            <p:attrNameLst>
                                              <p:attrName>ppt_h</p:attrName>
                                            </p:attrNameLst>
                                          </p:cBhvr>
                                          <p:tavLst>
                                            <p:tav tm="0">
                                              <p:val>
                                                <p:fltVal val="0"/>
                                              </p:val>
                                            </p:tav>
                                            <p:tav tm="100000">
                                              <p:val>
                                                <p:strVal val="#ppt_h"/>
                                              </p:val>
                                            </p:tav>
                                          </p:tavLst>
                                        </p:anim>
                                        <p:animEffect transition="in" filter="fade">
                                          <p:cBhvr>
                                            <p:cTn id="46" dur="500"/>
                                            <p:tgtEl>
                                              <p:spTgt spid="11"/>
                                            </p:tgtEl>
                                          </p:cBhvr>
                                        </p:animEffect>
                                      </p:childTnLst>
                                    </p:cTn>
                                  </p:par>
                                </p:childTnLst>
                              </p:cTn>
                            </p:par>
                            <p:par>
                              <p:cTn id="47" fill="hold">
                                <p:stCondLst>
                                  <p:cond delay="2000"/>
                                </p:stCondLst>
                                <p:childTnLst>
                                  <p:par>
                                    <p:cTn id="48" presetID="10" presetClass="entr" presetSubtype="0" fill="hold" grpId="0" nodeType="after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500"/>
                                            <p:tgtEl>
                                              <p:spTgt spid="12"/>
                                            </p:tgtEl>
                                          </p:cBhvr>
                                        </p:animEffect>
                                      </p:childTnLst>
                                    </p:cTn>
                                  </p:par>
                                </p:childTnLst>
                              </p:cTn>
                            </p:par>
                            <p:par>
                              <p:cTn id="51" fill="hold">
                                <p:stCondLst>
                                  <p:cond delay="2500"/>
                                </p:stCondLst>
                                <p:childTnLst>
                                  <p:par>
                                    <p:cTn id="52" presetID="22" presetClass="entr" presetSubtype="8" fill="hold"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ipe(left)">
                                          <p:cBhvr>
                                            <p:cTn id="54" dur="500"/>
                                            <p:tgtEl>
                                              <p:spTgt spid="13"/>
                                            </p:tgtEl>
                                          </p:cBhvr>
                                        </p:animEffect>
                                      </p:childTnLst>
                                    </p:cTn>
                                  </p:par>
                                </p:childTnLst>
                              </p:cTn>
                            </p:par>
                            <p:par>
                              <p:cTn id="55" fill="hold">
                                <p:stCondLst>
                                  <p:cond delay="3000"/>
                                </p:stCondLst>
                                <p:childTnLst>
                                  <p:par>
                                    <p:cTn id="56" presetID="53" presetClass="entr" presetSubtype="16" fill="hold" grpId="0" nodeType="afterEffect">
                                      <p:stCondLst>
                                        <p:cond delay="0"/>
                                      </p:stCondLst>
                                      <p:childTnLst>
                                        <p:set>
                                          <p:cBhvr>
                                            <p:cTn id="57" dur="1" fill="hold">
                                              <p:stCondLst>
                                                <p:cond delay="0"/>
                                              </p:stCondLst>
                                            </p:cTn>
                                            <p:tgtEl>
                                              <p:spTgt spid="14"/>
                                            </p:tgtEl>
                                            <p:attrNameLst>
                                              <p:attrName>style.visibility</p:attrName>
                                            </p:attrNameLst>
                                          </p:cBhvr>
                                          <p:to>
                                            <p:strVal val="visible"/>
                                          </p:to>
                                        </p:set>
                                        <p:anim calcmode="lin" valueType="num">
                                          <p:cBhvr>
                                            <p:cTn id="58" dur="500" fill="hold"/>
                                            <p:tgtEl>
                                              <p:spTgt spid="14"/>
                                            </p:tgtEl>
                                            <p:attrNameLst>
                                              <p:attrName>ppt_w</p:attrName>
                                            </p:attrNameLst>
                                          </p:cBhvr>
                                          <p:tavLst>
                                            <p:tav tm="0">
                                              <p:val>
                                                <p:fltVal val="0"/>
                                              </p:val>
                                            </p:tav>
                                            <p:tav tm="100000">
                                              <p:val>
                                                <p:strVal val="#ppt_w"/>
                                              </p:val>
                                            </p:tav>
                                          </p:tavLst>
                                        </p:anim>
                                        <p:anim calcmode="lin" valueType="num">
                                          <p:cBhvr>
                                            <p:cTn id="59" dur="500" fill="hold"/>
                                            <p:tgtEl>
                                              <p:spTgt spid="14"/>
                                            </p:tgtEl>
                                            <p:attrNameLst>
                                              <p:attrName>ppt_h</p:attrName>
                                            </p:attrNameLst>
                                          </p:cBhvr>
                                          <p:tavLst>
                                            <p:tav tm="0">
                                              <p:val>
                                                <p:fltVal val="0"/>
                                              </p:val>
                                            </p:tav>
                                            <p:tav tm="100000">
                                              <p:val>
                                                <p:strVal val="#ppt_h"/>
                                              </p:val>
                                            </p:tav>
                                          </p:tavLst>
                                        </p:anim>
                                        <p:animEffect transition="in" filter="fade">
                                          <p:cBhvr>
                                            <p:cTn id="60" dur="500"/>
                                            <p:tgtEl>
                                              <p:spTgt spid="14"/>
                                            </p:tgtEl>
                                          </p:cBhvr>
                                        </p:animEffect>
                                      </p:childTnLst>
                                    </p:cTn>
                                  </p:par>
                                </p:childTnLst>
                              </p:cTn>
                            </p:par>
                            <p:par>
                              <p:cTn id="61" fill="hold">
                                <p:stCondLst>
                                  <p:cond delay="350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00"/>
                                            <p:tgtEl>
                                              <p:spTgt spid="15"/>
                                            </p:tgtEl>
                                          </p:cBhvr>
                                        </p:animEffect>
                                      </p:childTnLst>
                                    </p:cTn>
                                  </p:par>
                                </p:childTnLst>
                              </p:cTn>
                            </p:par>
                            <p:par>
                              <p:cTn id="65" fill="hold">
                                <p:stCondLst>
                                  <p:cond delay="4000"/>
                                </p:stCondLst>
                                <p:childTnLst>
                                  <p:par>
                                    <p:cTn id="66" presetID="22" presetClass="entr" presetSubtype="8" fill="hold" nodeType="after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wipe(left)">
                                          <p:cBhvr>
                                            <p:cTn id="68" dur="500"/>
                                            <p:tgtEl>
                                              <p:spTgt spid="16"/>
                                            </p:tgtEl>
                                          </p:cBhvr>
                                        </p:animEffect>
                                      </p:childTnLst>
                                    </p:cTn>
                                  </p:par>
                                </p:childTnLst>
                              </p:cTn>
                            </p:par>
                            <p:par>
                              <p:cTn id="69" fill="hold">
                                <p:stCondLst>
                                  <p:cond delay="4500"/>
                                </p:stCondLst>
                                <p:childTnLst>
                                  <p:par>
                                    <p:cTn id="70" presetID="53" presetClass="entr" presetSubtype="16" fill="hold" grpId="0" nodeType="afterEffect">
                                      <p:stCondLst>
                                        <p:cond delay="0"/>
                                      </p:stCondLst>
                                      <p:childTnLst>
                                        <p:set>
                                          <p:cBhvr>
                                            <p:cTn id="71" dur="1" fill="hold">
                                              <p:stCondLst>
                                                <p:cond delay="0"/>
                                              </p:stCondLst>
                                            </p:cTn>
                                            <p:tgtEl>
                                              <p:spTgt spid="17"/>
                                            </p:tgtEl>
                                            <p:attrNameLst>
                                              <p:attrName>style.visibility</p:attrName>
                                            </p:attrNameLst>
                                          </p:cBhvr>
                                          <p:to>
                                            <p:strVal val="visible"/>
                                          </p:to>
                                        </p:set>
                                        <p:anim calcmode="lin" valueType="num">
                                          <p:cBhvr>
                                            <p:cTn id="72" dur="500" fill="hold"/>
                                            <p:tgtEl>
                                              <p:spTgt spid="17"/>
                                            </p:tgtEl>
                                            <p:attrNameLst>
                                              <p:attrName>ppt_w</p:attrName>
                                            </p:attrNameLst>
                                          </p:cBhvr>
                                          <p:tavLst>
                                            <p:tav tm="0">
                                              <p:val>
                                                <p:fltVal val="0"/>
                                              </p:val>
                                            </p:tav>
                                            <p:tav tm="100000">
                                              <p:val>
                                                <p:strVal val="#ppt_w"/>
                                              </p:val>
                                            </p:tav>
                                          </p:tavLst>
                                        </p:anim>
                                        <p:anim calcmode="lin" valueType="num">
                                          <p:cBhvr>
                                            <p:cTn id="73" dur="500" fill="hold"/>
                                            <p:tgtEl>
                                              <p:spTgt spid="17"/>
                                            </p:tgtEl>
                                            <p:attrNameLst>
                                              <p:attrName>ppt_h</p:attrName>
                                            </p:attrNameLst>
                                          </p:cBhvr>
                                          <p:tavLst>
                                            <p:tav tm="0">
                                              <p:val>
                                                <p:fltVal val="0"/>
                                              </p:val>
                                            </p:tav>
                                            <p:tav tm="100000">
                                              <p:val>
                                                <p:strVal val="#ppt_h"/>
                                              </p:val>
                                            </p:tav>
                                          </p:tavLst>
                                        </p:anim>
                                        <p:animEffect transition="in" filter="fade">
                                          <p:cBhvr>
                                            <p:cTn id="74" dur="500"/>
                                            <p:tgtEl>
                                              <p:spTgt spid="17"/>
                                            </p:tgtEl>
                                          </p:cBhvr>
                                        </p:animEffect>
                                      </p:childTnLst>
                                    </p:cTn>
                                  </p:par>
                                </p:childTnLst>
                              </p:cTn>
                            </p:par>
                            <p:par>
                              <p:cTn id="75" fill="hold">
                                <p:stCondLst>
                                  <p:cond delay="5000"/>
                                </p:stCondLst>
                                <p:childTnLst>
                                  <p:par>
                                    <p:cTn id="76" presetID="10" presetClass="entr" presetSubtype="0" fill="hold" grpId="0" nodeType="afterEffect">
                                      <p:stCondLst>
                                        <p:cond delay="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500"/>
                                            <p:tgtEl>
                                              <p:spTgt spid="18"/>
                                            </p:tgtEl>
                                          </p:cBhvr>
                                        </p:animEffect>
                                      </p:childTnLst>
                                    </p:cTn>
                                  </p:par>
                                </p:childTnLst>
                              </p:cTn>
                            </p:par>
                            <p:par>
                              <p:cTn id="79" fill="hold">
                                <p:stCondLst>
                                  <p:cond delay="5500"/>
                                </p:stCondLst>
                                <p:childTnLst>
                                  <p:par>
                                    <p:cTn id="80" presetID="22" presetClass="entr" presetSubtype="8" fill="hold" nodeType="after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wipe(left)">
                                          <p:cBhvr>
                                            <p:cTn id="82" dur="500"/>
                                            <p:tgtEl>
                                              <p:spTgt spid="19"/>
                                            </p:tgtEl>
                                          </p:cBhvr>
                                        </p:animEffect>
                                      </p:childTnLst>
                                    </p:cTn>
                                  </p:par>
                                </p:childTnLst>
                              </p:cTn>
                            </p:par>
                            <p:par>
                              <p:cTn id="83" fill="hold">
                                <p:stCondLst>
                                  <p:cond delay="6000"/>
                                </p:stCondLst>
                                <p:childTnLst>
                                  <p:par>
                                    <p:cTn id="84" presetID="53" presetClass="entr" presetSubtype="16" fill="hold" grpId="0" nodeType="afterEffect">
                                      <p:stCondLst>
                                        <p:cond delay="0"/>
                                      </p:stCondLst>
                                      <p:childTnLst>
                                        <p:set>
                                          <p:cBhvr>
                                            <p:cTn id="85" dur="1" fill="hold">
                                              <p:stCondLst>
                                                <p:cond delay="0"/>
                                              </p:stCondLst>
                                            </p:cTn>
                                            <p:tgtEl>
                                              <p:spTgt spid="20"/>
                                            </p:tgtEl>
                                            <p:attrNameLst>
                                              <p:attrName>style.visibility</p:attrName>
                                            </p:attrNameLst>
                                          </p:cBhvr>
                                          <p:to>
                                            <p:strVal val="visible"/>
                                          </p:to>
                                        </p:set>
                                        <p:anim calcmode="lin" valueType="num">
                                          <p:cBhvr>
                                            <p:cTn id="86" dur="500" fill="hold"/>
                                            <p:tgtEl>
                                              <p:spTgt spid="20"/>
                                            </p:tgtEl>
                                            <p:attrNameLst>
                                              <p:attrName>ppt_w</p:attrName>
                                            </p:attrNameLst>
                                          </p:cBhvr>
                                          <p:tavLst>
                                            <p:tav tm="0">
                                              <p:val>
                                                <p:fltVal val="0"/>
                                              </p:val>
                                            </p:tav>
                                            <p:tav tm="100000">
                                              <p:val>
                                                <p:strVal val="#ppt_w"/>
                                              </p:val>
                                            </p:tav>
                                          </p:tavLst>
                                        </p:anim>
                                        <p:anim calcmode="lin" valueType="num">
                                          <p:cBhvr>
                                            <p:cTn id="87" dur="500" fill="hold"/>
                                            <p:tgtEl>
                                              <p:spTgt spid="20"/>
                                            </p:tgtEl>
                                            <p:attrNameLst>
                                              <p:attrName>ppt_h</p:attrName>
                                            </p:attrNameLst>
                                          </p:cBhvr>
                                          <p:tavLst>
                                            <p:tav tm="0">
                                              <p:val>
                                                <p:fltVal val="0"/>
                                              </p:val>
                                            </p:tav>
                                            <p:tav tm="100000">
                                              <p:val>
                                                <p:strVal val="#ppt_h"/>
                                              </p:val>
                                            </p:tav>
                                          </p:tavLst>
                                        </p:anim>
                                        <p:animEffect transition="in" filter="fade">
                                          <p:cBhvr>
                                            <p:cTn id="88" dur="500"/>
                                            <p:tgtEl>
                                              <p:spTgt spid="20"/>
                                            </p:tgtEl>
                                          </p:cBhvr>
                                        </p:animEffect>
                                      </p:childTnLst>
                                    </p:cTn>
                                  </p:par>
                                </p:childTnLst>
                              </p:cTn>
                            </p:par>
                            <p:par>
                              <p:cTn id="89" fill="hold">
                                <p:stCondLst>
                                  <p:cond delay="6500"/>
                                </p:stCondLst>
                                <p:childTnLst>
                                  <p:par>
                                    <p:cTn id="90" presetID="10" presetClass="entr" presetSubtype="0" fill="hold" grpId="0" nodeType="after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00"/>
                                            <p:tgtEl>
                                              <p:spTgt spid="21"/>
                                            </p:tgtEl>
                                          </p:cBhvr>
                                        </p:animEffect>
                                      </p:childTnLst>
                                    </p:cTn>
                                  </p:par>
                                </p:childTnLst>
                              </p:cTn>
                            </p:par>
                            <p:par>
                              <p:cTn id="93" fill="hold">
                                <p:stCondLst>
                                  <p:cond delay="7000"/>
                                </p:stCondLst>
                                <p:childTnLst>
                                  <p:par>
                                    <p:cTn id="94" presetID="22" presetClass="entr" presetSubtype="8" fill="hold" nodeType="afterEffect">
                                      <p:stCondLst>
                                        <p:cond delay="0"/>
                                      </p:stCondLst>
                                      <p:childTnLst>
                                        <p:set>
                                          <p:cBhvr>
                                            <p:cTn id="95" dur="1" fill="hold">
                                              <p:stCondLst>
                                                <p:cond delay="0"/>
                                              </p:stCondLst>
                                            </p:cTn>
                                            <p:tgtEl>
                                              <p:spTgt spid="22"/>
                                            </p:tgtEl>
                                            <p:attrNameLst>
                                              <p:attrName>style.visibility</p:attrName>
                                            </p:attrNameLst>
                                          </p:cBhvr>
                                          <p:to>
                                            <p:strVal val="visible"/>
                                          </p:to>
                                        </p:set>
                                        <p:animEffect transition="in" filter="wipe(left)">
                                          <p:cBhvr>
                                            <p:cTn id="96" dur="500"/>
                                            <p:tgtEl>
                                              <p:spTgt spid="22"/>
                                            </p:tgtEl>
                                          </p:cBhvr>
                                        </p:animEffect>
                                      </p:childTnLst>
                                    </p:cTn>
                                  </p:par>
                                </p:childTnLst>
                              </p:cTn>
                            </p:par>
                            <p:par>
                              <p:cTn id="97" fill="hold">
                                <p:stCondLst>
                                  <p:cond delay="7500"/>
                                </p:stCondLst>
                                <p:childTnLst>
                                  <p:par>
                                    <p:cTn id="98" presetID="53" presetClass="entr" presetSubtype="16" fill="hold" grpId="0" nodeType="afterEffect">
                                      <p:stCondLst>
                                        <p:cond delay="0"/>
                                      </p:stCondLst>
                                      <p:childTnLst>
                                        <p:set>
                                          <p:cBhvr>
                                            <p:cTn id="99" dur="1" fill="hold">
                                              <p:stCondLst>
                                                <p:cond delay="0"/>
                                              </p:stCondLst>
                                            </p:cTn>
                                            <p:tgtEl>
                                              <p:spTgt spid="23"/>
                                            </p:tgtEl>
                                            <p:attrNameLst>
                                              <p:attrName>style.visibility</p:attrName>
                                            </p:attrNameLst>
                                          </p:cBhvr>
                                          <p:to>
                                            <p:strVal val="visible"/>
                                          </p:to>
                                        </p:set>
                                        <p:anim calcmode="lin" valueType="num">
                                          <p:cBhvr>
                                            <p:cTn id="100" dur="500" fill="hold"/>
                                            <p:tgtEl>
                                              <p:spTgt spid="23"/>
                                            </p:tgtEl>
                                            <p:attrNameLst>
                                              <p:attrName>ppt_w</p:attrName>
                                            </p:attrNameLst>
                                          </p:cBhvr>
                                          <p:tavLst>
                                            <p:tav tm="0">
                                              <p:val>
                                                <p:fltVal val="0"/>
                                              </p:val>
                                            </p:tav>
                                            <p:tav tm="100000">
                                              <p:val>
                                                <p:strVal val="#ppt_w"/>
                                              </p:val>
                                            </p:tav>
                                          </p:tavLst>
                                        </p:anim>
                                        <p:anim calcmode="lin" valueType="num">
                                          <p:cBhvr>
                                            <p:cTn id="101" dur="500" fill="hold"/>
                                            <p:tgtEl>
                                              <p:spTgt spid="23"/>
                                            </p:tgtEl>
                                            <p:attrNameLst>
                                              <p:attrName>ppt_h</p:attrName>
                                            </p:attrNameLst>
                                          </p:cBhvr>
                                          <p:tavLst>
                                            <p:tav tm="0">
                                              <p:val>
                                                <p:fltVal val="0"/>
                                              </p:val>
                                            </p:tav>
                                            <p:tav tm="100000">
                                              <p:val>
                                                <p:strVal val="#ppt_h"/>
                                              </p:val>
                                            </p:tav>
                                          </p:tavLst>
                                        </p:anim>
                                        <p:animEffect transition="in" filter="fade">
                                          <p:cBhvr>
                                            <p:cTn id="102" dur="500"/>
                                            <p:tgtEl>
                                              <p:spTgt spid="23"/>
                                            </p:tgtEl>
                                          </p:cBhvr>
                                        </p:animEffect>
                                      </p:childTnLst>
                                    </p:cTn>
                                  </p:par>
                                </p:childTnLst>
                              </p:cTn>
                            </p:par>
                            <p:par>
                              <p:cTn id="103" fill="hold">
                                <p:stCondLst>
                                  <p:cond delay="8000"/>
                                </p:stCondLst>
                                <p:childTnLst>
                                  <p:par>
                                    <p:cTn id="104" presetID="10" presetClass="entr" presetSubtype="0" fill="hold" grpId="0" nodeType="afterEffect">
                                      <p:stCondLst>
                                        <p:cond delay="0"/>
                                      </p:stCondLst>
                                      <p:childTnLst>
                                        <p:set>
                                          <p:cBhvr>
                                            <p:cTn id="105" dur="1" fill="hold">
                                              <p:stCondLst>
                                                <p:cond delay="0"/>
                                              </p:stCondLst>
                                            </p:cTn>
                                            <p:tgtEl>
                                              <p:spTgt spid="24"/>
                                            </p:tgtEl>
                                            <p:attrNameLst>
                                              <p:attrName>style.visibility</p:attrName>
                                            </p:attrNameLst>
                                          </p:cBhvr>
                                          <p:to>
                                            <p:strVal val="visible"/>
                                          </p:to>
                                        </p:set>
                                        <p:animEffect transition="in" filter="fade">
                                          <p:cBhvr>
                                            <p:cTn id="106" dur="500"/>
                                            <p:tgtEl>
                                              <p:spTgt spid="24"/>
                                            </p:tgtEl>
                                          </p:cBhvr>
                                        </p:animEffect>
                                      </p:childTnLst>
                                    </p:cTn>
                                  </p:par>
                                </p:childTnLst>
                              </p:cTn>
                            </p:par>
                            <p:par>
                              <p:cTn id="107" fill="hold">
                                <p:stCondLst>
                                  <p:cond delay="8500"/>
                                </p:stCondLst>
                                <p:childTnLst>
                                  <p:par>
                                    <p:cTn id="108" presetID="22" presetClass="entr" presetSubtype="8" fill="hold" nodeType="afterEffect">
                                      <p:stCondLst>
                                        <p:cond delay="0"/>
                                      </p:stCondLst>
                                      <p:childTnLst>
                                        <p:set>
                                          <p:cBhvr>
                                            <p:cTn id="109" dur="1" fill="hold">
                                              <p:stCondLst>
                                                <p:cond delay="0"/>
                                              </p:stCondLst>
                                            </p:cTn>
                                            <p:tgtEl>
                                              <p:spTgt spid="25"/>
                                            </p:tgtEl>
                                            <p:attrNameLst>
                                              <p:attrName>style.visibility</p:attrName>
                                            </p:attrNameLst>
                                          </p:cBhvr>
                                          <p:to>
                                            <p:strVal val="visible"/>
                                          </p:to>
                                        </p:set>
                                        <p:animEffect transition="in" filter="wipe(left)">
                                          <p:cBhvr>
                                            <p:cTn id="110" dur="500"/>
                                            <p:tgtEl>
                                              <p:spTgt spid="25"/>
                                            </p:tgtEl>
                                          </p:cBhvr>
                                        </p:animEffect>
                                      </p:childTnLst>
                                    </p:cTn>
                                  </p:par>
                                </p:childTnLst>
                              </p:cTn>
                            </p:par>
                            <p:par>
                              <p:cTn id="111" fill="hold">
                                <p:stCondLst>
                                  <p:cond delay="9000"/>
                                </p:stCondLst>
                                <p:childTnLst>
                                  <p:par>
                                    <p:cTn id="112" presetID="53" presetClass="entr" presetSubtype="16" fill="hold" grpId="0" nodeType="afterEffect">
                                      <p:stCondLst>
                                        <p:cond delay="0"/>
                                      </p:stCondLst>
                                      <p:childTnLst>
                                        <p:set>
                                          <p:cBhvr>
                                            <p:cTn id="113" dur="1" fill="hold">
                                              <p:stCondLst>
                                                <p:cond delay="0"/>
                                              </p:stCondLst>
                                            </p:cTn>
                                            <p:tgtEl>
                                              <p:spTgt spid="26"/>
                                            </p:tgtEl>
                                            <p:attrNameLst>
                                              <p:attrName>style.visibility</p:attrName>
                                            </p:attrNameLst>
                                          </p:cBhvr>
                                          <p:to>
                                            <p:strVal val="visible"/>
                                          </p:to>
                                        </p:set>
                                        <p:anim calcmode="lin" valueType="num">
                                          <p:cBhvr>
                                            <p:cTn id="114" dur="500" fill="hold"/>
                                            <p:tgtEl>
                                              <p:spTgt spid="26"/>
                                            </p:tgtEl>
                                            <p:attrNameLst>
                                              <p:attrName>ppt_w</p:attrName>
                                            </p:attrNameLst>
                                          </p:cBhvr>
                                          <p:tavLst>
                                            <p:tav tm="0">
                                              <p:val>
                                                <p:fltVal val="0"/>
                                              </p:val>
                                            </p:tav>
                                            <p:tav tm="100000">
                                              <p:val>
                                                <p:strVal val="#ppt_w"/>
                                              </p:val>
                                            </p:tav>
                                          </p:tavLst>
                                        </p:anim>
                                        <p:anim calcmode="lin" valueType="num">
                                          <p:cBhvr>
                                            <p:cTn id="115" dur="500" fill="hold"/>
                                            <p:tgtEl>
                                              <p:spTgt spid="26"/>
                                            </p:tgtEl>
                                            <p:attrNameLst>
                                              <p:attrName>ppt_h</p:attrName>
                                            </p:attrNameLst>
                                          </p:cBhvr>
                                          <p:tavLst>
                                            <p:tav tm="0">
                                              <p:val>
                                                <p:fltVal val="0"/>
                                              </p:val>
                                            </p:tav>
                                            <p:tav tm="100000">
                                              <p:val>
                                                <p:strVal val="#ppt_h"/>
                                              </p:val>
                                            </p:tav>
                                          </p:tavLst>
                                        </p:anim>
                                        <p:animEffect transition="in" filter="fade">
                                          <p:cBhvr>
                                            <p:cTn id="116" dur="500"/>
                                            <p:tgtEl>
                                              <p:spTgt spid="26"/>
                                            </p:tgtEl>
                                          </p:cBhvr>
                                        </p:animEffect>
                                      </p:childTnLst>
                                    </p:cTn>
                                  </p:par>
                                  <p:par>
                                    <p:cTn id="117" presetID="2" presetClass="entr" presetSubtype="1" fill="hold" grpId="0" nodeType="withEffect">
                                      <p:stCondLst>
                                        <p:cond delay="0"/>
                                      </p:stCondLst>
                                      <p:childTnLst>
                                        <p:set>
                                          <p:cBhvr>
                                            <p:cTn id="118" dur="1" fill="hold">
                                              <p:stCondLst>
                                                <p:cond delay="0"/>
                                              </p:stCondLst>
                                            </p:cTn>
                                            <p:tgtEl>
                                              <p:spTgt spid="28"/>
                                            </p:tgtEl>
                                            <p:attrNameLst>
                                              <p:attrName>style.visibility</p:attrName>
                                            </p:attrNameLst>
                                          </p:cBhvr>
                                          <p:to>
                                            <p:strVal val="visible"/>
                                          </p:to>
                                        </p:set>
                                        <p:anim calcmode="lin" valueType="num">
                                          <p:cBhvr additive="base">
                                            <p:cTn id="119" dur="1000" fill="hold"/>
                                            <p:tgtEl>
                                              <p:spTgt spid="28"/>
                                            </p:tgtEl>
                                            <p:attrNameLst>
                                              <p:attrName>ppt_x</p:attrName>
                                            </p:attrNameLst>
                                          </p:cBhvr>
                                          <p:tavLst>
                                            <p:tav tm="0">
                                              <p:val>
                                                <p:strVal val="#ppt_x"/>
                                              </p:val>
                                            </p:tav>
                                            <p:tav tm="100000">
                                              <p:val>
                                                <p:strVal val="#ppt_x"/>
                                              </p:val>
                                            </p:tav>
                                          </p:tavLst>
                                        </p:anim>
                                        <p:anim calcmode="lin" valueType="num">
                                          <p:cBhvr additive="base">
                                            <p:cTn id="120" dur="1000" fill="hold"/>
                                            <p:tgtEl>
                                              <p:spTgt spid="28"/>
                                            </p:tgtEl>
                                            <p:attrNameLst>
                                              <p:attrName>ppt_y</p:attrName>
                                            </p:attrNameLst>
                                          </p:cBhvr>
                                          <p:tavLst>
                                            <p:tav tm="0">
                                              <p:val>
                                                <p:strVal val="0-#ppt_h/2"/>
                                              </p:val>
                                            </p:tav>
                                            <p:tav tm="100000">
                                              <p:val>
                                                <p:strVal val="#ppt_y"/>
                                              </p:val>
                                            </p:tav>
                                          </p:tavLst>
                                        </p:anim>
                                      </p:childTnLst>
                                    </p:cTn>
                                  </p:par>
                                </p:childTnLst>
                              </p:cTn>
                            </p:par>
                            <p:par>
                              <p:cTn id="121" fill="hold">
                                <p:stCondLst>
                                  <p:cond delay="10000"/>
                                </p:stCondLst>
                                <p:childTnLst>
                                  <p:par>
                                    <p:cTn id="122" presetID="22" presetClass="entr" presetSubtype="8" fill="hold" nodeType="afterEffect">
                                      <p:stCondLst>
                                        <p:cond delay="0"/>
                                      </p:stCondLst>
                                      <p:childTnLst>
                                        <p:set>
                                          <p:cBhvr>
                                            <p:cTn id="123" dur="1" fill="hold">
                                              <p:stCondLst>
                                                <p:cond delay="0"/>
                                              </p:stCondLst>
                                            </p:cTn>
                                            <p:tgtEl>
                                              <p:spTgt spid="33"/>
                                            </p:tgtEl>
                                            <p:attrNameLst>
                                              <p:attrName>style.visibility</p:attrName>
                                            </p:attrNameLst>
                                          </p:cBhvr>
                                          <p:to>
                                            <p:strVal val="visible"/>
                                          </p:to>
                                        </p:set>
                                        <p:animEffect transition="in" filter="wipe(left)">
                                          <p:cBhvr>
                                            <p:cTn id="12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P spid="9" grpId="0" animBg="1"/>
          <p:bldP spid="10" grpId="0" animBg="1"/>
          <p:bldP spid="11" grpId="0"/>
          <p:bldP spid="12" grpId="0" animBg="1"/>
          <p:bldP spid="14" grpId="0"/>
          <p:bldP spid="15" grpId="0" animBg="1"/>
          <p:bldP spid="17" grpId="0"/>
          <p:bldP spid="18" grpId="0" animBg="1"/>
          <p:bldP spid="20" grpId="0"/>
          <p:bldP spid="21" grpId="0" animBg="1"/>
          <p:bldP spid="23" grpId="0"/>
          <p:bldP spid="24" grpId="0" animBg="1"/>
          <p:bldP spid="26" grpId="0"/>
          <p:bldP spid="28" grpId="0"/>
        </p:bldLst>
      </p:timing>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F2BC4-656F-B575-663E-898EAF8C181D}"/>
            </a:ext>
          </a:extLst>
        </p:cNvPr>
        <p:cNvGrpSpPr/>
        <p:nvPr/>
      </p:nvGrpSpPr>
      <p:grpSpPr>
        <a:xfrm>
          <a:off x="0" y="0"/>
          <a:ext cx="0" cy="0"/>
          <a:chOff x="0" y="0"/>
          <a:chExt cx="0" cy="0"/>
        </a:xfrm>
      </p:grpSpPr>
      <p:sp>
        <p:nvSpPr>
          <p:cNvPr id="50" name="Text Box 4">
            <a:extLst>
              <a:ext uri="{FF2B5EF4-FFF2-40B4-BE49-F238E27FC236}">
                <a16:creationId xmlns:a16="http://schemas.microsoft.com/office/drawing/2014/main" id="{63AF1DBB-BFC5-19D2-5B41-906BC4D3D47F}"/>
              </a:ext>
            </a:extLst>
          </p:cNvPr>
          <p:cNvSpPr txBox="1">
            <a:spLocks noChangeArrowheads="1"/>
          </p:cNvSpPr>
          <p:nvPr/>
        </p:nvSpPr>
        <p:spPr bwMode="auto">
          <a:xfrm>
            <a:off x="781532" y="270516"/>
            <a:ext cx="17235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400" b="1" dirty="0">
                <a:solidFill>
                  <a:srgbClr val="1D3D66"/>
                </a:solidFill>
                <a:latin typeface="Microsoft YaHei" panose="020B0503020204020204" pitchFamily="34" charset="-122"/>
                <a:ea typeface="微软雅黑" panose="020B0503020204020204" pitchFamily="34" charset="-122"/>
              </a:rPr>
              <a:t>餐厅可视化</a:t>
            </a:r>
            <a:endParaRPr lang="en-US" altLang="zh-CN" sz="2400" b="1" dirty="0">
              <a:solidFill>
                <a:srgbClr val="1D3D66"/>
              </a:solidFill>
              <a:latin typeface="Microsoft YaHei" panose="020B0503020204020204" pitchFamily="34" charset="-122"/>
              <a:ea typeface="微软雅黑" panose="020B0503020204020204" pitchFamily="34" charset="-122"/>
            </a:endParaRPr>
          </a:p>
        </p:txBody>
      </p:sp>
      <p:sp>
        <p:nvSpPr>
          <p:cNvPr id="51" name="Half Frame 12">
            <a:extLst>
              <a:ext uri="{FF2B5EF4-FFF2-40B4-BE49-F238E27FC236}">
                <a16:creationId xmlns:a16="http://schemas.microsoft.com/office/drawing/2014/main" id="{2F275467-4AD8-8697-D2EF-03A84A5B3076}"/>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52" name="直线连接符 51">
            <a:extLst>
              <a:ext uri="{FF2B5EF4-FFF2-40B4-BE49-F238E27FC236}">
                <a16:creationId xmlns:a16="http://schemas.microsoft.com/office/drawing/2014/main" id="{6F27ADB5-BEAF-28ED-8B97-CD7990A98939}"/>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pic>
        <p:nvPicPr>
          <p:cNvPr id="46" name="图片 45">
            <a:extLst>
              <a:ext uri="{FF2B5EF4-FFF2-40B4-BE49-F238E27FC236}">
                <a16:creationId xmlns:a16="http://schemas.microsoft.com/office/drawing/2014/main" id="{54B9104F-FC95-9837-92EE-96C68FD28680}"/>
              </a:ext>
            </a:extLst>
          </p:cNvPr>
          <p:cNvPicPr>
            <a:picLocks noChangeAspect="1"/>
          </p:cNvPicPr>
          <p:nvPr/>
        </p:nvPicPr>
        <p:blipFill>
          <a:blip r:embed="rId3"/>
          <a:stretch>
            <a:fillRect/>
          </a:stretch>
        </p:blipFill>
        <p:spPr>
          <a:xfrm>
            <a:off x="591033" y="739216"/>
            <a:ext cx="4261666" cy="2155209"/>
          </a:xfrm>
          <a:prstGeom prst="rect">
            <a:avLst/>
          </a:prstGeom>
        </p:spPr>
      </p:pic>
      <p:pic>
        <p:nvPicPr>
          <p:cNvPr id="48" name="图片 47">
            <a:extLst>
              <a:ext uri="{FF2B5EF4-FFF2-40B4-BE49-F238E27FC236}">
                <a16:creationId xmlns:a16="http://schemas.microsoft.com/office/drawing/2014/main" id="{20F973B3-AFCE-47BB-EC8B-426E3873A4DE}"/>
              </a:ext>
            </a:extLst>
          </p:cNvPr>
          <p:cNvPicPr>
            <a:picLocks noChangeAspect="1"/>
          </p:cNvPicPr>
          <p:nvPr/>
        </p:nvPicPr>
        <p:blipFill>
          <a:blip r:embed="rId4"/>
          <a:stretch>
            <a:fillRect/>
          </a:stretch>
        </p:blipFill>
        <p:spPr>
          <a:xfrm>
            <a:off x="648503" y="2994312"/>
            <a:ext cx="4146725" cy="2561253"/>
          </a:xfrm>
          <a:prstGeom prst="rect">
            <a:avLst/>
          </a:prstGeom>
        </p:spPr>
      </p:pic>
      <p:sp>
        <p:nvSpPr>
          <p:cNvPr id="49" name="文本框 48">
            <a:extLst>
              <a:ext uri="{FF2B5EF4-FFF2-40B4-BE49-F238E27FC236}">
                <a16:creationId xmlns:a16="http://schemas.microsoft.com/office/drawing/2014/main" id="{68C48B02-50ED-5326-9242-2B01FB0BBDC0}"/>
              </a:ext>
            </a:extLst>
          </p:cNvPr>
          <p:cNvSpPr txBox="1"/>
          <p:nvPr/>
        </p:nvSpPr>
        <p:spPr>
          <a:xfrm>
            <a:off x="5195888" y="1385887"/>
            <a:ext cx="4743450" cy="1846659"/>
          </a:xfrm>
          <a:prstGeom prst="rect">
            <a:avLst/>
          </a:prstGeom>
          <a:noFill/>
        </p:spPr>
        <p:txBody>
          <a:bodyPr wrap="square" rtlCol="0">
            <a:spAutoFit/>
          </a:bodyPr>
          <a:lstStyle/>
          <a:p>
            <a:pPr marL="285750" indent="-285750">
              <a:buClr>
                <a:srgbClr val="73C4A8"/>
              </a:buClr>
              <a:buFont typeface="Wingdings" panose="05000000000000000000" pitchFamily="2" charset="2"/>
              <a:buChar char="l"/>
            </a:pPr>
            <a:r>
              <a:rPr lang="zh-CN" altLang="en-US" dirty="0">
                <a:solidFill>
                  <a:schemeClr val="tx1">
                    <a:lumMod val="95000"/>
                    <a:lumOff val="5000"/>
                  </a:schemeClr>
                </a:solidFill>
                <a:latin typeface="微软雅黑" panose="020B0503020204020204" pitchFamily="34" charset="-122"/>
                <a:ea typeface="微软雅黑" panose="020B0503020204020204" pitchFamily="34" charset="-122"/>
              </a:rPr>
              <a:t>提供系统支持餐厅餐损数据的可视化展示， 可按每日、每周、每月维度统计餐饮浪费情况。 </a:t>
            </a:r>
            <a:endParaRPr lang="en-US" altLang="zh-CN" dirty="0">
              <a:solidFill>
                <a:schemeClr val="tx1">
                  <a:lumMod val="95000"/>
                  <a:lumOff val="5000"/>
                </a:schemeClr>
              </a:solidFill>
              <a:latin typeface="微软雅黑" panose="020B0503020204020204" pitchFamily="34" charset="-122"/>
              <a:ea typeface="微软雅黑" panose="020B0503020204020204" pitchFamily="34" charset="-122"/>
            </a:endParaRPr>
          </a:p>
          <a:p>
            <a:pPr marL="285750" indent="-285750">
              <a:buClr>
                <a:srgbClr val="73C4A8"/>
              </a:buClr>
              <a:buFont typeface="Wingdings" panose="05000000000000000000" pitchFamily="2" charset="2"/>
              <a:buChar char="l"/>
            </a:pPr>
            <a:r>
              <a:rPr lang="zh-CN" altLang="en-US" dirty="0">
                <a:solidFill>
                  <a:schemeClr val="tx1">
                    <a:lumMod val="95000"/>
                    <a:lumOff val="5000"/>
                  </a:schemeClr>
                </a:solidFill>
                <a:latin typeface="微软雅黑" panose="020B0503020204020204" pitchFamily="34" charset="-122"/>
                <a:ea typeface="微软雅黑" panose="020B0503020204020204" pitchFamily="34" charset="-122"/>
              </a:rPr>
              <a:t>通过柱状图、折线图等方式展示餐损变化趋势， 帮助管理人员掌握餐厅浪费情况， 为备餐优化和低碳餐厅管理提供数据依据</a:t>
            </a:r>
            <a:r>
              <a:rPr lang="zh-CN" altLang="en-US" sz="2400" dirty="0"/>
              <a:t>。</a:t>
            </a:r>
          </a:p>
        </p:txBody>
      </p:sp>
      <p:sp>
        <p:nvSpPr>
          <p:cNvPr id="53" name="文本框 52">
            <a:extLst>
              <a:ext uri="{FF2B5EF4-FFF2-40B4-BE49-F238E27FC236}">
                <a16:creationId xmlns:a16="http://schemas.microsoft.com/office/drawing/2014/main" id="{1673DDFD-8027-E78A-FF06-49EE8DBF8B09}"/>
              </a:ext>
            </a:extLst>
          </p:cNvPr>
          <p:cNvSpPr txBox="1"/>
          <p:nvPr/>
        </p:nvSpPr>
        <p:spPr>
          <a:xfrm>
            <a:off x="5086352" y="3724602"/>
            <a:ext cx="5276850" cy="307777"/>
          </a:xfrm>
          <a:prstGeom prst="rect">
            <a:avLst/>
          </a:prstGeom>
          <a:noFill/>
        </p:spPr>
        <p:txBody>
          <a:bodyPr wrap="square" rtlCol="0">
            <a:spAutoFit/>
          </a:bodyPr>
          <a:lstStyle/>
          <a:p>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通过餐损数据统计与碳积分计算，实现餐厅低碳行为的量化管理</a:t>
            </a:r>
          </a:p>
        </p:txBody>
      </p:sp>
    </p:spTree>
    <p:extLst>
      <p:ext uri="{BB962C8B-B14F-4D97-AF65-F5344CB8AC3E}">
        <p14:creationId xmlns:p14="http://schemas.microsoft.com/office/powerpoint/2010/main" val="1111892736"/>
      </p:ext>
    </p:extLst>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14:presetBounceEnd="81000">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14:bounceEnd="81000">
                                          <p:cBhvr additive="base">
                                            <p:cTn id="7" dur="1000" fill="hold"/>
                                            <p:tgtEl>
                                              <p:spTgt spid="50"/>
                                            </p:tgtEl>
                                            <p:attrNameLst>
                                              <p:attrName>ppt_x</p:attrName>
                                            </p:attrNameLst>
                                          </p:cBhvr>
                                          <p:tavLst>
                                            <p:tav tm="0">
                                              <p:val>
                                                <p:strVal val="#ppt_x"/>
                                              </p:val>
                                            </p:tav>
                                            <p:tav tm="100000">
                                              <p:val>
                                                <p:strVal val="#ppt_x"/>
                                              </p:val>
                                            </p:tav>
                                          </p:tavLst>
                                        </p:anim>
                                        <p:anim calcmode="lin" valueType="num" p14:bounceEnd="81000">
                                          <p:cBhvr additive="base">
                                            <p:cTn id="8" dur="1000" fill="hold"/>
                                            <p:tgtEl>
                                              <p:spTgt spid="50"/>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wipe(left)">
                                          <p:cBhvr>
                                            <p:cTn id="1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additive="base">
                                            <p:cTn id="7" dur="1000" fill="hold"/>
                                            <p:tgtEl>
                                              <p:spTgt spid="50"/>
                                            </p:tgtEl>
                                            <p:attrNameLst>
                                              <p:attrName>ppt_x</p:attrName>
                                            </p:attrNameLst>
                                          </p:cBhvr>
                                          <p:tavLst>
                                            <p:tav tm="0">
                                              <p:val>
                                                <p:strVal val="#ppt_x"/>
                                              </p:val>
                                            </p:tav>
                                            <p:tav tm="100000">
                                              <p:val>
                                                <p:strVal val="#ppt_x"/>
                                              </p:val>
                                            </p:tav>
                                          </p:tavLst>
                                        </p:anim>
                                        <p:anim calcmode="lin" valueType="num">
                                          <p:cBhvr additive="base">
                                            <p:cTn id="8" dur="1000" fill="hold"/>
                                            <p:tgtEl>
                                              <p:spTgt spid="50"/>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wipe(left)">
                                          <p:cBhvr>
                                            <p:cTn id="1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730131" y="2882371"/>
            <a:ext cx="1285212" cy="1231052"/>
            <a:chOff x="1664154" y="1934950"/>
            <a:chExt cx="963741" cy="897257"/>
          </a:xfrm>
        </p:grpSpPr>
        <p:grpSp>
          <p:nvGrpSpPr>
            <p:cNvPr id="5" name="组合 4"/>
            <p:cNvGrpSpPr/>
            <p:nvPr/>
          </p:nvGrpSpPr>
          <p:grpSpPr>
            <a:xfrm rot="18900000">
              <a:off x="1664154" y="1934950"/>
              <a:ext cx="897259" cy="897257"/>
              <a:chOff x="304800" y="673100"/>
              <a:chExt cx="4000500" cy="4000500"/>
            </a:xfrm>
            <a:effectLst>
              <a:outerShdw blurRad="444500" dist="254000" dir="4800000" algn="tr" rotWithShape="0">
                <a:prstClr val="black">
                  <a:alpha val="50000"/>
                </a:prstClr>
              </a:outerShdw>
            </a:effectLst>
          </p:grpSpPr>
          <p:sp>
            <p:nvSpPr>
              <p:cNvPr id="7" name="同心圆 6"/>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8" name="椭圆 7"/>
              <p:cNvSpPr/>
              <p:nvPr/>
            </p:nvSpPr>
            <p:spPr>
              <a:xfrm>
                <a:off x="366203" y="734507"/>
                <a:ext cx="3877701" cy="3877693"/>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6" name="TextBox 44"/>
            <p:cNvSpPr txBox="1"/>
            <p:nvPr/>
          </p:nvSpPr>
          <p:spPr>
            <a:xfrm>
              <a:off x="1807549" y="2188595"/>
              <a:ext cx="820346" cy="381351"/>
            </a:xfrm>
            <a:prstGeom prst="rect">
              <a:avLst/>
            </a:prstGeom>
            <a:noFill/>
          </p:spPr>
          <p:txBody>
            <a:bodyPr wrap="square" rtlCol="0">
              <a:spAutoFit/>
            </a:bodyPr>
            <a:lstStyle/>
            <a:p>
              <a:r>
                <a:rPr lang="en-US" altLang="zh-CN" sz="2800" b="1">
                  <a:solidFill>
                    <a:schemeClr val="tx1">
                      <a:lumMod val="95000"/>
                      <a:lumOff val="5000"/>
                    </a:schemeClr>
                  </a:solidFill>
                  <a:latin typeface="微软雅黑" panose="020B0503020204020204" pitchFamily="34" charset="-122"/>
                  <a:ea typeface="微软雅黑" panose="020B0503020204020204" pitchFamily="34" charset="-122"/>
                </a:rPr>
                <a:t>01</a:t>
              </a: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9" name="组合 8"/>
          <p:cNvGrpSpPr/>
          <p:nvPr/>
        </p:nvGrpSpPr>
        <p:grpSpPr>
          <a:xfrm>
            <a:off x="4334894" y="2895815"/>
            <a:ext cx="1196553" cy="1231052"/>
            <a:chOff x="3293884" y="1912625"/>
            <a:chExt cx="897259" cy="897258"/>
          </a:xfrm>
        </p:grpSpPr>
        <p:grpSp>
          <p:nvGrpSpPr>
            <p:cNvPr id="10" name="组合 9"/>
            <p:cNvGrpSpPr/>
            <p:nvPr/>
          </p:nvGrpSpPr>
          <p:grpSpPr>
            <a:xfrm rot="18900000">
              <a:off x="3293884" y="1912625"/>
              <a:ext cx="897259" cy="897258"/>
              <a:chOff x="304800" y="673100"/>
              <a:chExt cx="4000500" cy="4000500"/>
            </a:xfrm>
            <a:effectLst>
              <a:outerShdw blurRad="444500" dist="254000" dir="5280000" algn="tr" rotWithShape="0">
                <a:prstClr val="black">
                  <a:alpha val="50000"/>
                </a:prstClr>
              </a:outerShdw>
            </a:effectLst>
          </p:grpSpPr>
          <p:sp>
            <p:nvSpPr>
              <p:cNvPr id="12" name="同心圆 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 name="椭圆 12"/>
              <p:cNvSpPr/>
              <p:nvPr/>
            </p:nvSpPr>
            <p:spPr>
              <a:xfrm>
                <a:off x="366204" y="734505"/>
                <a:ext cx="3877703" cy="3877691"/>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1" name="TextBox 49"/>
            <p:cNvSpPr txBox="1"/>
            <p:nvPr/>
          </p:nvSpPr>
          <p:spPr>
            <a:xfrm>
              <a:off x="3404406" y="2201081"/>
              <a:ext cx="753231" cy="366443"/>
            </a:xfrm>
            <a:prstGeom prst="rect">
              <a:avLst/>
            </a:prstGeom>
            <a:noFill/>
          </p:spPr>
          <p:txBody>
            <a:bodyPr wrap="square" rtlCol="0">
              <a:spAutoFit/>
            </a:bodyPr>
            <a:lstStyle/>
            <a:p>
              <a:r>
                <a:rPr lang="en-US" altLang="zh-CN" sz="2665" b="1">
                  <a:solidFill>
                    <a:schemeClr val="tx1">
                      <a:lumMod val="95000"/>
                      <a:lumOff val="5000"/>
                    </a:schemeClr>
                  </a:solidFill>
                  <a:latin typeface="微软雅黑" panose="020B0503020204020204" pitchFamily="34" charset="-122"/>
                  <a:ea typeface="微软雅黑" panose="020B0503020204020204" pitchFamily="34" charset="-122"/>
                </a:rPr>
                <a:t>02</a:t>
              </a:r>
              <a:endParaRPr lang="zh-CN" altLang="en-US" sz="2665"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6742604" y="2888462"/>
            <a:ext cx="1256113" cy="1231052"/>
            <a:chOff x="4849324" y="1995712"/>
            <a:chExt cx="941921" cy="897257"/>
          </a:xfrm>
        </p:grpSpPr>
        <p:grpSp>
          <p:nvGrpSpPr>
            <p:cNvPr id="15" name="组合 14"/>
            <p:cNvGrpSpPr/>
            <p:nvPr/>
          </p:nvGrpSpPr>
          <p:grpSpPr>
            <a:xfrm rot="18900000">
              <a:off x="4849324" y="1995712"/>
              <a:ext cx="897259" cy="897257"/>
              <a:chOff x="304800" y="673100"/>
              <a:chExt cx="4000500" cy="4000500"/>
            </a:xfrm>
            <a:effectLst>
              <a:outerShdw blurRad="444500" dist="254000" dir="5640000" algn="tr" rotWithShape="0">
                <a:prstClr val="black">
                  <a:alpha val="50000"/>
                </a:prstClr>
              </a:outerShdw>
            </a:effectLst>
          </p:grpSpPr>
          <p:sp>
            <p:nvSpPr>
              <p:cNvPr id="17" name="同心圆 16"/>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8" name="椭圆 17"/>
              <p:cNvSpPr/>
              <p:nvPr/>
            </p:nvSpPr>
            <p:spPr>
              <a:xfrm>
                <a:off x="366203" y="734507"/>
                <a:ext cx="3877701" cy="3877693"/>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6" name="TextBox 54"/>
            <p:cNvSpPr txBox="1"/>
            <p:nvPr/>
          </p:nvSpPr>
          <p:spPr>
            <a:xfrm>
              <a:off x="4963049" y="2222298"/>
              <a:ext cx="828196" cy="381351"/>
            </a:xfrm>
            <a:prstGeom prst="rect">
              <a:avLst/>
            </a:prstGeom>
            <a:noFill/>
          </p:spPr>
          <p:txBody>
            <a:bodyPr wrap="square" rtlCol="0">
              <a:spAutoFit/>
            </a:bodyPr>
            <a:lstStyle/>
            <a:p>
              <a:r>
                <a:rPr lang="en-US" altLang="zh-CN" sz="2800" b="1">
                  <a:solidFill>
                    <a:schemeClr val="tx1">
                      <a:lumMod val="95000"/>
                      <a:lumOff val="5000"/>
                    </a:schemeClr>
                  </a:solidFill>
                  <a:latin typeface="微软雅黑" panose="020B0503020204020204" pitchFamily="34" charset="-122"/>
                  <a:ea typeface="微软雅黑" panose="020B0503020204020204" pitchFamily="34" charset="-122"/>
                </a:rPr>
                <a:t>03</a:t>
              </a: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9" name="组合 18"/>
          <p:cNvGrpSpPr/>
          <p:nvPr/>
        </p:nvGrpSpPr>
        <p:grpSpPr>
          <a:xfrm>
            <a:off x="9208332" y="2880438"/>
            <a:ext cx="1268273" cy="1231052"/>
            <a:chOff x="6380261" y="2029113"/>
            <a:chExt cx="951040" cy="897257"/>
          </a:xfrm>
        </p:grpSpPr>
        <p:grpSp>
          <p:nvGrpSpPr>
            <p:cNvPr id="20" name="组合 19"/>
            <p:cNvGrpSpPr/>
            <p:nvPr/>
          </p:nvGrpSpPr>
          <p:grpSpPr>
            <a:xfrm rot="18900000">
              <a:off x="6380261" y="2029113"/>
              <a:ext cx="897259" cy="897257"/>
              <a:chOff x="304800" y="673100"/>
              <a:chExt cx="4000500" cy="4000500"/>
            </a:xfrm>
            <a:effectLst>
              <a:outerShdw blurRad="444500" dist="254000" dir="5700000" sx="104000" sy="104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3" name="椭圆 22"/>
              <p:cNvSpPr/>
              <p:nvPr/>
            </p:nvSpPr>
            <p:spPr>
              <a:xfrm>
                <a:off x="366203" y="734507"/>
                <a:ext cx="3877701" cy="3877693"/>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1" name="TextBox 59"/>
            <p:cNvSpPr txBox="1"/>
            <p:nvPr/>
          </p:nvSpPr>
          <p:spPr>
            <a:xfrm>
              <a:off x="6501314" y="2303662"/>
              <a:ext cx="829987" cy="381351"/>
            </a:xfrm>
            <a:prstGeom prst="rect">
              <a:avLst/>
            </a:prstGeom>
            <a:noFill/>
          </p:spPr>
          <p:txBody>
            <a:bodyPr wrap="square" rtlCol="0">
              <a:spAutoFit/>
            </a:bodyPr>
            <a:lstStyle/>
            <a:p>
              <a:r>
                <a:rPr lang="en-US" altLang="zh-CN" sz="2800" b="1" dirty="0">
                  <a:solidFill>
                    <a:schemeClr val="tx1">
                      <a:lumMod val="95000"/>
                      <a:lumOff val="5000"/>
                    </a:schemeClr>
                  </a:solidFill>
                  <a:latin typeface="微软雅黑" panose="020B0503020204020204" pitchFamily="34" charset="-122"/>
                  <a:ea typeface="微软雅黑" panose="020B0503020204020204" pitchFamily="34" charset="-122"/>
                </a:rPr>
                <a:t>04</a:t>
              </a: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4" name="Freeform 8"/>
          <p:cNvSpPr/>
          <p:nvPr/>
        </p:nvSpPr>
        <p:spPr bwMode="auto">
          <a:xfrm rot="18900000">
            <a:off x="1788471" y="3338843"/>
            <a:ext cx="1620740" cy="880972"/>
          </a:xfrm>
          <a:custGeom>
            <a:avLst/>
            <a:gdLst>
              <a:gd name="T0" fmla="*/ 8098 w 8105"/>
              <a:gd name="T1" fmla="*/ 0 h 4285"/>
              <a:gd name="T2" fmla="*/ 8105 w 8105"/>
              <a:gd name="T3" fmla="*/ 233 h 4285"/>
              <a:gd name="T4" fmla="*/ 4053 w 8105"/>
              <a:gd name="T5" fmla="*/ 4285 h 4285"/>
              <a:gd name="T6" fmla="*/ 0 w 8105"/>
              <a:gd name="T7" fmla="*/ 233 h 4285"/>
              <a:gd name="T8" fmla="*/ 7 w 8105"/>
              <a:gd name="T9" fmla="*/ 0 h 4285"/>
              <a:gd name="T10" fmla="*/ 1080 w 8105"/>
              <a:gd name="T11" fmla="*/ 0 h 4285"/>
              <a:gd name="T12" fmla="*/ 1071 w 8105"/>
              <a:gd name="T13" fmla="*/ 233 h 4285"/>
              <a:gd name="T14" fmla="*/ 4053 w 8105"/>
              <a:gd name="T15" fmla="*/ 3214 h 4285"/>
              <a:gd name="T16" fmla="*/ 7034 w 8105"/>
              <a:gd name="T17" fmla="*/ 233 h 4285"/>
              <a:gd name="T18" fmla="*/ 7025 w 8105"/>
              <a:gd name="T19" fmla="*/ 0 h 4285"/>
              <a:gd name="T20" fmla="*/ 8098 w 8105"/>
              <a:gd name="T21" fmla="*/ 0 h 4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05" h="4285">
                <a:moveTo>
                  <a:pt x="8098" y="0"/>
                </a:moveTo>
                <a:cubicBezTo>
                  <a:pt x="8103" y="77"/>
                  <a:pt x="8105" y="155"/>
                  <a:pt x="8105" y="233"/>
                </a:cubicBezTo>
                <a:cubicBezTo>
                  <a:pt x="8105" y="2471"/>
                  <a:pt x="6291" y="4285"/>
                  <a:pt x="4053" y="4285"/>
                </a:cubicBezTo>
                <a:cubicBezTo>
                  <a:pt x="1814" y="4285"/>
                  <a:pt x="0" y="2471"/>
                  <a:pt x="0" y="233"/>
                </a:cubicBezTo>
                <a:cubicBezTo>
                  <a:pt x="0" y="155"/>
                  <a:pt x="2" y="77"/>
                  <a:pt x="7" y="0"/>
                </a:cubicBezTo>
                <a:lnTo>
                  <a:pt x="1080" y="0"/>
                </a:lnTo>
                <a:cubicBezTo>
                  <a:pt x="1074" y="77"/>
                  <a:pt x="1071" y="154"/>
                  <a:pt x="1071" y="233"/>
                </a:cubicBezTo>
                <a:cubicBezTo>
                  <a:pt x="1071" y="1879"/>
                  <a:pt x="2406" y="3214"/>
                  <a:pt x="4053" y="3214"/>
                </a:cubicBezTo>
                <a:cubicBezTo>
                  <a:pt x="5699" y="3214"/>
                  <a:pt x="7034" y="1879"/>
                  <a:pt x="7034" y="233"/>
                </a:cubicBezTo>
                <a:cubicBezTo>
                  <a:pt x="7034" y="154"/>
                  <a:pt x="7031" y="77"/>
                  <a:pt x="7025" y="0"/>
                </a:cubicBezTo>
                <a:lnTo>
                  <a:pt x="8098" y="0"/>
                </a:lnTo>
                <a:close/>
              </a:path>
            </a:pathLst>
          </a:custGeom>
          <a:solidFill>
            <a:schemeClr val="accent1">
              <a:lumMod val="100000"/>
            </a:schemeClr>
          </a:solidFill>
          <a:ln w="3175" cap="flat">
            <a:noFill/>
            <a:prstDash val="solid"/>
            <a:miter lim="800000"/>
          </a:ln>
        </p:spPr>
        <p:txBody>
          <a:bodyPr vert="horz" wrap="square" lIns="123139" tIns="61569" rIns="123139" bIns="61569"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5" name="Freeform 7"/>
          <p:cNvSpPr/>
          <p:nvPr/>
        </p:nvSpPr>
        <p:spPr bwMode="auto">
          <a:xfrm rot="19087048">
            <a:off x="4332980" y="3201498"/>
            <a:ext cx="1583837" cy="1070361"/>
          </a:xfrm>
          <a:custGeom>
            <a:avLst/>
            <a:gdLst>
              <a:gd name="T0" fmla="*/ 7997 w 8105"/>
              <a:gd name="T1" fmla="*/ 0 h 4984"/>
              <a:gd name="T2" fmla="*/ 8105 w 8105"/>
              <a:gd name="T3" fmla="*/ 932 h 4984"/>
              <a:gd name="T4" fmla="*/ 4053 w 8105"/>
              <a:gd name="T5" fmla="*/ 4984 h 4984"/>
              <a:gd name="T6" fmla="*/ 0 w 8105"/>
              <a:gd name="T7" fmla="*/ 932 h 4984"/>
              <a:gd name="T8" fmla="*/ 108 w 8105"/>
              <a:gd name="T9" fmla="*/ 0 h 4984"/>
              <a:gd name="T10" fmla="*/ 1212 w 8105"/>
              <a:gd name="T11" fmla="*/ 0 h 4984"/>
              <a:gd name="T12" fmla="*/ 1218 w 8105"/>
              <a:gd name="T13" fmla="*/ 6 h 4984"/>
              <a:gd name="T14" fmla="*/ 1071 w 8105"/>
              <a:gd name="T15" fmla="*/ 932 h 4984"/>
              <a:gd name="T16" fmla="*/ 4053 w 8105"/>
              <a:gd name="T17" fmla="*/ 3913 h 4984"/>
              <a:gd name="T18" fmla="*/ 7034 w 8105"/>
              <a:gd name="T19" fmla="*/ 932 h 4984"/>
              <a:gd name="T20" fmla="*/ 6887 w 8105"/>
              <a:gd name="T21" fmla="*/ 6 h 4984"/>
              <a:gd name="T22" fmla="*/ 6893 w 8105"/>
              <a:gd name="T23" fmla="*/ 0 h 4984"/>
              <a:gd name="T24" fmla="*/ 7997 w 8105"/>
              <a:gd name="T25" fmla="*/ 0 h 49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05" h="4984">
                <a:moveTo>
                  <a:pt x="7997" y="0"/>
                </a:moveTo>
                <a:cubicBezTo>
                  <a:pt x="8068" y="299"/>
                  <a:pt x="8105" y="611"/>
                  <a:pt x="8105" y="932"/>
                </a:cubicBezTo>
                <a:cubicBezTo>
                  <a:pt x="8105" y="3170"/>
                  <a:pt x="6291" y="4984"/>
                  <a:pt x="4053" y="4984"/>
                </a:cubicBezTo>
                <a:cubicBezTo>
                  <a:pt x="1814" y="4984"/>
                  <a:pt x="0" y="3170"/>
                  <a:pt x="0" y="932"/>
                </a:cubicBezTo>
                <a:cubicBezTo>
                  <a:pt x="0" y="611"/>
                  <a:pt x="37" y="299"/>
                  <a:pt x="108" y="0"/>
                </a:cubicBezTo>
                <a:lnTo>
                  <a:pt x="1212" y="0"/>
                </a:lnTo>
                <a:lnTo>
                  <a:pt x="1218" y="6"/>
                </a:lnTo>
                <a:cubicBezTo>
                  <a:pt x="1123" y="297"/>
                  <a:pt x="1071" y="609"/>
                  <a:pt x="1071" y="932"/>
                </a:cubicBezTo>
                <a:cubicBezTo>
                  <a:pt x="1071" y="2578"/>
                  <a:pt x="2406" y="3913"/>
                  <a:pt x="4053" y="3913"/>
                </a:cubicBezTo>
                <a:cubicBezTo>
                  <a:pt x="5699" y="3913"/>
                  <a:pt x="7034" y="2578"/>
                  <a:pt x="7034" y="932"/>
                </a:cubicBezTo>
                <a:cubicBezTo>
                  <a:pt x="7034" y="609"/>
                  <a:pt x="6982" y="297"/>
                  <a:pt x="6887" y="6"/>
                </a:cubicBezTo>
                <a:lnTo>
                  <a:pt x="6893" y="0"/>
                </a:lnTo>
                <a:lnTo>
                  <a:pt x="7997" y="0"/>
                </a:lnTo>
                <a:close/>
              </a:path>
            </a:pathLst>
          </a:custGeom>
          <a:solidFill>
            <a:schemeClr val="accent1">
              <a:lumMod val="100000"/>
            </a:schemeClr>
          </a:solidFill>
          <a:ln w="3175" cap="flat">
            <a:noFill/>
            <a:prstDash val="solid"/>
            <a:miter lim="800000"/>
          </a:ln>
        </p:spPr>
        <p:txBody>
          <a:bodyPr vert="horz" wrap="square" lIns="123139" tIns="61569" rIns="123139" bIns="61569"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6" name="Freeform 6"/>
          <p:cNvSpPr/>
          <p:nvPr/>
        </p:nvSpPr>
        <p:spPr bwMode="auto">
          <a:xfrm rot="19290703">
            <a:off x="6653502" y="3013061"/>
            <a:ext cx="1619319" cy="1260987"/>
          </a:xfrm>
          <a:custGeom>
            <a:avLst/>
            <a:gdLst>
              <a:gd name="T0" fmla="*/ 7492 w 8105"/>
              <a:gd name="T1" fmla="*/ 0 h 6195"/>
              <a:gd name="T2" fmla="*/ 8105 w 8105"/>
              <a:gd name="T3" fmla="*/ 2143 h 6195"/>
              <a:gd name="T4" fmla="*/ 4052 w 8105"/>
              <a:gd name="T5" fmla="*/ 6195 h 6195"/>
              <a:gd name="T6" fmla="*/ 0 w 8105"/>
              <a:gd name="T7" fmla="*/ 2143 h 6195"/>
              <a:gd name="T8" fmla="*/ 612 w 8105"/>
              <a:gd name="T9" fmla="*/ 0 h 6195"/>
              <a:gd name="T10" fmla="*/ 1957 w 8105"/>
              <a:gd name="T11" fmla="*/ 0 h 6195"/>
              <a:gd name="T12" fmla="*/ 1968 w 8105"/>
              <a:gd name="T13" fmla="*/ 11 h 6195"/>
              <a:gd name="T14" fmla="*/ 1071 w 8105"/>
              <a:gd name="T15" fmla="*/ 2143 h 6195"/>
              <a:gd name="T16" fmla="*/ 4052 w 8105"/>
              <a:gd name="T17" fmla="*/ 5124 h 6195"/>
              <a:gd name="T18" fmla="*/ 7033 w 8105"/>
              <a:gd name="T19" fmla="*/ 2143 h 6195"/>
              <a:gd name="T20" fmla="*/ 6136 w 8105"/>
              <a:gd name="T21" fmla="*/ 11 h 6195"/>
              <a:gd name="T22" fmla="*/ 6147 w 8105"/>
              <a:gd name="T23" fmla="*/ 0 h 6195"/>
              <a:gd name="T24" fmla="*/ 7492 w 8105"/>
              <a:gd name="T25" fmla="*/ 0 h 6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05" h="6195">
                <a:moveTo>
                  <a:pt x="7492" y="0"/>
                </a:moveTo>
                <a:cubicBezTo>
                  <a:pt x="7880" y="622"/>
                  <a:pt x="8105" y="1356"/>
                  <a:pt x="8105" y="2143"/>
                </a:cubicBezTo>
                <a:cubicBezTo>
                  <a:pt x="8105" y="4381"/>
                  <a:pt x="6290" y="6195"/>
                  <a:pt x="4052" y="6195"/>
                </a:cubicBezTo>
                <a:cubicBezTo>
                  <a:pt x="1814" y="6195"/>
                  <a:pt x="0" y="4381"/>
                  <a:pt x="0" y="2143"/>
                </a:cubicBezTo>
                <a:cubicBezTo>
                  <a:pt x="0" y="1356"/>
                  <a:pt x="224" y="622"/>
                  <a:pt x="612" y="0"/>
                </a:cubicBezTo>
                <a:lnTo>
                  <a:pt x="1957" y="0"/>
                </a:lnTo>
                <a:lnTo>
                  <a:pt x="1968" y="11"/>
                </a:lnTo>
                <a:cubicBezTo>
                  <a:pt x="1415" y="552"/>
                  <a:pt x="1071" y="1307"/>
                  <a:pt x="1071" y="2143"/>
                </a:cubicBezTo>
                <a:cubicBezTo>
                  <a:pt x="1071" y="3789"/>
                  <a:pt x="2406" y="5124"/>
                  <a:pt x="4052" y="5124"/>
                </a:cubicBezTo>
                <a:cubicBezTo>
                  <a:pt x="5699" y="5124"/>
                  <a:pt x="7033" y="3789"/>
                  <a:pt x="7033" y="2143"/>
                </a:cubicBezTo>
                <a:cubicBezTo>
                  <a:pt x="7033" y="1307"/>
                  <a:pt x="6690" y="552"/>
                  <a:pt x="6136" y="11"/>
                </a:cubicBezTo>
                <a:lnTo>
                  <a:pt x="6147" y="0"/>
                </a:lnTo>
                <a:lnTo>
                  <a:pt x="7492" y="0"/>
                </a:lnTo>
                <a:close/>
              </a:path>
            </a:pathLst>
          </a:custGeom>
          <a:solidFill>
            <a:schemeClr val="accent1">
              <a:lumMod val="100000"/>
            </a:schemeClr>
          </a:solidFill>
          <a:ln w="3175" cap="flat">
            <a:noFill/>
            <a:prstDash val="solid"/>
            <a:miter lim="800000"/>
          </a:ln>
        </p:spPr>
        <p:txBody>
          <a:bodyPr vert="horz" wrap="square" lIns="123139" tIns="61569" rIns="123139" bIns="61569" numCol="1" anchor="t" anchorCtr="0" compatLnSpc="1"/>
          <a:lstStyle/>
          <a:p>
            <a:endParaRPr lang="zh-CN" altLang="en-US" sz="2400" dirty="0">
              <a:latin typeface="微软雅黑" panose="020B0503020204020204" pitchFamily="34" charset="-122"/>
              <a:ea typeface="微软雅黑" panose="020B0503020204020204" pitchFamily="34" charset="-122"/>
            </a:endParaRPr>
          </a:p>
        </p:txBody>
      </p:sp>
      <p:sp>
        <p:nvSpPr>
          <p:cNvPr id="27" name="Freeform 5"/>
          <p:cNvSpPr/>
          <p:nvPr/>
        </p:nvSpPr>
        <p:spPr bwMode="auto">
          <a:xfrm rot="19810786">
            <a:off x="9052479" y="2751531"/>
            <a:ext cx="1559879" cy="1521925"/>
          </a:xfrm>
          <a:custGeom>
            <a:avLst/>
            <a:gdLst>
              <a:gd name="T0" fmla="*/ 5799 w 8105"/>
              <a:gd name="T1" fmla="*/ 0 h 7710"/>
              <a:gd name="T2" fmla="*/ 8105 w 8105"/>
              <a:gd name="T3" fmla="*/ 3658 h 7710"/>
              <a:gd name="T4" fmla="*/ 4052 w 8105"/>
              <a:gd name="T5" fmla="*/ 7710 h 7710"/>
              <a:gd name="T6" fmla="*/ 0 w 8105"/>
              <a:gd name="T7" fmla="*/ 3658 h 7710"/>
              <a:gd name="T8" fmla="*/ 2306 w 8105"/>
              <a:gd name="T9" fmla="*/ 0 h 7710"/>
              <a:gd name="T10" fmla="*/ 3128 w 8105"/>
              <a:gd name="T11" fmla="*/ 823 h 7710"/>
              <a:gd name="T12" fmla="*/ 1071 w 8105"/>
              <a:gd name="T13" fmla="*/ 3658 h 7710"/>
              <a:gd name="T14" fmla="*/ 4052 w 8105"/>
              <a:gd name="T15" fmla="*/ 6639 h 7710"/>
              <a:gd name="T16" fmla="*/ 7034 w 8105"/>
              <a:gd name="T17" fmla="*/ 3658 h 7710"/>
              <a:gd name="T18" fmla="*/ 4976 w 8105"/>
              <a:gd name="T19" fmla="*/ 823 h 7710"/>
              <a:gd name="T20" fmla="*/ 5799 w 8105"/>
              <a:gd name="T21" fmla="*/ 0 h 7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05" h="7710">
                <a:moveTo>
                  <a:pt x="5799" y="0"/>
                </a:moveTo>
                <a:cubicBezTo>
                  <a:pt x="7163" y="653"/>
                  <a:pt x="8105" y="2045"/>
                  <a:pt x="8105" y="3658"/>
                </a:cubicBezTo>
                <a:cubicBezTo>
                  <a:pt x="8105" y="5896"/>
                  <a:pt x="6291" y="7710"/>
                  <a:pt x="4052" y="7710"/>
                </a:cubicBezTo>
                <a:cubicBezTo>
                  <a:pt x="1814" y="7710"/>
                  <a:pt x="0" y="5896"/>
                  <a:pt x="0" y="3658"/>
                </a:cubicBezTo>
                <a:cubicBezTo>
                  <a:pt x="0" y="2045"/>
                  <a:pt x="942" y="653"/>
                  <a:pt x="2306" y="0"/>
                </a:cubicBezTo>
                <a:lnTo>
                  <a:pt x="3128" y="823"/>
                </a:lnTo>
                <a:cubicBezTo>
                  <a:pt x="1934" y="1212"/>
                  <a:pt x="1071" y="2334"/>
                  <a:pt x="1071" y="3658"/>
                </a:cubicBezTo>
                <a:cubicBezTo>
                  <a:pt x="1071" y="5304"/>
                  <a:pt x="2406" y="6639"/>
                  <a:pt x="4052" y="6639"/>
                </a:cubicBezTo>
                <a:cubicBezTo>
                  <a:pt x="5699" y="6639"/>
                  <a:pt x="7034" y="5304"/>
                  <a:pt x="7034" y="3658"/>
                </a:cubicBezTo>
                <a:cubicBezTo>
                  <a:pt x="7034" y="2334"/>
                  <a:pt x="6171" y="1212"/>
                  <a:pt x="4976" y="823"/>
                </a:cubicBezTo>
                <a:lnTo>
                  <a:pt x="5799" y="0"/>
                </a:lnTo>
                <a:close/>
              </a:path>
            </a:pathLst>
          </a:custGeom>
          <a:solidFill>
            <a:schemeClr val="accent1">
              <a:lumMod val="100000"/>
            </a:schemeClr>
          </a:solidFill>
          <a:ln w="3175" cap="flat">
            <a:noFill/>
            <a:prstDash val="solid"/>
            <a:miter lim="800000"/>
          </a:ln>
        </p:spPr>
        <p:txBody>
          <a:bodyPr vert="horz" wrap="square" lIns="123139" tIns="61569" rIns="123139" bIns="61569" numCol="1" anchor="t" anchorCtr="0" compatLnSpc="1"/>
          <a:lstStyle/>
          <a:p>
            <a:endParaRPr lang="zh-CN" altLang="en-US" sz="2400" dirty="0">
              <a:latin typeface="微软雅黑" panose="020B0503020204020204" pitchFamily="34" charset="-122"/>
              <a:ea typeface="微软雅黑" panose="020B0503020204020204" pitchFamily="34" charset="-122"/>
            </a:endParaRPr>
          </a:p>
        </p:txBody>
      </p:sp>
      <p:grpSp>
        <p:nvGrpSpPr>
          <p:cNvPr id="28" name="组合 27"/>
          <p:cNvGrpSpPr/>
          <p:nvPr/>
        </p:nvGrpSpPr>
        <p:grpSpPr>
          <a:xfrm>
            <a:off x="1470119" y="1708944"/>
            <a:ext cx="1668139" cy="411324"/>
            <a:chOff x="3477359" y="7989049"/>
            <a:chExt cx="2534423" cy="612407"/>
          </a:xfrm>
          <a:effectLst>
            <a:outerShdw blurRad="203200" dist="114300" dir="5400000" sx="102000" sy="102000" algn="t" rotWithShape="0">
              <a:prstClr val="black">
                <a:alpha val="29000"/>
              </a:prstClr>
            </a:outerShdw>
          </a:effectLst>
        </p:grpSpPr>
        <p:sp>
          <p:nvSpPr>
            <p:cNvPr id="29" name="流程图: 可选过程 28"/>
            <p:cNvSpPr/>
            <p:nvPr/>
          </p:nvSpPr>
          <p:spPr>
            <a:xfrm>
              <a:off x="3477359" y="7989049"/>
              <a:ext cx="2534423" cy="584776"/>
            </a:xfrm>
            <a:prstGeom prst="flowChartAlternateProcess">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endParaRPr>
            </a:p>
          </p:txBody>
        </p:sp>
        <p:sp>
          <p:nvSpPr>
            <p:cNvPr id="30" name="TextBox 72"/>
            <p:cNvSpPr txBox="1"/>
            <p:nvPr/>
          </p:nvSpPr>
          <p:spPr>
            <a:xfrm>
              <a:off x="3781480" y="8005745"/>
              <a:ext cx="1839260" cy="595711"/>
            </a:xfrm>
            <a:prstGeom prst="rect">
              <a:avLst/>
            </a:prstGeom>
            <a:noFill/>
          </p:spPr>
          <p:txBody>
            <a:bodyPr wrap="non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学生首页</a:t>
              </a:r>
            </a:p>
          </p:txBody>
        </p:sp>
      </p:grpSp>
      <p:grpSp>
        <p:nvGrpSpPr>
          <p:cNvPr id="31" name="组合 30"/>
          <p:cNvGrpSpPr/>
          <p:nvPr/>
        </p:nvGrpSpPr>
        <p:grpSpPr>
          <a:xfrm>
            <a:off x="4027851" y="1713156"/>
            <a:ext cx="1668139" cy="411324"/>
            <a:chOff x="3477359" y="7989049"/>
            <a:chExt cx="2534423" cy="612407"/>
          </a:xfrm>
          <a:effectLst>
            <a:outerShdw blurRad="203200" dist="114300" dir="5400000" sx="102000" sy="102000" algn="t" rotWithShape="0">
              <a:prstClr val="black">
                <a:alpha val="29000"/>
              </a:prstClr>
            </a:outerShdw>
          </a:effectLst>
        </p:grpSpPr>
        <p:sp>
          <p:nvSpPr>
            <p:cNvPr id="32" name="流程图: 可选过程 31"/>
            <p:cNvSpPr/>
            <p:nvPr/>
          </p:nvSpPr>
          <p:spPr>
            <a:xfrm>
              <a:off x="3477359" y="7989049"/>
              <a:ext cx="2534423" cy="584776"/>
            </a:xfrm>
            <a:prstGeom prst="flowChartAlternateProcess">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endParaRPr>
            </a:p>
          </p:txBody>
        </p:sp>
        <p:sp>
          <p:nvSpPr>
            <p:cNvPr id="33" name="TextBox 75"/>
            <p:cNvSpPr txBox="1"/>
            <p:nvPr/>
          </p:nvSpPr>
          <p:spPr>
            <a:xfrm>
              <a:off x="3781480" y="8005745"/>
              <a:ext cx="1839260" cy="595711"/>
            </a:xfrm>
            <a:prstGeom prst="rect">
              <a:avLst/>
            </a:prstGeom>
            <a:noFill/>
          </p:spPr>
          <p:txBody>
            <a:bodyPr wrap="non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水电账务</a:t>
              </a:r>
            </a:p>
          </p:txBody>
        </p:sp>
      </p:grpSp>
      <p:grpSp>
        <p:nvGrpSpPr>
          <p:cNvPr id="34" name="组合 33"/>
          <p:cNvGrpSpPr/>
          <p:nvPr/>
        </p:nvGrpSpPr>
        <p:grpSpPr>
          <a:xfrm>
            <a:off x="6494703" y="1708944"/>
            <a:ext cx="1668139" cy="411324"/>
            <a:chOff x="3477359" y="7989049"/>
            <a:chExt cx="2534423" cy="612407"/>
          </a:xfrm>
          <a:effectLst>
            <a:outerShdw blurRad="203200" dist="114300" dir="5400000" sx="102000" sy="102000" algn="t" rotWithShape="0">
              <a:prstClr val="black">
                <a:alpha val="29000"/>
              </a:prstClr>
            </a:outerShdw>
          </a:effectLst>
        </p:grpSpPr>
        <p:sp>
          <p:nvSpPr>
            <p:cNvPr id="35" name="流程图: 可选过程 34"/>
            <p:cNvSpPr/>
            <p:nvPr/>
          </p:nvSpPr>
          <p:spPr>
            <a:xfrm>
              <a:off x="3477359" y="7989049"/>
              <a:ext cx="2534423" cy="584776"/>
            </a:xfrm>
            <a:prstGeom prst="flowChartAlternateProcess">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endParaRPr>
            </a:p>
          </p:txBody>
        </p:sp>
        <p:sp>
          <p:nvSpPr>
            <p:cNvPr id="36" name="TextBox 78"/>
            <p:cNvSpPr txBox="1"/>
            <p:nvPr/>
          </p:nvSpPr>
          <p:spPr>
            <a:xfrm>
              <a:off x="3781480" y="8005745"/>
              <a:ext cx="1839260" cy="595711"/>
            </a:xfrm>
            <a:prstGeom prst="rect">
              <a:avLst/>
            </a:prstGeom>
            <a:noFill/>
          </p:spPr>
          <p:txBody>
            <a:bodyPr wrap="none" rtlCol="0">
              <a:spAutoFit/>
            </a:bodyPr>
            <a:lstStyle/>
            <a:p>
              <a:pPr algn="ctr"/>
              <a:r>
                <a:rPr lang="zh-CN" altLang="en-US" sz="2000">
                  <a:solidFill>
                    <a:schemeClr val="bg1"/>
                  </a:solidFill>
                  <a:latin typeface="微软雅黑" panose="020B0503020204020204" pitchFamily="34" charset="-122"/>
                  <a:ea typeface="微软雅黑" panose="020B0503020204020204" pitchFamily="34" charset="-122"/>
                </a:rPr>
                <a:t>低碳看板</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grpSp>
        <p:nvGrpSpPr>
          <p:cNvPr id="37" name="组合 36"/>
          <p:cNvGrpSpPr/>
          <p:nvPr/>
        </p:nvGrpSpPr>
        <p:grpSpPr>
          <a:xfrm>
            <a:off x="9003433" y="1699859"/>
            <a:ext cx="1668139" cy="411324"/>
            <a:chOff x="3477359" y="7989049"/>
            <a:chExt cx="2534423" cy="612407"/>
          </a:xfrm>
          <a:effectLst>
            <a:outerShdw blurRad="203200" dist="114300" dir="5400000" sx="102000" sy="102000" algn="t" rotWithShape="0">
              <a:prstClr val="black">
                <a:alpha val="29000"/>
              </a:prstClr>
            </a:outerShdw>
          </a:effectLst>
        </p:grpSpPr>
        <p:sp>
          <p:nvSpPr>
            <p:cNvPr id="38" name="流程图: 可选过程 37"/>
            <p:cNvSpPr/>
            <p:nvPr/>
          </p:nvSpPr>
          <p:spPr>
            <a:xfrm>
              <a:off x="3477359" y="7989049"/>
              <a:ext cx="2534423" cy="584776"/>
            </a:xfrm>
            <a:prstGeom prst="flowChartAlternateProcess">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endParaRPr>
            </a:p>
          </p:txBody>
        </p:sp>
        <p:sp>
          <p:nvSpPr>
            <p:cNvPr id="39" name="TextBox 81"/>
            <p:cNvSpPr txBox="1"/>
            <p:nvPr/>
          </p:nvSpPr>
          <p:spPr>
            <a:xfrm>
              <a:off x="3781480" y="8005745"/>
              <a:ext cx="1839260" cy="595711"/>
            </a:xfrm>
            <a:prstGeom prst="rect">
              <a:avLst/>
            </a:prstGeom>
            <a:noFill/>
          </p:spPr>
          <p:txBody>
            <a:bodyPr wrap="non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奖励兑换</a:t>
              </a:r>
            </a:p>
          </p:txBody>
        </p:sp>
      </p:grpSp>
      <p:sp>
        <p:nvSpPr>
          <p:cNvPr id="40" name="TextBox 83"/>
          <p:cNvSpPr txBox="1"/>
          <p:nvPr/>
        </p:nvSpPr>
        <p:spPr>
          <a:xfrm>
            <a:off x="1489715" y="4612646"/>
            <a:ext cx="2196941" cy="587493"/>
          </a:xfrm>
          <a:prstGeom prst="rect">
            <a:avLst/>
          </a:prstGeom>
          <a:noFill/>
        </p:spPr>
        <p:txBody>
          <a:bodyPr wrap="square" lIns="91464" tIns="45732" rIns="91464" bIns="45732" rtlCol="0">
            <a:spAutoFit/>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统一承接学生资料、宿舍状态和服务导航。</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1" name="TextBox 84"/>
          <p:cNvSpPr txBox="1"/>
          <p:nvPr/>
        </p:nvSpPr>
        <p:spPr>
          <a:xfrm>
            <a:off x="3942583" y="4612646"/>
            <a:ext cx="2196941" cy="587493"/>
          </a:xfrm>
          <a:prstGeom prst="rect">
            <a:avLst/>
          </a:prstGeom>
          <a:noFill/>
        </p:spPr>
        <p:txBody>
          <a:bodyPr wrap="square" lIns="91464" tIns="45732" rIns="91464" bIns="45732" rtlCol="0">
            <a:spAutoFit/>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展示余额、用量、缴费与历史账单入口。</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2" name="TextBox 85"/>
          <p:cNvSpPr txBox="1"/>
          <p:nvPr/>
        </p:nvSpPr>
        <p:spPr>
          <a:xfrm>
            <a:off x="6301552" y="4612646"/>
            <a:ext cx="2196941" cy="587493"/>
          </a:xfrm>
          <a:prstGeom prst="rect">
            <a:avLst/>
          </a:prstGeom>
          <a:noFill/>
        </p:spPr>
        <p:txBody>
          <a:bodyPr wrap="square" lIns="91464" tIns="45732" rIns="91464" bIns="45732"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把用量、碳排、得分、排名转化为可见结果。</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3" name="TextBox 86"/>
          <p:cNvSpPr txBox="1"/>
          <p:nvPr/>
        </p:nvSpPr>
        <p:spPr>
          <a:xfrm>
            <a:off x="8893840" y="4612646"/>
            <a:ext cx="2196941" cy="587493"/>
          </a:xfrm>
          <a:prstGeom prst="rect">
            <a:avLst/>
          </a:prstGeom>
          <a:noFill/>
        </p:spPr>
        <p:txBody>
          <a:bodyPr wrap="square" lIns="91464" tIns="45732" rIns="91464" bIns="45732" rtlCol="0">
            <a:spAutoFit/>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以积分驱动商品浏览、兑换记录与库存联动。</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0" name="Text Box 4">
            <a:extLst>
              <a:ext uri="{FF2B5EF4-FFF2-40B4-BE49-F238E27FC236}">
                <a16:creationId xmlns:a16="http://schemas.microsoft.com/office/drawing/2014/main" id="{050383D1-62F1-CB44-8B7C-6BACBC9DB613}"/>
              </a:ext>
            </a:extLst>
          </p:cNvPr>
          <p:cNvSpPr txBox="1">
            <a:spLocks noChangeArrowheads="1"/>
          </p:cNvSpPr>
          <p:nvPr/>
        </p:nvSpPr>
        <p:spPr bwMode="auto">
          <a:xfrm>
            <a:off x="781532" y="270516"/>
            <a:ext cx="210346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阶段四能力扩展</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1" name="Half Frame 12">
            <a:extLst>
              <a:ext uri="{FF2B5EF4-FFF2-40B4-BE49-F238E27FC236}">
                <a16:creationId xmlns:a16="http://schemas.microsoft.com/office/drawing/2014/main" id="{5D54B112-BED4-E548-BF73-1CDFA9EEEEB3}"/>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52" name="直线连接符 51">
            <a:extLst>
              <a:ext uri="{FF2B5EF4-FFF2-40B4-BE49-F238E27FC236}">
                <a16:creationId xmlns:a16="http://schemas.microsoft.com/office/drawing/2014/main" id="{7DD59470-F0FB-C246-B8A3-99BC18035AE7}"/>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anim calcmode="lin" valueType="num">
                                          <p:cBhvr>
                                            <p:cTn id="8" dur="500" fill="hold"/>
                                            <p:tgtEl>
                                              <p:spTgt spid="28"/>
                                            </p:tgtEl>
                                            <p:attrNameLst>
                                              <p:attrName>ppt_x</p:attrName>
                                            </p:attrNameLst>
                                          </p:cBhvr>
                                          <p:tavLst>
                                            <p:tav tm="0">
                                              <p:val>
                                                <p:strVal val="#ppt_x"/>
                                              </p:val>
                                            </p:tav>
                                            <p:tav tm="100000">
                                              <p:val>
                                                <p:strVal val="#ppt_x"/>
                                              </p:val>
                                            </p:tav>
                                          </p:tavLst>
                                        </p:anim>
                                        <p:anim calcmode="lin" valueType="num">
                                          <p:cBhvr>
                                            <p:cTn id="9" dur="500" fill="hold"/>
                                            <p:tgtEl>
                                              <p:spTgt spid="2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7" presetClass="entr" presetSubtype="0" fill="hold" nodeType="after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anim calcmode="lin" valueType="num">
                                          <p:cBhvr>
                                            <p:cTn id="14" dur="500" fill="hold"/>
                                            <p:tgtEl>
                                              <p:spTgt spid="31"/>
                                            </p:tgtEl>
                                            <p:attrNameLst>
                                              <p:attrName>ppt_x</p:attrName>
                                            </p:attrNameLst>
                                          </p:cBhvr>
                                          <p:tavLst>
                                            <p:tav tm="0">
                                              <p:val>
                                                <p:strVal val="#ppt_x"/>
                                              </p:val>
                                            </p:tav>
                                            <p:tav tm="100000">
                                              <p:val>
                                                <p:strVal val="#ppt_x"/>
                                              </p:val>
                                            </p:tav>
                                          </p:tavLst>
                                        </p:anim>
                                        <p:anim calcmode="lin" valueType="num">
                                          <p:cBhvr>
                                            <p:cTn id="15" dur="500" fill="hold"/>
                                            <p:tgtEl>
                                              <p:spTgt spid="31"/>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7" presetClass="entr" presetSubtype="0"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anim calcmode="lin" valueType="num">
                                          <p:cBhvr>
                                            <p:cTn id="20" dur="500" fill="hold"/>
                                            <p:tgtEl>
                                              <p:spTgt spid="34"/>
                                            </p:tgtEl>
                                            <p:attrNameLst>
                                              <p:attrName>ppt_x</p:attrName>
                                            </p:attrNameLst>
                                          </p:cBhvr>
                                          <p:tavLst>
                                            <p:tav tm="0">
                                              <p:val>
                                                <p:strVal val="#ppt_x"/>
                                              </p:val>
                                            </p:tav>
                                            <p:tav tm="100000">
                                              <p:val>
                                                <p:strVal val="#ppt_x"/>
                                              </p:val>
                                            </p:tav>
                                          </p:tavLst>
                                        </p:anim>
                                        <p:anim calcmode="lin" valueType="num">
                                          <p:cBhvr>
                                            <p:cTn id="21" dur="500" fill="hold"/>
                                            <p:tgtEl>
                                              <p:spTgt spid="34"/>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7" presetClass="entr" presetSubtype="0" fill="hold" nodeType="after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500"/>
                                            <p:tgtEl>
                                              <p:spTgt spid="37"/>
                                            </p:tgtEl>
                                          </p:cBhvr>
                                        </p:animEffect>
                                        <p:anim calcmode="lin" valueType="num">
                                          <p:cBhvr>
                                            <p:cTn id="26" dur="500" fill="hold"/>
                                            <p:tgtEl>
                                              <p:spTgt spid="37"/>
                                            </p:tgtEl>
                                            <p:attrNameLst>
                                              <p:attrName>ppt_x</p:attrName>
                                            </p:attrNameLst>
                                          </p:cBhvr>
                                          <p:tavLst>
                                            <p:tav tm="0">
                                              <p:val>
                                                <p:strVal val="#ppt_x"/>
                                              </p:val>
                                            </p:tav>
                                            <p:tav tm="100000">
                                              <p:val>
                                                <p:strVal val="#ppt_x"/>
                                              </p:val>
                                            </p:tav>
                                          </p:tavLst>
                                        </p:anim>
                                        <p:anim calcmode="lin" valueType="num">
                                          <p:cBhvr>
                                            <p:cTn id="27" dur="500" fill="hold"/>
                                            <p:tgtEl>
                                              <p:spTgt spid="37"/>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23" presetClass="entr" presetSubtype="272" fill="hold" nodeType="after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p:cTn id="31" dur="500" fill="hold"/>
                                            <p:tgtEl>
                                              <p:spTgt spid="3"/>
                                            </p:tgtEl>
                                            <p:attrNameLst>
                                              <p:attrName>ppt_w</p:attrName>
                                            </p:attrNameLst>
                                          </p:cBhvr>
                                          <p:tavLst>
                                            <p:tav tm="0">
                                              <p:val>
                                                <p:strVal val="2/3*#ppt_w"/>
                                              </p:val>
                                            </p:tav>
                                            <p:tav tm="100000">
                                              <p:val>
                                                <p:strVal val="#ppt_w"/>
                                              </p:val>
                                            </p:tav>
                                          </p:tavLst>
                                        </p:anim>
                                        <p:anim calcmode="lin" valueType="num">
                                          <p:cBhvr>
                                            <p:cTn id="32" dur="500" fill="hold"/>
                                            <p:tgtEl>
                                              <p:spTgt spid="3"/>
                                            </p:tgtEl>
                                            <p:attrNameLst>
                                              <p:attrName>ppt_h</p:attrName>
                                            </p:attrNameLst>
                                          </p:cBhvr>
                                          <p:tavLst>
                                            <p:tav tm="0">
                                              <p:val>
                                                <p:strVal val="2/3*#ppt_h"/>
                                              </p:val>
                                            </p:tav>
                                            <p:tav tm="100000">
                                              <p:val>
                                                <p:strVal val="#ppt_h"/>
                                              </p:val>
                                            </p:tav>
                                          </p:tavLst>
                                        </p:anim>
                                      </p:childTnLst>
                                    </p:cTn>
                                  </p:par>
                                  <p:par>
                                    <p:cTn id="33" presetID="21" presetClass="entr" presetSubtype="1"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heel(1)">
                                          <p:cBhvr>
                                            <p:cTn id="35" dur="1000"/>
                                            <p:tgtEl>
                                              <p:spTgt spid="24"/>
                                            </p:tgtEl>
                                          </p:cBhvr>
                                        </p:animEffect>
                                      </p:childTnLst>
                                    </p:cTn>
                                  </p:par>
                                </p:childTnLst>
                              </p:cTn>
                            </p:par>
                            <p:par>
                              <p:cTn id="36" fill="hold">
                                <p:stCondLst>
                                  <p:cond delay="2500"/>
                                </p:stCondLst>
                                <p:childTnLst>
                                  <p:par>
                                    <p:cTn id="37" presetID="23" presetClass="entr" presetSubtype="272" fill="hold" nodeType="after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p:cTn id="39" dur="500" fill="hold"/>
                                            <p:tgtEl>
                                              <p:spTgt spid="9"/>
                                            </p:tgtEl>
                                            <p:attrNameLst>
                                              <p:attrName>ppt_w</p:attrName>
                                            </p:attrNameLst>
                                          </p:cBhvr>
                                          <p:tavLst>
                                            <p:tav tm="0">
                                              <p:val>
                                                <p:strVal val="2/3*#ppt_w"/>
                                              </p:val>
                                            </p:tav>
                                            <p:tav tm="100000">
                                              <p:val>
                                                <p:strVal val="#ppt_w"/>
                                              </p:val>
                                            </p:tav>
                                          </p:tavLst>
                                        </p:anim>
                                        <p:anim calcmode="lin" valueType="num">
                                          <p:cBhvr>
                                            <p:cTn id="40" dur="500" fill="hold"/>
                                            <p:tgtEl>
                                              <p:spTgt spid="9"/>
                                            </p:tgtEl>
                                            <p:attrNameLst>
                                              <p:attrName>ppt_h</p:attrName>
                                            </p:attrNameLst>
                                          </p:cBhvr>
                                          <p:tavLst>
                                            <p:tav tm="0">
                                              <p:val>
                                                <p:strVal val="2/3*#ppt_h"/>
                                              </p:val>
                                            </p:tav>
                                            <p:tav tm="100000">
                                              <p:val>
                                                <p:strVal val="#ppt_h"/>
                                              </p:val>
                                            </p:tav>
                                          </p:tavLst>
                                        </p:anim>
                                      </p:childTnLst>
                                    </p:cTn>
                                  </p:par>
                                  <p:par>
                                    <p:cTn id="41" presetID="21" presetClass="entr" presetSubtype="1"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wheel(1)">
                                          <p:cBhvr>
                                            <p:cTn id="43" dur="1000"/>
                                            <p:tgtEl>
                                              <p:spTgt spid="25"/>
                                            </p:tgtEl>
                                          </p:cBhvr>
                                        </p:animEffect>
                                      </p:childTnLst>
                                    </p:cTn>
                                  </p:par>
                                </p:childTnLst>
                              </p:cTn>
                            </p:par>
                            <p:par>
                              <p:cTn id="44" fill="hold">
                                <p:stCondLst>
                                  <p:cond delay="3000"/>
                                </p:stCondLst>
                                <p:childTnLst>
                                  <p:par>
                                    <p:cTn id="45" presetID="23" presetClass="entr" presetSubtype="272" fill="hold" nodeType="after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strVal val="2/3*#ppt_w"/>
                                              </p:val>
                                            </p:tav>
                                            <p:tav tm="100000">
                                              <p:val>
                                                <p:strVal val="#ppt_w"/>
                                              </p:val>
                                            </p:tav>
                                          </p:tavLst>
                                        </p:anim>
                                        <p:anim calcmode="lin" valueType="num">
                                          <p:cBhvr>
                                            <p:cTn id="48" dur="500" fill="hold"/>
                                            <p:tgtEl>
                                              <p:spTgt spid="14"/>
                                            </p:tgtEl>
                                            <p:attrNameLst>
                                              <p:attrName>ppt_h</p:attrName>
                                            </p:attrNameLst>
                                          </p:cBhvr>
                                          <p:tavLst>
                                            <p:tav tm="0">
                                              <p:val>
                                                <p:strVal val="2/3*#ppt_h"/>
                                              </p:val>
                                            </p:tav>
                                            <p:tav tm="100000">
                                              <p:val>
                                                <p:strVal val="#ppt_h"/>
                                              </p:val>
                                            </p:tav>
                                          </p:tavLst>
                                        </p:anim>
                                      </p:childTnLst>
                                    </p:cTn>
                                  </p:par>
                                  <p:par>
                                    <p:cTn id="49" presetID="21" presetClass="entr" presetSubtype="1"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wheel(1)">
                                          <p:cBhvr>
                                            <p:cTn id="51" dur="1000"/>
                                            <p:tgtEl>
                                              <p:spTgt spid="26"/>
                                            </p:tgtEl>
                                          </p:cBhvr>
                                        </p:animEffect>
                                      </p:childTnLst>
                                    </p:cTn>
                                  </p:par>
                                </p:childTnLst>
                              </p:cTn>
                            </p:par>
                            <p:par>
                              <p:cTn id="52" fill="hold">
                                <p:stCondLst>
                                  <p:cond delay="3500"/>
                                </p:stCondLst>
                                <p:childTnLst>
                                  <p:par>
                                    <p:cTn id="53" presetID="23" presetClass="entr" presetSubtype="272" fill="hold" nodeType="after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p:cTn id="55" dur="500" fill="hold"/>
                                            <p:tgtEl>
                                              <p:spTgt spid="19"/>
                                            </p:tgtEl>
                                            <p:attrNameLst>
                                              <p:attrName>ppt_w</p:attrName>
                                            </p:attrNameLst>
                                          </p:cBhvr>
                                          <p:tavLst>
                                            <p:tav tm="0">
                                              <p:val>
                                                <p:strVal val="2/3*#ppt_w"/>
                                              </p:val>
                                            </p:tav>
                                            <p:tav tm="100000">
                                              <p:val>
                                                <p:strVal val="#ppt_w"/>
                                              </p:val>
                                            </p:tav>
                                          </p:tavLst>
                                        </p:anim>
                                        <p:anim calcmode="lin" valueType="num">
                                          <p:cBhvr>
                                            <p:cTn id="56" dur="500" fill="hold"/>
                                            <p:tgtEl>
                                              <p:spTgt spid="19"/>
                                            </p:tgtEl>
                                            <p:attrNameLst>
                                              <p:attrName>ppt_h</p:attrName>
                                            </p:attrNameLst>
                                          </p:cBhvr>
                                          <p:tavLst>
                                            <p:tav tm="0">
                                              <p:val>
                                                <p:strVal val="2/3*#ppt_h"/>
                                              </p:val>
                                            </p:tav>
                                            <p:tav tm="100000">
                                              <p:val>
                                                <p:strVal val="#ppt_h"/>
                                              </p:val>
                                            </p:tav>
                                          </p:tavLst>
                                        </p:anim>
                                      </p:childTnLst>
                                    </p:cTn>
                                  </p:par>
                                  <p:par>
                                    <p:cTn id="57" presetID="21" presetClass="entr" presetSubtype="1"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wheel(1)">
                                          <p:cBhvr>
                                            <p:cTn id="59" dur="1000"/>
                                            <p:tgtEl>
                                              <p:spTgt spid="27"/>
                                            </p:tgtEl>
                                          </p:cBhvr>
                                        </p:animEffect>
                                      </p:childTnLst>
                                    </p:cTn>
                                  </p:par>
                                </p:childTnLst>
                              </p:cTn>
                            </p:par>
                            <p:par>
                              <p:cTn id="60" fill="hold">
                                <p:stCondLst>
                                  <p:cond delay="4000"/>
                                </p:stCondLst>
                                <p:childTnLst>
                                  <p:par>
                                    <p:cTn id="61" presetID="14" presetClass="entr" presetSubtype="10" fill="hold" grpId="0" nodeType="after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randombar(horizontal)">
                                          <p:cBhvr>
                                            <p:cTn id="63" dur="500"/>
                                            <p:tgtEl>
                                              <p:spTgt spid="40"/>
                                            </p:tgtEl>
                                          </p:cBhvr>
                                        </p:animEffect>
                                      </p:childTnLst>
                                    </p:cTn>
                                  </p:par>
                                </p:childTnLst>
                              </p:cTn>
                            </p:par>
                            <p:par>
                              <p:cTn id="64" fill="hold">
                                <p:stCondLst>
                                  <p:cond delay="4500"/>
                                </p:stCondLst>
                                <p:childTnLst>
                                  <p:par>
                                    <p:cTn id="65" presetID="14" presetClass="entr" presetSubtype="10" fill="hold" grpId="0" nodeType="afterEffect">
                                      <p:stCondLst>
                                        <p:cond delay="0"/>
                                      </p:stCondLst>
                                      <p:childTnLst>
                                        <p:set>
                                          <p:cBhvr>
                                            <p:cTn id="66" dur="1" fill="hold">
                                              <p:stCondLst>
                                                <p:cond delay="0"/>
                                              </p:stCondLst>
                                            </p:cTn>
                                            <p:tgtEl>
                                              <p:spTgt spid="41"/>
                                            </p:tgtEl>
                                            <p:attrNameLst>
                                              <p:attrName>style.visibility</p:attrName>
                                            </p:attrNameLst>
                                          </p:cBhvr>
                                          <p:to>
                                            <p:strVal val="visible"/>
                                          </p:to>
                                        </p:set>
                                        <p:animEffect transition="in" filter="randombar(horizontal)">
                                          <p:cBhvr>
                                            <p:cTn id="67" dur="500"/>
                                            <p:tgtEl>
                                              <p:spTgt spid="41"/>
                                            </p:tgtEl>
                                          </p:cBhvr>
                                        </p:animEffect>
                                      </p:childTnLst>
                                    </p:cTn>
                                  </p:par>
                                </p:childTnLst>
                              </p:cTn>
                            </p:par>
                            <p:par>
                              <p:cTn id="68" fill="hold">
                                <p:stCondLst>
                                  <p:cond delay="5000"/>
                                </p:stCondLst>
                                <p:childTnLst>
                                  <p:par>
                                    <p:cTn id="69" presetID="14" presetClass="entr" presetSubtype="10" fill="hold" grpId="0" nodeType="after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randombar(horizontal)">
                                          <p:cBhvr>
                                            <p:cTn id="71" dur="500"/>
                                            <p:tgtEl>
                                              <p:spTgt spid="42"/>
                                            </p:tgtEl>
                                          </p:cBhvr>
                                        </p:animEffect>
                                      </p:childTnLst>
                                    </p:cTn>
                                  </p:par>
                                </p:childTnLst>
                              </p:cTn>
                            </p:par>
                            <p:par>
                              <p:cTn id="72" fill="hold">
                                <p:stCondLst>
                                  <p:cond delay="5500"/>
                                </p:stCondLst>
                                <p:childTnLst>
                                  <p:par>
                                    <p:cTn id="73" presetID="14" presetClass="entr" presetSubtype="10" fill="hold" grpId="0" nodeType="after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randombar(horizontal)">
                                          <p:cBhvr>
                                            <p:cTn id="75" dur="500"/>
                                            <p:tgtEl>
                                              <p:spTgt spid="43"/>
                                            </p:tgtEl>
                                          </p:cBhvr>
                                        </p:animEffect>
                                      </p:childTnLst>
                                    </p:cTn>
                                  </p:par>
                                  <p:par>
                                    <p:cTn id="76" presetID="2" presetClass="entr" presetSubtype="1" fill="hold" grpId="0" nodeType="withEffect" p14:presetBounceEnd="81000">
                                      <p:stCondLst>
                                        <p:cond delay="0"/>
                                      </p:stCondLst>
                                      <p:childTnLst>
                                        <p:set>
                                          <p:cBhvr>
                                            <p:cTn id="77" dur="1" fill="hold">
                                              <p:stCondLst>
                                                <p:cond delay="0"/>
                                              </p:stCondLst>
                                            </p:cTn>
                                            <p:tgtEl>
                                              <p:spTgt spid="50"/>
                                            </p:tgtEl>
                                            <p:attrNameLst>
                                              <p:attrName>style.visibility</p:attrName>
                                            </p:attrNameLst>
                                          </p:cBhvr>
                                          <p:to>
                                            <p:strVal val="visible"/>
                                          </p:to>
                                        </p:set>
                                        <p:anim calcmode="lin" valueType="num" p14:bounceEnd="81000">
                                          <p:cBhvr additive="base">
                                            <p:cTn id="78" dur="1000" fill="hold"/>
                                            <p:tgtEl>
                                              <p:spTgt spid="50"/>
                                            </p:tgtEl>
                                            <p:attrNameLst>
                                              <p:attrName>ppt_x</p:attrName>
                                            </p:attrNameLst>
                                          </p:cBhvr>
                                          <p:tavLst>
                                            <p:tav tm="0">
                                              <p:val>
                                                <p:strVal val="#ppt_x"/>
                                              </p:val>
                                            </p:tav>
                                            <p:tav tm="100000">
                                              <p:val>
                                                <p:strVal val="#ppt_x"/>
                                              </p:val>
                                            </p:tav>
                                          </p:tavLst>
                                        </p:anim>
                                        <p:anim calcmode="lin" valueType="num" p14:bounceEnd="81000">
                                          <p:cBhvr additive="base">
                                            <p:cTn id="79" dur="1000" fill="hold"/>
                                            <p:tgtEl>
                                              <p:spTgt spid="50"/>
                                            </p:tgtEl>
                                            <p:attrNameLst>
                                              <p:attrName>ppt_y</p:attrName>
                                            </p:attrNameLst>
                                          </p:cBhvr>
                                          <p:tavLst>
                                            <p:tav tm="0">
                                              <p:val>
                                                <p:strVal val="0-#ppt_h/2"/>
                                              </p:val>
                                            </p:tav>
                                            <p:tav tm="100000">
                                              <p:val>
                                                <p:strVal val="#ppt_y"/>
                                              </p:val>
                                            </p:tav>
                                          </p:tavLst>
                                        </p:anim>
                                      </p:childTnLst>
                                    </p:cTn>
                                  </p:par>
                                </p:childTnLst>
                              </p:cTn>
                            </p:par>
                            <p:par>
                              <p:cTn id="80" fill="hold">
                                <p:stCondLst>
                                  <p:cond delay="6500"/>
                                </p:stCondLst>
                                <p:childTnLst>
                                  <p:par>
                                    <p:cTn id="81" presetID="22" presetClass="entr" presetSubtype="8" fill="hold" nodeType="afterEffect">
                                      <p:stCondLst>
                                        <p:cond delay="0"/>
                                      </p:stCondLst>
                                      <p:childTnLst>
                                        <p:set>
                                          <p:cBhvr>
                                            <p:cTn id="82" dur="1" fill="hold">
                                              <p:stCondLst>
                                                <p:cond delay="0"/>
                                              </p:stCondLst>
                                            </p:cTn>
                                            <p:tgtEl>
                                              <p:spTgt spid="51"/>
                                            </p:tgtEl>
                                            <p:attrNameLst>
                                              <p:attrName>style.visibility</p:attrName>
                                            </p:attrNameLst>
                                          </p:cBhvr>
                                          <p:to>
                                            <p:strVal val="visible"/>
                                          </p:to>
                                        </p:set>
                                        <p:animEffect transition="in" filter="wipe(left)">
                                          <p:cBhvr>
                                            <p:cTn id="83"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40" grpId="0"/>
          <p:bldP spid="41" grpId="0"/>
          <p:bldP spid="42" grpId="0"/>
          <p:bldP spid="43" grpId="0"/>
          <p:bldP spid="50"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anim calcmode="lin" valueType="num">
                                          <p:cBhvr>
                                            <p:cTn id="8" dur="500" fill="hold"/>
                                            <p:tgtEl>
                                              <p:spTgt spid="28"/>
                                            </p:tgtEl>
                                            <p:attrNameLst>
                                              <p:attrName>ppt_x</p:attrName>
                                            </p:attrNameLst>
                                          </p:cBhvr>
                                          <p:tavLst>
                                            <p:tav tm="0">
                                              <p:val>
                                                <p:strVal val="#ppt_x"/>
                                              </p:val>
                                            </p:tav>
                                            <p:tav tm="100000">
                                              <p:val>
                                                <p:strVal val="#ppt_x"/>
                                              </p:val>
                                            </p:tav>
                                          </p:tavLst>
                                        </p:anim>
                                        <p:anim calcmode="lin" valueType="num">
                                          <p:cBhvr>
                                            <p:cTn id="9" dur="500" fill="hold"/>
                                            <p:tgtEl>
                                              <p:spTgt spid="2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7" presetClass="entr" presetSubtype="0" fill="hold" nodeType="after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anim calcmode="lin" valueType="num">
                                          <p:cBhvr>
                                            <p:cTn id="14" dur="500" fill="hold"/>
                                            <p:tgtEl>
                                              <p:spTgt spid="31"/>
                                            </p:tgtEl>
                                            <p:attrNameLst>
                                              <p:attrName>ppt_x</p:attrName>
                                            </p:attrNameLst>
                                          </p:cBhvr>
                                          <p:tavLst>
                                            <p:tav tm="0">
                                              <p:val>
                                                <p:strVal val="#ppt_x"/>
                                              </p:val>
                                            </p:tav>
                                            <p:tav tm="100000">
                                              <p:val>
                                                <p:strVal val="#ppt_x"/>
                                              </p:val>
                                            </p:tav>
                                          </p:tavLst>
                                        </p:anim>
                                        <p:anim calcmode="lin" valueType="num">
                                          <p:cBhvr>
                                            <p:cTn id="15" dur="500" fill="hold"/>
                                            <p:tgtEl>
                                              <p:spTgt spid="31"/>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7" presetClass="entr" presetSubtype="0"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anim calcmode="lin" valueType="num">
                                          <p:cBhvr>
                                            <p:cTn id="20" dur="500" fill="hold"/>
                                            <p:tgtEl>
                                              <p:spTgt spid="34"/>
                                            </p:tgtEl>
                                            <p:attrNameLst>
                                              <p:attrName>ppt_x</p:attrName>
                                            </p:attrNameLst>
                                          </p:cBhvr>
                                          <p:tavLst>
                                            <p:tav tm="0">
                                              <p:val>
                                                <p:strVal val="#ppt_x"/>
                                              </p:val>
                                            </p:tav>
                                            <p:tav tm="100000">
                                              <p:val>
                                                <p:strVal val="#ppt_x"/>
                                              </p:val>
                                            </p:tav>
                                          </p:tavLst>
                                        </p:anim>
                                        <p:anim calcmode="lin" valueType="num">
                                          <p:cBhvr>
                                            <p:cTn id="21" dur="500" fill="hold"/>
                                            <p:tgtEl>
                                              <p:spTgt spid="34"/>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7" presetClass="entr" presetSubtype="0" fill="hold" nodeType="after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500"/>
                                            <p:tgtEl>
                                              <p:spTgt spid="37"/>
                                            </p:tgtEl>
                                          </p:cBhvr>
                                        </p:animEffect>
                                        <p:anim calcmode="lin" valueType="num">
                                          <p:cBhvr>
                                            <p:cTn id="26" dur="500" fill="hold"/>
                                            <p:tgtEl>
                                              <p:spTgt spid="37"/>
                                            </p:tgtEl>
                                            <p:attrNameLst>
                                              <p:attrName>ppt_x</p:attrName>
                                            </p:attrNameLst>
                                          </p:cBhvr>
                                          <p:tavLst>
                                            <p:tav tm="0">
                                              <p:val>
                                                <p:strVal val="#ppt_x"/>
                                              </p:val>
                                            </p:tav>
                                            <p:tav tm="100000">
                                              <p:val>
                                                <p:strVal val="#ppt_x"/>
                                              </p:val>
                                            </p:tav>
                                          </p:tavLst>
                                        </p:anim>
                                        <p:anim calcmode="lin" valueType="num">
                                          <p:cBhvr>
                                            <p:cTn id="27" dur="500" fill="hold"/>
                                            <p:tgtEl>
                                              <p:spTgt spid="37"/>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23" presetClass="entr" presetSubtype="272" fill="hold" nodeType="after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p:cTn id="31" dur="500" fill="hold"/>
                                            <p:tgtEl>
                                              <p:spTgt spid="3"/>
                                            </p:tgtEl>
                                            <p:attrNameLst>
                                              <p:attrName>ppt_w</p:attrName>
                                            </p:attrNameLst>
                                          </p:cBhvr>
                                          <p:tavLst>
                                            <p:tav tm="0">
                                              <p:val>
                                                <p:strVal val="2/3*#ppt_w"/>
                                              </p:val>
                                            </p:tav>
                                            <p:tav tm="100000">
                                              <p:val>
                                                <p:strVal val="#ppt_w"/>
                                              </p:val>
                                            </p:tav>
                                          </p:tavLst>
                                        </p:anim>
                                        <p:anim calcmode="lin" valueType="num">
                                          <p:cBhvr>
                                            <p:cTn id="32" dur="500" fill="hold"/>
                                            <p:tgtEl>
                                              <p:spTgt spid="3"/>
                                            </p:tgtEl>
                                            <p:attrNameLst>
                                              <p:attrName>ppt_h</p:attrName>
                                            </p:attrNameLst>
                                          </p:cBhvr>
                                          <p:tavLst>
                                            <p:tav tm="0">
                                              <p:val>
                                                <p:strVal val="2/3*#ppt_h"/>
                                              </p:val>
                                            </p:tav>
                                            <p:tav tm="100000">
                                              <p:val>
                                                <p:strVal val="#ppt_h"/>
                                              </p:val>
                                            </p:tav>
                                          </p:tavLst>
                                        </p:anim>
                                      </p:childTnLst>
                                    </p:cTn>
                                  </p:par>
                                  <p:par>
                                    <p:cTn id="33" presetID="21" presetClass="entr" presetSubtype="1"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heel(1)">
                                          <p:cBhvr>
                                            <p:cTn id="35" dur="1000"/>
                                            <p:tgtEl>
                                              <p:spTgt spid="24"/>
                                            </p:tgtEl>
                                          </p:cBhvr>
                                        </p:animEffect>
                                      </p:childTnLst>
                                    </p:cTn>
                                  </p:par>
                                </p:childTnLst>
                              </p:cTn>
                            </p:par>
                            <p:par>
                              <p:cTn id="36" fill="hold">
                                <p:stCondLst>
                                  <p:cond delay="2500"/>
                                </p:stCondLst>
                                <p:childTnLst>
                                  <p:par>
                                    <p:cTn id="37" presetID="23" presetClass="entr" presetSubtype="272" fill="hold" nodeType="after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p:cTn id="39" dur="500" fill="hold"/>
                                            <p:tgtEl>
                                              <p:spTgt spid="9"/>
                                            </p:tgtEl>
                                            <p:attrNameLst>
                                              <p:attrName>ppt_w</p:attrName>
                                            </p:attrNameLst>
                                          </p:cBhvr>
                                          <p:tavLst>
                                            <p:tav tm="0">
                                              <p:val>
                                                <p:strVal val="2/3*#ppt_w"/>
                                              </p:val>
                                            </p:tav>
                                            <p:tav tm="100000">
                                              <p:val>
                                                <p:strVal val="#ppt_w"/>
                                              </p:val>
                                            </p:tav>
                                          </p:tavLst>
                                        </p:anim>
                                        <p:anim calcmode="lin" valueType="num">
                                          <p:cBhvr>
                                            <p:cTn id="40" dur="500" fill="hold"/>
                                            <p:tgtEl>
                                              <p:spTgt spid="9"/>
                                            </p:tgtEl>
                                            <p:attrNameLst>
                                              <p:attrName>ppt_h</p:attrName>
                                            </p:attrNameLst>
                                          </p:cBhvr>
                                          <p:tavLst>
                                            <p:tav tm="0">
                                              <p:val>
                                                <p:strVal val="2/3*#ppt_h"/>
                                              </p:val>
                                            </p:tav>
                                            <p:tav tm="100000">
                                              <p:val>
                                                <p:strVal val="#ppt_h"/>
                                              </p:val>
                                            </p:tav>
                                          </p:tavLst>
                                        </p:anim>
                                      </p:childTnLst>
                                    </p:cTn>
                                  </p:par>
                                  <p:par>
                                    <p:cTn id="41" presetID="21" presetClass="entr" presetSubtype="1"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wheel(1)">
                                          <p:cBhvr>
                                            <p:cTn id="43" dur="1000"/>
                                            <p:tgtEl>
                                              <p:spTgt spid="25"/>
                                            </p:tgtEl>
                                          </p:cBhvr>
                                        </p:animEffect>
                                      </p:childTnLst>
                                    </p:cTn>
                                  </p:par>
                                </p:childTnLst>
                              </p:cTn>
                            </p:par>
                            <p:par>
                              <p:cTn id="44" fill="hold">
                                <p:stCondLst>
                                  <p:cond delay="3000"/>
                                </p:stCondLst>
                                <p:childTnLst>
                                  <p:par>
                                    <p:cTn id="45" presetID="23" presetClass="entr" presetSubtype="272" fill="hold" nodeType="after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strVal val="2/3*#ppt_w"/>
                                              </p:val>
                                            </p:tav>
                                            <p:tav tm="100000">
                                              <p:val>
                                                <p:strVal val="#ppt_w"/>
                                              </p:val>
                                            </p:tav>
                                          </p:tavLst>
                                        </p:anim>
                                        <p:anim calcmode="lin" valueType="num">
                                          <p:cBhvr>
                                            <p:cTn id="48" dur="500" fill="hold"/>
                                            <p:tgtEl>
                                              <p:spTgt spid="14"/>
                                            </p:tgtEl>
                                            <p:attrNameLst>
                                              <p:attrName>ppt_h</p:attrName>
                                            </p:attrNameLst>
                                          </p:cBhvr>
                                          <p:tavLst>
                                            <p:tav tm="0">
                                              <p:val>
                                                <p:strVal val="2/3*#ppt_h"/>
                                              </p:val>
                                            </p:tav>
                                            <p:tav tm="100000">
                                              <p:val>
                                                <p:strVal val="#ppt_h"/>
                                              </p:val>
                                            </p:tav>
                                          </p:tavLst>
                                        </p:anim>
                                      </p:childTnLst>
                                    </p:cTn>
                                  </p:par>
                                  <p:par>
                                    <p:cTn id="49" presetID="21" presetClass="entr" presetSubtype="1"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wheel(1)">
                                          <p:cBhvr>
                                            <p:cTn id="51" dur="1000"/>
                                            <p:tgtEl>
                                              <p:spTgt spid="26"/>
                                            </p:tgtEl>
                                          </p:cBhvr>
                                        </p:animEffect>
                                      </p:childTnLst>
                                    </p:cTn>
                                  </p:par>
                                </p:childTnLst>
                              </p:cTn>
                            </p:par>
                            <p:par>
                              <p:cTn id="52" fill="hold">
                                <p:stCondLst>
                                  <p:cond delay="3500"/>
                                </p:stCondLst>
                                <p:childTnLst>
                                  <p:par>
                                    <p:cTn id="53" presetID="23" presetClass="entr" presetSubtype="272" fill="hold" nodeType="after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p:cTn id="55" dur="500" fill="hold"/>
                                            <p:tgtEl>
                                              <p:spTgt spid="19"/>
                                            </p:tgtEl>
                                            <p:attrNameLst>
                                              <p:attrName>ppt_w</p:attrName>
                                            </p:attrNameLst>
                                          </p:cBhvr>
                                          <p:tavLst>
                                            <p:tav tm="0">
                                              <p:val>
                                                <p:strVal val="2/3*#ppt_w"/>
                                              </p:val>
                                            </p:tav>
                                            <p:tav tm="100000">
                                              <p:val>
                                                <p:strVal val="#ppt_w"/>
                                              </p:val>
                                            </p:tav>
                                          </p:tavLst>
                                        </p:anim>
                                        <p:anim calcmode="lin" valueType="num">
                                          <p:cBhvr>
                                            <p:cTn id="56" dur="500" fill="hold"/>
                                            <p:tgtEl>
                                              <p:spTgt spid="19"/>
                                            </p:tgtEl>
                                            <p:attrNameLst>
                                              <p:attrName>ppt_h</p:attrName>
                                            </p:attrNameLst>
                                          </p:cBhvr>
                                          <p:tavLst>
                                            <p:tav tm="0">
                                              <p:val>
                                                <p:strVal val="2/3*#ppt_h"/>
                                              </p:val>
                                            </p:tav>
                                            <p:tav tm="100000">
                                              <p:val>
                                                <p:strVal val="#ppt_h"/>
                                              </p:val>
                                            </p:tav>
                                          </p:tavLst>
                                        </p:anim>
                                      </p:childTnLst>
                                    </p:cTn>
                                  </p:par>
                                  <p:par>
                                    <p:cTn id="57" presetID="21" presetClass="entr" presetSubtype="1"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wheel(1)">
                                          <p:cBhvr>
                                            <p:cTn id="59" dur="1000"/>
                                            <p:tgtEl>
                                              <p:spTgt spid="27"/>
                                            </p:tgtEl>
                                          </p:cBhvr>
                                        </p:animEffect>
                                      </p:childTnLst>
                                    </p:cTn>
                                  </p:par>
                                </p:childTnLst>
                              </p:cTn>
                            </p:par>
                            <p:par>
                              <p:cTn id="60" fill="hold">
                                <p:stCondLst>
                                  <p:cond delay="4000"/>
                                </p:stCondLst>
                                <p:childTnLst>
                                  <p:par>
                                    <p:cTn id="61" presetID="14" presetClass="entr" presetSubtype="10" fill="hold" grpId="0" nodeType="after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randombar(horizontal)">
                                          <p:cBhvr>
                                            <p:cTn id="63" dur="500"/>
                                            <p:tgtEl>
                                              <p:spTgt spid="40"/>
                                            </p:tgtEl>
                                          </p:cBhvr>
                                        </p:animEffect>
                                      </p:childTnLst>
                                    </p:cTn>
                                  </p:par>
                                </p:childTnLst>
                              </p:cTn>
                            </p:par>
                            <p:par>
                              <p:cTn id="64" fill="hold">
                                <p:stCondLst>
                                  <p:cond delay="4500"/>
                                </p:stCondLst>
                                <p:childTnLst>
                                  <p:par>
                                    <p:cTn id="65" presetID="14" presetClass="entr" presetSubtype="10" fill="hold" grpId="0" nodeType="afterEffect">
                                      <p:stCondLst>
                                        <p:cond delay="0"/>
                                      </p:stCondLst>
                                      <p:childTnLst>
                                        <p:set>
                                          <p:cBhvr>
                                            <p:cTn id="66" dur="1" fill="hold">
                                              <p:stCondLst>
                                                <p:cond delay="0"/>
                                              </p:stCondLst>
                                            </p:cTn>
                                            <p:tgtEl>
                                              <p:spTgt spid="41"/>
                                            </p:tgtEl>
                                            <p:attrNameLst>
                                              <p:attrName>style.visibility</p:attrName>
                                            </p:attrNameLst>
                                          </p:cBhvr>
                                          <p:to>
                                            <p:strVal val="visible"/>
                                          </p:to>
                                        </p:set>
                                        <p:animEffect transition="in" filter="randombar(horizontal)">
                                          <p:cBhvr>
                                            <p:cTn id="67" dur="500"/>
                                            <p:tgtEl>
                                              <p:spTgt spid="41"/>
                                            </p:tgtEl>
                                          </p:cBhvr>
                                        </p:animEffect>
                                      </p:childTnLst>
                                    </p:cTn>
                                  </p:par>
                                </p:childTnLst>
                              </p:cTn>
                            </p:par>
                            <p:par>
                              <p:cTn id="68" fill="hold">
                                <p:stCondLst>
                                  <p:cond delay="5000"/>
                                </p:stCondLst>
                                <p:childTnLst>
                                  <p:par>
                                    <p:cTn id="69" presetID="14" presetClass="entr" presetSubtype="10" fill="hold" grpId="0" nodeType="after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randombar(horizontal)">
                                          <p:cBhvr>
                                            <p:cTn id="71" dur="500"/>
                                            <p:tgtEl>
                                              <p:spTgt spid="42"/>
                                            </p:tgtEl>
                                          </p:cBhvr>
                                        </p:animEffect>
                                      </p:childTnLst>
                                    </p:cTn>
                                  </p:par>
                                </p:childTnLst>
                              </p:cTn>
                            </p:par>
                            <p:par>
                              <p:cTn id="72" fill="hold">
                                <p:stCondLst>
                                  <p:cond delay="5500"/>
                                </p:stCondLst>
                                <p:childTnLst>
                                  <p:par>
                                    <p:cTn id="73" presetID="14" presetClass="entr" presetSubtype="10" fill="hold" grpId="0" nodeType="after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randombar(horizontal)">
                                          <p:cBhvr>
                                            <p:cTn id="75" dur="500"/>
                                            <p:tgtEl>
                                              <p:spTgt spid="43"/>
                                            </p:tgtEl>
                                          </p:cBhvr>
                                        </p:animEffect>
                                      </p:childTnLst>
                                    </p:cTn>
                                  </p:par>
                                  <p:par>
                                    <p:cTn id="76" presetID="2" presetClass="entr" presetSubtype="1" fill="hold" grpId="0" nodeType="withEffect">
                                      <p:stCondLst>
                                        <p:cond delay="0"/>
                                      </p:stCondLst>
                                      <p:childTnLst>
                                        <p:set>
                                          <p:cBhvr>
                                            <p:cTn id="77" dur="1" fill="hold">
                                              <p:stCondLst>
                                                <p:cond delay="0"/>
                                              </p:stCondLst>
                                            </p:cTn>
                                            <p:tgtEl>
                                              <p:spTgt spid="50"/>
                                            </p:tgtEl>
                                            <p:attrNameLst>
                                              <p:attrName>style.visibility</p:attrName>
                                            </p:attrNameLst>
                                          </p:cBhvr>
                                          <p:to>
                                            <p:strVal val="visible"/>
                                          </p:to>
                                        </p:set>
                                        <p:anim calcmode="lin" valueType="num">
                                          <p:cBhvr additive="base">
                                            <p:cTn id="78" dur="1000" fill="hold"/>
                                            <p:tgtEl>
                                              <p:spTgt spid="50"/>
                                            </p:tgtEl>
                                            <p:attrNameLst>
                                              <p:attrName>ppt_x</p:attrName>
                                            </p:attrNameLst>
                                          </p:cBhvr>
                                          <p:tavLst>
                                            <p:tav tm="0">
                                              <p:val>
                                                <p:strVal val="#ppt_x"/>
                                              </p:val>
                                            </p:tav>
                                            <p:tav tm="100000">
                                              <p:val>
                                                <p:strVal val="#ppt_x"/>
                                              </p:val>
                                            </p:tav>
                                          </p:tavLst>
                                        </p:anim>
                                        <p:anim calcmode="lin" valueType="num">
                                          <p:cBhvr additive="base">
                                            <p:cTn id="79" dur="1000" fill="hold"/>
                                            <p:tgtEl>
                                              <p:spTgt spid="50"/>
                                            </p:tgtEl>
                                            <p:attrNameLst>
                                              <p:attrName>ppt_y</p:attrName>
                                            </p:attrNameLst>
                                          </p:cBhvr>
                                          <p:tavLst>
                                            <p:tav tm="0">
                                              <p:val>
                                                <p:strVal val="0-#ppt_h/2"/>
                                              </p:val>
                                            </p:tav>
                                            <p:tav tm="100000">
                                              <p:val>
                                                <p:strVal val="#ppt_y"/>
                                              </p:val>
                                            </p:tav>
                                          </p:tavLst>
                                        </p:anim>
                                      </p:childTnLst>
                                    </p:cTn>
                                  </p:par>
                                </p:childTnLst>
                              </p:cTn>
                            </p:par>
                            <p:par>
                              <p:cTn id="80" fill="hold">
                                <p:stCondLst>
                                  <p:cond delay="6500"/>
                                </p:stCondLst>
                                <p:childTnLst>
                                  <p:par>
                                    <p:cTn id="81" presetID="22" presetClass="entr" presetSubtype="8" fill="hold" nodeType="afterEffect">
                                      <p:stCondLst>
                                        <p:cond delay="0"/>
                                      </p:stCondLst>
                                      <p:childTnLst>
                                        <p:set>
                                          <p:cBhvr>
                                            <p:cTn id="82" dur="1" fill="hold">
                                              <p:stCondLst>
                                                <p:cond delay="0"/>
                                              </p:stCondLst>
                                            </p:cTn>
                                            <p:tgtEl>
                                              <p:spTgt spid="51"/>
                                            </p:tgtEl>
                                            <p:attrNameLst>
                                              <p:attrName>style.visibility</p:attrName>
                                            </p:attrNameLst>
                                          </p:cBhvr>
                                          <p:to>
                                            <p:strVal val="visible"/>
                                          </p:to>
                                        </p:set>
                                        <p:animEffect transition="in" filter="wipe(left)">
                                          <p:cBhvr>
                                            <p:cTn id="83"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40" grpId="0"/>
          <p:bldP spid="41" grpId="0"/>
          <p:bldP spid="42" grpId="0"/>
          <p:bldP spid="43" grpId="0"/>
          <p:bldP spid="50" grpId="0"/>
        </p:bldLst>
      </p:timing>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8"/>
          <p:cNvSpPr txBox="1"/>
          <p:nvPr/>
        </p:nvSpPr>
        <p:spPr>
          <a:xfrm>
            <a:off x="9192160" y="1702789"/>
            <a:ext cx="1824203" cy="1104533"/>
          </a:xfrm>
          <a:prstGeom prst="rect">
            <a:avLst/>
          </a:prstGeom>
          <a:noFill/>
        </p:spPr>
        <p:txBody>
          <a:bodyPr wrap="square" rtlCol="0">
            <a:spAutoFit/>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右侧摘要同步展示身份、宿舍和可用服务数量，便于快速判断当前状态。</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 name="TextBox 19"/>
          <p:cNvSpPr txBox="1"/>
          <p:nvPr/>
        </p:nvSpPr>
        <p:spPr>
          <a:xfrm>
            <a:off x="9192160" y="3212957"/>
            <a:ext cx="1824203" cy="849015"/>
          </a:xfrm>
          <a:prstGeom prst="rect">
            <a:avLst/>
          </a:prstGeom>
          <a:noFill/>
        </p:spPr>
        <p:txBody>
          <a:bodyPr wrap="square" rtlCol="0">
            <a:spAutoFit/>
          </a:bodyPr>
          <a:lstStyle>
            <a:defPPr>
              <a:defRPr lang="zh-CN"/>
            </a:defPPr>
            <a:lvl1pPr algn="just">
              <a:lnSpc>
                <a:spcPct val="150000"/>
              </a:lnSpc>
              <a:defRPr>
                <a:solidFill>
                  <a:schemeClr val="bg1"/>
                </a:solidFill>
                <a:latin typeface="微软雅黑" panose="020B0503020204020204" pitchFamily="34" charset="-122"/>
                <a:ea typeface="微软雅黑" panose="020B0503020204020204" pitchFamily="34" charset="-122"/>
              </a:defRPr>
            </a:lvl1pPr>
          </a:lstStyle>
          <a:p>
            <a:pPr>
              <a:lnSpc>
                <a:spcPct val="120000"/>
              </a:lnSpc>
            </a:pPr>
            <a:r>
              <a:rPr lang="zh-CN" altLang="en-US" sz="1400">
                <a:solidFill>
                  <a:schemeClr val="tx1">
                    <a:lumMod val="95000"/>
                    <a:lumOff val="5000"/>
                  </a:schemeClr>
                </a:solidFill>
              </a:rPr>
              <a:t>页面沿用统一绿色视觉体系，与登录页、后台页保持一致语言。</a:t>
            </a:r>
            <a:endParaRPr lang="en-US" altLang="zh-CN" sz="1400" dirty="0">
              <a:solidFill>
                <a:schemeClr val="tx1">
                  <a:lumMod val="95000"/>
                  <a:lumOff val="5000"/>
                </a:schemeClr>
              </a:solidFill>
            </a:endParaRPr>
          </a:p>
        </p:txBody>
      </p:sp>
      <p:sp>
        <p:nvSpPr>
          <p:cNvPr id="6" name="TextBox 20"/>
          <p:cNvSpPr txBox="1"/>
          <p:nvPr/>
        </p:nvSpPr>
        <p:spPr>
          <a:xfrm>
            <a:off x="9192160" y="4829469"/>
            <a:ext cx="1824203" cy="1104533"/>
          </a:xfrm>
          <a:prstGeom prst="rect">
            <a:avLst/>
          </a:prstGeom>
          <a:noFill/>
        </p:spPr>
        <p:txBody>
          <a:bodyPr wrap="square" rtlCol="0">
            <a:spAutoFit/>
          </a:bodyPr>
          <a:lstStyle>
            <a:defPPr>
              <a:defRPr lang="zh-CN"/>
            </a:defPPr>
            <a:lvl1pPr algn="just">
              <a:lnSpc>
                <a:spcPct val="150000"/>
              </a:lnSpc>
              <a:defRPr>
                <a:solidFill>
                  <a:schemeClr val="bg1"/>
                </a:solidFill>
                <a:latin typeface="微软雅黑" panose="020B0503020204020204" pitchFamily="34" charset="-122"/>
                <a:ea typeface="微软雅黑" panose="020B0503020204020204" pitchFamily="34" charset="-122"/>
              </a:defRPr>
            </a:lvl1pPr>
          </a:lstStyle>
          <a:p>
            <a:pPr>
              <a:lnSpc>
                <a:spcPct val="120000"/>
              </a:lnSpc>
            </a:pPr>
            <a:r>
              <a:rPr lang="zh-CN" altLang="en-US" sz="1400">
                <a:solidFill>
                  <a:schemeClr val="tx1">
                    <a:lumMod val="95000"/>
                    <a:lumOff val="5000"/>
                  </a:schemeClr>
                </a:solidFill>
              </a:rPr>
              <a:t>后续可继续承接移动端直达页、</a:t>
            </a:r>
            <a:r>
              <a:rPr lang="en-US" altLang="zh-CN" sz="1400">
                <a:solidFill>
                  <a:schemeClr val="tx1">
                    <a:lumMod val="95000"/>
                    <a:lumOff val="5000"/>
                  </a:schemeClr>
                </a:solidFill>
              </a:rPr>
              <a:t>WebView </a:t>
            </a:r>
            <a:r>
              <a:rPr lang="zh-CN" altLang="en-US" sz="1400">
                <a:solidFill>
                  <a:schemeClr val="tx1">
                    <a:lumMod val="95000"/>
                    <a:lumOff val="5000"/>
                  </a:schemeClr>
                </a:solidFill>
              </a:rPr>
              <a:t>链路和更多业务入口。</a:t>
            </a:r>
            <a:endParaRPr lang="en-US" altLang="zh-CN" sz="1400" dirty="0">
              <a:solidFill>
                <a:schemeClr val="tx1">
                  <a:lumMod val="95000"/>
                  <a:lumOff val="5000"/>
                </a:schemeClr>
              </a:solidFill>
            </a:endParaRPr>
          </a:p>
        </p:txBody>
      </p:sp>
      <p:sp>
        <p:nvSpPr>
          <p:cNvPr id="7" name="TextBox 22"/>
          <p:cNvSpPr txBox="1"/>
          <p:nvPr/>
        </p:nvSpPr>
        <p:spPr>
          <a:xfrm>
            <a:off x="654862" y="2158067"/>
            <a:ext cx="3936437" cy="590483"/>
          </a:xfrm>
          <a:prstGeom prst="rect">
            <a:avLst/>
          </a:prstGeom>
          <a:noFill/>
        </p:spPr>
        <p:txBody>
          <a:bodyPr wrap="square"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学生首页把个人资料、宿舍状态与服务入口收口到同一页面。</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7668241" y="1497144"/>
            <a:ext cx="1424079" cy="1424079"/>
            <a:chOff x="2492956" y="1106543"/>
            <a:chExt cx="1068059" cy="1068059"/>
          </a:xfrm>
        </p:grpSpPr>
        <p:grpSp>
          <p:nvGrpSpPr>
            <p:cNvPr id="12" name="组合 11"/>
            <p:cNvGrpSpPr/>
            <p:nvPr/>
          </p:nvGrpSpPr>
          <p:grpSpPr>
            <a:xfrm>
              <a:off x="2492956" y="1106543"/>
              <a:ext cx="1068059" cy="1068059"/>
              <a:chOff x="304800" y="673100"/>
              <a:chExt cx="4000500" cy="4000500"/>
            </a:xfrm>
            <a:effectLst>
              <a:outerShdw blurRad="444500" dist="254000" dir="8100000" algn="tr" rotWithShape="0">
                <a:prstClr val="black">
                  <a:alpha val="50000"/>
                </a:prstClr>
              </a:outerShdw>
            </a:effectLst>
          </p:grpSpPr>
          <p:sp>
            <p:nvSpPr>
              <p:cNvPr id="14" name="同心圆 13"/>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rgbClr val="FF0000"/>
                    </a:solidFill>
                    <a:latin typeface="微软雅黑" panose="020B0503020204020204" pitchFamily="34" charset="-122"/>
                    <a:ea typeface="微软雅黑" panose="020B0503020204020204" pitchFamily="34" charset="-122"/>
                  </a:rPr>
                  <a:t>状态摘要</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15" name="椭圆 14"/>
              <p:cNvSpPr/>
              <p:nvPr/>
            </p:nvSpPr>
            <p:spPr>
              <a:xfrm>
                <a:off x="392111" y="760414"/>
                <a:ext cx="3825875" cy="3825878"/>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FF0000"/>
                  </a:solidFill>
                  <a:latin typeface="微软雅黑" panose="020B0503020204020204" pitchFamily="34" charset="-122"/>
                  <a:ea typeface="微软雅黑" panose="020B0503020204020204" pitchFamily="34" charset="-122"/>
                </a:endParaRPr>
              </a:p>
            </p:txBody>
          </p:sp>
        </p:grpSp>
        <p:sp>
          <p:nvSpPr>
            <p:cNvPr id="13" name="TextBox 43"/>
            <p:cNvSpPr txBox="1"/>
            <p:nvPr/>
          </p:nvSpPr>
          <p:spPr>
            <a:xfrm>
              <a:off x="2507080" y="1514942"/>
              <a:ext cx="1053935" cy="230833"/>
            </a:xfrm>
            <a:prstGeom prst="rect">
              <a:avLst/>
            </a:prstGeom>
            <a:noFill/>
          </p:spPr>
          <p:txBody>
            <a:bodyPr wrap="square" lIns="0" tIns="0" rIns="0" bIns="0" rtlCol="0">
              <a:spAutoFit/>
            </a:bodyPr>
            <a:lstStyle/>
            <a:p>
              <a:pPr algn="ctr"/>
              <a:r>
                <a:rPr lang="zh-CN" altLang="en-US" sz="2000">
                  <a:solidFill>
                    <a:schemeClr val="accent1">
                      <a:lumMod val="100000"/>
                    </a:schemeClr>
                  </a:solidFill>
                  <a:latin typeface="微软雅黑" panose="020B0503020204020204" pitchFamily="34" charset="-122"/>
                  <a:ea typeface="微软雅黑" panose="020B0503020204020204" pitchFamily="34" charset="-122"/>
                </a:rPr>
                <a:t>状态摘要</a:t>
              </a:r>
              <a:endParaRPr lang="zh-CN" altLang="en-US" sz="2000" dirty="0">
                <a:solidFill>
                  <a:schemeClr val="accent1">
                    <a:lumMod val="100000"/>
                  </a:schemeClr>
                </a:solidFill>
                <a:latin typeface="微软雅黑" panose="020B0503020204020204" pitchFamily="34" charset="-122"/>
                <a:ea typeface="微软雅黑" panose="020B0503020204020204" pitchFamily="34" charset="-122"/>
              </a:endParaRPr>
            </a:p>
          </p:txBody>
        </p:sp>
      </p:grpSp>
      <p:grpSp>
        <p:nvGrpSpPr>
          <p:cNvPr id="16" name="组合 15"/>
          <p:cNvGrpSpPr/>
          <p:nvPr/>
        </p:nvGrpSpPr>
        <p:grpSpPr>
          <a:xfrm>
            <a:off x="7690279" y="3138632"/>
            <a:ext cx="1424079" cy="1424079"/>
            <a:chOff x="2509485" y="2337659"/>
            <a:chExt cx="1068059" cy="1068059"/>
          </a:xfrm>
        </p:grpSpPr>
        <p:grpSp>
          <p:nvGrpSpPr>
            <p:cNvPr id="17" name="组合 16"/>
            <p:cNvGrpSpPr/>
            <p:nvPr/>
          </p:nvGrpSpPr>
          <p:grpSpPr>
            <a:xfrm>
              <a:off x="2509485" y="2337659"/>
              <a:ext cx="1068059" cy="1068059"/>
              <a:chOff x="304800" y="673100"/>
              <a:chExt cx="4000500" cy="4000500"/>
            </a:xfrm>
            <a:effectLst>
              <a:outerShdw blurRad="444500" dist="254000" dir="8100000" algn="tr" rotWithShape="0">
                <a:prstClr val="black">
                  <a:alpha val="50000"/>
                </a:prstClr>
              </a:outerShdw>
            </a:effectLst>
          </p:grpSpPr>
          <p:sp>
            <p:nvSpPr>
              <p:cNvPr id="19" name="同心圆 1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rgbClr val="FF0000"/>
                    </a:solidFill>
                    <a:latin typeface="微软雅黑" panose="020B0503020204020204" pitchFamily="34" charset="-122"/>
                    <a:ea typeface="微软雅黑" panose="020B0503020204020204" pitchFamily="34" charset="-122"/>
                  </a:rPr>
                  <a:t>视觉统一</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20" name="椭圆 19"/>
              <p:cNvSpPr/>
              <p:nvPr/>
            </p:nvSpPr>
            <p:spPr>
              <a:xfrm>
                <a:off x="392111" y="760414"/>
                <a:ext cx="3825875" cy="3825878"/>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FF0000"/>
                  </a:solidFill>
                  <a:latin typeface="微软雅黑" panose="020B0503020204020204" pitchFamily="34" charset="-122"/>
                  <a:ea typeface="微软雅黑" panose="020B0503020204020204" pitchFamily="34" charset="-122"/>
                </a:endParaRPr>
              </a:p>
            </p:txBody>
          </p:sp>
        </p:grpSp>
        <p:sp>
          <p:nvSpPr>
            <p:cNvPr id="18" name="TextBox 52"/>
            <p:cNvSpPr txBox="1"/>
            <p:nvPr/>
          </p:nvSpPr>
          <p:spPr>
            <a:xfrm>
              <a:off x="2528296" y="2730804"/>
              <a:ext cx="1025937" cy="230833"/>
            </a:xfrm>
            <a:prstGeom prst="rect">
              <a:avLst/>
            </a:prstGeom>
            <a:noFill/>
          </p:spPr>
          <p:txBody>
            <a:bodyPr wrap="square" lIns="0" tIns="0" rIns="0" bIns="0" rtlCol="0">
              <a:spAutoFit/>
            </a:bodyPr>
            <a:lstStyle/>
            <a:p>
              <a:pPr algn="ctr"/>
              <a:r>
                <a:rPr lang="zh-CN" altLang="en-US" sz="2000">
                  <a:solidFill>
                    <a:schemeClr val="accent1">
                      <a:lumMod val="100000"/>
                    </a:schemeClr>
                  </a:solidFill>
                  <a:latin typeface="微软雅黑" panose="020B0503020204020204" pitchFamily="34" charset="-122"/>
                  <a:ea typeface="微软雅黑" panose="020B0503020204020204" pitchFamily="34" charset="-122"/>
                </a:rPr>
                <a:t>视觉统一</a:t>
              </a:r>
              <a:endParaRPr lang="zh-CN" altLang="en-US" sz="2000" dirty="0">
                <a:solidFill>
                  <a:schemeClr val="accent1">
                    <a:lumMod val="100000"/>
                  </a:schemeClr>
                </a:solidFill>
                <a:latin typeface="微软雅黑" panose="020B0503020204020204" pitchFamily="34" charset="-122"/>
                <a:ea typeface="微软雅黑" panose="020B0503020204020204" pitchFamily="34" charset="-122"/>
              </a:endParaRPr>
            </a:p>
          </p:txBody>
        </p:sp>
      </p:grpSp>
      <p:grpSp>
        <p:nvGrpSpPr>
          <p:cNvPr id="21" name="组合 20"/>
          <p:cNvGrpSpPr/>
          <p:nvPr/>
        </p:nvGrpSpPr>
        <p:grpSpPr>
          <a:xfrm>
            <a:off x="7668242" y="4794902"/>
            <a:ext cx="1434671" cy="1424079"/>
            <a:chOff x="2492957" y="3579862"/>
            <a:chExt cx="1076003" cy="1068059"/>
          </a:xfrm>
        </p:grpSpPr>
        <p:grpSp>
          <p:nvGrpSpPr>
            <p:cNvPr id="22" name="组合 21"/>
            <p:cNvGrpSpPr/>
            <p:nvPr/>
          </p:nvGrpSpPr>
          <p:grpSpPr>
            <a:xfrm>
              <a:off x="2495829" y="3579862"/>
              <a:ext cx="1068059" cy="1068059"/>
              <a:chOff x="304800" y="673100"/>
              <a:chExt cx="4000500" cy="4000500"/>
            </a:xfrm>
            <a:effectLst>
              <a:outerShdw blurRad="444500" dist="254000" dir="8100000" algn="tr" rotWithShape="0">
                <a:prstClr val="black">
                  <a:alpha val="50000"/>
                </a:prstClr>
              </a:outerShdw>
            </a:effectLst>
          </p:grpSpPr>
          <p:sp>
            <p:nvSpPr>
              <p:cNvPr id="24" name="同心圆 23"/>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rgbClr val="FF0000"/>
                    </a:solidFill>
                    <a:latin typeface="微软雅黑" panose="020B0503020204020204" pitchFamily="34" charset="-122"/>
                    <a:ea typeface="微软雅黑" panose="020B0503020204020204" pitchFamily="34" charset="-122"/>
                  </a:rPr>
                  <a:t>链路扩展</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25" name="椭圆 24"/>
              <p:cNvSpPr/>
              <p:nvPr/>
            </p:nvSpPr>
            <p:spPr>
              <a:xfrm>
                <a:off x="392111" y="760414"/>
                <a:ext cx="3825875" cy="3825878"/>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FF0000"/>
                  </a:solidFill>
                  <a:latin typeface="微软雅黑" panose="020B0503020204020204" pitchFamily="34" charset="-122"/>
                  <a:ea typeface="微软雅黑" panose="020B0503020204020204" pitchFamily="34" charset="-122"/>
                </a:endParaRPr>
              </a:p>
            </p:txBody>
          </p:sp>
        </p:grpSp>
        <p:sp>
          <p:nvSpPr>
            <p:cNvPr id="23" name="TextBox 56"/>
            <p:cNvSpPr txBox="1"/>
            <p:nvPr/>
          </p:nvSpPr>
          <p:spPr>
            <a:xfrm>
              <a:off x="2492957" y="3979274"/>
              <a:ext cx="1076003" cy="230833"/>
            </a:xfrm>
            <a:prstGeom prst="rect">
              <a:avLst/>
            </a:prstGeom>
            <a:noFill/>
          </p:spPr>
          <p:txBody>
            <a:bodyPr wrap="square" lIns="0" tIns="0" rIns="0" bIns="0" rtlCol="0">
              <a:spAutoFit/>
            </a:bodyPr>
            <a:lstStyle/>
            <a:p>
              <a:pPr algn="ctr"/>
              <a:r>
                <a:rPr lang="zh-CN" altLang="en-US" sz="2000">
                  <a:solidFill>
                    <a:schemeClr val="accent1">
                      <a:lumMod val="100000"/>
                    </a:schemeClr>
                  </a:solidFill>
                  <a:latin typeface="微软雅黑" panose="020B0503020204020204" pitchFamily="34" charset="-122"/>
                  <a:ea typeface="微软雅黑" panose="020B0503020204020204" pitchFamily="34" charset="-122"/>
                </a:rPr>
                <a:t>链路扩展</a:t>
              </a:r>
              <a:endParaRPr lang="zh-CN" altLang="en-US" sz="2000" dirty="0">
                <a:solidFill>
                  <a:schemeClr val="accent1">
                    <a:lumMod val="100000"/>
                  </a:schemeClr>
                </a:solidFill>
                <a:latin typeface="微软雅黑" panose="020B0503020204020204" pitchFamily="34" charset="-122"/>
                <a:ea typeface="微软雅黑" panose="020B0503020204020204" pitchFamily="34" charset="-122"/>
              </a:endParaRPr>
            </a:p>
          </p:txBody>
        </p:sp>
      </p:grpSp>
      <p:grpSp>
        <p:nvGrpSpPr>
          <p:cNvPr id="27" name="组合 26"/>
          <p:cNvGrpSpPr/>
          <p:nvPr/>
        </p:nvGrpSpPr>
        <p:grpSpPr>
          <a:xfrm>
            <a:off x="4847861" y="2776753"/>
            <a:ext cx="1944032" cy="1944032"/>
            <a:chOff x="304800" y="673100"/>
            <a:chExt cx="4000500" cy="4000500"/>
          </a:xfrm>
          <a:effectLst>
            <a:outerShdw blurRad="444500" dist="254000" dir="8100000" algn="tr" rotWithShape="0">
              <a:prstClr val="black">
                <a:alpha val="50000"/>
              </a:prstClr>
            </a:outerShdw>
          </a:effectLst>
        </p:grpSpPr>
        <p:sp>
          <p:nvSpPr>
            <p:cNvPr id="29" name="同心圆 2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black"/>
                </a:solidFill>
                <a:latin typeface="微软雅黑" panose="020B0503020204020204" pitchFamily="34" charset="-122"/>
                <a:ea typeface="微软雅黑" panose="020B0503020204020204" pitchFamily="34" charset="-122"/>
              </a:endParaRPr>
            </a:p>
          </p:txBody>
        </p:sp>
        <p:sp>
          <p:nvSpPr>
            <p:cNvPr id="30" name="椭圆 29"/>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微软雅黑" panose="020B0503020204020204" pitchFamily="34" charset="-122"/>
                <a:ea typeface="微软雅黑" panose="020B0503020204020204" pitchFamily="34" charset="-122"/>
              </a:endParaRPr>
            </a:p>
          </p:txBody>
        </p:sp>
      </p:grpSp>
      <p:grpSp>
        <p:nvGrpSpPr>
          <p:cNvPr id="31" name="组合 30"/>
          <p:cNvGrpSpPr/>
          <p:nvPr/>
        </p:nvGrpSpPr>
        <p:grpSpPr>
          <a:xfrm>
            <a:off x="1806989" y="1485994"/>
            <a:ext cx="1808523" cy="576715"/>
            <a:chOff x="814328" y="3219334"/>
            <a:chExt cx="1356392" cy="432536"/>
          </a:xfrm>
        </p:grpSpPr>
        <p:grpSp>
          <p:nvGrpSpPr>
            <p:cNvPr id="32" name="组合 31"/>
            <p:cNvGrpSpPr/>
            <p:nvPr/>
          </p:nvGrpSpPr>
          <p:grpSpPr>
            <a:xfrm>
              <a:off x="814328" y="3219334"/>
              <a:ext cx="1356392" cy="432536"/>
              <a:chOff x="2173927" y="3285519"/>
              <a:chExt cx="1721136" cy="548848"/>
            </a:xfrm>
          </p:grpSpPr>
          <p:grpSp>
            <p:nvGrpSpPr>
              <p:cNvPr id="34" name="组合 33"/>
              <p:cNvGrpSpPr/>
              <p:nvPr/>
            </p:nvGrpSpPr>
            <p:grpSpPr>
              <a:xfrm>
                <a:off x="2173927" y="3285519"/>
                <a:ext cx="1721136" cy="548848"/>
                <a:chOff x="4304043" y="1286668"/>
                <a:chExt cx="3837944" cy="2757793"/>
              </a:xfrm>
              <a:effectLst>
                <a:outerShdw blurRad="381000" dist="254000" dir="8100000" algn="tr" rotWithShape="0">
                  <a:prstClr val="black">
                    <a:alpha val="40000"/>
                  </a:prstClr>
                </a:outerShdw>
              </a:effectLst>
            </p:grpSpPr>
            <p:sp>
              <p:nvSpPr>
                <p:cNvPr id="36" name="圆角矩形 35"/>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sp>
              <p:nvSpPr>
                <p:cNvPr id="37" name="圆角矩形 36"/>
                <p:cNvSpPr/>
                <p:nvPr/>
              </p:nvSpPr>
              <p:spPr>
                <a:xfrm>
                  <a:off x="4351927" y="1373342"/>
                  <a:ext cx="3742173" cy="258445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grpSp>
          <p:sp>
            <p:nvSpPr>
              <p:cNvPr id="35" name="椭圆 34"/>
              <p:cNvSpPr/>
              <p:nvPr/>
            </p:nvSpPr>
            <p:spPr>
              <a:xfrm>
                <a:off x="2307128" y="3420211"/>
                <a:ext cx="279463" cy="279463"/>
              </a:xfrm>
              <a:prstGeom prst="ellipse">
                <a:avLst/>
              </a:prstGeom>
              <a:solidFill>
                <a:schemeClr val="accent1">
                  <a:lumMod val="100000"/>
                </a:schemeClr>
              </a:solidFill>
              <a:ln>
                <a:noFill/>
              </a:ln>
              <a:effectLst>
                <a:outerShdw blurRad="88900" dist="63500" dir="8100000" algn="tr" rotWithShape="0">
                  <a:prstClr val="black">
                    <a:alpha val="5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FF0000"/>
                  </a:solidFill>
                  <a:latin typeface="微软雅黑" panose="020B0503020204020204" pitchFamily="34" charset="-122"/>
                  <a:ea typeface="微软雅黑" panose="020B0503020204020204" pitchFamily="34" charset="-122"/>
                </a:endParaRPr>
              </a:p>
            </p:txBody>
          </p:sp>
        </p:grpSp>
        <p:sp>
          <p:nvSpPr>
            <p:cNvPr id="33" name="TextBox 75"/>
            <p:cNvSpPr txBox="1"/>
            <p:nvPr/>
          </p:nvSpPr>
          <p:spPr>
            <a:xfrm>
              <a:off x="1224127" y="3331792"/>
              <a:ext cx="787838" cy="230833"/>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anose="020B0503020204020204" pitchFamily="34" charset="-122"/>
                  <a:ea typeface="微软雅黑" panose="020B0503020204020204" pitchFamily="34" charset="-122"/>
                </a:defRPr>
              </a:lvl1pPr>
            </a:lstStyle>
            <a:p>
              <a:r>
                <a:rPr lang="zh-CN" altLang="en-US" sz="2000">
                  <a:solidFill>
                    <a:schemeClr val="accent1">
                      <a:lumMod val="100000"/>
                    </a:schemeClr>
                  </a:solidFill>
                </a:rPr>
                <a:t>统一导航</a:t>
              </a:r>
              <a:endParaRPr lang="zh-CN" altLang="en-US" sz="2000" dirty="0">
                <a:solidFill>
                  <a:schemeClr val="accent1">
                    <a:lumMod val="100000"/>
                  </a:schemeClr>
                </a:solidFill>
              </a:endParaRPr>
            </a:p>
          </p:txBody>
        </p:sp>
      </p:grpSp>
      <p:sp>
        <p:nvSpPr>
          <p:cNvPr id="38" name="TextBox 81"/>
          <p:cNvSpPr txBox="1"/>
          <p:nvPr/>
        </p:nvSpPr>
        <p:spPr>
          <a:xfrm>
            <a:off x="654862" y="3886259"/>
            <a:ext cx="3936437" cy="590483"/>
          </a:xfrm>
          <a:prstGeom prst="rect">
            <a:avLst/>
          </a:prstGeom>
          <a:noFill/>
        </p:spPr>
        <p:txBody>
          <a:bodyPr wrap="square" rtlCol="0">
            <a:spAutoFit/>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水电与账单入口集中展示，减少在不同页面间反复跳转。</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9" name="TextBox 82"/>
          <p:cNvSpPr txBox="1"/>
          <p:nvPr/>
        </p:nvSpPr>
        <p:spPr>
          <a:xfrm>
            <a:off x="654862" y="5518441"/>
            <a:ext cx="3936437" cy="590483"/>
          </a:xfrm>
          <a:prstGeom prst="rect">
            <a:avLst/>
          </a:prstGeom>
          <a:noFill/>
        </p:spPr>
        <p:txBody>
          <a:bodyPr wrap="square" rtlCol="0">
            <a:spAutoFit/>
          </a:bodyPr>
          <a:lstStyle/>
          <a:p>
            <a:pPr>
              <a:lnSpc>
                <a:spcPct val="120000"/>
              </a:lnSpc>
            </a:pPr>
            <a:r>
              <a:rPr lang="zh-CN" altLang="en-US" sz="1400">
                <a:solidFill>
                  <a:schemeClr val="tx1">
                    <a:lumMod val="95000"/>
                    <a:lumOff val="5000"/>
                  </a:schemeClr>
                </a:solidFill>
                <a:latin typeface="微软雅黑" panose="020B0503020204020204" pitchFamily="34" charset="-122"/>
                <a:ea typeface="微软雅黑" panose="020B0503020204020204" pitchFamily="34" charset="-122"/>
              </a:rPr>
              <a:t>积分、规则与奖励兑换并列呈现，形成可见的低碳激励闭环。</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40" name="组合 39"/>
          <p:cNvGrpSpPr/>
          <p:nvPr/>
        </p:nvGrpSpPr>
        <p:grpSpPr>
          <a:xfrm>
            <a:off x="1806989" y="3130101"/>
            <a:ext cx="1808523" cy="576715"/>
            <a:chOff x="814328" y="3219334"/>
            <a:chExt cx="1356392" cy="432536"/>
          </a:xfrm>
        </p:grpSpPr>
        <p:grpSp>
          <p:nvGrpSpPr>
            <p:cNvPr id="41" name="组合 40"/>
            <p:cNvGrpSpPr/>
            <p:nvPr/>
          </p:nvGrpSpPr>
          <p:grpSpPr>
            <a:xfrm>
              <a:off x="814328" y="3219334"/>
              <a:ext cx="1356392" cy="432536"/>
              <a:chOff x="2173927" y="3285519"/>
              <a:chExt cx="1721136" cy="548848"/>
            </a:xfrm>
          </p:grpSpPr>
          <p:grpSp>
            <p:nvGrpSpPr>
              <p:cNvPr id="43" name="组合 42"/>
              <p:cNvGrpSpPr/>
              <p:nvPr/>
            </p:nvGrpSpPr>
            <p:grpSpPr>
              <a:xfrm>
                <a:off x="2173927" y="3285519"/>
                <a:ext cx="1721136" cy="548848"/>
                <a:chOff x="4304043" y="1286668"/>
                <a:chExt cx="3837944" cy="2757793"/>
              </a:xfrm>
              <a:effectLst>
                <a:outerShdw blurRad="381000" dist="254000" dir="8100000" algn="tr" rotWithShape="0">
                  <a:prstClr val="black">
                    <a:alpha val="40000"/>
                  </a:prstClr>
                </a:outerShdw>
              </a:effectLst>
            </p:grpSpPr>
            <p:sp>
              <p:nvSpPr>
                <p:cNvPr id="45" name="圆角矩形 4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sp>
              <p:nvSpPr>
                <p:cNvPr id="46" name="圆角矩形 45"/>
                <p:cNvSpPr/>
                <p:nvPr/>
              </p:nvSpPr>
              <p:spPr>
                <a:xfrm>
                  <a:off x="4351927" y="1373342"/>
                  <a:ext cx="3742173" cy="258445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grpSp>
          <p:sp>
            <p:nvSpPr>
              <p:cNvPr id="44" name="椭圆 43"/>
              <p:cNvSpPr/>
              <p:nvPr/>
            </p:nvSpPr>
            <p:spPr>
              <a:xfrm>
                <a:off x="2307128" y="3420211"/>
                <a:ext cx="279463" cy="279463"/>
              </a:xfrm>
              <a:prstGeom prst="ellipse">
                <a:avLst/>
              </a:prstGeom>
              <a:solidFill>
                <a:schemeClr val="accent1">
                  <a:lumMod val="100000"/>
                </a:schemeClr>
              </a:solidFill>
              <a:ln>
                <a:noFill/>
              </a:ln>
              <a:effectLst>
                <a:outerShdw blurRad="88900" dist="63500" dir="8100000" algn="tr" rotWithShape="0">
                  <a:prstClr val="black">
                    <a:alpha val="5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grpSp>
        <p:sp>
          <p:nvSpPr>
            <p:cNvPr id="42" name="TextBox 86"/>
            <p:cNvSpPr txBox="1"/>
            <p:nvPr/>
          </p:nvSpPr>
          <p:spPr>
            <a:xfrm>
              <a:off x="1224127" y="3331792"/>
              <a:ext cx="787838" cy="230833"/>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anose="020B0503020204020204" pitchFamily="34" charset="-122"/>
                  <a:ea typeface="微软雅黑" panose="020B0503020204020204" pitchFamily="34" charset="-122"/>
                </a:defRPr>
              </a:lvl1pPr>
            </a:lstStyle>
            <a:p>
              <a:r>
                <a:rPr lang="zh-CN" altLang="en-US" sz="2000">
                  <a:solidFill>
                    <a:schemeClr val="accent1">
                      <a:lumMod val="100000"/>
                    </a:schemeClr>
                  </a:solidFill>
                </a:rPr>
                <a:t>账务清晰</a:t>
              </a:r>
              <a:endParaRPr lang="zh-CN" altLang="en-US" sz="2000" dirty="0">
                <a:solidFill>
                  <a:schemeClr val="accent1">
                    <a:lumMod val="100000"/>
                  </a:schemeClr>
                </a:solidFill>
              </a:endParaRPr>
            </a:p>
          </p:txBody>
        </p:sp>
      </p:grpSp>
      <p:grpSp>
        <p:nvGrpSpPr>
          <p:cNvPr id="47" name="组合 46"/>
          <p:cNvGrpSpPr/>
          <p:nvPr/>
        </p:nvGrpSpPr>
        <p:grpSpPr>
          <a:xfrm>
            <a:off x="1806988" y="4759497"/>
            <a:ext cx="1808523" cy="576715"/>
            <a:chOff x="814328" y="3219334"/>
            <a:chExt cx="1356392" cy="432536"/>
          </a:xfrm>
        </p:grpSpPr>
        <p:grpSp>
          <p:nvGrpSpPr>
            <p:cNvPr id="48" name="组合 47"/>
            <p:cNvGrpSpPr/>
            <p:nvPr/>
          </p:nvGrpSpPr>
          <p:grpSpPr>
            <a:xfrm>
              <a:off x="814328" y="3219334"/>
              <a:ext cx="1356392" cy="432536"/>
              <a:chOff x="2173927" y="3285519"/>
              <a:chExt cx="1721136" cy="548848"/>
            </a:xfrm>
          </p:grpSpPr>
          <p:grpSp>
            <p:nvGrpSpPr>
              <p:cNvPr id="50" name="组合 49"/>
              <p:cNvGrpSpPr/>
              <p:nvPr/>
            </p:nvGrpSpPr>
            <p:grpSpPr>
              <a:xfrm>
                <a:off x="2173927" y="3285519"/>
                <a:ext cx="1721136" cy="548848"/>
                <a:chOff x="4304043" y="1286668"/>
                <a:chExt cx="3837944" cy="2757793"/>
              </a:xfrm>
              <a:effectLst>
                <a:outerShdw blurRad="381000" dist="254000" dir="8100000" algn="tr" rotWithShape="0">
                  <a:prstClr val="black">
                    <a:alpha val="40000"/>
                  </a:prstClr>
                </a:outerShdw>
              </a:effectLst>
            </p:grpSpPr>
            <p:sp>
              <p:nvSpPr>
                <p:cNvPr id="52" name="圆角矩形 51"/>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sp>
              <p:nvSpPr>
                <p:cNvPr id="53" name="圆角矩形 52"/>
                <p:cNvSpPr/>
                <p:nvPr/>
              </p:nvSpPr>
              <p:spPr>
                <a:xfrm>
                  <a:off x="4351927" y="1373342"/>
                  <a:ext cx="3742173" cy="258445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grpSp>
          <p:sp>
            <p:nvSpPr>
              <p:cNvPr id="51" name="椭圆 50"/>
              <p:cNvSpPr/>
              <p:nvPr/>
            </p:nvSpPr>
            <p:spPr>
              <a:xfrm>
                <a:off x="2307128" y="3420211"/>
                <a:ext cx="279463" cy="279463"/>
              </a:xfrm>
              <a:prstGeom prst="ellipse">
                <a:avLst/>
              </a:prstGeom>
              <a:solidFill>
                <a:schemeClr val="accent1">
                  <a:lumMod val="100000"/>
                </a:schemeClr>
              </a:solidFill>
              <a:ln>
                <a:noFill/>
              </a:ln>
              <a:effectLst>
                <a:outerShdw blurRad="88900" dist="63500" dir="8100000" algn="tr" rotWithShape="0">
                  <a:prstClr val="black">
                    <a:alpha val="5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grpSp>
        <p:sp>
          <p:nvSpPr>
            <p:cNvPr id="49" name="TextBox 93"/>
            <p:cNvSpPr txBox="1"/>
            <p:nvPr/>
          </p:nvSpPr>
          <p:spPr>
            <a:xfrm>
              <a:off x="1224127" y="3331792"/>
              <a:ext cx="787838" cy="230833"/>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anose="020B0503020204020204" pitchFamily="34" charset="-122"/>
                  <a:ea typeface="微软雅黑" panose="020B0503020204020204" pitchFamily="34" charset="-122"/>
                </a:defRPr>
              </a:lvl1pPr>
            </a:lstStyle>
            <a:p>
              <a:r>
                <a:rPr lang="zh-CN" altLang="en-US" sz="2000">
                  <a:solidFill>
                    <a:schemeClr val="accent1">
                      <a:lumMod val="100000"/>
                    </a:schemeClr>
                  </a:solidFill>
                </a:rPr>
                <a:t>低碳可视</a:t>
              </a:r>
              <a:endParaRPr lang="zh-CN" altLang="en-US" sz="2000" dirty="0">
                <a:solidFill>
                  <a:schemeClr val="accent1">
                    <a:lumMod val="100000"/>
                  </a:schemeClr>
                </a:solidFill>
              </a:endParaRPr>
            </a:p>
          </p:txBody>
        </p:sp>
      </p:grpSp>
      <p:sp>
        <p:nvSpPr>
          <p:cNvPr id="55" name="Text Box 4">
            <a:extLst>
              <a:ext uri="{FF2B5EF4-FFF2-40B4-BE49-F238E27FC236}">
                <a16:creationId xmlns:a16="http://schemas.microsoft.com/office/drawing/2014/main" id="{41ED4A05-D737-1B47-9E24-71785C9E98D9}"/>
              </a:ext>
            </a:extLst>
          </p:cNvPr>
          <p:cNvSpPr txBox="1">
            <a:spLocks noChangeArrowheads="1"/>
          </p:cNvSpPr>
          <p:nvPr/>
        </p:nvSpPr>
        <p:spPr bwMode="auto">
          <a:xfrm>
            <a:off x="777821" y="303939"/>
            <a:ext cx="1281120"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页面拓展</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1" name="Half Frame 12">
            <a:extLst>
              <a:ext uri="{FF2B5EF4-FFF2-40B4-BE49-F238E27FC236}">
                <a16:creationId xmlns:a16="http://schemas.microsoft.com/office/drawing/2014/main" id="{0EFA1DC1-DC92-344F-BFC1-F7D70FD9C051}"/>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62" name="直线连接符 61">
            <a:extLst>
              <a:ext uri="{FF2B5EF4-FFF2-40B4-BE49-F238E27FC236}">
                <a16:creationId xmlns:a16="http://schemas.microsoft.com/office/drawing/2014/main" id="{129FC603-7376-A746-8140-50C8CDED2D7D}"/>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
        <p:nvSpPr>
          <p:cNvPr id="56" name="Isosceles Triangle 15">
            <a:extLst>
              <a:ext uri="{FF2B5EF4-FFF2-40B4-BE49-F238E27FC236}">
                <a16:creationId xmlns:a16="http://schemas.microsoft.com/office/drawing/2014/main" id="{B07BA495-EEE5-4C6E-ABD9-00FA54E4C666}"/>
              </a:ext>
            </a:extLst>
          </p:cNvPr>
          <p:cNvSpPr/>
          <p:nvPr/>
        </p:nvSpPr>
        <p:spPr>
          <a:xfrm rot="3520175">
            <a:off x="7147633" y="2223558"/>
            <a:ext cx="54658" cy="1314346"/>
          </a:xfrm>
          <a:prstGeom prst="triangl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200">
              <a:latin typeface="思源黑体 CN Normal" pitchFamily="34" charset="-122"/>
              <a:ea typeface="思源黑体 CN Normal" pitchFamily="34" charset="-122"/>
            </a:endParaRPr>
          </a:p>
        </p:txBody>
      </p:sp>
      <p:sp>
        <p:nvSpPr>
          <p:cNvPr id="57" name="Isosceles Triangle 15">
            <a:extLst>
              <a:ext uri="{FF2B5EF4-FFF2-40B4-BE49-F238E27FC236}">
                <a16:creationId xmlns:a16="http://schemas.microsoft.com/office/drawing/2014/main" id="{79A270AE-84AF-49DD-A7B8-06AECA2FB87E}"/>
              </a:ext>
            </a:extLst>
          </p:cNvPr>
          <p:cNvSpPr/>
          <p:nvPr/>
        </p:nvSpPr>
        <p:spPr>
          <a:xfrm rot="5400000">
            <a:off x="7215592" y="3333124"/>
            <a:ext cx="65706" cy="956130"/>
          </a:xfrm>
          <a:prstGeom prst="triangl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200">
              <a:latin typeface="思源黑体 CN Normal" pitchFamily="34" charset="-122"/>
              <a:ea typeface="思源黑体 CN Normal" pitchFamily="34" charset="-122"/>
            </a:endParaRPr>
          </a:p>
        </p:txBody>
      </p:sp>
      <p:sp>
        <p:nvSpPr>
          <p:cNvPr id="58" name="Isosceles Triangle 15">
            <a:extLst>
              <a:ext uri="{FF2B5EF4-FFF2-40B4-BE49-F238E27FC236}">
                <a16:creationId xmlns:a16="http://schemas.microsoft.com/office/drawing/2014/main" id="{A61F94E3-81B1-4D25-8ECD-735C56067DF0}"/>
              </a:ext>
            </a:extLst>
          </p:cNvPr>
          <p:cNvSpPr/>
          <p:nvPr/>
        </p:nvSpPr>
        <p:spPr>
          <a:xfrm rot="7600209">
            <a:off x="7097514" y="4106453"/>
            <a:ext cx="54658" cy="1314346"/>
          </a:xfrm>
          <a:prstGeom prst="triangl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200">
              <a:latin typeface="思源黑体 CN Normal" pitchFamily="34" charset="-122"/>
              <a:ea typeface="思源黑体 CN Normal" pitchFamily="34" charset="-122"/>
            </a:endParaRPr>
          </a:p>
        </p:txBody>
      </p:sp>
      <p:pic>
        <p:nvPicPr>
          <p:cNvPr id="8" name="图片 7">
            <a:extLst>
              <a:ext uri="{FF2B5EF4-FFF2-40B4-BE49-F238E27FC236}">
                <a16:creationId xmlns:a16="http://schemas.microsoft.com/office/drawing/2014/main" id="{C8A4B17F-0C4D-F26A-6C55-5A79384BA809}"/>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4704082" y="2515675"/>
            <a:ext cx="2140682" cy="26623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300" fill="hold"/>
                                            <p:tgtEl>
                                              <p:spTgt spid="31"/>
                                            </p:tgtEl>
                                            <p:attrNameLst>
                                              <p:attrName>ppt_x</p:attrName>
                                            </p:attrNameLst>
                                          </p:cBhvr>
                                          <p:tavLst>
                                            <p:tav tm="0">
                                              <p:val>
                                                <p:strVal val="1+#ppt_w/2"/>
                                              </p:val>
                                            </p:tav>
                                            <p:tav tm="100000">
                                              <p:val>
                                                <p:strVal val="#ppt_x"/>
                                              </p:val>
                                            </p:tav>
                                          </p:tavLst>
                                        </p:anim>
                                        <p:anim calcmode="lin" valueType="num">
                                          <p:cBhvr additive="base">
                                            <p:cTn id="8" dur="300" fill="hold"/>
                                            <p:tgtEl>
                                              <p:spTgt spid="3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300"/>
                                            <p:tgtEl>
                                              <p:spTgt spid="7"/>
                                            </p:tgtEl>
                                          </p:cBhvr>
                                        </p:animEffect>
                                      </p:childTnLst>
                                    </p:cTn>
                                  </p:par>
                                </p:childTnLst>
                              </p:cTn>
                            </p:par>
                            <p:par>
                              <p:cTn id="13" fill="hold">
                                <p:stCondLst>
                                  <p:cond delay="1000"/>
                                </p:stCondLst>
                                <p:childTnLst>
                                  <p:par>
                                    <p:cTn id="14" presetID="2" presetClass="entr" presetSubtype="2" fill="hold" nodeType="afterEffect">
                                      <p:stCondLst>
                                        <p:cond delay="0"/>
                                      </p:stCondLst>
                                      <p:childTnLst>
                                        <p:set>
                                          <p:cBhvr>
                                            <p:cTn id="15" dur="1" fill="hold">
                                              <p:stCondLst>
                                                <p:cond delay="0"/>
                                              </p:stCondLst>
                                            </p:cTn>
                                            <p:tgtEl>
                                              <p:spTgt spid="40"/>
                                            </p:tgtEl>
                                            <p:attrNameLst>
                                              <p:attrName>style.visibility</p:attrName>
                                            </p:attrNameLst>
                                          </p:cBhvr>
                                          <p:to>
                                            <p:strVal val="visible"/>
                                          </p:to>
                                        </p:set>
                                        <p:anim calcmode="lin" valueType="num">
                                          <p:cBhvr additive="base">
                                            <p:cTn id="16" dur="300" fill="hold"/>
                                            <p:tgtEl>
                                              <p:spTgt spid="40"/>
                                            </p:tgtEl>
                                            <p:attrNameLst>
                                              <p:attrName>ppt_x</p:attrName>
                                            </p:attrNameLst>
                                          </p:cBhvr>
                                          <p:tavLst>
                                            <p:tav tm="0">
                                              <p:val>
                                                <p:strVal val="1+#ppt_w/2"/>
                                              </p:val>
                                            </p:tav>
                                            <p:tav tm="100000">
                                              <p:val>
                                                <p:strVal val="#ppt_x"/>
                                              </p:val>
                                            </p:tav>
                                          </p:tavLst>
                                        </p:anim>
                                        <p:anim calcmode="lin" valueType="num">
                                          <p:cBhvr additive="base">
                                            <p:cTn id="17" dur="300" fill="hold"/>
                                            <p:tgtEl>
                                              <p:spTgt spid="40"/>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22" presetClass="entr" presetSubtype="1" fill="hold" grpId="0" nodeType="after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wipe(up)">
                                          <p:cBhvr>
                                            <p:cTn id="21" dur="300"/>
                                            <p:tgtEl>
                                              <p:spTgt spid="38"/>
                                            </p:tgtEl>
                                          </p:cBhvr>
                                        </p:animEffect>
                                      </p:childTnLst>
                                    </p:cTn>
                                  </p:par>
                                </p:childTnLst>
                              </p:cTn>
                            </p:par>
                            <p:par>
                              <p:cTn id="22" fill="hold">
                                <p:stCondLst>
                                  <p:cond delay="2000"/>
                                </p:stCondLst>
                                <p:childTnLst>
                                  <p:par>
                                    <p:cTn id="23" presetID="2" presetClass="entr" presetSubtype="2" fill="hold" nodeType="afterEffect">
                                      <p:stCondLst>
                                        <p:cond delay="0"/>
                                      </p:stCondLst>
                                      <p:childTnLst>
                                        <p:set>
                                          <p:cBhvr>
                                            <p:cTn id="24" dur="1" fill="hold">
                                              <p:stCondLst>
                                                <p:cond delay="0"/>
                                              </p:stCondLst>
                                            </p:cTn>
                                            <p:tgtEl>
                                              <p:spTgt spid="47"/>
                                            </p:tgtEl>
                                            <p:attrNameLst>
                                              <p:attrName>style.visibility</p:attrName>
                                            </p:attrNameLst>
                                          </p:cBhvr>
                                          <p:to>
                                            <p:strVal val="visible"/>
                                          </p:to>
                                        </p:set>
                                        <p:anim calcmode="lin" valueType="num">
                                          <p:cBhvr additive="base">
                                            <p:cTn id="25" dur="300" fill="hold"/>
                                            <p:tgtEl>
                                              <p:spTgt spid="47"/>
                                            </p:tgtEl>
                                            <p:attrNameLst>
                                              <p:attrName>ppt_x</p:attrName>
                                            </p:attrNameLst>
                                          </p:cBhvr>
                                          <p:tavLst>
                                            <p:tav tm="0">
                                              <p:val>
                                                <p:strVal val="1+#ppt_w/2"/>
                                              </p:val>
                                            </p:tav>
                                            <p:tav tm="100000">
                                              <p:val>
                                                <p:strVal val="#ppt_x"/>
                                              </p:val>
                                            </p:tav>
                                          </p:tavLst>
                                        </p:anim>
                                        <p:anim calcmode="lin" valueType="num">
                                          <p:cBhvr additive="base">
                                            <p:cTn id="26" dur="300" fill="hold"/>
                                            <p:tgtEl>
                                              <p:spTgt spid="47"/>
                                            </p:tgtEl>
                                            <p:attrNameLst>
                                              <p:attrName>ppt_y</p:attrName>
                                            </p:attrNameLst>
                                          </p:cBhvr>
                                          <p:tavLst>
                                            <p:tav tm="0">
                                              <p:val>
                                                <p:strVal val="#ppt_y"/>
                                              </p:val>
                                            </p:tav>
                                            <p:tav tm="100000">
                                              <p:val>
                                                <p:strVal val="#ppt_y"/>
                                              </p:val>
                                            </p:tav>
                                          </p:tavLst>
                                        </p:anim>
                                      </p:childTnLst>
                                    </p:cTn>
                                  </p:par>
                                </p:childTnLst>
                              </p:cTn>
                            </p:par>
                            <p:par>
                              <p:cTn id="27" fill="hold">
                                <p:stCondLst>
                                  <p:cond delay="2300"/>
                                </p:stCondLst>
                                <p:childTnLst>
                                  <p:par>
                                    <p:cTn id="28" presetID="22" presetClass="entr" presetSubtype="1" fill="hold" grpId="0" nodeType="after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wipe(up)">
                                          <p:cBhvr>
                                            <p:cTn id="30" dur="300"/>
                                            <p:tgtEl>
                                              <p:spTgt spid="39"/>
                                            </p:tgtEl>
                                          </p:cBhvr>
                                        </p:animEffect>
                                      </p:childTnLst>
                                    </p:cTn>
                                  </p:par>
                                </p:childTnLst>
                              </p:cTn>
                            </p:par>
                            <p:par>
                              <p:cTn id="31" fill="hold">
                                <p:stCondLst>
                                  <p:cond delay="2600"/>
                                </p:stCondLst>
                                <p:childTnLst>
                                  <p:par>
                                    <p:cTn id="32" presetID="53" presetClass="entr" presetSubtype="16" fill="hold" nodeType="after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p:cTn id="34" dur="500" fill="hold"/>
                                            <p:tgtEl>
                                              <p:spTgt spid="11"/>
                                            </p:tgtEl>
                                            <p:attrNameLst>
                                              <p:attrName>ppt_w</p:attrName>
                                            </p:attrNameLst>
                                          </p:cBhvr>
                                          <p:tavLst>
                                            <p:tav tm="0">
                                              <p:val>
                                                <p:fltVal val="0"/>
                                              </p:val>
                                            </p:tav>
                                            <p:tav tm="100000">
                                              <p:val>
                                                <p:strVal val="#ppt_w"/>
                                              </p:val>
                                            </p:tav>
                                          </p:tavLst>
                                        </p:anim>
                                        <p:anim calcmode="lin" valueType="num">
                                          <p:cBhvr>
                                            <p:cTn id="35" dur="500" fill="hold"/>
                                            <p:tgtEl>
                                              <p:spTgt spid="11"/>
                                            </p:tgtEl>
                                            <p:attrNameLst>
                                              <p:attrName>ppt_h</p:attrName>
                                            </p:attrNameLst>
                                          </p:cBhvr>
                                          <p:tavLst>
                                            <p:tav tm="0">
                                              <p:val>
                                                <p:fltVal val="0"/>
                                              </p:val>
                                            </p:tav>
                                            <p:tav tm="100000">
                                              <p:val>
                                                <p:strVal val="#ppt_h"/>
                                              </p:val>
                                            </p:tav>
                                          </p:tavLst>
                                        </p:anim>
                                        <p:animEffect transition="in" filter="fade">
                                          <p:cBhvr>
                                            <p:cTn id="36" dur="500"/>
                                            <p:tgtEl>
                                              <p:spTgt spid="11"/>
                                            </p:tgtEl>
                                          </p:cBhvr>
                                        </p:animEffect>
                                      </p:childTnLst>
                                    </p:cTn>
                                  </p:par>
                                  <p:par>
                                    <p:cTn id="37" presetID="53" presetClass="entr" presetSubtype="16"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p:cTn id="39" dur="500" fill="hold"/>
                                            <p:tgtEl>
                                              <p:spTgt spid="16"/>
                                            </p:tgtEl>
                                            <p:attrNameLst>
                                              <p:attrName>ppt_w</p:attrName>
                                            </p:attrNameLst>
                                          </p:cBhvr>
                                          <p:tavLst>
                                            <p:tav tm="0">
                                              <p:val>
                                                <p:fltVal val="0"/>
                                              </p:val>
                                            </p:tav>
                                            <p:tav tm="100000">
                                              <p:val>
                                                <p:strVal val="#ppt_w"/>
                                              </p:val>
                                            </p:tav>
                                          </p:tavLst>
                                        </p:anim>
                                        <p:anim calcmode="lin" valueType="num">
                                          <p:cBhvr>
                                            <p:cTn id="40" dur="500" fill="hold"/>
                                            <p:tgtEl>
                                              <p:spTgt spid="16"/>
                                            </p:tgtEl>
                                            <p:attrNameLst>
                                              <p:attrName>ppt_h</p:attrName>
                                            </p:attrNameLst>
                                          </p:cBhvr>
                                          <p:tavLst>
                                            <p:tav tm="0">
                                              <p:val>
                                                <p:fltVal val="0"/>
                                              </p:val>
                                            </p:tav>
                                            <p:tav tm="100000">
                                              <p:val>
                                                <p:strVal val="#ppt_h"/>
                                              </p:val>
                                            </p:tav>
                                          </p:tavLst>
                                        </p:anim>
                                        <p:animEffect transition="in" filter="fade">
                                          <p:cBhvr>
                                            <p:cTn id="41" dur="500"/>
                                            <p:tgtEl>
                                              <p:spTgt spid="16"/>
                                            </p:tgtEl>
                                          </p:cBhvr>
                                        </p:animEffect>
                                      </p:childTnLst>
                                    </p:cTn>
                                  </p:par>
                                  <p:par>
                                    <p:cTn id="42" presetID="53" presetClass="entr" presetSubtype="16" fill="hold" nodeType="withEffect">
                                      <p:stCondLst>
                                        <p:cond delay="0"/>
                                      </p:stCondLst>
                                      <p:childTnLst>
                                        <p:set>
                                          <p:cBhvr>
                                            <p:cTn id="43" dur="1" fill="hold">
                                              <p:stCondLst>
                                                <p:cond delay="0"/>
                                              </p:stCondLst>
                                            </p:cTn>
                                            <p:tgtEl>
                                              <p:spTgt spid="21"/>
                                            </p:tgtEl>
                                            <p:attrNameLst>
                                              <p:attrName>style.visibility</p:attrName>
                                            </p:attrNameLst>
                                          </p:cBhvr>
                                          <p:to>
                                            <p:strVal val="visible"/>
                                          </p:to>
                                        </p:set>
                                        <p:anim calcmode="lin" valueType="num">
                                          <p:cBhvr>
                                            <p:cTn id="44" dur="500" fill="hold"/>
                                            <p:tgtEl>
                                              <p:spTgt spid="21"/>
                                            </p:tgtEl>
                                            <p:attrNameLst>
                                              <p:attrName>ppt_w</p:attrName>
                                            </p:attrNameLst>
                                          </p:cBhvr>
                                          <p:tavLst>
                                            <p:tav tm="0">
                                              <p:val>
                                                <p:fltVal val="0"/>
                                              </p:val>
                                            </p:tav>
                                            <p:tav tm="100000">
                                              <p:val>
                                                <p:strVal val="#ppt_w"/>
                                              </p:val>
                                            </p:tav>
                                          </p:tavLst>
                                        </p:anim>
                                        <p:anim calcmode="lin" valueType="num">
                                          <p:cBhvr>
                                            <p:cTn id="45" dur="500" fill="hold"/>
                                            <p:tgtEl>
                                              <p:spTgt spid="21"/>
                                            </p:tgtEl>
                                            <p:attrNameLst>
                                              <p:attrName>ppt_h</p:attrName>
                                            </p:attrNameLst>
                                          </p:cBhvr>
                                          <p:tavLst>
                                            <p:tav tm="0">
                                              <p:val>
                                                <p:fltVal val="0"/>
                                              </p:val>
                                            </p:tav>
                                            <p:tav tm="100000">
                                              <p:val>
                                                <p:strVal val="#ppt_h"/>
                                              </p:val>
                                            </p:tav>
                                          </p:tavLst>
                                        </p:anim>
                                        <p:animEffect transition="in" filter="fade">
                                          <p:cBhvr>
                                            <p:cTn id="46" dur="500"/>
                                            <p:tgtEl>
                                              <p:spTgt spid="21"/>
                                            </p:tgtEl>
                                          </p:cBhvr>
                                        </p:animEffect>
                                      </p:childTnLst>
                                    </p:cTn>
                                  </p:par>
                                </p:childTnLst>
                              </p:cTn>
                            </p:par>
                            <p:par>
                              <p:cTn id="47" fill="hold">
                                <p:stCondLst>
                                  <p:cond delay="3100"/>
                                </p:stCondLst>
                                <p:childTnLst>
                                  <p:par>
                                    <p:cTn id="48" presetID="22" presetClass="entr" presetSubtype="8" fill="hold" grpId="0" nodeType="afterEffect">
                                      <p:stCondLst>
                                        <p:cond delay="0"/>
                                      </p:stCondLst>
                                      <p:childTnLst>
                                        <p:set>
                                          <p:cBhvr>
                                            <p:cTn id="49" dur="1" fill="hold">
                                              <p:stCondLst>
                                                <p:cond delay="0"/>
                                              </p:stCondLst>
                                            </p:cTn>
                                            <p:tgtEl>
                                              <p:spTgt spid="3"/>
                                            </p:tgtEl>
                                            <p:attrNameLst>
                                              <p:attrName>style.visibility</p:attrName>
                                            </p:attrNameLst>
                                          </p:cBhvr>
                                          <p:to>
                                            <p:strVal val="visible"/>
                                          </p:to>
                                        </p:set>
                                        <p:animEffect transition="in" filter="wipe(left)">
                                          <p:cBhvr>
                                            <p:cTn id="50" dur="500"/>
                                            <p:tgtEl>
                                              <p:spTgt spid="3"/>
                                            </p:tgtEl>
                                          </p:cBhvr>
                                        </p:animEffect>
                                      </p:childTnLst>
                                    </p:cTn>
                                  </p:par>
                                  <p:par>
                                    <p:cTn id="51" presetID="22" presetClass="entr" presetSubtype="8" fill="hold" grpId="0" nodeType="withEffect">
                                      <p:stCondLst>
                                        <p:cond delay="100"/>
                                      </p:stCondLst>
                                      <p:childTnLst>
                                        <p:set>
                                          <p:cBhvr>
                                            <p:cTn id="52" dur="1" fill="hold">
                                              <p:stCondLst>
                                                <p:cond delay="0"/>
                                              </p:stCondLst>
                                            </p:cTn>
                                            <p:tgtEl>
                                              <p:spTgt spid="5"/>
                                            </p:tgtEl>
                                            <p:attrNameLst>
                                              <p:attrName>style.visibility</p:attrName>
                                            </p:attrNameLst>
                                          </p:cBhvr>
                                          <p:to>
                                            <p:strVal val="visible"/>
                                          </p:to>
                                        </p:set>
                                        <p:animEffect transition="in" filter="wipe(left)">
                                          <p:cBhvr>
                                            <p:cTn id="53" dur="500"/>
                                            <p:tgtEl>
                                              <p:spTgt spid="5"/>
                                            </p:tgtEl>
                                          </p:cBhvr>
                                        </p:animEffect>
                                      </p:childTnLst>
                                    </p:cTn>
                                  </p:par>
                                  <p:par>
                                    <p:cTn id="54" presetID="22" presetClass="entr" presetSubtype="8" fill="hold" grpId="0" nodeType="withEffect">
                                      <p:stCondLst>
                                        <p:cond delay="200"/>
                                      </p:stCondLst>
                                      <p:childTnLst>
                                        <p:set>
                                          <p:cBhvr>
                                            <p:cTn id="55" dur="1" fill="hold">
                                              <p:stCondLst>
                                                <p:cond delay="0"/>
                                              </p:stCondLst>
                                            </p:cTn>
                                            <p:tgtEl>
                                              <p:spTgt spid="6"/>
                                            </p:tgtEl>
                                            <p:attrNameLst>
                                              <p:attrName>style.visibility</p:attrName>
                                            </p:attrNameLst>
                                          </p:cBhvr>
                                          <p:to>
                                            <p:strVal val="visible"/>
                                          </p:to>
                                        </p:set>
                                        <p:animEffect transition="in" filter="wipe(left)">
                                          <p:cBhvr>
                                            <p:cTn id="56" dur="500"/>
                                            <p:tgtEl>
                                              <p:spTgt spid="6"/>
                                            </p:tgtEl>
                                          </p:cBhvr>
                                        </p:animEffect>
                                      </p:childTnLst>
                                    </p:cTn>
                                  </p:par>
                                  <p:par>
                                    <p:cTn id="57" presetID="2" presetClass="entr" presetSubtype="1" fill="hold" grpId="0" nodeType="withEffect" p14:presetBounceEnd="81000">
                                      <p:stCondLst>
                                        <p:cond delay="0"/>
                                      </p:stCondLst>
                                      <p:childTnLst>
                                        <p:set>
                                          <p:cBhvr>
                                            <p:cTn id="58" dur="1" fill="hold">
                                              <p:stCondLst>
                                                <p:cond delay="0"/>
                                              </p:stCondLst>
                                            </p:cTn>
                                            <p:tgtEl>
                                              <p:spTgt spid="55"/>
                                            </p:tgtEl>
                                            <p:attrNameLst>
                                              <p:attrName>style.visibility</p:attrName>
                                            </p:attrNameLst>
                                          </p:cBhvr>
                                          <p:to>
                                            <p:strVal val="visible"/>
                                          </p:to>
                                        </p:set>
                                        <p:anim calcmode="lin" valueType="num" p14:bounceEnd="81000">
                                          <p:cBhvr additive="base">
                                            <p:cTn id="59" dur="1000" fill="hold"/>
                                            <p:tgtEl>
                                              <p:spTgt spid="55"/>
                                            </p:tgtEl>
                                            <p:attrNameLst>
                                              <p:attrName>ppt_x</p:attrName>
                                            </p:attrNameLst>
                                          </p:cBhvr>
                                          <p:tavLst>
                                            <p:tav tm="0">
                                              <p:val>
                                                <p:strVal val="#ppt_x"/>
                                              </p:val>
                                            </p:tav>
                                            <p:tav tm="100000">
                                              <p:val>
                                                <p:strVal val="#ppt_x"/>
                                              </p:val>
                                            </p:tav>
                                          </p:tavLst>
                                        </p:anim>
                                        <p:anim calcmode="lin" valueType="num" p14:bounceEnd="81000">
                                          <p:cBhvr additive="base">
                                            <p:cTn id="60" dur="1000" fill="hold"/>
                                            <p:tgtEl>
                                              <p:spTgt spid="55"/>
                                            </p:tgtEl>
                                            <p:attrNameLst>
                                              <p:attrName>ppt_y</p:attrName>
                                            </p:attrNameLst>
                                          </p:cBhvr>
                                          <p:tavLst>
                                            <p:tav tm="0">
                                              <p:val>
                                                <p:strVal val="0-#ppt_h/2"/>
                                              </p:val>
                                            </p:tav>
                                            <p:tav tm="100000">
                                              <p:val>
                                                <p:strVal val="#ppt_y"/>
                                              </p:val>
                                            </p:tav>
                                          </p:tavLst>
                                        </p:anim>
                                      </p:childTnLst>
                                    </p:cTn>
                                  </p:par>
                                </p:childTnLst>
                              </p:cTn>
                            </p:par>
                            <p:par>
                              <p:cTn id="61" fill="hold">
                                <p:stCondLst>
                                  <p:cond delay="4100"/>
                                </p:stCondLst>
                                <p:childTnLst>
                                  <p:par>
                                    <p:cTn id="62" presetID="22" presetClass="entr" presetSubtype="8" fill="hold" nodeType="afterEffect">
                                      <p:stCondLst>
                                        <p:cond delay="0"/>
                                      </p:stCondLst>
                                      <p:childTnLst>
                                        <p:set>
                                          <p:cBhvr>
                                            <p:cTn id="63" dur="1" fill="hold">
                                              <p:stCondLst>
                                                <p:cond delay="0"/>
                                              </p:stCondLst>
                                            </p:cTn>
                                            <p:tgtEl>
                                              <p:spTgt spid="61"/>
                                            </p:tgtEl>
                                            <p:attrNameLst>
                                              <p:attrName>style.visibility</p:attrName>
                                            </p:attrNameLst>
                                          </p:cBhvr>
                                          <p:to>
                                            <p:strVal val="visible"/>
                                          </p:to>
                                        </p:set>
                                        <p:animEffect transition="in" filter="wipe(left)">
                                          <p:cBhvr>
                                            <p:cTn id="64"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38" grpId="0"/>
          <p:bldP spid="39" grpId="0"/>
          <p:bldP spid="55"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300" fill="hold"/>
                                            <p:tgtEl>
                                              <p:spTgt spid="31"/>
                                            </p:tgtEl>
                                            <p:attrNameLst>
                                              <p:attrName>ppt_x</p:attrName>
                                            </p:attrNameLst>
                                          </p:cBhvr>
                                          <p:tavLst>
                                            <p:tav tm="0">
                                              <p:val>
                                                <p:strVal val="1+#ppt_w/2"/>
                                              </p:val>
                                            </p:tav>
                                            <p:tav tm="100000">
                                              <p:val>
                                                <p:strVal val="#ppt_x"/>
                                              </p:val>
                                            </p:tav>
                                          </p:tavLst>
                                        </p:anim>
                                        <p:anim calcmode="lin" valueType="num">
                                          <p:cBhvr additive="base">
                                            <p:cTn id="8" dur="300" fill="hold"/>
                                            <p:tgtEl>
                                              <p:spTgt spid="3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300"/>
                                            <p:tgtEl>
                                              <p:spTgt spid="7"/>
                                            </p:tgtEl>
                                          </p:cBhvr>
                                        </p:animEffect>
                                      </p:childTnLst>
                                    </p:cTn>
                                  </p:par>
                                </p:childTnLst>
                              </p:cTn>
                            </p:par>
                            <p:par>
                              <p:cTn id="13" fill="hold">
                                <p:stCondLst>
                                  <p:cond delay="1000"/>
                                </p:stCondLst>
                                <p:childTnLst>
                                  <p:par>
                                    <p:cTn id="14" presetID="2" presetClass="entr" presetSubtype="2" fill="hold" nodeType="afterEffect">
                                      <p:stCondLst>
                                        <p:cond delay="0"/>
                                      </p:stCondLst>
                                      <p:childTnLst>
                                        <p:set>
                                          <p:cBhvr>
                                            <p:cTn id="15" dur="1" fill="hold">
                                              <p:stCondLst>
                                                <p:cond delay="0"/>
                                              </p:stCondLst>
                                            </p:cTn>
                                            <p:tgtEl>
                                              <p:spTgt spid="40"/>
                                            </p:tgtEl>
                                            <p:attrNameLst>
                                              <p:attrName>style.visibility</p:attrName>
                                            </p:attrNameLst>
                                          </p:cBhvr>
                                          <p:to>
                                            <p:strVal val="visible"/>
                                          </p:to>
                                        </p:set>
                                        <p:anim calcmode="lin" valueType="num">
                                          <p:cBhvr additive="base">
                                            <p:cTn id="16" dur="300" fill="hold"/>
                                            <p:tgtEl>
                                              <p:spTgt spid="40"/>
                                            </p:tgtEl>
                                            <p:attrNameLst>
                                              <p:attrName>ppt_x</p:attrName>
                                            </p:attrNameLst>
                                          </p:cBhvr>
                                          <p:tavLst>
                                            <p:tav tm="0">
                                              <p:val>
                                                <p:strVal val="1+#ppt_w/2"/>
                                              </p:val>
                                            </p:tav>
                                            <p:tav tm="100000">
                                              <p:val>
                                                <p:strVal val="#ppt_x"/>
                                              </p:val>
                                            </p:tav>
                                          </p:tavLst>
                                        </p:anim>
                                        <p:anim calcmode="lin" valueType="num">
                                          <p:cBhvr additive="base">
                                            <p:cTn id="17" dur="300" fill="hold"/>
                                            <p:tgtEl>
                                              <p:spTgt spid="40"/>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22" presetClass="entr" presetSubtype="1" fill="hold" grpId="0" nodeType="after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wipe(up)">
                                          <p:cBhvr>
                                            <p:cTn id="21" dur="300"/>
                                            <p:tgtEl>
                                              <p:spTgt spid="38"/>
                                            </p:tgtEl>
                                          </p:cBhvr>
                                        </p:animEffect>
                                      </p:childTnLst>
                                    </p:cTn>
                                  </p:par>
                                </p:childTnLst>
                              </p:cTn>
                            </p:par>
                            <p:par>
                              <p:cTn id="22" fill="hold">
                                <p:stCondLst>
                                  <p:cond delay="2000"/>
                                </p:stCondLst>
                                <p:childTnLst>
                                  <p:par>
                                    <p:cTn id="23" presetID="2" presetClass="entr" presetSubtype="2" fill="hold" nodeType="afterEffect">
                                      <p:stCondLst>
                                        <p:cond delay="0"/>
                                      </p:stCondLst>
                                      <p:childTnLst>
                                        <p:set>
                                          <p:cBhvr>
                                            <p:cTn id="24" dur="1" fill="hold">
                                              <p:stCondLst>
                                                <p:cond delay="0"/>
                                              </p:stCondLst>
                                            </p:cTn>
                                            <p:tgtEl>
                                              <p:spTgt spid="47"/>
                                            </p:tgtEl>
                                            <p:attrNameLst>
                                              <p:attrName>style.visibility</p:attrName>
                                            </p:attrNameLst>
                                          </p:cBhvr>
                                          <p:to>
                                            <p:strVal val="visible"/>
                                          </p:to>
                                        </p:set>
                                        <p:anim calcmode="lin" valueType="num">
                                          <p:cBhvr additive="base">
                                            <p:cTn id="25" dur="300" fill="hold"/>
                                            <p:tgtEl>
                                              <p:spTgt spid="47"/>
                                            </p:tgtEl>
                                            <p:attrNameLst>
                                              <p:attrName>ppt_x</p:attrName>
                                            </p:attrNameLst>
                                          </p:cBhvr>
                                          <p:tavLst>
                                            <p:tav tm="0">
                                              <p:val>
                                                <p:strVal val="1+#ppt_w/2"/>
                                              </p:val>
                                            </p:tav>
                                            <p:tav tm="100000">
                                              <p:val>
                                                <p:strVal val="#ppt_x"/>
                                              </p:val>
                                            </p:tav>
                                          </p:tavLst>
                                        </p:anim>
                                        <p:anim calcmode="lin" valueType="num">
                                          <p:cBhvr additive="base">
                                            <p:cTn id="26" dur="300" fill="hold"/>
                                            <p:tgtEl>
                                              <p:spTgt spid="47"/>
                                            </p:tgtEl>
                                            <p:attrNameLst>
                                              <p:attrName>ppt_y</p:attrName>
                                            </p:attrNameLst>
                                          </p:cBhvr>
                                          <p:tavLst>
                                            <p:tav tm="0">
                                              <p:val>
                                                <p:strVal val="#ppt_y"/>
                                              </p:val>
                                            </p:tav>
                                            <p:tav tm="100000">
                                              <p:val>
                                                <p:strVal val="#ppt_y"/>
                                              </p:val>
                                            </p:tav>
                                          </p:tavLst>
                                        </p:anim>
                                      </p:childTnLst>
                                    </p:cTn>
                                  </p:par>
                                </p:childTnLst>
                              </p:cTn>
                            </p:par>
                            <p:par>
                              <p:cTn id="27" fill="hold">
                                <p:stCondLst>
                                  <p:cond delay="2300"/>
                                </p:stCondLst>
                                <p:childTnLst>
                                  <p:par>
                                    <p:cTn id="28" presetID="22" presetClass="entr" presetSubtype="1" fill="hold" grpId="0" nodeType="after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wipe(up)">
                                          <p:cBhvr>
                                            <p:cTn id="30" dur="300"/>
                                            <p:tgtEl>
                                              <p:spTgt spid="39"/>
                                            </p:tgtEl>
                                          </p:cBhvr>
                                        </p:animEffect>
                                      </p:childTnLst>
                                    </p:cTn>
                                  </p:par>
                                </p:childTnLst>
                              </p:cTn>
                            </p:par>
                            <p:par>
                              <p:cTn id="31" fill="hold">
                                <p:stCondLst>
                                  <p:cond delay="2600"/>
                                </p:stCondLst>
                                <p:childTnLst>
                                  <p:par>
                                    <p:cTn id="32" presetID="53" presetClass="entr" presetSubtype="16" fill="hold" nodeType="after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p:cTn id="34" dur="500" fill="hold"/>
                                            <p:tgtEl>
                                              <p:spTgt spid="11"/>
                                            </p:tgtEl>
                                            <p:attrNameLst>
                                              <p:attrName>ppt_w</p:attrName>
                                            </p:attrNameLst>
                                          </p:cBhvr>
                                          <p:tavLst>
                                            <p:tav tm="0">
                                              <p:val>
                                                <p:fltVal val="0"/>
                                              </p:val>
                                            </p:tav>
                                            <p:tav tm="100000">
                                              <p:val>
                                                <p:strVal val="#ppt_w"/>
                                              </p:val>
                                            </p:tav>
                                          </p:tavLst>
                                        </p:anim>
                                        <p:anim calcmode="lin" valueType="num">
                                          <p:cBhvr>
                                            <p:cTn id="35" dur="500" fill="hold"/>
                                            <p:tgtEl>
                                              <p:spTgt spid="11"/>
                                            </p:tgtEl>
                                            <p:attrNameLst>
                                              <p:attrName>ppt_h</p:attrName>
                                            </p:attrNameLst>
                                          </p:cBhvr>
                                          <p:tavLst>
                                            <p:tav tm="0">
                                              <p:val>
                                                <p:fltVal val="0"/>
                                              </p:val>
                                            </p:tav>
                                            <p:tav tm="100000">
                                              <p:val>
                                                <p:strVal val="#ppt_h"/>
                                              </p:val>
                                            </p:tav>
                                          </p:tavLst>
                                        </p:anim>
                                        <p:animEffect transition="in" filter="fade">
                                          <p:cBhvr>
                                            <p:cTn id="36" dur="500"/>
                                            <p:tgtEl>
                                              <p:spTgt spid="11"/>
                                            </p:tgtEl>
                                          </p:cBhvr>
                                        </p:animEffect>
                                      </p:childTnLst>
                                    </p:cTn>
                                  </p:par>
                                  <p:par>
                                    <p:cTn id="37" presetID="53" presetClass="entr" presetSubtype="16"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p:cTn id="39" dur="500" fill="hold"/>
                                            <p:tgtEl>
                                              <p:spTgt spid="16"/>
                                            </p:tgtEl>
                                            <p:attrNameLst>
                                              <p:attrName>ppt_w</p:attrName>
                                            </p:attrNameLst>
                                          </p:cBhvr>
                                          <p:tavLst>
                                            <p:tav tm="0">
                                              <p:val>
                                                <p:fltVal val="0"/>
                                              </p:val>
                                            </p:tav>
                                            <p:tav tm="100000">
                                              <p:val>
                                                <p:strVal val="#ppt_w"/>
                                              </p:val>
                                            </p:tav>
                                          </p:tavLst>
                                        </p:anim>
                                        <p:anim calcmode="lin" valueType="num">
                                          <p:cBhvr>
                                            <p:cTn id="40" dur="500" fill="hold"/>
                                            <p:tgtEl>
                                              <p:spTgt spid="16"/>
                                            </p:tgtEl>
                                            <p:attrNameLst>
                                              <p:attrName>ppt_h</p:attrName>
                                            </p:attrNameLst>
                                          </p:cBhvr>
                                          <p:tavLst>
                                            <p:tav tm="0">
                                              <p:val>
                                                <p:fltVal val="0"/>
                                              </p:val>
                                            </p:tav>
                                            <p:tav tm="100000">
                                              <p:val>
                                                <p:strVal val="#ppt_h"/>
                                              </p:val>
                                            </p:tav>
                                          </p:tavLst>
                                        </p:anim>
                                        <p:animEffect transition="in" filter="fade">
                                          <p:cBhvr>
                                            <p:cTn id="41" dur="500"/>
                                            <p:tgtEl>
                                              <p:spTgt spid="16"/>
                                            </p:tgtEl>
                                          </p:cBhvr>
                                        </p:animEffect>
                                      </p:childTnLst>
                                    </p:cTn>
                                  </p:par>
                                  <p:par>
                                    <p:cTn id="42" presetID="53" presetClass="entr" presetSubtype="16" fill="hold" nodeType="withEffect">
                                      <p:stCondLst>
                                        <p:cond delay="0"/>
                                      </p:stCondLst>
                                      <p:childTnLst>
                                        <p:set>
                                          <p:cBhvr>
                                            <p:cTn id="43" dur="1" fill="hold">
                                              <p:stCondLst>
                                                <p:cond delay="0"/>
                                              </p:stCondLst>
                                            </p:cTn>
                                            <p:tgtEl>
                                              <p:spTgt spid="21"/>
                                            </p:tgtEl>
                                            <p:attrNameLst>
                                              <p:attrName>style.visibility</p:attrName>
                                            </p:attrNameLst>
                                          </p:cBhvr>
                                          <p:to>
                                            <p:strVal val="visible"/>
                                          </p:to>
                                        </p:set>
                                        <p:anim calcmode="lin" valueType="num">
                                          <p:cBhvr>
                                            <p:cTn id="44" dur="500" fill="hold"/>
                                            <p:tgtEl>
                                              <p:spTgt spid="21"/>
                                            </p:tgtEl>
                                            <p:attrNameLst>
                                              <p:attrName>ppt_w</p:attrName>
                                            </p:attrNameLst>
                                          </p:cBhvr>
                                          <p:tavLst>
                                            <p:tav tm="0">
                                              <p:val>
                                                <p:fltVal val="0"/>
                                              </p:val>
                                            </p:tav>
                                            <p:tav tm="100000">
                                              <p:val>
                                                <p:strVal val="#ppt_w"/>
                                              </p:val>
                                            </p:tav>
                                          </p:tavLst>
                                        </p:anim>
                                        <p:anim calcmode="lin" valueType="num">
                                          <p:cBhvr>
                                            <p:cTn id="45" dur="500" fill="hold"/>
                                            <p:tgtEl>
                                              <p:spTgt spid="21"/>
                                            </p:tgtEl>
                                            <p:attrNameLst>
                                              <p:attrName>ppt_h</p:attrName>
                                            </p:attrNameLst>
                                          </p:cBhvr>
                                          <p:tavLst>
                                            <p:tav tm="0">
                                              <p:val>
                                                <p:fltVal val="0"/>
                                              </p:val>
                                            </p:tav>
                                            <p:tav tm="100000">
                                              <p:val>
                                                <p:strVal val="#ppt_h"/>
                                              </p:val>
                                            </p:tav>
                                          </p:tavLst>
                                        </p:anim>
                                        <p:animEffect transition="in" filter="fade">
                                          <p:cBhvr>
                                            <p:cTn id="46" dur="500"/>
                                            <p:tgtEl>
                                              <p:spTgt spid="21"/>
                                            </p:tgtEl>
                                          </p:cBhvr>
                                        </p:animEffect>
                                      </p:childTnLst>
                                    </p:cTn>
                                  </p:par>
                                </p:childTnLst>
                              </p:cTn>
                            </p:par>
                            <p:par>
                              <p:cTn id="47" fill="hold">
                                <p:stCondLst>
                                  <p:cond delay="3100"/>
                                </p:stCondLst>
                                <p:childTnLst>
                                  <p:par>
                                    <p:cTn id="48" presetID="22" presetClass="entr" presetSubtype="8" fill="hold" grpId="0" nodeType="afterEffect">
                                      <p:stCondLst>
                                        <p:cond delay="0"/>
                                      </p:stCondLst>
                                      <p:childTnLst>
                                        <p:set>
                                          <p:cBhvr>
                                            <p:cTn id="49" dur="1" fill="hold">
                                              <p:stCondLst>
                                                <p:cond delay="0"/>
                                              </p:stCondLst>
                                            </p:cTn>
                                            <p:tgtEl>
                                              <p:spTgt spid="3"/>
                                            </p:tgtEl>
                                            <p:attrNameLst>
                                              <p:attrName>style.visibility</p:attrName>
                                            </p:attrNameLst>
                                          </p:cBhvr>
                                          <p:to>
                                            <p:strVal val="visible"/>
                                          </p:to>
                                        </p:set>
                                        <p:animEffect transition="in" filter="wipe(left)">
                                          <p:cBhvr>
                                            <p:cTn id="50" dur="500"/>
                                            <p:tgtEl>
                                              <p:spTgt spid="3"/>
                                            </p:tgtEl>
                                          </p:cBhvr>
                                        </p:animEffect>
                                      </p:childTnLst>
                                    </p:cTn>
                                  </p:par>
                                  <p:par>
                                    <p:cTn id="51" presetID="22" presetClass="entr" presetSubtype="8" fill="hold" grpId="0" nodeType="withEffect">
                                      <p:stCondLst>
                                        <p:cond delay="100"/>
                                      </p:stCondLst>
                                      <p:childTnLst>
                                        <p:set>
                                          <p:cBhvr>
                                            <p:cTn id="52" dur="1" fill="hold">
                                              <p:stCondLst>
                                                <p:cond delay="0"/>
                                              </p:stCondLst>
                                            </p:cTn>
                                            <p:tgtEl>
                                              <p:spTgt spid="5"/>
                                            </p:tgtEl>
                                            <p:attrNameLst>
                                              <p:attrName>style.visibility</p:attrName>
                                            </p:attrNameLst>
                                          </p:cBhvr>
                                          <p:to>
                                            <p:strVal val="visible"/>
                                          </p:to>
                                        </p:set>
                                        <p:animEffect transition="in" filter="wipe(left)">
                                          <p:cBhvr>
                                            <p:cTn id="53" dur="500"/>
                                            <p:tgtEl>
                                              <p:spTgt spid="5"/>
                                            </p:tgtEl>
                                          </p:cBhvr>
                                        </p:animEffect>
                                      </p:childTnLst>
                                    </p:cTn>
                                  </p:par>
                                  <p:par>
                                    <p:cTn id="54" presetID="22" presetClass="entr" presetSubtype="8" fill="hold" grpId="0" nodeType="withEffect">
                                      <p:stCondLst>
                                        <p:cond delay="200"/>
                                      </p:stCondLst>
                                      <p:childTnLst>
                                        <p:set>
                                          <p:cBhvr>
                                            <p:cTn id="55" dur="1" fill="hold">
                                              <p:stCondLst>
                                                <p:cond delay="0"/>
                                              </p:stCondLst>
                                            </p:cTn>
                                            <p:tgtEl>
                                              <p:spTgt spid="6"/>
                                            </p:tgtEl>
                                            <p:attrNameLst>
                                              <p:attrName>style.visibility</p:attrName>
                                            </p:attrNameLst>
                                          </p:cBhvr>
                                          <p:to>
                                            <p:strVal val="visible"/>
                                          </p:to>
                                        </p:set>
                                        <p:animEffect transition="in" filter="wipe(left)">
                                          <p:cBhvr>
                                            <p:cTn id="56" dur="500"/>
                                            <p:tgtEl>
                                              <p:spTgt spid="6"/>
                                            </p:tgtEl>
                                          </p:cBhvr>
                                        </p:animEffect>
                                      </p:childTnLst>
                                    </p:cTn>
                                  </p:par>
                                  <p:par>
                                    <p:cTn id="57" presetID="2" presetClass="entr" presetSubtype="1" fill="hold" grpId="0" nodeType="withEffect">
                                      <p:stCondLst>
                                        <p:cond delay="0"/>
                                      </p:stCondLst>
                                      <p:childTnLst>
                                        <p:set>
                                          <p:cBhvr>
                                            <p:cTn id="58" dur="1" fill="hold">
                                              <p:stCondLst>
                                                <p:cond delay="0"/>
                                              </p:stCondLst>
                                            </p:cTn>
                                            <p:tgtEl>
                                              <p:spTgt spid="55"/>
                                            </p:tgtEl>
                                            <p:attrNameLst>
                                              <p:attrName>style.visibility</p:attrName>
                                            </p:attrNameLst>
                                          </p:cBhvr>
                                          <p:to>
                                            <p:strVal val="visible"/>
                                          </p:to>
                                        </p:set>
                                        <p:anim calcmode="lin" valueType="num">
                                          <p:cBhvr additive="base">
                                            <p:cTn id="59" dur="1000" fill="hold"/>
                                            <p:tgtEl>
                                              <p:spTgt spid="55"/>
                                            </p:tgtEl>
                                            <p:attrNameLst>
                                              <p:attrName>ppt_x</p:attrName>
                                            </p:attrNameLst>
                                          </p:cBhvr>
                                          <p:tavLst>
                                            <p:tav tm="0">
                                              <p:val>
                                                <p:strVal val="#ppt_x"/>
                                              </p:val>
                                            </p:tav>
                                            <p:tav tm="100000">
                                              <p:val>
                                                <p:strVal val="#ppt_x"/>
                                              </p:val>
                                            </p:tav>
                                          </p:tavLst>
                                        </p:anim>
                                        <p:anim calcmode="lin" valueType="num">
                                          <p:cBhvr additive="base">
                                            <p:cTn id="60" dur="1000" fill="hold"/>
                                            <p:tgtEl>
                                              <p:spTgt spid="55"/>
                                            </p:tgtEl>
                                            <p:attrNameLst>
                                              <p:attrName>ppt_y</p:attrName>
                                            </p:attrNameLst>
                                          </p:cBhvr>
                                          <p:tavLst>
                                            <p:tav tm="0">
                                              <p:val>
                                                <p:strVal val="0-#ppt_h/2"/>
                                              </p:val>
                                            </p:tav>
                                            <p:tav tm="100000">
                                              <p:val>
                                                <p:strVal val="#ppt_y"/>
                                              </p:val>
                                            </p:tav>
                                          </p:tavLst>
                                        </p:anim>
                                      </p:childTnLst>
                                    </p:cTn>
                                  </p:par>
                                </p:childTnLst>
                              </p:cTn>
                            </p:par>
                            <p:par>
                              <p:cTn id="61" fill="hold">
                                <p:stCondLst>
                                  <p:cond delay="4100"/>
                                </p:stCondLst>
                                <p:childTnLst>
                                  <p:par>
                                    <p:cTn id="62" presetID="22" presetClass="entr" presetSubtype="8" fill="hold" nodeType="afterEffect">
                                      <p:stCondLst>
                                        <p:cond delay="0"/>
                                      </p:stCondLst>
                                      <p:childTnLst>
                                        <p:set>
                                          <p:cBhvr>
                                            <p:cTn id="63" dur="1" fill="hold">
                                              <p:stCondLst>
                                                <p:cond delay="0"/>
                                              </p:stCondLst>
                                            </p:cTn>
                                            <p:tgtEl>
                                              <p:spTgt spid="61"/>
                                            </p:tgtEl>
                                            <p:attrNameLst>
                                              <p:attrName>style.visibility</p:attrName>
                                            </p:attrNameLst>
                                          </p:cBhvr>
                                          <p:to>
                                            <p:strVal val="visible"/>
                                          </p:to>
                                        </p:set>
                                        <p:animEffect transition="in" filter="wipe(left)">
                                          <p:cBhvr>
                                            <p:cTn id="64"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38" grpId="0"/>
          <p:bldP spid="39" grpId="0"/>
          <p:bldP spid="55" grpId="0"/>
        </p:bldLst>
      </p:timing>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607899" y="1796819"/>
            <a:ext cx="3334836" cy="1509992"/>
            <a:chOff x="4304043" y="1286668"/>
            <a:chExt cx="3837944" cy="2757793"/>
          </a:xfrm>
          <a:effectLst>
            <a:outerShdw blurRad="381000" dist="254000" dir="8100000" algn="tr" rotWithShape="0">
              <a:prstClr val="black">
                <a:alpha val="40000"/>
              </a:prstClr>
            </a:outerShdw>
          </a:effectLst>
        </p:grpSpPr>
        <p:sp>
          <p:nvSpPr>
            <p:cNvPr id="5" name="圆角矩形 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 name="圆角矩形 5"/>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7" name="组合 6"/>
          <p:cNvGrpSpPr/>
          <p:nvPr/>
        </p:nvGrpSpPr>
        <p:grpSpPr>
          <a:xfrm>
            <a:off x="2809322" y="2088755"/>
            <a:ext cx="828061" cy="828060"/>
            <a:chOff x="304800" y="673100"/>
            <a:chExt cx="4000500" cy="4000500"/>
          </a:xfrm>
          <a:effectLst>
            <a:outerShdw blurRad="444500" dist="254000" dir="8100000" algn="tr" rotWithShape="0">
              <a:prstClr val="black">
                <a:alpha val="50000"/>
              </a:prstClr>
            </a:outerShdw>
          </a:effectLst>
        </p:grpSpPr>
        <p:sp>
          <p:nvSpPr>
            <p:cNvPr id="8" name="同心圆 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9" name="椭圆 8"/>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0" name="Group 41"/>
          <p:cNvGrpSpPr/>
          <p:nvPr/>
        </p:nvGrpSpPr>
        <p:grpSpPr bwMode="auto">
          <a:xfrm>
            <a:off x="3760239" y="2088753"/>
            <a:ext cx="1944228" cy="1066336"/>
            <a:chOff x="0" y="0"/>
            <a:chExt cx="2419" cy="1343"/>
          </a:xfrm>
        </p:grpSpPr>
        <p:sp>
          <p:nvSpPr>
            <p:cNvPr id="11"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b="1">
                  <a:solidFill>
                    <a:srgbClr val="1D3D66"/>
                  </a:solidFill>
                  <a:latin typeface="Microsoft YaHei" panose="020B0503020204020204" pitchFamily="34" charset="-122"/>
                  <a:ea typeface="微软雅黑" panose="020B0503020204020204" pitchFamily="34" charset="-122"/>
                  <a:cs typeface="Bebas Neue" charset="0"/>
                  <a:sym typeface="Bebas Neue" charset="0"/>
                </a:rPr>
                <a:t>基础分</a:t>
              </a:r>
              <a:endParaRPr lang="en-US" b="1" dirty="0">
                <a:solidFill>
                  <a:srgbClr val="1D3D66"/>
                </a:solidFill>
                <a:latin typeface="Microsoft YaHei" panose="020B0503020204020204" pitchFamily="34" charset="-122"/>
                <a:ea typeface="微软雅黑" panose="020B0503020204020204" pitchFamily="34" charset="-122"/>
                <a:cs typeface="Bebas Neue" charset="0"/>
                <a:sym typeface="Bebas Neue" charset="0"/>
              </a:endParaRPr>
            </a:p>
          </p:txBody>
        </p:sp>
        <p:sp>
          <p:nvSpPr>
            <p:cNvPr id="12"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000">
                  <a:solidFill>
                    <a:srgbClr val="4A4A4A"/>
                  </a:solidFill>
                  <a:latin typeface="Microsoft YaHei" panose="020B0503020204020204" pitchFamily="34" charset="-122"/>
                  <a:ea typeface="微软雅黑" panose="020B0503020204020204" pitchFamily="34" charset="-122"/>
                </a:rPr>
                <a:t>默认基础分 </a:t>
              </a:r>
              <a:r>
                <a:rPr lang="en-US" altLang="zh-CN" sz="1000">
                  <a:solidFill>
                    <a:srgbClr val="4A4A4A"/>
                  </a:solidFill>
                  <a:latin typeface="Microsoft YaHei" panose="020B0503020204020204" pitchFamily="34" charset="-122"/>
                  <a:ea typeface="微软雅黑" panose="020B0503020204020204" pitchFamily="34" charset="-122"/>
                </a:rPr>
                <a:t>100</a:t>
              </a:r>
              <a:r>
                <a:rPr lang="zh-CN" altLang="en-US" sz="1000">
                  <a:solidFill>
                    <a:srgbClr val="4A4A4A"/>
                  </a:solidFill>
                  <a:latin typeface="Microsoft YaHei" panose="020B0503020204020204" pitchFamily="34" charset="-122"/>
                  <a:ea typeface="微软雅黑" panose="020B0503020204020204" pitchFamily="34" charset="-122"/>
                </a:rPr>
                <a:t>，可按活动周期或运营目标直接调整积分上限。</a:t>
              </a:r>
              <a:endParaRPr lang="en-US" altLang="zh-CN" sz="1000" dirty="0">
                <a:solidFill>
                  <a:srgbClr val="4A4A4A"/>
                </a:solidFill>
                <a:latin typeface="Microsoft YaHei" panose="020B0503020204020204" pitchFamily="34" charset="-122"/>
                <a:ea typeface="微软雅黑" panose="020B0503020204020204" pitchFamily="34" charset="-122"/>
              </a:endParaRPr>
            </a:p>
          </p:txBody>
        </p:sp>
      </p:grpSp>
      <p:sp>
        <p:nvSpPr>
          <p:cNvPr id="13" name="Freeform 9"/>
          <p:cNvSpPr>
            <a:spLocks noEditPoints="1"/>
          </p:cNvSpPr>
          <p:nvPr/>
        </p:nvSpPr>
        <p:spPr bwMode="auto">
          <a:xfrm>
            <a:off x="3000648" y="2343079"/>
            <a:ext cx="375947" cy="299288"/>
          </a:xfrm>
          <a:custGeom>
            <a:avLst/>
            <a:gdLst>
              <a:gd name="T0" fmla="*/ 54 w 159"/>
              <a:gd name="T1" fmla="*/ 126 h 128"/>
              <a:gd name="T2" fmla="*/ 57 w 159"/>
              <a:gd name="T3" fmla="*/ 127 h 128"/>
              <a:gd name="T4" fmla="*/ 81 w 159"/>
              <a:gd name="T5" fmla="*/ 105 h 128"/>
              <a:gd name="T6" fmla="*/ 54 w 159"/>
              <a:gd name="T7" fmla="*/ 91 h 128"/>
              <a:gd name="T8" fmla="*/ 54 w 159"/>
              <a:gd name="T9" fmla="*/ 126 h 128"/>
              <a:gd name="T10" fmla="*/ 154 w 159"/>
              <a:gd name="T11" fmla="*/ 1 h 128"/>
              <a:gd name="T12" fmla="*/ 3 w 159"/>
              <a:gd name="T13" fmla="*/ 54 h 128"/>
              <a:gd name="T14" fmla="*/ 2 w 159"/>
              <a:gd name="T15" fmla="*/ 58 h 128"/>
              <a:gd name="T16" fmla="*/ 35 w 159"/>
              <a:gd name="T17" fmla="*/ 71 h 128"/>
              <a:gd name="T18" fmla="*/ 35 w 159"/>
              <a:gd name="T19" fmla="*/ 71 h 128"/>
              <a:gd name="T20" fmla="*/ 54 w 159"/>
              <a:gd name="T21" fmla="*/ 79 h 128"/>
              <a:gd name="T22" fmla="*/ 148 w 159"/>
              <a:gd name="T23" fmla="*/ 10 h 128"/>
              <a:gd name="T24" fmla="*/ 150 w 159"/>
              <a:gd name="T25" fmla="*/ 12 h 128"/>
              <a:gd name="T26" fmla="*/ 83 w 159"/>
              <a:gd name="T27" fmla="*/ 85 h 128"/>
              <a:gd name="T28" fmla="*/ 83 w 159"/>
              <a:gd name="T29" fmla="*/ 85 h 128"/>
              <a:gd name="T30" fmla="*/ 79 w 159"/>
              <a:gd name="T31" fmla="*/ 89 h 128"/>
              <a:gd name="T32" fmla="*/ 84 w 159"/>
              <a:gd name="T33" fmla="*/ 92 h 128"/>
              <a:gd name="T34" fmla="*/ 84 w 159"/>
              <a:gd name="T35" fmla="*/ 92 h 128"/>
              <a:gd name="T36" fmla="*/ 127 w 159"/>
              <a:gd name="T37" fmla="*/ 115 h 128"/>
              <a:gd name="T38" fmla="*/ 133 w 159"/>
              <a:gd name="T39" fmla="*/ 112 h 128"/>
              <a:gd name="T40" fmla="*/ 158 w 159"/>
              <a:gd name="T41" fmla="*/ 5 h 128"/>
              <a:gd name="T42" fmla="*/ 154 w 159"/>
              <a:gd name="T43" fmla="*/ 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9" h="128">
                <a:moveTo>
                  <a:pt x="54" y="126"/>
                </a:moveTo>
                <a:cubicBezTo>
                  <a:pt x="54" y="128"/>
                  <a:pt x="55" y="128"/>
                  <a:pt x="57" y="127"/>
                </a:cubicBezTo>
                <a:cubicBezTo>
                  <a:pt x="59" y="125"/>
                  <a:pt x="81" y="105"/>
                  <a:pt x="81" y="105"/>
                </a:cubicBezTo>
                <a:cubicBezTo>
                  <a:pt x="54" y="91"/>
                  <a:pt x="54" y="91"/>
                  <a:pt x="54" y="91"/>
                </a:cubicBezTo>
                <a:cubicBezTo>
                  <a:pt x="54" y="126"/>
                  <a:pt x="54" y="126"/>
                  <a:pt x="54" y="126"/>
                </a:cubicBezTo>
                <a:close/>
                <a:moveTo>
                  <a:pt x="154" y="1"/>
                </a:moveTo>
                <a:cubicBezTo>
                  <a:pt x="151" y="2"/>
                  <a:pt x="5" y="53"/>
                  <a:pt x="3" y="54"/>
                </a:cubicBezTo>
                <a:cubicBezTo>
                  <a:pt x="0" y="55"/>
                  <a:pt x="0" y="57"/>
                  <a:pt x="2" y="58"/>
                </a:cubicBezTo>
                <a:cubicBezTo>
                  <a:pt x="6" y="60"/>
                  <a:pt x="35" y="71"/>
                  <a:pt x="35" y="71"/>
                </a:cubicBezTo>
                <a:cubicBezTo>
                  <a:pt x="35" y="71"/>
                  <a:pt x="35" y="71"/>
                  <a:pt x="35" y="71"/>
                </a:cubicBezTo>
                <a:cubicBezTo>
                  <a:pt x="54" y="79"/>
                  <a:pt x="54" y="79"/>
                  <a:pt x="54" y="79"/>
                </a:cubicBezTo>
                <a:cubicBezTo>
                  <a:pt x="54" y="79"/>
                  <a:pt x="147" y="11"/>
                  <a:pt x="148" y="10"/>
                </a:cubicBezTo>
                <a:cubicBezTo>
                  <a:pt x="150" y="9"/>
                  <a:pt x="151" y="11"/>
                  <a:pt x="150" y="12"/>
                </a:cubicBezTo>
                <a:cubicBezTo>
                  <a:pt x="149" y="13"/>
                  <a:pt x="83" y="85"/>
                  <a:pt x="83" y="85"/>
                </a:cubicBezTo>
                <a:cubicBezTo>
                  <a:pt x="83" y="85"/>
                  <a:pt x="83" y="85"/>
                  <a:pt x="83" y="85"/>
                </a:cubicBezTo>
                <a:cubicBezTo>
                  <a:pt x="79" y="89"/>
                  <a:pt x="79" y="89"/>
                  <a:pt x="79" y="89"/>
                </a:cubicBezTo>
                <a:cubicBezTo>
                  <a:pt x="84" y="92"/>
                  <a:pt x="84" y="92"/>
                  <a:pt x="84" y="92"/>
                </a:cubicBezTo>
                <a:cubicBezTo>
                  <a:pt x="84" y="92"/>
                  <a:pt x="84" y="92"/>
                  <a:pt x="84" y="92"/>
                </a:cubicBezTo>
                <a:cubicBezTo>
                  <a:pt x="84" y="92"/>
                  <a:pt x="124" y="113"/>
                  <a:pt x="127" y="115"/>
                </a:cubicBezTo>
                <a:cubicBezTo>
                  <a:pt x="129" y="116"/>
                  <a:pt x="132" y="115"/>
                  <a:pt x="133" y="112"/>
                </a:cubicBezTo>
                <a:cubicBezTo>
                  <a:pt x="134" y="108"/>
                  <a:pt x="158" y="7"/>
                  <a:pt x="158" y="5"/>
                </a:cubicBezTo>
                <a:cubicBezTo>
                  <a:pt x="159" y="2"/>
                  <a:pt x="157" y="0"/>
                  <a:pt x="154" y="1"/>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grpSp>
        <p:nvGrpSpPr>
          <p:cNvPr id="14" name="组合 13"/>
          <p:cNvGrpSpPr/>
          <p:nvPr/>
        </p:nvGrpSpPr>
        <p:grpSpPr>
          <a:xfrm>
            <a:off x="6384033" y="1796819"/>
            <a:ext cx="3334836" cy="1509992"/>
            <a:chOff x="4304043" y="1286668"/>
            <a:chExt cx="3837944" cy="2757793"/>
          </a:xfrm>
          <a:effectLst>
            <a:outerShdw blurRad="381000" dist="254000" dir="8100000" algn="tr" rotWithShape="0">
              <a:prstClr val="black">
                <a:alpha val="40000"/>
              </a:prstClr>
            </a:outerShdw>
          </a:effectLst>
        </p:grpSpPr>
        <p:sp>
          <p:nvSpPr>
            <p:cNvPr id="15" name="圆角矩形 1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6" name="圆角矩形 15"/>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7" name="组合 16"/>
          <p:cNvGrpSpPr/>
          <p:nvPr/>
        </p:nvGrpSpPr>
        <p:grpSpPr>
          <a:xfrm>
            <a:off x="6585455" y="2088755"/>
            <a:ext cx="828061" cy="828060"/>
            <a:chOff x="304800" y="673100"/>
            <a:chExt cx="4000500" cy="4000500"/>
          </a:xfrm>
          <a:effectLst>
            <a:outerShdw blurRad="444500" dist="254000" dir="8100000" algn="tr" rotWithShape="0">
              <a:prstClr val="black">
                <a:alpha val="50000"/>
              </a:prstClr>
            </a:outerShdw>
          </a:effectLst>
        </p:grpSpPr>
        <p:sp>
          <p:nvSpPr>
            <p:cNvPr id="18" name="同心圆 1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9" name="椭圆 18"/>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20" name="Group 41"/>
          <p:cNvGrpSpPr/>
          <p:nvPr/>
        </p:nvGrpSpPr>
        <p:grpSpPr bwMode="auto">
          <a:xfrm>
            <a:off x="7536373" y="2088753"/>
            <a:ext cx="1944228" cy="1066336"/>
            <a:chOff x="0" y="0"/>
            <a:chExt cx="2419" cy="1343"/>
          </a:xfrm>
        </p:grpSpPr>
        <p:sp>
          <p:nvSpPr>
            <p:cNvPr id="21"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b="1">
                  <a:solidFill>
                    <a:srgbClr val="1D3D66"/>
                  </a:solidFill>
                  <a:latin typeface="Microsoft YaHei" panose="020B0503020204020204" pitchFamily="34" charset="-122"/>
                  <a:ea typeface="微软雅黑" panose="020B0503020204020204" pitchFamily="34" charset="-122"/>
                  <a:cs typeface="Bebas Neue" charset="0"/>
                  <a:sym typeface="Bebas Neue" charset="0"/>
                </a:rPr>
                <a:t>电碳因子</a:t>
              </a:r>
              <a:endParaRPr lang="en-US" altLang="zh-CN" b="1" dirty="0">
                <a:solidFill>
                  <a:srgbClr val="1D3D66"/>
                </a:solidFill>
                <a:latin typeface="Microsoft YaHei" panose="020B0503020204020204" pitchFamily="34" charset="-122"/>
                <a:ea typeface="微软雅黑" panose="020B0503020204020204" pitchFamily="34" charset="-122"/>
                <a:cs typeface="Bebas Neue" charset="0"/>
                <a:sym typeface="Bebas Neue" charset="0"/>
              </a:endParaRPr>
            </a:p>
          </p:txBody>
        </p:sp>
        <p:sp>
          <p:nvSpPr>
            <p:cNvPr id="22"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000">
                  <a:solidFill>
                    <a:srgbClr val="4A4A4A"/>
                  </a:solidFill>
                  <a:latin typeface="Microsoft YaHei" panose="020B0503020204020204" pitchFamily="34" charset="-122"/>
                  <a:ea typeface="微软雅黑" panose="020B0503020204020204" pitchFamily="34" charset="-122"/>
                </a:rPr>
                <a:t>默认 </a:t>
              </a:r>
              <a:r>
                <a:rPr lang="en-US" altLang="zh-CN" sz="1000">
                  <a:solidFill>
                    <a:srgbClr val="4A4A4A"/>
                  </a:solidFill>
                  <a:latin typeface="Microsoft YaHei" panose="020B0503020204020204" pitchFamily="34" charset="-122"/>
                  <a:ea typeface="微软雅黑" panose="020B0503020204020204" pitchFamily="34" charset="-122"/>
                </a:rPr>
                <a:t>0.785</a:t>
              </a:r>
              <a:r>
                <a:rPr lang="zh-CN" altLang="en-US" sz="1000">
                  <a:solidFill>
                    <a:srgbClr val="4A4A4A"/>
                  </a:solidFill>
                  <a:latin typeface="Microsoft YaHei" panose="020B0503020204020204" pitchFamily="34" charset="-122"/>
                  <a:ea typeface="微软雅黑" panose="020B0503020204020204" pitchFamily="34" charset="-122"/>
                </a:rPr>
                <a:t>，结合电价与电量换算，决定宿舍用电对应的碳排扣减。</a:t>
              </a:r>
              <a:endParaRPr lang="en-US" altLang="zh-CN" sz="1000" dirty="0">
                <a:solidFill>
                  <a:srgbClr val="4A4A4A"/>
                </a:solidFill>
                <a:latin typeface="Microsoft YaHei" panose="020B0503020204020204" pitchFamily="34" charset="-122"/>
                <a:ea typeface="微软雅黑" panose="020B0503020204020204" pitchFamily="34" charset="-122"/>
              </a:endParaRPr>
            </a:p>
          </p:txBody>
        </p:sp>
      </p:grpSp>
      <p:sp>
        <p:nvSpPr>
          <p:cNvPr id="23" name="Freeform 8"/>
          <p:cNvSpPr>
            <a:spLocks noEditPoints="1"/>
          </p:cNvSpPr>
          <p:nvPr/>
        </p:nvSpPr>
        <p:spPr bwMode="auto">
          <a:xfrm>
            <a:off x="6836508" y="2396761"/>
            <a:ext cx="325955" cy="322992"/>
          </a:xfrm>
          <a:custGeom>
            <a:avLst/>
            <a:gdLst>
              <a:gd name="T0" fmla="*/ 18 w 138"/>
              <a:gd name="T1" fmla="*/ 69 h 138"/>
              <a:gd name="T2" fmla="*/ 0 w 138"/>
              <a:gd name="T3" fmla="*/ 69 h 138"/>
              <a:gd name="T4" fmla="*/ 0 w 138"/>
              <a:gd name="T5" fmla="*/ 121 h 138"/>
              <a:gd name="T6" fmla="*/ 18 w 138"/>
              <a:gd name="T7" fmla="*/ 138 h 138"/>
              <a:gd name="T8" fmla="*/ 69 w 138"/>
              <a:gd name="T9" fmla="*/ 138 h 138"/>
              <a:gd name="T10" fmla="*/ 69 w 138"/>
              <a:gd name="T11" fmla="*/ 121 h 138"/>
              <a:gd name="T12" fmla="*/ 18 w 138"/>
              <a:gd name="T13" fmla="*/ 121 h 138"/>
              <a:gd name="T14" fmla="*/ 18 w 138"/>
              <a:gd name="T15" fmla="*/ 69 h 138"/>
              <a:gd name="T16" fmla="*/ 121 w 138"/>
              <a:gd name="T17" fmla="*/ 86 h 138"/>
              <a:gd name="T18" fmla="*/ 52 w 138"/>
              <a:gd name="T19" fmla="*/ 86 h 138"/>
              <a:gd name="T20" fmla="*/ 52 w 138"/>
              <a:gd name="T21" fmla="*/ 18 h 138"/>
              <a:gd name="T22" fmla="*/ 121 w 138"/>
              <a:gd name="T23" fmla="*/ 18 h 138"/>
              <a:gd name="T24" fmla="*/ 121 w 138"/>
              <a:gd name="T25" fmla="*/ 86 h 138"/>
              <a:gd name="T26" fmla="*/ 121 w 138"/>
              <a:gd name="T27" fmla="*/ 0 h 138"/>
              <a:gd name="T28" fmla="*/ 52 w 138"/>
              <a:gd name="T29" fmla="*/ 0 h 138"/>
              <a:gd name="T30" fmla="*/ 35 w 138"/>
              <a:gd name="T31" fmla="*/ 17 h 138"/>
              <a:gd name="T32" fmla="*/ 35 w 138"/>
              <a:gd name="T33" fmla="*/ 86 h 138"/>
              <a:gd name="T34" fmla="*/ 52 w 138"/>
              <a:gd name="T35" fmla="*/ 103 h 138"/>
              <a:gd name="T36" fmla="*/ 121 w 138"/>
              <a:gd name="T37" fmla="*/ 103 h 138"/>
              <a:gd name="T38" fmla="*/ 138 w 138"/>
              <a:gd name="T39" fmla="*/ 86 h 138"/>
              <a:gd name="T40" fmla="*/ 138 w 138"/>
              <a:gd name="T41" fmla="*/ 18 h 138"/>
              <a:gd name="T42" fmla="*/ 121 w 138"/>
              <a:gd name="T43"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8" h="138">
                <a:moveTo>
                  <a:pt x="18" y="69"/>
                </a:moveTo>
                <a:cubicBezTo>
                  <a:pt x="0" y="69"/>
                  <a:pt x="0" y="69"/>
                  <a:pt x="0" y="69"/>
                </a:cubicBezTo>
                <a:cubicBezTo>
                  <a:pt x="0" y="121"/>
                  <a:pt x="0" y="121"/>
                  <a:pt x="0" y="121"/>
                </a:cubicBezTo>
                <a:cubicBezTo>
                  <a:pt x="0" y="130"/>
                  <a:pt x="8" y="138"/>
                  <a:pt x="18" y="138"/>
                </a:cubicBezTo>
                <a:cubicBezTo>
                  <a:pt x="69" y="138"/>
                  <a:pt x="69" y="138"/>
                  <a:pt x="69" y="138"/>
                </a:cubicBezTo>
                <a:cubicBezTo>
                  <a:pt x="69" y="121"/>
                  <a:pt x="69" y="121"/>
                  <a:pt x="69" y="121"/>
                </a:cubicBezTo>
                <a:cubicBezTo>
                  <a:pt x="18" y="121"/>
                  <a:pt x="18" y="121"/>
                  <a:pt x="18" y="121"/>
                </a:cubicBezTo>
                <a:cubicBezTo>
                  <a:pt x="18" y="69"/>
                  <a:pt x="18" y="69"/>
                  <a:pt x="18" y="69"/>
                </a:cubicBezTo>
                <a:close/>
                <a:moveTo>
                  <a:pt x="121" y="86"/>
                </a:moveTo>
                <a:cubicBezTo>
                  <a:pt x="52" y="86"/>
                  <a:pt x="52" y="86"/>
                  <a:pt x="52" y="86"/>
                </a:cubicBezTo>
                <a:cubicBezTo>
                  <a:pt x="52" y="18"/>
                  <a:pt x="52" y="18"/>
                  <a:pt x="52" y="18"/>
                </a:cubicBezTo>
                <a:cubicBezTo>
                  <a:pt x="121" y="18"/>
                  <a:pt x="121" y="18"/>
                  <a:pt x="121" y="18"/>
                </a:cubicBezTo>
                <a:cubicBezTo>
                  <a:pt x="121" y="86"/>
                  <a:pt x="121" y="86"/>
                  <a:pt x="121" y="86"/>
                </a:cubicBezTo>
                <a:close/>
                <a:moveTo>
                  <a:pt x="121" y="0"/>
                </a:moveTo>
                <a:cubicBezTo>
                  <a:pt x="52" y="0"/>
                  <a:pt x="52" y="0"/>
                  <a:pt x="52" y="0"/>
                </a:cubicBezTo>
                <a:cubicBezTo>
                  <a:pt x="42" y="0"/>
                  <a:pt x="35" y="8"/>
                  <a:pt x="35" y="17"/>
                </a:cubicBezTo>
                <a:cubicBezTo>
                  <a:pt x="35" y="86"/>
                  <a:pt x="35" y="86"/>
                  <a:pt x="35" y="86"/>
                </a:cubicBezTo>
                <a:cubicBezTo>
                  <a:pt x="35" y="96"/>
                  <a:pt x="42" y="103"/>
                  <a:pt x="52" y="103"/>
                </a:cubicBezTo>
                <a:cubicBezTo>
                  <a:pt x="121" y="103"/>
                  <a:pt x="121" y="103"/>
                  <a:pt x="121" y="103"/>
                </a:cubicBezTo>
                <a:cubicBezTo>
                  <a:pt x="130" y="103"/>
                  <a:pt x="138" y="96"/>
                  <a:pt x="138" y="86"/>
                </a:cubicBezTo>
                <a:cubicBezTo>
                  <a:pt x="138" y="18"/>
                  <a:pt x="138" y="18"/>
                  <a:pt x="138" y="18"/>
                </a:cubicBezTo>
                <a:cubicBezTo>
                  <a:pt x="138" y="8"/>
                  <a:pt x="130" y="0"/>
                  <a:pt x="121" y="0"/>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grpSp>
        <p:nvGrpSpPr>
          <p:cNvPr id="24" name="组合 23"/>
          <p:cNvGrpSpPr/>
          <p:nvPr/>
        </p:nvGrpSpPr>
        <p:grpSpPr>
          <a:xfrm>
            <a:off x="2607899" y="3744152"/>
            <a:ext cx="3334836" cy="1509992"/>
            <a:chOff x="4304043" y="1286668"/>
            <a:chExt cx="3837944" cy="2757793"/>
          </a:xfrm>
          <a:effectLst>
            <a:outerShdw blurRad="381000" dist="254000" dir="8100000" algn="tr" rotWithShape="0">
              <a:prstClr val="black">
                <a:alpha val="40000"/>
              </a:prstClr>
            </a:outerShdw>
          </a:effectLst>
        </p:grpSpPr>
        <p:sp>
          <p:nvSpPr>
            <p:cNvPr id="25" name="圆角矩形 2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6" name="圆角矩形 25"/>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27" name="组合 26"/>
          <p:cNvGrpSpPr/>
          <p:nvPr/>
        </p:nvGrpSpPr>
        <p:grpSpPr>
          <a:xfrm>
            <a:off x="2809322" y="4036089"/>
            <a:ext cx="828061" cy="828060"/>
            <a:chOff x="304800" y="673100"/>
            <a:chExt cx="4000500" cy="4000500"/>
          </a:xfrm>
          <a:effectLst>
            <a:outerShdw blurRad="444500" dist="254000" dir="8100000" algn="tr" rotWithShape="0">
              <a:prstClr val="black">
                <a:alpha val="50000"/>
              </a:prstClr>
            </a:outerShdw>
          </a:effectLst>
        </p:grpSpPr>
        <p:sp>
          <p:nvSpPr>
            <p:cNvPr id="28" name="同心圆 2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9" name="椭圆 28"/>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0" name="Group 41"/>
          <p:cNvGrpSpPr/>
          <p:nvPr/>
        </p:nvGrpSpPr>
        <p:grpSpPr bwMode="auto">
          <a:xfrm>
            <a:off x="3760239" y="4036087"/>
            <a:ext cx="1944228" cy="1066336"/>
            <a:chOff x="0" y="0"/>
            <a:chExt cx="2419" cy="1343"/>
          </a:xfrm>
        </p:grpSpPr>
        <p:sp>
          <p:nvSpPr>
            <p:cNvPr id="31"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b="1">
                  <a:solidFill>
                    <a:srgbClr val="1D3D66"/>
                  </a:solidFill>
                  <a:latin typeface="Microsoft YaHei" panose="020B0503020204020204" pitchFamily="34" charset="-122"/>
                  <a:ea typeface="微软雅黑" panose="020B0503020204020204" pitchFamily="34" charset="-122"/>
                  <a:cs typeface="Bebas Neue" charset="0"/>
                  <a:sym typeface="Bebas Neue" charset="0"/>
                </a:rPr>
                <a:t>水碳因子</a:t>
              </a:r>
              <a:endParaRPr lang="en-US" altLang="zh-CN" b="1" dirty="0">
                <a:solidFill>
                  <a:srgbClr val="1D3D66"/>
                </a:solidFill>
                <a:latin typeface="Microsoft YaHei" panose="020B0503020204020204" pitchFamily="34" charset="-122"/>
                <a:ea typeface="微软雅黑" panose="020B0503020204020204" pitchFamily="34" charset="-122"/>
                <a:cs typeface="Bebas Neue" charset="0"/>
                <a:sym typeface="Bebas Neue" charset="0"/>
              </a:endParaRPr>
            </a:p>
          </p:txBody>
        </p:sp>
        <p:sp>
          <p:nvSpPr>
            <p:cNvPr id="32"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000">
                  <a:solidFill>
                    <a:srgbClr val="4A4A4A"/>
                  </a:solidFill>
                  <a:latin typeface="Microsoft YaHei" panose="020B0503020204020204" pitchFamily="34" charset="-122"/>
                  <a:ea typeface="微软雅黑" panose="020B0503020204020204" pitchFamily="34" charset="-122"/>
                </a:rPr>
                <a:t>默认 </a:t>
              </a:r>
              <a:r>
                <a:rPr lang="en-US" altLang="zh-CN" sz="1000">
                  <a:solidFill>
                    <a:srgbClr val="4A4A4A"/>
                  </a:solidFill>
                  <a:latin typeface="Microsoft YaHei" panose="020B0503020204020204" pitchFamily="34" charset="-122"/>
                  <a:ea typeface="微软雅黑" panose="020B0503020204020204" pitchFamily="34" charset="-122"/>
                </a:rPr>
                <a:t>0.91</a:t>
              </a:r>
              <a:r>
                <a:rPr lang="zh-CN" altLang="en-US" sz="1000">
                  <a:solidFill>
                    <a:srgbClr val="4A4A4A"/>
                  </a:solidFill>
                  <a:latin typeface="Microsoft YaHei" panose="020B0503020204020204" pitchFamily="34" charset="-122"/>
                  <a:ea typeface="微软雅黑" panose="020B0503020204020204" pitchFamily="34" charset="-122"/>
                </a:rPr>
                <a:t>，结合水价与水量换算，统一进入低碳积分计算。</a:t>
              </a:r>
              <a:endParaRPr lang="en-US" altLang="zh-CN" sz="1000" dirty="0">
                <a:solidFill>
                  <a:srgbClr val="4A4A4A"/>
                </a:solidFill>
                <a:latin typeface="Microsoft YaHei" panose="020B0503020204020204" pitchFamily="34" charset="-122"/>
                <a:ea typeface="微软雅黑" panose="020B0503020204020204" pitchFamily="34" charset="-122"/>
              </a:endParaRPr>
            </a:p>
          </p:txBody>
        </p:sp>
      </p:grpSp>
      <p:sp>
        <p:nvSpPr>
          <p:cNvPr id="33" name="Freeform 7"/>
          <p:cNvSpPr/>
          <p:nvPr/>
        </p:nvSpPr>
        <p:spPr bwMode="auto">
          <a:xfrm>
            <a:off x="2989981" y="4251580"/>
            <a:ext cx="394945" cy="397075"/>
          </a:xfrm>
          <a:custGeom>
            <a:avLst/>
            <a:gdLst>
              <a:gd name="T0" fmla="*/ 48 w 167"/>
              <a:gd name="T1" fmla="*/ 170 h 170"/>
              <a:gd name="T2" fmla="*/ 18 w 167"/>
              <a:gd name="T3" fmla="*/ 158 h 170"/>
              <a:gd name="T4" fmla="*/ 20 w 167"/>
              <a:gd name="T5" fmla="*/ 97 h 170"/>
              <a:gd name="T6" fmla="*/ 105 w 167"/>
              <a:gd name="T7" fmla="*/ 12 h 170"/>
              <a:gd name="T8" fmla="*/ 135 w 167"/>
              <a:gd name="T9" fmla="*/ 3 h 170"/>
              <a:gd name="T10" fmla="*/ 157 w 167"/>
              <a:gd name="T11" fmla="*/ 24 h 170"/>
              <a:gd name="T12" fmla="*/ 148 w 167"/>
              <a:gd name="T13" fmla="*/ 54 h 170"/>
              <a:gd name="T14" fmla="*/ 66 w 167"/>
              <a:gd name="T15" fmla="*/ 136 h 170"/>
              <a:gd name="T16" fmla="*/ 51 w 167"/>
              <a:gd name="T17" fmla="*/ 143 h 170"/>
              <a:gd name="T18" fmla="*/ 38 w 167"/>
              <a:gd name="T19" fmla="*/ 139 h 170"/>
              <a:gd name="T20" fmla="*/ 41 w 167"/>
              <a:gd name="T21" fmla="*/ 110 h 170"/>
              <a:gd name="T22" fmla="*/ 98 w 167"/>
              <a:gd name="T23" fmla="*/ 53 h 170"/>
              <a:gd name="T24" fmla="*/ 106 w 167"/>
              <a:gd name="T25" fmla="*/ 53 h 170"/>
              <a:gd name="T26" fmla="*/ 106 w 167"/>
              <a:gd name="T27" fmla="*/ 62 h 170"/>
              <a:gd name="T28" fmla="*/ 49 w 167"/>
              <a:gd name="T29" fmla="*/ 119 h 170"/>
              <a:gd name="T30" fmla="*/ 46 w 167"/>
              <a:gd name="T31" fmla="*/ 130 h 170"/>
              <a:gd name="T32" fmla="*/ 50 w 167"/>
              <a:gd name="T33" fmla="*/ 132 h 170"/>
              <a:gd name="T34" fmla="*/ 58 w 167"/>
              <a:gd name="T35" fmla="*/ 127 h 170"/>
              <a:gd name="T36" fmla="*/ 139 w 167"/>
              <a:gd name="T37" fmla="*/ 46 h 170"/>
              <a:gd name="T38" fmla="*/ 145 w 167"/>
              <a:gd name="T39" fmla="*/ 27 h 170"/>
              <a:gd name="T40" fmla="*/ 132 w 167"/>
              <a:gd name="T41" fmla="*/ 14 h 170"/>
              <a:gd name="T42" fmla="*/ 114 w 167"/>
              <a:gd name="T43" fmla="*/ 20 h 170"/>
              <a:gd name="T44" fmla="*/ 29 w 167"/>
              <a:gd name="T45" fmla="*/ 105 h 170"/>
              <a:gd name="T46" fmla="*/ 27 w 167"/>
              <a:gd name="T47" fmla="*/ 150 h 170"/>
              <a:gd name="T48" fmla="*/ 71 w 167"/>
              <a:gd name="T49" fmla="*/ 148 h 170"/>
              <a:gd name="T50" fmla="*/ 156 w 167"/>
              <a:gd name="T51" fmla="*/ 63 h 170"/>
              <a:gd name="T52" fmla="*/ 165 w 167"/>
              <a:gd name="T53" fmla="*/ 63 h 170"/>
              <a:gd name="T54" fmla="*/ 165 w 167"/>
              <a:gd name="T55" fmla="*/ 71 h 170"/>
              <a:gd name="T56" fmla="*/ 80 w 167"/>
              <a:gd name="T57" fmla="*/ 156 h 170"/>
              <a:gd name="T58" fmla="*/ 48 w 167"/>
              <a:gd name="T59"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7" h="170">
                <a:moveTo>
                  <a:pt x="48" y="170"/>
                </a:moveTo>
                <a:cubicBezTo>
                  <a:pt x="37" y="170"/>
                  <a:pt x="26" y="166"/>
                  <a:pt x="18" y="158"/>
                </a:cubicBezTo>
                <a:cubicBezTo>
                  <a:pt x="4" y="143"/>
                  <a:pt x="0" y="117"/>
                  <a:pt x="20" y="97"/>
                </a:cubicBezTo>
                <a:cubicBezTo>
                  <a:pt x="32" y="85"/>
                  <a:pt x="81" y="36"/>
                  <a:pt x="105" y="12"/>
                </a:cubicBezTo>
                <a:cubicBezTo>
                  <a:pt x="114" y="3"/>
                  <a:pt x="125" y="0"/>
                  <a:pt x="135" y="3"/>
                </a:cubicBezTo>
                <a:cubicBezTo>
                  <a:pt x="146" y="5"/>
                  <a:pt x="154" y="14"/>
                  <a:pt x="157" y="24"/>
                </a:cubicBezTo>
                <a:cubicBezTo>
                  <a:pt x="160" y="35"/>
                  <a:pt x="156" y="46"/>
                  <a:pt x="148" y="54"/>
                </a:cubicBezTo>
                <a:cubicBezTo>
                  <a:pt x="66" y="136"/>
                  <a:pt x="66" y="136"/>
                  <a:pt x="66" y="136"/>
                </a:cubicBezTo>
                <a:cubicBezTo>
                  <a:pt x="62" y="140"/>
                  <a:pt x="57" y="143"/>
                  <a:pt x="51" y="143"/>
                </a:cubicBezTo>
                <a:cubicBezTo>
                  <a:pt x="46" y="144"/>
                  <a:pt x="41" y="142"/>
                  <a:pt x="38" y="139"/>
                </a:cubicBezTo>
                <a:cubicBezTo>
                  <a:pt x="31" y="133"/>
                  <a:pt x="30" y="121"/>
                  <a:pt x="41" y="110"/>
                </a:cubicBezTo>
                <a:cubicBezTo>
                  <a:pt x="98" y="53"/>
                  <a:pt x="98" y="53"/>
                  <a:pt x="98" y="53"/>
                </a:cubicBezTo>
                <a:cubicBezTo>
                  <a:pt x="100" y="51"/>
                  <a:pt x="104" y="51"/>
                  <a:pt x="106" y="53"/>
                </a:cubicBezTo>
                <a:cubicBezTo>
                  <a:pt x="109" y="55"/>
                  <a:pt x="109" y="59"/>
                  <a:pt x="106" y="62"/>
                </a:cubicBezTo>
                <a:cubicBezTo>
                  <a:pt x="49" y="119"/>
                  <a:pt x="49" y="119"/>
                  <a:pt x="49" y="119"/>
                </a:cubicBezTo>
                <a:cubicBezTo>
                  <a:pt x="44" y="124"/>
                  <a:pt x="44" y="128"/>
                  <a:pt x="46" y="130"/>
                </a:cubicBezTo>
                <a:cubicBezTo>
                  <a:pt x="47" y="131"/>
                  <a:pt x="48" y="132"/>
                  <a:pt x="50" y="132"/>
                </a:cubicBezTo>
                <a:cubicBezTo>
                  <a:pt x="52" y="131"/>
                  <a:pt x="55" y="130"/>
                  <a:pt x="58" y="127"/>
                </a:cubicBezTo>
                <a:cubicBezTo>
                  <a:pt x="139" y="46"/>
                  <a:pt x="139" y="46"/>
                  <a:pt x="139" y="46"/>
                </a:cubicBezTo>
                <a:cubicBezTo>
                  <a:pt x="145" y="40"/>
                  <a:pt x="147" y="34"/>
                  <a:pt x="145" y="27"/>
                </a:cubicBezTo>
                <a:cubicBezTo>
                  <a:pt x="144" y="21"/>
                  <a:pt x="138" y="16"/>
                  <a:pt x="132" y="14"/>
                </a:cubicBezTo>
                <a:cubicBezTo>
                  <a:pt x="126" y="13"/>
                  <a:pt x="119" y="15"/>
                  <a:pt x="114" y="20"/>
                </a:cubicBezTo>
                <a:cubicBezTo>
                  <a:pt x="89" y="45"/>
                  <a:pt x="41" y="93"/>
                  <a:pt x="29" y="105"/>
                </a:cubicBezTo>
                <a:cubicBezTo>
                  <a:pt x="13" y="121"/>
                  <a:pt x="17" y="139"/>
                  <a:pt x="27" y="150"/>
                </a:cubicBezTo>
                <a:cubicBezTo>
                  <a:pt x="37" y="160"/>
                  <a:pt x="55" y="164"/>
                  <a:pt x="71" y="148"/>
                </a:cubicBezTo>
                <a:cubicBezTo>
                  <a:pt x="156" y="63"/>
                  <a:pt x="156" y="63"/>
                  <a:pt x="156" y="63"/>
                </a:cubicBezTo>
                <a:cubicBezTo>
                  <a:pt x="159" y="60"/>
                  <a:pt x="162" y="60"/>
                  <a:pt x="165" y="63"/>
                </a:cubicBezTo>
                <a:cubicBezTo>
                  <a:pt x="167" y="65"/>
                  <a:pt x="167" y="69"/>
                  <a:pt x="165" y="71"/>
                </a:cubicBezTo>
                <a:cubicBezTo>
                  <a:pt x="80" y="156"/>
                  <a:pt x="80" y="156"/>
                  <a:pt x="80" y="156"/>
                </a:cubicBezTo>
                <a:cubicBezTo>
                  <a:pt x="70" y="166"/>
                  <a:pt x="58" y="170"/>
                  <a:pt x="48" y="170"/>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grpSp>
        <p:nvGrpSpPr>
          <p:cNvPr id="34" name="组合 33"/>
          <p:cNvGrpSpPr/>
          <p:nvPr/>
        </p:nvGrpSpPr>
        <p:grpSpPr>
          <a:xfrm>
            <a:off x="6385702" y="3744152"/>
            <a:ext cx="3334836" cy="1509992"/>
            <a:chOff x="4304043" y="1286668"/>
            <a:chExt cx="3837944" cy="2757793"/>
          </a:xfrm>
          <a:effectLst>
            <a:outerShdw blurRad="381000" dist="254000" dir="8100000" algn="tr" rotWithShape="0">
              <a:prstClr val="black">
                <a:alpha val="40000"/>
              </a:prstClr>
            </a:outerShdw>
          </a:effectLst>
        </p:grpSpPr>
        <p:sp>
          <p:nvSpPr>
            <p:cNvPr id="35" name="圆角矩形 3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6" name="圆角矩形 35"/>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7" name="组合 36"/>
          <p:cNvGrpSpPr/>
          <p:nvPr/>
        </p:nvGrpSpPr>
        <p:grpSpPr>
          <a:xfrm>
            <a:off x="6587124" y="4036089"/>
            <a:ext cx="828061" cy="828060"/>
            <a:chOff x="304800" y="673100"/>
            <a:chExt cx="4000500" cy="4000500"/>
          </a:xfrm>
          <a:effectLst>
            <a:outerShdw blurRad="444500" dist="254000" dir="8100000" algn="tr" rotWithShape="0">
              <a:prstClr val="black">
                <a:alpha val="50000"/>
              </a:prstClr>
            </a:outerShdw>
          </a:effectLst>
        </p:grpSpPr>
        <p:sp>
          <p:nvSpPr>
            <p:cNvPr id="38" name="同心圆 3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9" name="椭圆 38"/>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40" name="Group 41"/>
          <p:cNvGrpSpPr/>
          <p:nvPr/>
        </p:nvGrpSpPr>
        <p:grpSpPr bwMode="auto">
          <a:xfrm>
            <a:off x="7538042" y="4036087"/>
            <a:ext cx="1944228" cy="1066336"/>
            <a:chOff x="0" y="0"/>
            <a:chExt cx="2419" cy="1343"/>
          </a:xfrm>
        </p:grpSpPr>
        <p:sp>
          <p:nvSpPr>
            <p:cNvPr id="41"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b="1">
                  <a:solidFill>
                    <a:srgbClr val="1D3D66"/>
                  </a:solidFill>
                  <a:latin typeface="Microsoft YaHei" panose="020B0503020204020204" pitchFamily="34" charset="-122"/>
                  <a:ea typeface="微软雅黑" panose="020B0503020204020204" pitchFamily="34" charset="-122"/>
                  <a:cs typeface="Bebas Neue" charset="0"/>
                  <a:sym typeface="Bebas Neue" charset="0"/>
                </a:rPr>
                <a:t>扣分与荣誉</a:t>
              </a:r>
              <a:endParaRPr lang="en-US" altLang="zh-CN" b="1" dirty="0">
                <a:solidFill>
                  <a:srgbClr val="1D3D66"/>
                </a:solidFill>
                <a:latin typeface="Microsoft YaHei" panose="020B0503020204020204" pitchFamily="34" charset="-122"/>
                <a:ea typeface="微软雅黑" panose="020B0503020204020204" pitchFamily="34" charset="-122"/>
                <a:cs typeface="Bebas Neue" charset="0"/>
                <a:sym typeface="Bebas Neue" charset="0"/>
              </a:endParaRPr>
            </a:p>
          </p:txBody>
        </p:sp>
        <p:sp>
          <p:nvSpPr>
            <p:cNvPr id="42"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000">
                  <a:solidFill>
                    <a:srgbClr val="4A4A4A"/>
                  </a:solidFill>
                  <a:latin typeface="Microsoft YaHei" panose="020B0503020204020204" pitchFamily="34" charset="-122"/>
                  <a:ea typeface="微软雅黑" panose="020B0503020204020204" pitchFamily="34" charset="-122"/>
                </a:rPr>
                <a:t>碳排扣分系数默认 </a:t>
              </a:r>
              <a:r>
                <a:rPr lang="en-US" altLang="zh-CN" sz="1000">
                  <a:solidFill>
                    <a:srgbClr val="4A4A4A"/>
                  </a:solidFill>
                  <a:latin typeface="Microsoft YaHei" panose="020B0503020204020204" pitchFamily="34" charset="-122"/>
                  <a:ea typeface="微软雅黑" panose="020B0503020204020204" pitchFamily="34" charset="-122"/>
                </a:rPr>
                <a:t>1</a:t>
              </a:r>
              <a:r>
                <a:rPr lang="zh-CN" altLang="en-US" sz="1000">
                  <a:solidFill>
                    <a:srgbClr val="4A4A4A"/>
                  </a:solidFill>
                  <a:latin typeface="Microsoft YaHei" panose="020B0503020204020204" pitchFamily="34" charset="-122"/>
                  <a:ea typeface="微软雅黑" panose="020B0503020204020204" pitchFamily="34" charset="-122"/>
                </a:rPr>
                <a:t>，同时支持周</a:t>
              </a:r>
              <a:r>
                <a:rPr lang="en-US" altLang="zh-CN" sz="1000">
                  <a:solidFill>
                    <a:srgbClr val="4A4A4A"/>
                  </a:solidFill>
                  <a:latin typeface="Microsoft YaHei" panose="020B0503020204020204" pitchFamily="34" charset="-122"/>
                  <a:ea typeface="微软雅黑" panose="020B0503020204020204" pitchFamily="34" charset="-122"/>
                </a:rPr>
                <a:t>/</a:t>
              </a:r>
              <a:r>
                <a:rPr lang="zh-CN" altLang="en-US" sz="1000">
                  <a:solidFill>
                    <a:srgbClr val="4A4A4A"/>
                  </a:solidFill>
                  <a:latin typeface="Microsoft YaHei" panose="020B0503020204020204" pitchFamily="34" charset="-122"/>
                  <a:ea typeface="微软雅黑" panose="020B0503020204020204" pitchFamily="34" charset="-122"/>
                </a:rPr>
                <a:t>月、楼栋</a:t>
              </a:r>
              <a:r>
                <a:rPr lang="en-US" altLang="zh-CN" sz="1000">
                  <a:solidFill>
                    <a:srgbClr val="4A4A4A"/>
                  </a:solidFill>
                  <a:latin typeface="Microsoft YaHei" panose="020B0503020204020204" pitchFamily="34" charset="-122"/>
                  <a:ea typeface="微软雅黑" panose="020B0503020204020204" pitchFamily="34" charset="-122"/>
                </a:rPr>
                <a:t>/</a:t>
              </a:r>
              <a:r>
                <a:rPr lang="zh-CN" altLang="en-US" sz="1000">
                  <a:solidFill>
                    <a:srgbClr val="4A4A4A"/>
                  </a:solidFill>
                  <a:latin typeface="Microsoft YaHei" panose="020B0503020204020204" pitchFamily="34" charset="-122"/>
                  <a:ea typeface="微软雅黑" panose="020B0503020204020204" pitchFamily="34" charset="-122"/>
                </a:rPr>
                <a:t>学院</a:t>
              </a:r>
              <a:r>
                <a:rPr lang="en-US" altLang="zh-CN" sz="1000">
                  <a:solidFill>
                    <a:srgbClr val="4A4A4A"/>
                  </a:solidFill>
                  <a:latin typeface="Microsoft YaHei" panose="020B0503020204020204" pitchFamily="34" charset="-122"/>
                  <a:ea typeface="微软雅黑" panose="020B0503020204020204" pitchFamily="34" charset="-122"/>
                </a:rPr>
                <a:t>/</a:t>
              </a:r>
              <a:r>
                <a:rPr lang="zh-CN" altLang="en-US" sz="1000">
                  <a:solidFill>
                    <a:srgbClr val="4A4A4A"/>
                  </a:solidFill>
                  <a:latin typeface="Microsoft YaHei" panose="020B0503020204020204" pitchFamily="34" charset="-122"/>
                  <a:ea typeface="微软雅黑" panose="020B0503020204020204" pitchFamily="34" charset="-122"/>
                </a:rPr>
                <a:t>全校荣誉规则动态配置。</a:t>
              </a:r>
              <a:endParaRPr lang="en-US" altLang="zh-CN" sz="1000" dirty="0">
                <a:solidFill>
                  <a:srgbClr val="4A4A4A"/>
                </a:solidFill>
                <a:latin typeface="Microsoft YaHei" panose="020B0503020204020204" pitchFamily="34" charset="-122"/>
                <a:ea typeface="微软雅黑" panose="020B0503020204020204" pitchFamily="34" charset="-122"/>
              </a:endParaRPr>
            </a:p>
          </p:txBody>
        </p:sp>
      </p:grpSp>
      <p:sp>
        <p:nvSpPr>
          <p:cNvPr id="43" name="Freeform 6"/>
          <p:cNvSpPr>
            <a:spLocks noEditPoints="1"/>
          </p:cNvSpPr>
          <p:nvPr/>
        </p:nvSpPr>
        <p:spPr bwMode="auto">
          <a:xfrm>
            <a:off x="6840927" y="4280226"/>
            <a:ext cx="362949" cy="368429"/>
          </a:xfrm>
          <a:custGeom>
            <a:avLst/>
            <a:gdLst>
              <a:gd name="T0" fmla="*/ 13 w 154"/>
              <a:gd name="T1" fmla="*/ 28 h 158"/>
              <a:gd name="T2" fmla="*/ 34 w 154"/>
              <a:gd name="T3" fmla="*/ 28 h 158"/>
              <a:gd name="T4" fmla="*/ 43 w 154"/>
              <a:gd name="T5" fmla="*/ 73 h 158"/>
              <a:gd name="T6" fmla="*/ 13 w 154"/>
              <a:gd name="T7" fmla="*/ 28 h 158"/>
              <a:gd name="T8" fmla="*/ 77 w 154"/>
              <a:gd name="T9" fmla="*/ 11 h 158"/>
              <a:gd name="T10" fmla="*/ 110 w 154"/>
              <a:gd name="T11" fmla="*/ 24 h 158"/>
              <a:gd name="T12" fmla="*/ 77 w 154"/>
              <a:gd name="T13" fmla="*/ 37 h 158"/>
              <a:gd name="T14" fmla="*/ 45 w 154"/>
              <a:gd name="T15" fmla="*/ 24 h 158"/>
              <a:gd name="T16" fmla="*/ 77 w 154"/>
              <a:gd name="T17" fmla="*/ 11 h 158"/>
              <a:gd name="T18" fmla="*/ 111 w 154"/>
              <a:gd name="T19" fmla="*/ 73 h 158"/>
              <a:gd name="T20" fmla="*/ 121 w 154"/>
              <a:gd name="T21" fmla="*/ 28 h 158"/>
              <a:gd name="T22" fmla="*/ 142 w 154"/>
              <a:gd name="T23" fmla="*/ 28 h 158"/>
              <a:gd name="T24" fmla="*/ 111 w 154"/>
              <a:gd name="T25" fmla="*/ 73 h 158"/>
              <a:gd name="T26" fmla="*/ 87 w 154"/>
              <a:gd name="T27" fmla="*/ 116 h 158"/>
              <a:gd name="T28" fmla="*/ 112 w 154"/>
              <a:gd name="T29" fmla="*/ 87 h 158"/>
              <a:gd name="T30" fmla="*/ 154 w 154"/>
              <a:gd name="T31" fmla="*/ 22 h 158"/>
              <a:gd name="T32" fmla="*/ 148 w 154"/>
              <a:gd name="T33" fmla="*/ 16 h 158"/>
              <a:gd name="T34" fmla="*/ 119 w 154"/>
              <a:gd name="T35" fmla="*/ 16 h 158"/>
              <a:gd name="T36" fmla="*/ 77 w 154"/>
              <a:gd name="T37" fmla="*/ 0 h 158"/>
              <a:gd name="T38" fmla="*/ 36 w 154"/>
              <a:gd name="T39" fmla="*/ 16 h 158"/>
              <a:gd name="T40" fmla="*/ 6 w 154"/>
              <a:gd name="T41" fmla="*/ 16 h 158"/>
              <a:gd name="T42" fmla="*/ 0 w 154"/>
              <a:gd name="T43" fmla="*/ 22 h 158"/>
              <a:gd name="T44" fmla="*/ 42 w 154"/>
              <a:gd name="T45" fmla="*/ 87 h 158"/>
              <a:gd name="T46" fmla="*/ 67 w 154"/>
              <a:gd name="T47" fmla="*/ 116 h 158"/>
              <a:gd name="T48" fmla="*/ 67 w 154"/>
              <a:gd name="T49" fmla="*/ 128 h 158"/>
              <a:gd name="T50" fmla="*/ 39 w 154"/>
              <a:gd name="T51" fmla="*/ 143 h 158"/>
              <a:gd name="T52" fmla="*/ 77 w 154"/>
              <a:gd name="T53" fmla="*/ 158 h 158"/>
              <a:gd name="T54" fmla="*/ 115 w 154"/>
              <a:gd name="T55" fmla="*/ 143 h 158"/>
              <a:gd name="T56" fmla="*/ 87 w 154"/>
              <a:gd name="T57" fmla="*/ 128 h 158"/>
              <a:gd name="T58" fmla="*/ 87 w 154"/>
              <a:gd name="T59" fmla="*/ 116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4" h="158">
                <a:moveTo>
                  <a:pt x="13" y="28"/>
                </a:moveTo>
                <a:cubicBezTo>
                  <a:pt x="34" y="28"/>
                  <a:pt x="34" y="28"/>
                  <a:pt x="34" y="28"/>
                </a:cubicBezTo>
                <a:cubicBezTo>
                  <a:pt x="35" y="49"/>
                  <a:pt x="39" y="63"/>
                  <a:pt x="43" y="73"/>
                </a:cubicBezTo>
                <a:cubicBezTo>
                  <a:pt x="28" y="63"/>
                  <a:pt x="15" y="51"/>
                  <a:pt x="13" y="28"/>
                </a:cubicBezTo>
                <a:close/>
                <a:moveTo>
                  <a:pt x="77" y="11"/>
                </a:moveTo>
                <a:cubicBezTo>
                  <a:pt x="101" y="11"/>
                  <a:pt x="110" y="20"/>
                  <a:pt x="110" y="24"/>
                </a:cubicBezTo>
                <a:cubicBezTo>
                  <a:pt x="110" y="27"/>
                  <a:pt x="101" y="37"/>
                  <a:pt x="77" y="37"/>
                </a:cubicBezTo>
                <a:cubicBezTo>
                  <a:pt x="54" y="37"/>
                  <a:pt x="45" y="27"/>
                  <a:pt x="45" y="24"/>
                </a:cubicBezTo>
                <a:cubicBezTo>
                  <a:pt x="45" y="20"/>
                  <a:pt x="54" y="11"/>
                  <a:pt x="77" y="11"/>
                </a:cubicBezTo>
                <a:close/>
                <a:moveTo>
                  <a:pt x="111" y="73"/>
                </a:moveTo>
                <a:cubicBezTo>
                  <a:pt x="116" y="63"/>
                  <a:pt x="120" y="49"/>
                  <a:pt x="121" y="28"/>
                </a:cubicBezTo>
                <a:cubicBezTo>
                  <a:pt x="142" y="28"/>
                  <a:pt x="142" y="28"/>
                  <a:pt x="142" y="28"/>
                </a:cubicBezTo>
                <a:cubicBezTo>
                  <a:pt x="140" y="51"/>
                  <a:pt x="126" y="63"/>
                  <a:pt x="111" y="73"/>
                </a:cubicBezTo>
                <a:close/>
                <a:moveTo>
                  <a:pt x="87" y="116"/>
                </a:moveTo>
                <a:cubicBezTo>
                  <a:pt x="87" y="104"/>
                  <a:pt x="97" y="97"/>
                  <a:pt x="112" y="87"/>
                </a:cubicBezTo>
                <a:cubicBezTo>
                  <a:pt x="131" y="74"/>
                  <a:pt x="154" y="59"/>
                  <a:pt x="154" y="22"/>
                </a:cubicBezTo>
                <a:cubicBezTo>
                  <a:pt x="154" y="19"/>
                  <a:pt x="152" y="16"/>
                  <a:pt x="148" y="16"/>
                </a:cubicBezTo>
                <a:cubicBezTo>
                  <a:pt x="119" y="16"/>
                  <a:pt x="119" y="16"/>
                  <a:pt x="119" y="16"/>
                </a:cubicBezTo>
                <a:cubicBezTo>
                  <a:pt x="115" y="8"/>
                  <a:pt x="102" y="0"/>
                  <a:pt x="77" y="0"/>
                </a:cubicBezTo>
                <a:cubicBezTo>
                  <a:pt x="52" y="0"/>
                  <a:pt x="40" y="8"/>
                  <a:pt x="36" y="16"/>
                </a:cubicBezTo>
                <a:cubicBezTo>
                  <a:pt x="6" y="16"/>
                  <a:pt x="6" y="16"/>
                  <a:pt x="6" y="16"/>
                </a:cubicBezTo>
                <a:cubicBezTo>
                  <a:pt x="3" y="16"/>
                  <a:pt x="0" y="19"/>
                  <a:pt x="0" y="22"/>
                </a:cubicBezTo>
                <a:cubicBezTo>
                  <a:pt x="0" y="59"/>
                  <a:pt x="24" y="74"/>
                  <a:pt x="42" y="87"/>
                </a:cubicBezTo>
                <a:cubicBezTo>
                  <a:pt x="58" y="97"/>
                  <a:pt x="67" y="104"/>
                  <a:pt x="67" y="116"/>
                </a:cubicBezTo>
                <a:cubicBezTo>
                  <a:pt x="67" y="128"/>
                  <a:pt x="67" y="128"/>
                  <a:pt x="67" y="128"/>
                </a:cubicBezTo>
                <a:cubicBezTo>
                  <a:pt x="51" y="129"/>
                  <a:pt x="39" y="135"/>
                  <a:pt x="39" y="143"/>
                </a:cubicBezTo>
                <a:cubicBezTo>
                  <a:pt x="39" y="151"/>
                  <a:pt x="56" y="158"/>
                  <a:pt x="77" y="158"/>
                </a:cubicBezTo>
                <a:cubicBezTo>
                  <a:pt x="98" y="158"/>
                  <a:pt x="115" y="151"/>
                  <a:pt x="115" y="143"/>
                </a:cubicBezTo>
                <a:cubicBezTo>
                  <a:pt x="115" y="135"/>
                  <a:pt x="104" y="129"/>
                  <a:pt x="87" y="128"/>
                </a:cubicBezTo>
                <a:cubicBezTo>
                  <a:pt x="87" y="116"/>
                  <a:pt x="87" y="116"/>
                  <a:pt x="87" y="116"/>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sp>
        <p:nvSpPr>
          <p:cNvPr id="50" name="Text Box 4">
            <a:extLst>
              <a:ext uri="{FF2B5EF4-FFF2-40B4-BE49-F238E27FC236}">
                <a16:creationId xmlns:a16="http://schemas.microsoft.com/office/drawing/2014/main" id="{A84F8A1F-776B-4F48-A92E-8975C1FA9CCD}"/>
              </a:ext>
            </a:extLst>
          </p:cNvPr>
          <p:cNvSpPr txBox="1">
            <a:spLocks noChangeArrowheads="1"/>
          </p:cNvSpPr>
          <p:nvPr/>
        </p:nvSpPr>
        <p:spPr bwMode="auto">
          <a:xfrm>
            <a:off x="781532" y="270516"/>
            <a:ext cx="264687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400" b="1" dirty="0">
                <a:solidFill>
                  <a:srgbClr val="1D3D66"/>
                </a:solidFill>
                <a:latin typeface="Microsoft YaHei" panose="020B0503020204020204" pitchFamily="34" charset="-122"/>
                <a:ea typeface="微软雅黑" panose="020B0503020204020204" pitchFamily="34" charset="-122"/>
              </a:rPr>
              <a:t>积分规则动态调节</a:t>
            </a:r>
            <a:endParaRPr lang="en-US" altLang="zh-CN" sz="2400" b="1" dirty="0">
              <a:solidFill>
                <a:srgbClr val="1D3D66"/>
              </a:solidFill>
              <a:latin typeface="Microsoft YaHei" panose="020B0503020204020204" pitchFamily="34" charset="-122"/>
              <a:ea typeface="微软雅黑" panose="020B0503020204020204" pitchFamily="34" charset="-122"/>
            </a:endParaRPr>
          </a:p>
        </p:txBody>
      </p:sp>
      <p:sp>
        <p:nvSpPr>
          <p:cNvPr id="51" name="Half Frame 12">
            <a:extLst>
              <a:ext uri="{FF2B5EF4-FFF2-40B4-BE49-F238E27FC236}">
                <a16:creationId xmlns:a16="http://schemas.microsoft.com/office/drawing/2014/main" id="{C5F69CE6-C4FA-0347-BE91-F7C44BF0F572}"/>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52" name="直线连接符 51">
            <a:extLst>
              <a:ext uri="{FF2B5EF4-FFF2-40B4-BE49-F238E27FC236}">
                <a16:creationId xmlns:a16="http://schemas.microsoft.com/office/drawing/2014/main" id="{043F1C61-E48D-1C46-B718-D0BBB7737B9B}"/>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
        <p:nvSpPr>
          <p:cNvPr id="2" name="RuleFormulaBox">
            <a:extLst>
              <a:ext uri="{FF2B5EF4-FFF2-40B4-BE49-F238E27FC236}">
                <a16:creationId xmlns:a16="http://schemas.microsoft.com/office/drawing/2014/main" id="{4D0113E0-0D60-E08B-CCEC-9D768C9DBB8D}"/>
              </a:ext>
            </a:extLst>
          </p:cNvPr>
          <p:cNvSpPr/>
          <p:nvPr/>
        </p:nvSpPr>
        <p:spPr>
          <a:xfrm>
            <a:off x="1778000" y="5562600"/>
            <a:ext cx="8382000" cy="787400"/>
          </a:xfrm>
          <a:prstGeom prst="rect">
            <a:avLst/>
          </a:prstGeom>
          <a:solidFill>
            <a:srgbClr val="F3F7FB"/>
          </a:solidFill>
          <a:ln>
            <a:solidFill>
              <a:srgbClr val="D6E3F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RuleFormulaText">
            <a:extLst>
              <a:ext uri="{FF2B5EF4-FFF2-40B4-BE49-F238E27FC236}">
                <a16:creationId xmlns:a16="http://schemas.microsoft.com/office/drawing/2014/main" id="{E3507AD6-821D-AD35-A4E1-A9F435BE42A3}"/>
              </a:ext>
            </a:extLst>
          </p:cNvPr>
          <p:cNvSpPr txBox="1"/>
          <p:nvPr/>
        </p:nvSpPr>
        <p:spPr>
          <a:xfrm>
            <a:off x="2032000" y="5664200"/>
            <a:ext cx="7874000" cy="323165"/>
          </a:xfrm>
          <a:prstGeom prst="rect">
            <a:avLst/>
          </a:prstGeom>
          <a:noFill/>
        </p:spPr>
        <p:txBody>
          <a:bodyPr vert="horz" rtlCol="0">
            <a:spAutoFit/>
          </a:bodyPr>
          <a:lstStyle/>
          <a:p>
            <a:pPr algn="ctr"/>
            <a:r>
              <a:rPr lang="zh-CN" altLang="en-US" sz="1500" b="1">
                <a:solidFill>
                  <a:srgbClr val="1D3D66"/>
                </a:solidFill>
                <a:latin typeface="Microsoft YaHei" panose="020B0503020204020204" pitchFamily="34" charset="-122"/>
              </a:rPr>
              <a:t>碳积分 </a:t>
            </a:r>
            <a:r>
              <a:rPr lang="en-US" altLang="zh-CN" sz="1500" b="1">
                <a:solidFill>
                  <a:srgbClr val="1D3D66"/>
                </a:solidFill>
                <a:latin typeface="Microsoft YaHei" panose="020B0503020204020204" pitchFamily="34" charset="-122"/>
              </a:rPr>
              <a:t>= </a:t>
            </a:r>
            <a:r>
              <a:rPr lang="zh-CN" altLang="en-US" sz="1500" b="1">
                <a:solidFill>
                  <a:srgbClr val="1D3D66"/>
                </a:solidFill>
                <a:latin typeface="Microsoft YaHei" panose="020B0503020204020204" pitchFamily="34" charset="-122"/>
              </a:rPr>
              <a:t>基础分 </a:t>
            </a:r>
            <a:r>
              <a:rPr lang="en-US" altLang="zh-CN" sz="1500" b="1">
                <a:solidFill>
                  <a:srgbClr val="1D3D66"/>
                </a:solidFill>
                <a:latin typeface="Microsoft YaHei" panose="020B0503020204020204" pitchFamily="34" charset="-122"/>
              </a:rPr>
              <a:t>- (</a:t>
            </a:r>
            <a:r>
              <a:rPr lang="zh-CN" altLang="en-US" sz="1500" b="1">
                <a:solidFill>
                  <a:srgbClr val="1D3D66"/>
                </a:solidFill>
                <a:latin typeface="Microsoft YaHei" panose="020B0503020204020204" pitchFamily="34" charset="-122"/>
              </a:rPr>
              <a:t>电费</a:t>
            </a:r>
            <a:r>
              <a:rPr lang="en-US" altLang="zh-CN" sz="1500" b="1">
                <a:solidFill>
                  <a:srgbClr val="1D3D66"/>
                </a:solidFill>
                <a:latin typeface="Microsoft YaHei" panose="020B0503020204020204" pitchFamily="34" charset="-122"/>
              </a:rPr>
              <a:t>/</a:t>
            </a:r>
            <a:r>
              <a:rPr lang="zh-CN" altLang="en-US" sz="1500" b="1">
                <a:solidFill>
                  <a:srgbClr val="1D3D66"/>
                </a:solidFill>
                <a:latin typeface="Microsoft YaHei" panose="020B0503020204020204" pitchFamily="34" charset="-122"/>
              </a:rPr>
              <a:t>电价 </a:t>
            </a:r>
            <a:r>
              <a:rPr lang="en-US" altLang="zh-CN" sz="1500" b="1">
                <a:solidFill>
                  <a:srgbClr val="1D3D66"/>
                </a:solidFill>
                <a:latin typeface="Microsoft YaHei" panose="020B0503020204020204" pitchFamily="34" charset="-122"/>
              </a:rPr>
              <a:t>× </a:t>
            </a:r>
            <a:r>
              <a:rPr lang="zh-CN" altLang="en-US" sz="1500" b="1">
                <a:solidFill>
                  <a:srgbClr val="1D3D66"/>
                </a:solidFill>
                <a:latin typeface="Microsoft YaHei" panose="020B0503020204020204" pitchFamily="34" charset="-122"/>
              </a:rPr>
              <a:t>电碳因子 </a:t>
            </a:r>
            <a:r>
              <a:rPr lang="en-US" altLang="zh-CN" sz="1500" b="1">
                <a:solidFill>
                  <a:srgbClr val="1D3D66"/>
                </a:solidFill>
                <a:latin typeface="Microsoft YaHei" panose="020B0503020204020204" pitchFamily="34" charset="-122"/>
              </a:rPr>
              <a:t>+ </a:t>
            </a:r>
            <a:r>
              <a:rPr lang="zh-CN" altLang="en-US" sz="1500" b="1">
                <a:solidFill>
                  <a:srgbClr val="1D3D66"/>
                </a:solidFill>
                <a:latin typeface="Microsoft YaHei" panose="020B0503020204020204" pitchFamily="34" charset="-122"/>
              </a:rPr>
              <a:t>水费</a:t>
            </a:r>
            <a:r>
              <a:rPr lang="en-US" altLang="zh-CN" sz="1500" b="1">
                <a:solidFill>
                  <a:srgbClr val="1D3D66"/>
                </a:solidFill>
                <a:latin typeface="Microsoft YaHei" panose="020B0503020204020204" pitchFamily="34" charset="-122"/>
              </a:rPr>
              <a:t>/</a:t>
            </a:r>
            <a:r>
              <a:rPr lang="zh-CN" altLang="en-US" sz="1500" b="1">
                <a:solidFill>
                  <a:srgbClr val="1D3D66"/>
                </a:solidFill>
                <a:latin typeface="Microsoft YaHei" panose="020B0503020204020204" pitchFamily="34" charset="-122"/>
              </a:rPr>
              <a:t>水价 </a:t>
            </a:r>
            <a:r>
              <a:rPr lang="en-US" altLang="zh-CN" sz="1500" b="1">
                <a:solidFill>
                  <a:srgbClr val="1D3D66"/>
                </a:solidFill>
                <a:latin typeface="Microsoft YaHei" panose="020B0503020204020204" pitchFamily="34" charset="-122"/>
              </a:rPr>
              <a:t>× </a:t>
            </a:r>
            <a:r>
              <a:rPr lang="zh-CN" altLang="en-US" sz="1500" b="1">
                <a:solidFill>
                  <a:srgbClr val="1D3D66"/>
                </a:solidFill>
                <a:latin typeface="Microsoft YaHei" panose="020B0503020204020204" pitchFamily="34" charset="-122"/>
              </a:rPr>
              <a:t>水碳因子</a:t>
            </a:r>
            <a:r>
              <a:rPr lang="en-US" altLang="zh-CN" sz="1500" b="1">
                <a:solidFill>
                  <a:srgbClr val="1D3D66"/>
                </a:solidFill>
                <a:latin typeface="Microsoft YaHei" panose="020B0503020204020204" pitchFamily="34" charset="-122"/>
              </a:rPr>
              <a:t>) × </a:t>
            </a:r>
            <a:r>
              <a:rPr lang="zh-CN" altLang="en-US" sz="1500" b="1">
                <a:solidFill>
                  <a:srgbClr val="1D3D66"/>
                </a:solidFill>
                <a:latin typeface="Microsoft YaHei" panose="020B0503020204020204" pitchFamily="34" charset="-122"/>
              </a:rPr>
              <a:t>碳排扣分系数</a:t>
            </a:r>
          </a:p>
        </p:txBody>
      </p:sp>
      <p:sp>
        <p:nvSpPr>
          <p:cNvPr id="44" name="RuleNoteText">
            <a:extLst>
              <a:ext uri="{FF2B5EF4-FFF2-40B4-BE49-F238E27FC236}">
                <a16:creationId xmlns:a16="http://schemas.microsoft.com/office/drawing/2014/main" id="{5923FA20-7250-F371-FD7D-27C79D34593B}"/>
              </a:ext>
            </a:extLst>
          </p:cNvPr>
          <p:cNvSpPr txBox="1"/>
          <p:nvPr/>
        </p:nvSpPr>
        <p:spPr>
          <a:xfrm>
            <a:off x="1905000" y="5994400"/>
            <a:ext cx="8128000" cy="230832"/>
          </a:xfrm>
          <a:prstGeom prst="rect">
            <a:avLst/>
          </a:prstGeom>
          <a:noFill/>
        </p:spPr>
        <p:txBody>
          <a:bodyPr vert="horz" rtlCol="0">
            <a:spAutoFit/>
          </a:bodyPr>
          <a:lstStyle/>
          <a:p>
            <a:pPr algn="ctr"/>
            <a:r>
              <a:rPr lang="zh-CN" altLang="en-US" sz="900">
                <a:solidFill>
                  <a:srgbClr val="5C6B7A"/>
                </a:solidFill>
                <a:latin typeface="Microsoft YaHei" panose="020B0503020204020204" pitchFamily="34" charset="-122"/>
              </a:rPr>
              <a:t>规则页支持示例水电费实时预览，配置修改后可立即看到积分与荣誉结果变化。</a:t>
            </a:r>
          </a:p>
        </p:txBody>
      </p:sp>
    </p:spTree>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anim calcmode="lin" valueType="num">
                                          <p:cBhvr>
                                            <p:cTn id="14" dur="500" fill="hold"/>
                                            <p:tgtEl>
                                              <p:spTgt spid="13"/>
                                            </p:tgtEl>
                                            <p:attrNameLst>
                                              <p:attrName>ppt_x</p:attrName>
                                            </p:attrNameLst>
                                          </p:cBhvr>
                                          <p:tavLst>
                                            <p:tav tm="0">
                                              <p:val>
                                                <p:strVal val="#ppt_x"/>
                                              </p:val>
                                            </p:tav>
                                            <p:tav tm="100000">
                                              <p:val>
                                                <p:strVal val="#ppt_x"/>
                                              </p:val>
                                            </p:tav>
                                          </p:tavLst>
                                        </p:anim>
                                        <p:anim calcmode="lin" valueType="num">
                                          <p:cBhvr>
                                            <p:cTn id="15" dur="500" fill="hold"/>
                                            <p:tgtEl>
                                              <p:spTgt spid="13"/>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22" presetClass="entr" presetSubtype="2"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right)">
                                          <p:cBhvr>
                                            <p:cTn id="19" dur="500"/>
                                            <p:tgtEl>
                                              <p:spTgt spid="3"/>
                                            </p:tgtEl>
                                          </p:cBhvr>
                                        </p:animEffect>
                                      </p:childTnLst>
                                    </p:cTn>
                                  </p:par>
                                </p:childTnLst>
                              </p:cTn>
                            </p:par>
                            <p:par>
                              <p:cTn id="20" fill="hold">
                                <p:stCondLst>
                                  <p:cond delay="1500"/>
                                </p:stCondLst>
                                <p:childTnLst>
                                  <p:par>
                                    <p:cTn id="21" presetID="22" presetClass="entr" presetSubtype="8"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childTnLst>
                              </p:cTn>
                            </p:par>
                            <p:par>
                              <p:cTn id="24" fill="hold">
                                <p:stCondLst>
                                  <p:cond delay="2000"/>
                                </p:stCondLst>
                                <p:childTnLst>
                                  <p:par>
                                    <p:cTn id="25" presetID="53" presetClass="entr" presetSubtype="16" fill="hold" nodeType="after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p:cTn id="27" dur="500" fill="hold"/>
                                            <p:tgtEl>
                                              <p:spTgt spid="17"/>
                                            </p:tgtEl>
                                            <p:attrNameLst>
                                              <p:attrName>ppt_w</p:attrName>
                                            </p:attrNameLst>
                                          </p:cBhvr>
                                          <p:tavLst>
                                            <p:tav tm="0">
                                              <p:val>
                                                <p:fltVal val="0"/>
                                              </p:val>
                                            </p:tav>
                                            <p:tav tm="100000">
                                              <p:val>
                                                <p:strVal val="#ppt_w"/>
                                              </p:val>
                                            </p:tav>
                                          </p:tavLst>
                                        </p:anim>
                                        <p:anim calcmode="lin" valueType="num">
                                          <p:cBhvr>
                                            <p:cTn id="28" dur="500" fill="hold"/>
                                            <p:tgtEl>
                                              <p:spTgt spid="17"/>
                                            </p:tgtEl>
                                            <p:attrNameLst>
                                              <p:attrName>ppt_h</p:attrName>
                                            </p:attrNameLst>
                                          </p:cBhvr>
                                          <p:tavLst>
                                            <p:tav tm="0">
                                              <p:val>
                                                <p:fltVal val="0"/>
                                              </p:val>
                                            </p:tav>
                                            <p:tav tm="100000">
                                              <p:val>
                                                <p:strVal val="#ppt_h"/>
                                              </p:val>
                                            </p:tav>
                                          </p:tavLst>
                                        </p:anim>
                                        <p:animEffect transition="in" filter="fade">
                                          <p:cBhvr>
                                            <p:cTn id="29" dur="500"/>
                                            <p:tgtEl>
                                              <p:spTgt spid="17"/>
                                            </p:tgtEl>
                                          </p:cBhvr>
                                        </p:animEffect>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anim calcmode="lin" valueType="num">
                                          <p:cBhvr>
                                            <p:cTn id="34" dur="500" fill="hold"/>
                                            <p:tgtEl>
                                              <p:spTgt spid="23"/>
                                            </p:tgtEl>
                                            <p:attrNameLst>
                                              <p:attrName>ppt_x</p:attrName>
                                            </p:attrNameLst>
                                          </p:cBhvr>
                                          <p:tavLst>
                                            <p:tav tm="0">
                                              <p:val>
                                                <p:strVal val="#ppt_x"/>
                                              </p:val>
                                            </p:tav>
                                            <p:tav tm="100000">
                                              <p:val>
                                                <p:strVal val="#ppt_x"/>
                                              </p:val>
                                            </p:tav>
                                          </p:tavLst>
                                        </p:anim>
                                        <p:anim calcmode="lin" valueType="num">
                                          <p:cBhvr>
                                            <p:cTn id="35" dur="500" fill="hold"/>
                                            <p:tgtEl>
                                              <p:spTgt spid="23"/>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22" presetClass="entr" presetSubtype="2" fill="hold"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right)">
                                          <p:cBhvr>
                                            <p:cTn id="39" dur="500"/>
                                            <p:tgtEl>
                                              <p:spTgt spid="14"/>
                                            </p:tgtEl>
                                          </p:cBhvr>
                                        </p:animEffect>
                                      </p:childTnLst>
                                    </p:cTn>
                                  </p:par>
                                </p:childTnLst>
                              </p:cTn>
                            </p:par>
                            <p:par>
                              <p:cTn id="40" fill="hold">
                                <p:stCondLst>
                                  <p:cond delay="3500"/>
                                </p:stCondLst>
                                <p:childTnLst>
                                  <p:par>
                                    <p:cTn id="41" presetID="22" presetClass="entr" presetSubtype="8" fill="hold"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left)">
                                          <p:cBhvr>
                                            <p:cTn id="43" dur="500"/>
                                            <p:tgtEl>
                                              <p:spTgt spid="20"/>
                                            </p:tgtEl>
                                          </p:cBhvr>
                                        </p:animEffect>
                                      </p:childTnLst>
                                    </p:cTn>
                                  </p:par>
                                </p:childTnLst>
                              </p:cTn>
                            </p:par>
                            <p:par>
                              <p:cTn id="44" fill="hold">
                                <p:stCondLst>
                                  <p:cond delay="4000"/>
                                </p:stCondLst>
                                <p:childTnLst>
                                  <p:par>
                                    <p:cTn id="45" presetID="53" presetClass="entr" presetSubtype="16" fill="hold" nodeType="afterEffect">
                                      <p:stCondLst>
                                        <p:cond delay="0"/>
                                      </p:stCondLst>
                                      <p:childTnLst>
                                        <p:set>
                                          <p:cBhvr>
                                            <p:cTn id="46" dur="1" fill="hold">
                                              <p:stCondLst>
                                                <p:cond delay="0"/>
                                              </p:stCondLst>
                                            </p:cTn>
                                            <p:tgtEl>
                                              <p:spTgt spid="27"/>
                                            </p:tgtEl>
                                            <p:attrNameLst>
                                              <p:attrName>style.visibility</p:attrName>
                                            </p:attrNameLst>
                                          </p:cBhvr>
                                          <p:to>
                                            <p:strVal val="visible"/>
                                          </p:to>
                                        </p:set>
                                        <p:anim calcmode="lin" valueType="num">
                                          <p:cBhvr>
                                            <p:cTn id="47" dur="500" fill="hold"/>
                                            <p:tgtEl>
                                              <p:spTgt spid="27"/>
                                            </p:tgtEl>
                                            <p:attrNameLst>
                                              <p:attrName>ppt_w</p:attrName>
                                            </p:attrNameLst>
                                          </p:cBhvr>
                                          <p:tavLst>
                                            <p:tav tm="0">
                                              <p:val>
                                                <p:fltVal val="0"/>
                                              </p:val>
                                            </p:tav>
                                            <p:tav tm="100000">
                                              <p:val>
                                                <p:strVal val="#ppt_w"/>
                                              </p:val>
                                            </p:tav>
                                          </p:tavLst>
                                        </p:anim>
                                        <p:anim calcmode="lin" valueType="num">
                                          <p:cBhvr>
                                            <p:cTn id="48" dur="500" fill="hold"/>
                                            <p:tgtEl>
                                              <p:spTgt spid="27"/>
                                            </p:tgtEl>
                                            <p:attrNameLst>
                                              <p:attrName>ppt_h</p:attrName>
                                            </p:attrNameLst>
                                          </p:cBhvr>
                                          <p:tavLst>
                                            <p:tav tm="0">
                                              <p:val>
                                                <p:fltVal val="0"/>
                                              </p:val>
                                            </p:tav>
                                            <p:tav tm="100000">
                                              <p:val>
                                                <p:strVal val="#ppt_h"/>
                                              </p:val>
                                            </p:tav>
                                          </p:tavLst>
                                        </p:anim>
                                        <p:animEffect transition="in" filter="fade">
                                          <p:cBhvr>
                                            <p:cTn id="49" dur="500"/>
                                            <p:tgtEl>
                                              <p:spTgt spid="27"/>
                                            </p:tgtEl>
                                          </p:cBhvr>
                                        </p:animEffect>
                                      </p:childTnLst>
                                    </p:cTn>
                                  </p:par>
                                </p:childTnLst>
                              </p:cTn>
                            </p:par>
                            <p:par>
                              <p:cTn id="50" fill="hold">
                                <p:stCondLst>
                                  <p:cond delay="4500"/>
                                </p:stCondLst>
                                <p:childTnLst>
                                  <p:par>
                                    <p:cTn id="51" presetID="42" presetClass="entr" presetSubtype="0" fill="hold" grpId="0" nodeType="after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00"/>
                                            <p:tgtEl>
                                              <p:spTgt spid="33"/>
                                            </p:tgtEl>
                                          </p:cBhvr>
                                        </p:animEffect>
                                        <p:anim calcmode="lin" valueType="num">
                                          <p:cBhvr>
                                            <p:cTn id="54" dur="500" fill="hold"/>
                                            <p:tgtEl>
                                              <p:spTgt spid="33"/>
                                            </p:tgtEl>
                                            <p:attrNameLst>
                                              <p:attrName>ppt_x</p:attrName>
                                            </p:attrNameLst>
                                          </p:cBhvr>
                                          <p:tavLst>
                                            <p:tav tm="0">
                                              <p:val>
                                                <p:strVal val="#ppt_x"/>
                                              </p:val>
                                            </p:tav>
                                            <p:tav tm="100000">
                                              <p:val>
                                                <p:strVal val="#ppt_x"/>
                                              </p:val>
                                            </p:tav>
                                          </p:tavLst>
                                        </p:anim>
                                        <p:anim calcmode="lin" valueType="num">
                                          <p:cBhvr>
                                            <p:cTn id="55" dur="500" fill="hold"/>
                                            <p:tgtEl>
                                              <p:spTgt spid="33"/>
                                            </p:tgtEl>
                                            <p:attrNameLst>
                                              <p:attrName>ppt_y</p:attrName>
                                            </p:attrNameLst>
                                          </p:cBhvr>
                                          <p:tavLst>
                                            <p:tav tm="0">
                                              <p:val>
                                                <p:strVal val="#ppt_y+.1"/>
                                              </p:val>
                                            </p:tav>
                                            <p:tav tm="100000">
                                              <p:val>
                                                <p:strVal val="#ppt_y"/>
                                              </p:val>
                                            </p:tav>
                                          </p:tavLst>
                                        </p:anim>
                                      </p:childTnLst>
                                    </p:cTn>
                                  </p:par>
                                </p:childTnLst>
                              </p:cTn>
                            </p:par>
                            <p:par>
                              <p:cTn id="56" fill="hold">
                                <p:stCondLst>
                                  <p:cond delay="5000"/>
                                </p:stCondLst>
                                <p:childTnLst>
                                  <p:par>
                                    <p:cTn id="57" presetID="22" presetClass="entr" presetSubtype="2" fill="hold" nodeType="after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wipe(right)">
                                          <p:cBhvr>
                                            <p:cTn id="59" dur="500"/>
                                            <p:tgtEl>
                                              <p:spTgt spid="24"/>
                                            </p:tgtEl>
                                          </p:cBhvr>
                                        </p:animEffect>
                                      </p:childTnLst>
                                    </p:cTn>
                                  </p:par>
                                </p:childTnLst>
                              </p:cTn>
                            </p:par>
                            <p:par>
                              <p:cTn id="60" fill="hold">
                                <p:stCondLst>
                                  <p:cond delay="5500"/>
                                </p:stCondLst>
                                <p:childTnLst>
                                  <p:par>
                                    <p:cTn id="61" presetID="22" presetClass="entr" presetSubtype="8" fill="hold" nodeType="after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wipe(left)">
                                          <p:cBhvr>
                                            <p:cTn id="63" dur="500"/>
                                            <p:tgtEl>
                                              <p:spTgt spid="30"/>
                                            </p:tgtEl>
                                          </p:cBhvr>
                                        </p:animEffect>
                                      </p:childTnLst>
                                    </p:cTn>
                                  </p:par>
                                </p:childTnLst>
                              </p:cTn>
                            </p:par>
                            <p:par>
                              <p:cTn id="64" fill="hold">
                                <p:stCondLst>
                                  <p:cond delay="6000"/>
                                </p:stCondLst>
                                <p:childTnLst>
                                  <p:par>
                                    <p:cTn id="65" presetID="53" presetClass="entr" presetSubtype="16" fill="hold" nodeType="afterEffect">
                                      <p:stCondLst>
                                        <p:cond delay="0"/>
                                      </p:stCondLst>
                                      <p:childTnLst>
                                        <p:set>
                                          <p:cBhvr>
                                            <p:cTn id="66" dur="1" fill="hold">
                                              <p:stCondLst>
                                                <p:cond delay="0"/>
                                              </p:stCondLst>
                                            </p:cTn>
                                            <p:tgtEl>
                                              <p:spTgt spid="37"/>
                                            </p:tgtEl>
                                            <p:attrNameLst>
                                              <p:attrName>style.visibility</p:attrName>
                                            </p:attrNameLst>
                                          </p:cBhvr>
                                          <p:to>
                                            <p:strVal val="visible"/>
                                          </p:to>
                                        </p:set>
                                        <p:anim calcmode="lin" valueType="num">
                                          <p:cBhvr>
                                            <p:cTn id="67" dur="500" fill="hold"/>
                                            <p:tgtEl>
                                              <p:spTgt spid="37"/>
                                            </p:tgtEl>
                                            <p:attrNameLst>
                                              <p:attrName>ppt_w</p:attrName>
                                            </p:attrNameLst>
                                          </p:cBhvr>
                                          <p:tavLst>
                                            <p:tav tm="0">
                                              <p:val>
                                                <p:fltVal val="0"/>
                                              </p:val>
                                            </p:tav>
                                            <p:tav tm="100000">
                                              <p:val>
                                                <p:strVal val="#ppt_w"/>
                                              </p:val>
                                            </p:tav>
                                          </p:tavLst>
                                        </p:anim>
                                        <p:anim calcmode="lin" valueType="num">
                                          <p:cBhvr>
                                            <p:cTn id="68" dur="500" fill="hold"/>
                                            <p:tgtEl>
                                              <p:spTgt spid="37"/>
                                            </p:tgtEl>
                                            <p:attrNameLst>
                                              <p:attrName>ppt_h</p:attrName>
                                            </p:attrNameLst>
                                          </p:cBhvr>
                                          <p:tavLst>
                                            <p:tav tm="0">
                                              <p:val>
                                                <p:fltVal val="0"/>
                                              </p:val>
                                            </p:tav>
                                            <p:tav tm="100000">
                                              <p:val>
                                                <p:strVal val="#ppt_h"/>
                                              </p:val>
                                            </p:tav>
                                          </p:tavLst>
                                        </p:anim>
                                        <p:animEffect transition="in" filter="fade">
                                          <p:cBhvr>
                                            <p:cTn id="69" dur="500"/>
                                            <p:tgtEl>
                                              <p:spTgt spid="37"/>
                                            </p:tgtEl>
                                          </p:cBhvr>
                                        </p:animEffect>
                                      </p:childTnLst>
                                    </p:cTn>
                                  </p:par>
                                </p:childTnLst>
                              </p:cTn>
                            </p:par>
                            <p:par>
                              <p:cTn id="70" fill="hold">
                                <p:stCondLst>
                                  <p:cond delay="6500"/>
                                </p:stCondLst>
                                <p:childTnLst>
                                  <p:par>
                                    <p:cTn id="71" presetID="42" presetClass="entr" presetSubtype="0" fill="hold" grpId="0" nodeType="afterEffect">
                                      <p:stCondLst>
                                        <p:cond delay="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500"/>
                                            <p:tgtEl>
                                              <p:spTgt spid="43"/>
                                            </p:tgtEl>
                                          </p:cBhvr>
                                        </p:animEffect>
                                        <p:anim calcmode="lin" valueType="num">
                                          <p:cBhvr>
                                            <p:cTn id="74" dur="500" fill="hold"/>
                                            <p:tgtEl>
                                              <p:spTgt spid="43"/>
                                            </p:tgtEl>
                                            <p:attrNameLst>
                                              <p:attrName>ppt_x</p:attrName>
                                            </p:attrNameLst>
                                          </p:cBhvr>
                                          <p:tavLst>
                                            <p:tav tm="0">
                                              <p:val>
                                                <p:strVal val="#ppt_x"/>
                                              </p:val>
                                            </p:tav>
                                            <p:tav tm="100000">
                                              <p:val>
                                                <p:strVal val="#ppt_x"/>
                                              </p:val>
                                            </p:tav>
                                          </p:tavLst>
                                        </p:anim>
                                        <p:anim calcmode="lin" valueType="num">
                                          <p:cBhvr>
                                            <p:cTn id="75" dur="500" fill="hold"/>
                                            <p:tgtEl>
                                              <p:spTgt spid="43"/>
                                            </p:tgtEl>
                                            <p:attrNameLst>
                                              <p:attrName>ppt_y</p:attrName>
                                            </p:attrNameLst>
                                          </p:cBhvr>
                                          <p:tavLst>
                                            <p:tav tm="0">
                                              <p:val>
                                                <p:strVal val="#ppt_y+.1"/>
                                              </p:val>
                                            </p:tav>
                                            <p:tav tm="100000">
                                              <p:val>
                                                <p:strVal val="#ppt_y"/>
                                              </p:val>
                                            </p:tav>
                                          </p:tavLst>
                                        </p:anim>
                                      </p:childTnLst>
                                    </p:cTn>
                                  </p:par>
                                </p:childTnLst>
                              </p:cTn>
                            </p:par>
                            <p:par>
                              <p:cTn id="76" fill="hold">
                                <p:stCondLst>
                                  <p:cond delay="7000"/>
                                </p:stCondLst>
                                <p:childTnLst>
                                  <p:par>
                                    <p:cTn id="77" presetID="22" presetClass="entr" presetSubtype="2" fill="hold" nodeType="after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wipe(right)">
                                          <p:cBhvr>
                                            <p:cTn id="79" dur="500"/>
                                            <p:tgtEl>
                                              <p:spTgt spid="34"/>
                                            </p:tgtEl>
                                          </p:cBhvr>
                                        </p:animEffect>
                                      </p:childTnLst>
                                    </p:cTn>
                                  </p:par>
                                </p:childTnLst>
                              </p:cTn>
                            </p:par>
                            <p:par>
                              <p:cTn id="80" fill="hold">
                                <p:stCondLst>
                                  <p:cond delay="7500"/>
                                </p:stCondLst>
                                <p:childTnLst>
                                  <p:par>
                                    <p:cTn id="81" presetID="22" presetClass="entr" presetSubtype="8" fill="hold" nodeType="afterEffect">
                                      <p:stCondLst>
                                        <p:cond delay="0"/>
                                      </p:stCondLst>
                                      <p:childTnLst>
                                        <p:set>
                                          <p:cBhvr>
                                            <p:cTn id="82" dur="1" fill="hold">
                                              <p:stCondLst>
                                                <p:cond delay="0"/>
                                              </p:stCondLst>
                                            </p:cTn>
                                            <p:tgtEl>
                                              <p:spTgt spid="40"/>
                                            </p:tgtEl>
                                            <p:attrNameLst>
                                              <p:attrName>style.visibility</p:attrName>
                                            </p:attrNameLst>
                                          </p:cBhvr>
                                          <p:to>
                                            <p:strVal val="visible"/>
                                          </p:to>
                                        </p:set>
                                        <p:animEffect transition="in" filter="wipe(left)">
                                          <p:cBhvr>
                                            <p:cTn id="83" dur="500"/>
                                            <p:tgtEl>
                                              <p:spTgt spid="40"/>
                                            </p:tgtEl>
                                          </p:cBhvr>
                                        </p:animEffect>
                                      </p:childTnLst>
                                    </p:cTn>
                                  </p:par>
                                  <p:par>
                                    <p:cTn id="84" presetID="2" presetClass="entr" presetSubtype="1" fill="hold" grpId="0" nodeType="withEffect" p14:presetBounceEnd="81000">
                                      <p:stCondLst>
                                        <p:cond delay="0"/>
                                      </p:stCondLst>
                                      <p:childTnLst>
                                        <p:set>
                                          <p:cBhvr>
                                            <p:cTn id="85" dur="1" fill="hold">
                                              <p:stCondLst>
                                                <p:cond delay="0"/>
                                              </p:stCondLst>
                                            </p:cTn>
                                            <p:tgtEl>
                                              <p:spTgt spid="50"/>
                                            </p:tgtEl>
                                            <p:attrNameLst>
                                              <p:attrName>style.visibility</p:attrName>
                                            </p:attrNameLst>
                                          </p:cBhvr>
                                          <p:to>
                                            <p:strVal val="visible"/>
                                          </p:to>
                                        </p:set>
                                        <p:anim calcmode="lin" valueType="num" p14:bounceEnd="81000">
                                          <p:cBhvr additive="base">
                                            <p:cTn id="86" dur="1000" fill="hold"/>
                                            <p:tgtEl>
                                              <p:spTgt spid="50"/>
                                            </p:tgtEl>
                                            <p:attrNameLst>
                                              <p:attrName>ppt_x</p:attrName>
                                            </p:attrNameLst>
                                          </p:cBhvr>
                                          <p:tavLst>
                                            <p:tav tm="0">
                                              <p:val>
                                                <p:strVal val="#ppt_x"/>
                                              </p:val>
                                            </p:tav>
                                            <p:tav tm="100000">
                                              <p:val>
                                                <p:strVal val="#ppt_x"/>
                                              </p:val>
                                            </p:tav>
                                          </p:tavLst>
                                        </p:anim>
                                        <p:anim calcmode="lin" valueType="num" p14:bounceEnd="81000">
                                          <p:cBhvr additive="base">
                                            <p:cTn id="87" dur="1000" fill="hold"/>
                                            <p:tgtEl>
                                              <p:spTgt spid="50"/>
                                            </p:tgtEl>
                                            <p:attrNameLst>
                                              <p:attrName>ppt_y</p:attrName>
                                            </p:attrNameLst>
                                          </p:cBhvr>
                                          <p:tavLst>
                                            <p:tav tm="0">
                                              <p:val>
                                                <p:strVal val="0-#ppt_h/2"/>
                                              </p:val>
                                            </p:tav>
                                            <p:tav tm="100000">
                                              <p:val>
                                                <p:strVal val="#ppt_y"/>
                                              </p:val>
                                            </p:tav>
                                          </p:tavLst>
                                        </p:anim>
                                      </p:childTnLst>
                                    </p:cTn>
                                  </p:par>
                                </p:childTnLst>
                              </p:cTn>
                            </p:par>
                            <p:par>
                              <p:cTn id="88" fill="hold">
                                <p:stCondLst>
                                  <p:cond delay="8500"/>
                                </p:stCondLst>
                                <p:childTnLst>
                                  <p:par>
                                    <p:cTn id="89" presetID="22" presetClass="entr" presetSubtype="8" fill="hold" nodeType="afterEffect">
                                      <p:stCondLst>
                                        <p:cond delay="0"/>
                                      </p:stCondLst>
                                      <p:childTnLst>
                                        <p:set>
                                          <p:cBhvr>
                                            <p:cTn id="90" dur="1" fill="hold">
                                              <p:stCondLst>
                                                <p:cond delay="0"/>
                                              </p:stCondLst>
                                            </p:cTn>
                                            <p:tgtEl>
                                              <p:spTgt spid="51"/>
                                            </p:tgtEl>
                                            <p:attrNameLst>
                                              <p:attrName>style.visibility</p:attrName>
                                            </p:attrNameLst>
                                          </p:cBhvr>
                                          <p:to>
                                            <p:strVal val="visible"/>
                                          </p:to>
                                        </p:set>
                                        <p:animEffect transition="in" filter="wipe(left)">
                                          <p:cBhvr>
                                            <p:cTn id="9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3" grpId="0" animBg="1"/>
          <p:bldP spid="33" grpId="0" animBg="1"/>
          <p:bldP spid="43" grpId="0" animBg="1"/>
          <p:bldP spid="50"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anim calcmode="lin" valueType="num">
                                          <p:cBhvr>
                                            <p:cTn id="14" dur="500" fill="hold"/>
                                            <p:tgtEl>
                                              <p:spTgt spid="13"/>
                                            </p:tgtEl>
                                            <p:attrNameLst>
                                              <p:attrName>ppt_x</p:attrName>
                                            </p:attrNameLst>
                                          </p:cBhvr>
                                          <p:tavLst>
                                            <p:tav tm="0">
                                              <p:val>
                                                <p:strVal val="#ppt_x"/>
                                              </p:val>
                                            </p:tav>
                                            <p:tav tm="100000">
                                              <p:val>
                                                <p:strVal val="#ppt_x"/>
                                              </p:val>
                                            </p:tav>
                                          </p:tavLst>
                                        </p:anim>
                                        <p:anim calcmode="lin" valueType="num">
                                          <p:cBhvr>
                                            <p:cTn id="15" dur="500" fill="hold"/>
                                            <p:tgtEl>
                                              <p:spTgt spid="13"/>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22" presetClass="entr" presetSubtype="2"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right)">
                                          <p:cBhvr>
                                            <p:cTn id="19" dur="500"/>
                                            <p:tgtEl>
                                              <p:spTgt spid="3"/>
                                            </p:tgtEl>
                                          </p:cBhvr>
                                        </p:animEffect>
                                      </p:childTnLst>
                                    </p:cTn>
                                  </p:par>
                                </p:childTnLst>
                              </p:cTn>
                            </p:par>
                            <p:par>
                              <p:cTn id="20" fill="hold">
                                <p:stCondLst>
                                  <p:cond delay="1500"/>
                                </p:stCondLst>
                                <p:childTnLst>
                                  <p:par>
                                    <p:cTn id="21" presetID="22" presetClass="entr" presetSubtype="8"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childTnLst>
                              </p:cTn>
                            </p:par>
                            <p:par>
                              <p:cTn id="24" fill="hold">
                                <p:stCondLst>
                                  <p:cond delay="2000"/>
                                </p:stCondLst>
                                <p:childTnLst>
                                  <p:par>
                                    <p:cTn id="25" presetID="53" presetClass="entr" presetSubtype="16" fill="hold" nodeType="after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p:cTn id="27" dur="500" fill="hold"/>
                                            <p:tgtEl>
                                              <p:spTgt spid="17"/>
                                            </p:tgtEl>
                                            <p:attrNameLst>
                                              <p:attrName>ppt_w</p:attrName>
                                            </p:attrNameLst>
                                          </p:cBhvr>
                                          <p:tavLst>
                                            <p:tav tm="0">
                                              <p:val>
                                                <p:fltVal val="0"/>
                                              </p:val>
                                            </p:tav>
                                            <p:tav tm="100000">
                                              <p:val>
                                                <p:strVal val="#ppt_w"/>
                                              </p:val>
                                            </p:tav>
                                          </p:tavLst>
                                        </p:anim>
                                        <p:anim calcmode="lin" valueType="num">
                                          <p:cBhvr>
                                            <p:cTn id="28" dur="500" fill="hold"/>
                                            <p:tgtEl>
                                              <p:spTgt spid="17"/>
                                            </p:tgtEl>
                                            <p:attrNameLst>
                                              <p:attrName>ppt_h</p:attrName>
                                            </p:attrNameLst>
                                          </p:cBhvr>
                                          <p:tavLst>
                                            <p:tav tm="0">
                                              <p:val>
                                                <p:fltVal val="0"/>
                                              </p:val>
                                            </p:tav>
                                            <p:tav tm="100000">
                                              <p:val>
                                                <p:strVal val="#ppt_h"/>
                                              </p:val>
                                            </p:tav>
                                          </p:tavLst>
                                        </p:anim>
                                        <p:animEffect transition="in" filter="fade">
                                          <p:cBhvr>
                                            <p:cTn id="29" dur="500"/>
                                            <p:tgtEl>
                                              <p:spTgt spid="17"/>
                                            </p:tgtEl>
                                          </p:cBhvr>
                                        </p:animEffect>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anim calcmode="lin" valueType="num">
                                          <p:cBhvr>
                                            <p:cTn id="34" dur="500" fill="hold"/>
                                            <p:tgtEl>
                                              <p:spTgt spid="23"/>
                                            </p:tgtEl>
                                            <p:attrNameLst>
                                              <p:attrName>ppt_x</p:attrName>
                                            </p:attrNameLst>
                                          </p:cBhvr>
                                          <p:tavLst>
                                            <p:tav tm="0">
                                              <p:val>
                                                <p:strVal val="#ppt_x"/>
                                              </p:val>
                                            </p:tav>
                                            <p:tav tm="100000">
                                              <p:val>
                                                <p:strVal val="#ppt_x"/>
                                              </p:val>
                                            </p:tav>
                                          </p:tavLst>
                                        </p:anim>
                                        <p:anim calcmode="lin" valueType="num">
                                          <p:cBhvr>
                                            <p:cTn id="35" dur="500" fill="hold"/>
                                            <p:tgtEl>
                                              <p:spTgt spid="23"/>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22" presetClass="entr" presetSubtype="2" fill="hold"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right)">
                                          <p:cBhvr>
                                            <p:cTn id="39" dur="500"/>
                                            <p:tgtEl>
                                              <p:spTgt spid="14"/>
                                            </p:tgtEl>
                                          </p:cBhvr>
                                        </p:animEffect>
                                      </p:childTnLst>
                                    </p:cTn>
                                  </p:par>
                                </p:childTnLst>
                              </p:cTn>
                            </p:par>
                            <p:par>
                              <p:cTn id="40" fill="hold">
                                <p:stCondLst>
                                  <p:cond delay="3500"/>
                                </p:stCondLst>
                                <p:childTnLst>
                                  <p:par>
                                    <p:cTn id="41" presetID="22" presetClass="entr" presetSubtype="8" fill="hold"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left)">
                                          <p:cBhvr>
                                            <p:cTn id="43" dur="500"/>
                                            <p:tgtEl>
                                              <p:spTgt spid="20"/>
                                            </p:tgtEl>
                                          </p:cBhvr>
                                        </p:animEffect>
                                      </p:childTnLst>
                                    </p:cTn>
                                  </p:par>
                                </p:childTnLst>
                              </p:cTn>
                            </p:par>
                            <p:par>
                              <p:cTn id="44" fill="hold">
                                <p:stCondLst>
                                  <p:cond delay="4000"/>
                                </p:stCondLst>
                                <p:childTnLst>
                                  <p:par>
                                    <p:cTn id="45" presetID="53" presetClass="entr" presetSubtype="16" fill="hold" nodeType="afterEffect">
                                      <p:stCondLst>
                                        <p:cond delay="0"/>
                                      </p:stCondLst>
                                      <p:childTnLst>
                                        <p:set>
                                          <p:cBhvr>
                                            <p:cTn id="46" dur="1" fill="hold">
                                              <p:stCondLst>
                                                <p:cond delay="0"/>
                                              </p:stCondLst>
                                            </p:cTn>
                                            <p:tgtEl>
                                              <p:spTgt spid="27"/>
                                            </p:tgtEl>
                                            <p:attrNameLst>
                                              <p:attrName>style.visibility</p:attrName>
                                            </p:attrNameLst>
                                          </p:cBhvr>
                                          <p:to>
                                            <p:strVal val="visible"/>
                                          </p:to>
                                        </p:set>
                                        <p:anim calcmode="lin" valueType="num">
                                          <p:cBhvr>
                                            <p:cTn id="47" dur="500" fill="hold"/>
                                            <p:tgtEl>
                                              <p:spTgt spid="27"/>
                                            </p:tgtEl>
                                            <p:attrNameLst>
                                              <p:attrName>ppt_w</p:attrName>
                                            </p:attrNameLst>
                                          </p:cBhvr>
                                          <p:tavLst>
                                            <p:tav tm="0">
                                              <p:val>
                                                <p:fltVal val="0"/>
                                              </p:val>
                                            </p:tav>
                                            <p:tav tm="100000">
                                              <p:val>
                                                <p:strVal val="#ppt_w"/>
                                              </p:val>
                                            </p:tav>
                                          </p:tavLst>
                                        </p:anim>
                                        <p:anim calcmode="lin" valueType="num">
                                          <p:cBhvr>
                                            <p:cTn id="48" dur="500" fill="hold"/>
                                            <p:tgtEl>
                                              <p:spTgt spid="27"/>
                                            </p:tgtEl>
                                            <p:attrNameLst>
                                              <p:attrName>ppt_h</p:attrName>
                                            </p:attrNameLst>
                                          </p:cBhvr>
                                          <p:tavLst>
                                            <p:tav tm="0">
                                              <p:val>
                                                <p:fltVal val="0"/>
                                              </p:val>
                                            </p:tav>
                                            <p:tav tm="100000">
                                              <p:val>
                                                <p:strVal val="#ppt_h"/>
                                              </p:val>
                                            </p:tav>
                                          </p:tavLst>
                                        </p:anim>
                                        <p:animEffect transition="in" filter="fade">
                                          <p:cBhvr>
                                            <p:cTn id="49" dur="500"/>
                                            <p:tgtEl>
                                              <p:spTgt spid="27"/>
                                            </p:tgtEl>
                                          </p:cBhvr>
                                        </p:animEffect>
                                      </p:childTnLst>
                                    </p:cTn>
                                  </p:par>
                                </p:childTnLst>
                              </p:cTn>
                            </p:par>
                            <p:par>
                              <p:cTn id="50" fill="hold">
                                <p:stCondLst>
                                  <p:cond delay="4500"/>
                                </p:stCondLst>
                                <p:childTnLst>
                                  <p:par>
                                    <p:cTn id="51" presetID="42" presetClass="entr" presetSubtype="0" fill="hold" grpId="0" nodeType="after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00"/>
                                            <p:tgtEl>
                                              <p:spTgt spid="33"/>
                                            </p:tgtEl>
                                          </p:cBhvr>
                                        </p:animEffect>
                                        <p:anim calcmode="lin" valueType="num">
                                          <p:cBhvr>
                                            <p:cTn id="54" dur="500" fill="hold"/>
                                            <p:tgtEl>
                                              <p:spTgt spid="33"/>
                                            </p:tgtEl>
                                            <p:attrNameLst>
                                              <p:attrName>ppt_x</p:attrName>
                                            </p:attrNameLst>
                                          </p:cBhvr>
                                          <p:tavLst>
                                            <p:tav tm="0">
                                              <p:val>
                                                <p:strVal val="#ppt_x"/>
                                              </p:val>
                                            </p:tav>
                                            <p:tav tm="100000">
                                              <p:val>
                                                <p:strVal val="#ppt_x"/>
                                              </p:val>
                                            </p:tav>
                                          </p:tavLst>
                                        </p:anim>
                                        <p:anim calcmode="lin" valueType="num">
                                          <p:cBhvr>
                                            <p:cTn id="55" dur="500" fill="hold"/>
                                            <p:tgtEl>
                                              <p:spTgt spid="33"/>
                                            </p:tgtEl>
                                            <p:attrNameLst>
                                              <p:attrName>ppt_y</p:attrName>
                                            </p:attrNameLst>
                                          </p:cBhvr>
                                          <p:tavLst>
                                            <p:tav tm="0">
                                              <p:val>
                                                <p:strVal val="#ppt_y+.1"/>
                                              </p:val>
                                            </p:tav>
                                            <p:tav tm="100000">
                                              <p:val>
                                                <p:strVal val="#ppt_y"/>
                                              </p:val>
                                            </p:tav>
                                          </p:tavLst>
                                        </p:anim>
                                      </p:childTnLst>
                                    </p:cTn>
                                  </p:par>
                                </p:childTnLst>
                              </p:cTn>
                            </p:par>
                            <p:par>
                              <p:cTn id="56" fill="hold">
                                <p:stCondLst>
                                  <p:cond delay="5000"/>
                                </p:stCondLst>
                                <p:childTnLst>
                                  <p:par>
                                    <p:cTn id="57" presetID="22" presetClass="entr" presetSubtype="2" fill="hold" nodeType="after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wipe(right)">
                                          <p:cBhvr>
                                            <p:cTn id="59" dur="500"/>
                                            <p:tgtEl>
                                              <p:spTgt spid="24"/>
                                            </p:tgtEl>
                                          </p:cBhvr>
                                        </p:animEffect>
                                      </p:childTnLst>
                                    </p:cTn>
                                  </p:par>
                                </p:childTnLst>
                              </p:cTn>
                            </p:par>
                            <p:par>
                              <p:cTn id="60" fill="hold">
                                <p:stCondLst>
                                  <p:cond delay="5500"/>
                                </p:stCondLst>
                                <p:childTnLst>
                                  <p:par>
                                    <p:cTn id="61" presetID="22" presetClass="entr" presetSubtype="8" fill="hold" nodeType="after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wipe(left)">
                                          <p:cBhvr>
                                            <p:cTn id="63" dur="500"/>
                                            <p:tgtEl>
                                              <p:spTgt spid="30"/>
                                            </p:tgtEl>
                                          </p:cBhvr>
                                        </p:animEffect>
                                      </p:childTnLst>
                                    </p:cTn>
                                  </p:par>
                                </p:childTnLst>
                              </p:cTn>
                            </p:par>
                            <p:par>
                              <p:cTn id="64" fill="hold">
                                <p:stCondLst>
                                  <p:cond delay="6000"/>
                                </p:stCondLst>
                                <p:childTnLst>
                                  <p:par>
                                    <p:cTn id="65" presetID="53" presetClass="entr" presetSubtype="16" fill="hold" nodeType="afterEffect">
                                      <p:stCondLst>
                                        <p:cond delay="0"/>
                                      </p:stCondLst>
                                      <p:childTnLst>
                                        <p:set>
                                          <p:cBhvr>
                                            <p:cTn id="66" dur="1" fill="hold">
                                              <p:stCondLst>
                                                <p:cond delay="0"/>
                                              </p:stCondLst>
                                            </p:cTn>
                                            <p:tgtEl>
                                              <p:spTgt spid="37"/>
                                            </p:tgtEl>
                                            <p:attrNameLst>
                                              <p:attrName>style.visibility</p:attrName>
                                            </p:attrNameLst>
                                          </p:cBhvr>
                                          <p:to>
                                            <p:strVal val="visible"/>
                                          </p:to>
                                        </p:set>
                                        <p:anim calcmode="lin" valueType="num">
                                          <p:cBhvr>
                                            <p:cTn id="67" dur="500" fill="hold"/>
                                            <p:tgtEl>
                                              <p:spTgt spid="37"/>
                                            </p:tgtEl>
                                            <p:attrNameLst>
                                              <p:attrName>ppt_w</p:attrName>
                                            </p:attrNameLst>
                                          </p:cBhvr>
                                          <p:tavLst>
                                            <p:tav tm="0">
                                              <p:val>
                                                <p:fltVal val="0"/>
                                              </p:val>
                                            </p:tav>
                                            <p:tav tm="100000">
                                              <p:val>
                                                <p:strVal val="#ppt_w"/>
                                              </p:val>
                                            </p:tav>
                                          </p:tavLst>
                                        </p:anim>
                                        <p:anim calcmode="lin" valueType="num">
                                          <p:cBhvr>
                                            <p:cTn id="68" dur="500" fill="hold"/>
                                            <p:tgtEl>
                                              <p:spTgt spid="37"/>
                                            </p:tgtEl>
                                            <p:attrNameLst>
                                              <p:attrName>ppt_h</p:attrName>
                                            </p:attrNameLst>
                                          </p:cBhvr>
                                          <p:tavLst>
                                            <p:tav tm="0">
                                              <p:val>
                                                <p:fltVal val="0"/>
                                              </p:val>
                                            </p:tav>
                                            <p:tav tm="100000">
                                              <p:val>
                                                <p:strVal val="#ppt_h"/>
                                              </p:val>
                                            </p:tav>
                                          </p:tavLst>
                                        </p:anim>
                                        <p:animEffect transition="in" filter="fade">
                                          <p:cBhvr>
                                            <p:cTn id="69" dur="500"/>
                                            <p:tgtEl>
                                              <p:spTgt spid="37"/>
                                            </p:tgtEl>
                                          </p:cBhvr>
                                        </p:animEffect>
                                      </p:childTnLst>
                                    </p:cTn>
                                  </p:par>
                                </p:childTnLst>
                              </p:cTn>
                            </p:par>
                            <p:par>
                              <p:cTn id="70" fill="hold">
                                <p:stCondLst>
                                  <p:cond delay="6500"/>
                                </p:stCondLst>
                                <p:childTnLst>
                                  <p:par>
                                    <p:cTn id="71" presetID="42" presetClass="entr" presetSubtype="0" fill="hold" grpId="0" nodeType="afterEffect">
                                      <p:stCondLst>
                                        <p:cond delay="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500"/>
                                            <p:tgtEl>
                                              <p:spTgt spid="43"/>
                                            </p:tgtEl>
                                          </p:cBhvr>
                                        </p:animEffect>
                                        <p:anim calcmode="lin" valueType="num">
                                          <p:cBhvr>
                                            <p:cTn id="74" dur="500" fill="hold"/>
                                            <p:tgtEl>
                                              <p:spTgt spid="43"/>
                                            </p:tgtEl>
                                            <p:attrNameLst>
                                              <p:attrName>ppt_x</p:attrName>
                                            </p:attrNameLst>
                                          </p:cBhvr>
                                          <p:tavLst>
                                            <p:tav tm="0">
                                              <p:val>
                                                <p:strVal val="#ppt_x"/>
                                              </p:val>
                                            </p:tav>
                                            <p:tav tm="100000">
                                              <p:val>
                                                <p:strVal val="#ppt_x"/>
                                              </p:val>
                                            </p:tav>
                                          </p:tavLst>
                                        </p:anim>
                                        <p:anim calcmode="lin" valueType="num">
                                          <p:cBhvr>
                                            <p:cTn id="75" dur="500" fill="hold"/>
                                            <p:tgtEl>
                                              <p:spTgt spid="43"/>
                                            </p:tgtEl>
                                            <p:attrNameLst>
                                              <p:attrName>ppt_y</p:attrName>
                                            </p:attrNameLst>
                                          </p:cBhvr>
                                          <p:tavLst>
                                            <p:tav tm="0">
                                              <p:val>
                                                <p:strVal val="#ppt_y+.1"/>
                                              </p:val>
                                            </p:tav>
                                            <p:tav tm="100000">
                                              <p:val>
                                                <p:strVal val="#ppt_y"/>
                                              </p:val>
                                            </p:tav>
                                          </p:tavLst>
                                        </p:anim>
                                      </p:childTnLst>
                                    </p:cTn>
                                  </p:par>
                                </p:childTnLst>
                              </p:cTn>
                            </p:par>
                            <p:par>
                              <p:cTn id="76" fill="hold">
                                <p:stCondLst>
                                  <p:cond delay="7000"/>
                                </p:stCondLst>
                                <p:childTnLst>
                                  <p:par>
                                    <p:cTn id="77" presetID="22" presetClass="entr" presetSubtype="2" fill="hold" nodeType="after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wipe(right)">
                                          <p:cBhvr>
                                            <p:cTn id="79" dur="500"/>
                                            <p:tgtEl>
                                              <p:spTgt spid="34"/>
                                            </p:tgtEl>
                                          </p:cBhvr>
                                        </p:animEffect>
                                      </p:childTnLst>
                                    </p:cTn>
                                  </p:par>
                                </p:childTnLst>
                              </p:cTn>
                            </p:par>
                            <p:par>
                              <p:cTn id="80" fill="hold">
                                <p:stCondLst>
                                  <p:cond delay="7500"/>
                                </p:stCondLst>
                                <p:childTnLst>
                                  <p:par>
                                    <p:cTn id="81" presetID="22" presetClass="entr" presetSubtype="8" fill="hold" nodeType="afterEffect">
                                      <p:stCondLst>
                                        <p:cond delay="0"/>
                                      </p:stCondLst>
                                      <p:childTnLst>
                                        <p:set>
                                          <p:cBhvr>
                                            <p:cTn id="82" dur="1" fill="hold">
                                              <p:stCondLst>
                                                <p:cond delay="0"/>
                                              </p:stCondLst>
                                            </p:cTn>
                                            <p:tgtEl>
                                              <p:spTgt spid="40"/>
                                            </p:tgtEl>
                                            <p:attrNameLst>
                                              <p:attrName>style.visibility</p:attrName>
                                            </p:attrNameLst>
                                          </p:cBhvr>
                                          <p:to>
                                            <p:strVal val="visible"/>
                                          </p:to>
                                        </p:set>
                                        <p:animEffect transition="in" filter="wipe(left)">
                                          <p:cBhvr>
                                            <p:cTn id="83" dur="500"/>
                                            <p:tgtEl>
                                              <p:spTgt spid="40"/>
                                            </p:tgtEl>
                                          </p:cBhvr>
                                        </p:animEffect>
                                      </p:childTnLst>
                                    </p:cTn>
                                  </p:par>
                                  <p:par>
                                    <p:cTn id="84" presetID="2" presetClass="entr" presetSubtype="1" fill="hold" grpId="0" nodeType="withEffect">
                                      <p:stCondLst>
                                        <p:cond delay="0"/>
                                      </p:stCondLst>
                                      <p:childTnLst>
                                        <p:set>
                                          <p:cBhvr>
                                            <p:cTn id="85" dur="1" fill="hold">
                                              <p:stCondLst>
                                                <p:cond delay="0"/>
                                              </p:stCondLst>
                                            </p:cTn>
                                            <p:tgtEl>
                                              <p:spTgt spid="50"/>
                                            </p:tgtEl>
                                            <p:attrNameLst>
                                              <p:attrName>style.visibility</p:attrName>
                                            </p:attrNameLst>
                                          </p:cBhvr>
                                          <p:to>
                                            <p:strVal val="visible"/>
                                          </p:to>
                                        </p:set>
                                        <p:anim calcmode="lin" valueType="num">
                                          <p:cBhvr additive="base">
                                            <p:cTn id="86" dur="1000" fill="hold"/>
                                            <p:tgtEl>
                                              <p:spTgt spid="50"/>
                                            </p:tgtEl>
                                            <p:attrNameLst>
                                              <p:attrName>ppt_x</p:attrName>
                                            </p:attrNameLst>
                                          </p:cBhvr>
                                          <p:tavLst>
                                            <p:tav tm="0">
                                              <p:val>
                                                <p:strVal val="#ppt_x"/>
                                              </p:val>
                                            </p:tav>
                                            <p:tav tm="100000">
                                              <p:val>
                                                <p:strVal val="#ppt_x"/>
                                              </p:val>
                                            </p:tav>
                                          </p:tavLst>
                                        </p:anim>
                                        <p:anim calcmode="lin" valueType="num">
                                          <p:cBhvr additive="base">
                                            <p:cTn id="87" dur="1000" fill="hold"/>
                                            <p:tgtEl>
                                              <p:spTgt spid="50"/>
                                            </p:tgtEl>
                                            <p:attrNameLst>
                                              <p:attrName>ppt_y</p:attrName>
                                            </p:attrNameLst>
                                          </p:cBhvr>
                                          <p:tavLst>
                                            <p:tav tm="0">
                                              <p:val>
                                                <p:strVal val="0-#ppt_h/2"/>
                                              </p:val>
                                            </p:tav>
                                            <p:tav tm="100000">
                                              <p:val>
                                                <p:strVal val="#ppt_y"/>
                                              </p:val>
                                            </p:tav>
                                          </p:tavLst>
                                        </p:anim>
                                      </p:childTnLst>
                                    </p:cTn>
                                  </p:par>
                                </p:childTnLst>
                              </p:cTn>
                            </p:par>
                            <p:par>
                              <p:cTn id="88" fill="hold">
                                <p:stCondLst>
                                  <p:cond delay="8500"/>
                                </p:stCondLst>
                                <p:childTnLst>
                                  <p:par>
                                    <p:cTn id="89" presetID="22" presetClass="entr" presetSubtype="8" fill="hold" nodeType="afterEffect">
                                      <p:stCondLst>
                                        <p:cond delay="0"/>
                                      </p:stCondLst>
                                      <p:childTnLst>
                                        <p:set>
                                          <p:cBhvr>
                                            <p:cTn id="90" dur="1" fill="hold">
                                              <p:stCondLst>
                                                <p:cond delay="0"/>
                                              </p:stCondLst>
                                            </p:cTn>
                                            <p:tgtEl>
                                              <p:spTgt spid="51"/>
                                            </p:tgtEl>
                                            <p:attrNameLst>
                                              <p:attrName>style.visibility</p:attrName>
                                            </p:attrNameLst>
                                          </p:cBhvr>
                                          <p:to>
                                            <p:strVal val="visible"/>
                                          </p:to>
                                        </p:set>
                                        <p:animEffect transition="in" filter="wipe(left)">
                                          <p:cBhvr>
                                            <p:cTn id="9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3" grpId="0" animBg="1"/>
          <p:bldP spid="33" grpId="0" animBg="1"/>
          <p:bldP spid="43" grpId="0" animBg="1"/>
          <p:bldP spid="50" grpId="0"/>
        </p:bldLst>
      </p:timing>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D2A03-72A1-C407-7E55-BAC3E0AF77AC}"/>
            </a:ext>
          </a:extLst>
        </p:cNvPr>
        <p:cNvGrpSpPr/>
        <p:nvPr/>
      </p:nvGrpSpPr>
      <p:grpSpPr>
        <a:xfrm>
          <a:off x="0" y="0"/>
          <a:ext cx="0" cy="0"/>
          <a:chOff x="0" y="0"/>
          <a:chExt cx="0" cy="0"/>
        </a:xfrm>
      </p:grpSpPr>
      <p:sp>
        <p:nvSpPr>
          <p:cNvPr id="4" name="矩形: 圆角 3">
            <a:extLst>
              <a:ext uri="{FF2B5EF4-FFF2-40B4-BE49-F238E27FC236}">
                <a16:creationId xmlns:a16="http://schemas.microsoft.com/office/drawing/2014/main" id="{DF51198E-9530-24B8-175F-F9FFE6557227}"/>
              </a:ext>
            </a:extLst>
          </p:cNvPr>
          <p:cNvSpPr/>
          <p:nvPr/>
        </p:nvSpPr>
        <p:spPr>
          <a:xfrm>
            <a:off x="1068393" y="851994"/>
            <a:ext cx="10001627" cy="5225035"/>
          </a:xfrm>
          <a:prstGeom prst="roundRect">
            <a:avLst>
              <a:gd name="adj" fmla="val 5588"/>
            </a:avLst>
          </a:prstGeom>
          <a:ln w="28575">
            <a:gradFill>
              <a:gsLst>
                <a:gs pos="0">
                  <a:schemeClr val="accent1">
                    <a:lumMod val="60000"/>
                    <a:lumOff val="40000"/>
                  </a:schemeClr>
                </a:gs>
                <a:gs pos="100000">
                  <a:srgbClr val="73C4A8"/>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nvGrpSpPr>
          <p:cNvPr id="3" name="组合 2">
            <a:extLst>
              <a:ext uri="{FF2B5EF4-FFF2-40B4-BE49-F238E27FC236}">
                <a16:creationId xmlns:a16="http://schemas.microsoft.com/office/drawing/2014/main" id="{A20D8B13-6162-AC24-B718-BE9B654C44ED}"/>
              </a:ext>
            </a:extLst>
          </p:cNvPr>
          <p:cNvGrpSpPr/>
          <p:nvPr/>
        </p:nvGrpSpPr>
        <p:grpSpPr>
          <a:xfrm>
            <a:off x="9545543" y="-1598156"/>
            <a:ext cx="4170152" cy="6281292"/>
            <a:chOff x="3717994" y="411408"/>
            <a:chExt cx="4170152" cy="6281292"/>
          </a:xfrm>
        </p:grpSpPr>
        <p:grpSp>
          <p:nvGrpSpPr>
            <p:cNvPr id="11" name="组合 10">
              <a:extLst>
                <a:ext uri="{FF2B5EF4-FFF2-40B4-BE49-F238E27FC236}">
                  <a16:creationId xmlns:a16="http://schemas.microsoft.com/office/drawing/2014/main" id="{ED095D76-CD46-96FE-2026-A188102C7DD8}"/>
                </a:ext>
              </a:extLst>
            </p:cNvPr>
            <p:cNvGrpSpPr/>
            <p:nvPr/>
          </p:nvGrpSpPr>
          <p:grpSpPr>
            <a:xfrm>
              <a:off x="3717994" y="411408"/>
              <a:ext cx="2370571" cy="2407036"/>
              <a:chOff x="4558086" y="3649207"/>
              <a:chExt cx="2153920" cy="2187052"/>
            </a:xfrm>
            <a:effectLst>
              <a:outerShdw blurRad="152400" dist="101600" dir="5400000" algn="t" rotWithShape="0">
                <a:prstClr val="black">
                  <a:alpha val="20000"/>
                </a:prstClr>
              </a:outerShdw>
            </a:effectLst>
          </p:grpSpPr>
          <p:sp>
            <p:nvSpPr>
              <p:cNvPr id="24" name="圆角矩形 23">
                <a:extLst>
                  <a:ext uri="{FF2B5EF4-FFF2-40B4-BE49-F238E27FC236}">
                    <a16:creationId xmlns:a16="http://schemas.microsoft.com/office/drawing/2014/main" id="{6684E9D5-2BBA-05F8-3142-C1FB02B70CE3}"/>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5" name="圆角矩形 24">
                <a:extLst>
                  <a:ext uri="{FF2B5EF4-FFF2-40B4-BE49-F238E27FC236}">
                    <a16:creationId xmlns:a16="http://schemas.microsoft.com/office/drawing/2014/main" id="{1B9F9F1B-E428-0001-2A6A-7B7D112716F8}"/>
                  </a:ext>
                </a:extLst>
              </p:cNvPr>
              <p:cNvSpPr/>
              <p:nvPr/>
            </p:nvSpPr>
            <p:spPr>
              <a:xfrm rot="2700000">
                <a:off x="4558086" y="3649207"/>
                <a:ext cx="2153920" cy="215392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3" name="圆角矩形 22">
              <a:extLst>
                <a:ext uri="{FF2B5EF4-FFF2-40B4-BE49-F238E27FC236}">
                  <a16:creationId xmlns:a16="http://schemas.microsoft.com/office/drawing/2014/main" id="{2F78CD22-73B8-3DFD-3EFB-057FD94E4BB0}"/>
                </a:ext>
              </a:extLst>
            </p:cNvPr>
            <p:cNvSpPr/>
            <p:nvPr/>
          </p:nvSpPr>
          <p:spPr>
            <a:xfrm rot="2700000">
              <a:off x="3883957" y="3539586"/>
              <a:ext cx="1339705" cy="1339706"/>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4557" sy="104557" algn="ctr" rotWithShape="0">
                <a:srgbClr val="000000">
                  <a:alpha val="2079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1" name="圆角矩形 20">
              <a:extLst>
                <a:ext uri="{FF2B5EF4-FFF2-40B4-BE49-F238E27FC236}">
                  <a16:creationId xmlns:a16="http://schemas.microsoft.com/office/drawing/2014/main" id="{50DCC1EF-DD46-FA1D-9FAB-A195FD272972}"/>
                </a:ext>
              </a:extLst>
            </p:cNvPr>
            <p:cNvSpPr/>
            <p:nvPr/>
          </p:nvSpPr>
          <p:spPr>
            <a:xfrm rot="2700000">
              <a:off x="5499828" y="4304382"/>
              <a:ext cx="2388318" cy="2388318"/>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6" name="圆角矩形 15">
              <a:extLst>
                <a:ext uri="{FF2B5EF4-FFF2-40B4-BE49-F238E27FC236}">
                  <a16:creationId xmlns:a16="http://schemas.microsoft.com/office/drawing/2014/main" id="{9A4173A3-42DB-BDC5-D8C1-86A5D06186A4}"/>
                </a:ext>
              </a:extLst>
            </p:cNvPr>
            <p:cNvSpPr/>
            <p:nvPr/>
          </p:nvSpPr>
          <p:spPr>
            <a:xfrm rot="2700000">
              <a:off x="4020030" y="1250573"/>
              <a:ext cx="926749" cy="926749"/>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5" name="圆角矩形 4">
            <a:extLst>
              <a:ext uri="{FF2B5EF4-FFF2-40B4-BE49-F238E27FC236}">
                <a16:creationId xmlns:a16="http://schemas.microsoft.com/office/drawing/2014/main" id="{426812EA-BB69-4C58-6DC8-7353D107D52C}"/>
              </a:ext>
            </a:extLst>
          </p:cNvPr>
          <p:cNvSpPr/>
          <p:nvPr/>
        </p:nvSpPr>
        <p:spPr>
          <a:xfrm rot="2700000">
            <a:off x="11014408" y="1185396"/>
            <a:ext cx="1326000" cy="1326000"/>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圆角矩形 5">
            <a:extLst>
              <a:ext uri="{FF2B5EF4-FFF2-40B4-BE49-F238E27FC236}">
                <a16:creationId xmlns:a16="http://schemas.microsoft.com/office/drawing/2014/main" id="{0C5A1AE3-F5BC-F62B-6D12-FD911AC5403F}"/>
              </a:ext>
            </a:extLst>
          </p:cNvPr>
          <p:cNvSpPr/>
          <p:nvPr/>
        </p:nvSpPr>
        <p:spPr>
          <a:xfrm rot="2700000">
            <a:off x="11542990" y="-1335952"/>
            <a:ext cx="2431927" cy="2431927"/>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7" name="圆角矩形 6">
            <a:extLst>
              <a:ext uri="{FF2B5EF4-FFF2-40B4-BE49-F238E27FC236}">
                <a16:creationId xmlns:a16="http://schemas.microsoft.com/office/drawing/2014/main" id="{44381C9F-69AD-7F35-19E6-3E519064278D}"/>
              </a:ext>
            </a:extLst>
          </p:cNvPr>
          <p:cNvSpPr/>
          <p:nvPr/>
        </p:nvSpPr>
        <p:spPr>
          <a:xfrm rot="2700000">
            <a:off x="10166618" y="115194"/>
            <a:ext cx="2006594" cy="200659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圆角矩形 8">
            <a:extLst>
              <a:ext uri="{FF2B5EF4-FFF2-40B4-BE49-F238E27FC236}">
                <a16:creationId xmlns:a16="http://schemas.microsoft.com/office/drawing/2014/main" id="{65C765F4-46B3-C3CE-6EA0-79CCCC2B472F}"/>
              </a:ext>
            </a:extLst>
          </p:cNvPr>
          <p:cNvSpPr/>
          <p:nvPr/>
        </p:nvSpPr>
        <p:spPr>
          <a:xfrm rot="2700000">
            <a:off x="11127653" y="3390680"/>
            <a:ext cx="2343686" cy="234368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27" name="组合 26">
            <a:extLst>
              <a:ext uri="{FF2B5EF4-FFF2-40B4-BE49-F238E27FC236}">
                <a16:creationId xmlns:a16="http://schemas.microsoft.com/office/drawing/2014/main" id="{7847D819-9798-AF2A-7401-FDF17D588E75}"/>
              </a:ext>
            </a:extLst>
          </p:cNvPr>
          <p:cNvGrpSpPr/>
          <p:nvPr/>
        </p:nvGrpSpPr>
        <p:grpSpPr>
          <a:xfrm rot="10800000">
            <a:off x="-1980290" y="2447878"/>
            <a:ext cx="3792258" cy="5141347"/>
            <a:chOff x="3673964" y="514459"/>
            <a:chExt cx="4615688" cy="6257712"/>
          </a:xfrm>
        </p:grpSpPr>
        <p:sp>
          <p:nvSpPr>
            <p:cNvPr id="48" name="圆角矩形 47">
              <a:extLst>
                <a:ext uri="{FF2B5EF4-FFF2-40B4-BE49-F238E27FC236}">
                  <a16:creationId xmlns:a16="http://schemas.microsoft.com/office/drawing/2014/main" id="{23DCFE54-6718-BBF2-5421-ADDCE38FE288}"/>
                </a:ext>
              </a:extLst>
            </p:cNvPr>
            <p:cNvSpPr/>
            <p:nvPr/>
          </p:nvSpPr>
          <p:spPr>
            <a:xfrm rot="2700000">
              <a:off x="3673964" y="514459"/>
              <a:ext cx="2370572" cy="2370571"/>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77" sy="105077"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nvGrpSpPr>
            <p:cNvPr id="35" name="组合 34">
              <a:extLst>
                <a:ext uri="{FF2B5EF4-FFF2-40B4-BE49-F238E27FC236}">
                  <a16:creationId xmlns:a16="http://schemas.microsoft.com/office/drawing/2014/main" id="{00AF0896-DD25-1F74-1872-7DF447BA74B1}"/>
                </a:ext>
              </a:extLst>
            </p:cNvPr>
            <p:cNvGrpSpPr/>
            <p:nvPr/>
          </p:nvGrpSpPr>
          <p:grpSpPr>
            <a:xfrm>
              <a:off x="3815824" y="3534755"/>
              <a:ext cx="1410936" cy="1426571"/>
              <a:chOff x="4558086" y="3542685"/>
              <a:chExt cx="2268440" cy="2293574"/>
            </a:xfrm>
            <a:effectLst>
              <a:outerShdw blurRad="152400" dist="101600" dir="5400000" algn="t" rotWithShape="0">
                <a:prstClr val="black">
                  <a:alpha val="20000"/>
                </a:prstClr>
              </a:outerShdw>
            </a:effectLst>
          </p:grpSpPr>
          <p:sp>
            <p:nvSpPr>
              <p:cNvPr id="45" name="圆角矩形 44">
                <a:extLst>
                  <a:ext uri="{FF2B5EF4-FFF2-40B4-BE49-F238E27FC236}">
                    <a16:creationId xmlns:a16="http://schemas.microsoft.com/office/drawing/2014/main" id="{1C92AF40-9575-DE64-CE91-A6C6A055C6AD}"/>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6" name="圆角矩形 45">
                <a:extLst>
                  <a:ext uri="{FF2B5EF4-FFF2-40B4-BE49-F238E27FC236}">
                    <a16:creationId xmlns:a16="http://schemas.microsoft.com/office/drawing/2014/main" id="{CB40CA0F-9A12-A13A-4706-38E970F2FAAA}"/>
                  </a:ext>
                </a:extLst>
              </p:cNvPr>
              <p:cNvSpPr/>
              <p:nvPr/>
            </p:nvSpPr>
            <p:spPr>
              <a:xfrm rot="2700000">
                <a:off x="4672610" y="3542682"/>
                <a:ext cx="2153913" cy="21539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prstClr val="white"/>
                  </a:solidFill>
                  <a:cs typeface="+mn-ea"/>
                  <a:sym typeface="+mn-lt"/>
                </a:endParaRPr>
              </a:p>
            </p:txBody>
          </p:sp>
        </p:grpSp>
        <p:sp>
          <p:nvSpPr>
            <p:cNvPr id="44" name="圆角矩形 43">
              <a:extLst>
                <a:ext uri="{FF2B5EF4-FFF2-40B4-BE49-F238E27FC236}">
                  <a16:creationId xmlns:a16="http://schemas.microsoft.com/office/drawing/2014/main" id="{FAF4913C-0657-0CB8-5660-45E5A86F5EE4}"/>
                </a:ext>
              </a:extLst>
            </p:cNvPr>
            <p:cNvSpPr/>
            <p:nvPr/>
          </p:nvSpPr>
          <p:spPr>
            <a:xfrm rot="2700000">
              <a:off x="5901333" y="4383852"/>
              <a:ext cx="2388319" cy="23883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4565"/>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9" name="圆角矩形 38">
              <a:extLst>
                <a:ext uri="{FF2B5EF4-FFF2-40B4-BE49-F238E27FC236}">
                  <a16:creationId xmlns:a16="http://schemas.microsoft.com/office/drawing/2014/main" id="{170BF874-8F0C-490C-83F5-2AEE753DBCD6}"/>
                </a:ext>
              </a:extLst>
            </p:cNvPr>
            <p:cNvSpPr/>
            <p:nvPr/>
          </p:nvSpPr>
          <p:spPr>
            <a:xfrm rot="2700000">
              <a:off x="4020030" y="1250572"/>
              <a:ext cx="926749" cy="92674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8" name="圆角矩形 27">
            <a:extLst>
              <a:ext uri="{FF2B5EF4-FFF2-40B4-BE49-F238E27FC236}">
                <a16:creationId xmlns:a16="http://schemas.microsoft.com/office/drawing/2014/main" id="{40BD0F53-3BAD-3DD6-FADD-431A4BAE88DC}"/>
              </a:ext>
            </a:extLst>
          </p:cNvPr>
          <p:cNvSpPr/>
          <p:nvPr/>
        </p:nvSpPr>
        <p:spPr>
          <a:xfrm rot="13500000">
            <a:off x="-461099" y="4260894"/>
            <a:ext cx="1089444" cy="1089444"/>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9" name="圆角矩形 28">
            <a:extLst>
              <a:ext uri="{FF2B5EF4-FFF2-40B4-BE49-F238E27FC236}">
                <a16:creationId xmlns:a16="http://schemas.microsoft.com/office/drawing/2014/main" id="{CF83C45C-E525-0DFB-7567-B31B54C8B2F8}"/>
              </a:ext>
            </a:extLst>
          </p:cNvPr>
          <p:cNvSpPr/>
          <p:nvPr/>
        </p:nvSpPr>
        <p:spPr>
          <a:xfrm rot="13500000">
            <a:off x="-1804015" y="5423807"/>
            <a:ext cx="1998076" cy="1998076"/>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0" name="圆角矩形 29">
            <a:extLst>
              <a:ext uri="{FF2B5EF4-FFF2-40B4-BE49-F238E27FC236}">
                <a16:creationId xmlns:a16="http://schemas.microsoft.com/office/drawing/2014/main" id="{21E0BA18-32B8-3C8B-D3A2-EB380751D289}"/>
              </a:ext>
            </a:extLst>
          </p:cNvPr>
          <p:cNvSpPr/>
          <p:nvPr/>
        </p:nvSpPr>
        <p:spPr>
          <a:xfrm rot="13500000">
            <a:off x="-323730" y="4580997"/>
            <a:ext cx="1648621" cy="1648621"/>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2" name="圆角矩形 31">
            <a:extLst>
              <a:ext uri="{FF2B5EF4-FFF2-40B4-BE49-F238E27FC236}">
                <a16:creationId xmlns:a16="http://schemas.microsoft.com/office/drawing/2014/main" id="{039D26D8-C8CB-ADA1-FCBA-574718ADC06A}"/>
              </a:ext>
            </a:extLst>
          </p:cNvPr>
          <p:cNvSpPr/>
          <p:nvPr/>
        </p:nvSpPr>
        <p:spPr>
          <a:xfrm rot="13500000">
            <a:off x="-1390274" y="1612896"/>
            <a:ext cx="1925577" cy="1925577"/>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50" name="文本框 49">
            <a:extLst>
              <a:ext uri="{FF2B5EF4-FFF2-40B4-BE49-F238E27FC236}">
                <a16:creationId xmlns:a16="http://schemas.microsoft.com/office/drawing/2014/main" id="{485B79DD-65C6-1A1C-4709-91E2BFE68B56}"/>
              </a:ext>
            </a:extLst>
          </p:cNvPr>
          <p:cNvSpPr txBox="1"/>
          <p:nvPr/>
        </p:nvSpPr>
        <p:spPr>
          <a:xfrm>
            <a:off x="2990351" y="3309654"/>
            <a:ext cx="6215266" cy="523220"/>
          </a:xfrm>
          <a:prstGeom prst="rect">
            <a:avLst/>
          </a:prstGeom>
          <a:noFill/>
        </p:spPr>
        <p:txBody>
          <a:bodyPr wrap="square" rtlCol="0">
            <a:spAutoFit/>
          </a:bodyPr>
          <a:lstStyle/>
          <a:p>
            <a:pPr lvl="0" algn="dist"/>
            <a:r>
              <a:rPr kumimoji="1" lang="zh-CN" altLang="en-US" sz="2800" b="1" dirty="0">
                <a:solidFill>
                  <a:schemeClr val="accent3">
                    <a:lumMod val="75000"/>
                  </a:schemeClr>
                </a:solidFill>
                <a:latin typeface="微软雅黑" panose="020B0503020204020204" pitchFamily="34" charset="-122"/>
                <a:ea typeface="微软雅黑" panose="020B0503020204020204" pitchFamily="34" charset="-122"/>
                <a:cs typeface="+mn-ea"/>
                <a:sym typeface="+mn-lt"/>
              </a:rPr>
              <a:t>总结与规划</a:t>
            </a:r>
          </a:p>
        </p:txBody>
      </p:sp>
      <p:sp>
        <p:nvSpPr>
          <p:cNvPr id="51" name="文本框 50">
            <a:extLst>
              <a:ext uri="{FF2B5EF4-FFF2-40B4-BE49-F238E27FC236}">
                <a16:creationId xmlns:a16="http://schemas.microsoft.com/office/drawing/2014/main" id="{830DC9FE-2EB0-DB2A-8B6E-EB729260829F}"/>
              </a:ext>
            </a:extLst>
          </p:cNvPr>
          <p:cNvSpPr txBox="1"/>
          <p:nvPr/>
        </p:nvSpPr>
        <p:spPr>
          <a:xfrm>
            <a:off x="3435412" y="4168024"/>
            <a:ext cx="5262979" cy="336695"/>
          </a:xfrm>
          <a:prstGeom prst="rect">
            <a:avLst/>
          </a:prstGeom>
          <a:noFill/>
        </p:spPr>
        <p:txBody>
          <a:bodyPr wrap="square" rtlCol="0">
            <a:spAutoFit/>
          </a:bodyPr>
          <a:lstStyle/>
          <a:p>
            <a:pPr lvl="0" algn="ctr">
              <a:lnSpc>
                <a:spcPct val="150000"/>
              </a:lnSpc>
            </a:pPr>
            <a:r>
              <a:rPr lang="zh-CN" altLang="en-US" sz="1200">
                <a:solidFill>
                  <a:prstClr val="white">
                    <a:lumMod val="50000"/>
                  </a:prstClr>
                </a:solidFill>
                <a:latin typeface="微软雅黑" panose="020B0503020204020204" pitchFamily="34" charset="-122"/>
                <a:ea typeface="微软雅黑" panose="020B0503020204020204" pitchFamily="34" charset="-122"/>
                <a:cs typeface="+mn-ea"/>
                <a:sym typeface="+mn-lt"/>
              </a:rPr>
              <a:t>围绕学生路径，补齐桌面端、移动端与低碳服务的一致体验。</a:t>
            </a:r>
            <a:endParaRPr kumimoji="0" lang="en" altLang="zh-CN" sz="12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ea"/>
              <a:sym typeface="+mn-lt"/>
            </a:endParaRPr>
          </a:p>
        </p:txBody>
      </p:sp>
      <p:cxnSp>
        <p:nvCxnSpPr>
          <p:cNvPr id="52" name="直接连接符 51">
            <a:extLst>
              <a:ext uri="{FF2B5EF4-FFF2-40B4-BE49-F238E27FC236}">
                <a16:creationId xmlns:a16="http://schemas.microsoft.com/office/drawing/2014/main" id="{EC832F8F-8CD5-ABDB-BBB0-C74A87120CDD}"/>
              </a:ext>
            </a:extLst>
          </p:cNvPr>
          <p:cNvCxnSpPr/>
          <p:nvPr/>
        </p:nvCxnSpPr>
        <p:spPr>
          <a:xfrm>
            <a:off x="4834114" y="2142760"/>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78B4323-18B2-DDFB-64CA-C25CF2B07287}"/>
              </a:ext>
            </a:extLst>
          </p:cNvPr>
          <p:cNvCxnSpPr/>
          <p:nvPr/>
        </p:nvCxnSpPr>
        <p:spPr>
          <a:xfrm>
            <a:off x="4825784" y="3047395"/>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119807B4-4784-2902-A731-D7AF7B42D3CA}"/>
              </a:ext>
            </a:extLst>
          </p:cNvPr>
          <p:cNvSpPr txBox="1"/>
          <p:nvPr/>
        </p:nvSpPr>
        <p:spPr>
          <a:xfrm>
            <a:off x="4440644" y="2199875"/>
            <a:ext cx="3715094" cy="615553"/>
          </a:xfrm>
          <a:prstGeom prst="rect">
            <a:avLst/>
          </a:prstGeom>
          <a:noFill/>
        </p:spPr>
        <p:txBody>
          <a:bodyPr wrap="square" rtlCol="0">
            <a:spAutoFit/>
          </a:bodyPr>
          <a:lstStyle/>
          <a:p>
            <a:pPr lvl="0">
              <a:defRPr/>
            </a:pPr>
            <a:r>
              <a:rPr lang="en-US" altLang="zh-CN" sz="3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rPr>
              <a:t>PART   04</a:t>
            </a:r>
            <a:endParaRPr lang="zh-CN" altLang="en-US" sz="3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endParaRPr>
          </a:p>
        </p:txBody>
      </p:sp>
      <p:sp>
        <p:nvSpPr>
          <p:cNvPr id="8" name="文本框 7">
            <a:extLst>
              <a:ext uri="{FF2B5EF4-FFF2-40B4-BE49-F238E27FC236}">
                <a16:creationId xmlns:a16="http://schemas.microsoft.com/office/drawing/2014/main" id="{8F2D841E-5CEB-0D4C-47DD-62F1B659CD5C}"/>
              </a:ext>
            </a:extLst>
          </p:cNvPr>
          <p:cNvSpPr txBox="1"/>
          <p:nvPr/>
        </p:nvSpPr>
        <p:spPr>
          <a:xfrm>
            <a:off x="1794163" y="2417356"/>
            <a:ext cx="8487294" cy="1200329"/>
          </a:xfrm>
          <a:prstGeom prst="rect">
            <a:avLst/>
          </a:prstGeom>
          <a:noFill/>
        </p:spPr>
        <p:txBody>
          <a:bodyPr wrap="square">
            <a:spAutoFit/>
          </a:bodyPr>
          <a:lstStyle/>
          <a:p>
            <a:r>
              <a:rPr lang="en-US" altLang="zh-CN" b="0" i="0" dirty="0">
                <a:solidFill>
                  <a:srgbClr val="F2F2F2"/>
                </a:solidFill>
                <a:effectLst/>
                <a:latin typeface="Color Emoji"/>
              </a:rPr>
              <a:t>1. </a:t>
            </a:r>
            <a:r>
              <a:rPr lang="zh-CN" altLang="en-US" b="0" i="0" dirty="0">
                <a:solidFill>
                  <a:srgbClr val="F2F2F2"/>
                </a:solidFill>
                <a:effectLst/>
                <a:latin typeface="Color Emoji"/>
              </a:rPr>
              <a:t>前端采用</a:t>
            </a:r>
            <a:r>
              <a:rPr lang="en-US" altLang="zh-CN" b="0" i="0" dirty="0">
                <a:solidFill>
                  <a:srgbClr val="F2F2F2"/>
                </a:solidFill>
                <a:effectLst/>
                <a:latin typeface="Color Emoji"/>
              </a:rPr>
              <a:t>Vue3</a:t>
            </a:r>
            <a:r>
              <a:rPr lang="zh-CN" altLang="en-US" b="0" i="0" dirty="0">
                <a:solidFill>
                  <a:srgbClr val="F2F2F2"/>
                </a:solidFill>
                <a:effectLst/>
                <a:latin typeface="Color Emoji"/>
              </a:rPr>
              <a:t>生态，组件化开发高效，界面搭建快捷，数据可视化能力突出，交互流畅体验佳 ​ </a:t>
            </a:r>
            <a:r>
              <a:rPr lang="en-US" altLang="zh-CN" b="0" i="0" dirty="0">
                <a:solidFill>
                  <a:srgbClr val="F2F2F2"/>
                </a:solidFill>
                <a:effectLst/>
                <a:latin typeface="Color Emoji"/>
              </a:rPr>
              <a:t>2. </a:t>
            </a:r>
            <a:r>
              <a:rPr lang="zh-CN" altLang="en-US" b="0" i="0" dirty="0">
                <a:solidFill>
                  <a:srgbClr val="F2F2F2"/>
                </a:solidFill>
                <a:effectLst/>
                <a:latin typeface="Color Emoji"/>
              </a:rPr>
              <a:t>后端基于</a:t>
            </a:r>
            <a:r>
              <a:rPr lang="en-US" altLang="zh-CN" b="0" i="0" dirty="0">
                <a:solidFill>
                  <a:srgbClr val="F2F2F2"/>
                </a:solidFill>
                <a:effectLst/>
                <a:latin typeface="Color Emoji"/>
              </a:rPr>
              <a:t>Spring Boot</a:t>
            </a:r>
            <a:r>
              <a:rPr lang="zh-CN" altLang="en-US" b="0" i="0" dirty="0">
                <a:solidFill>
                  <a:srgbClr val="F2F2F2"/>
                </a:solidFill>
                <a:effectLst/>
                <a:latin typeface="Color Emoji"/>
              </a:rPr>
              <a:t>框架，开发部署便捷，系统稳定性强，数据操作高效，安全校验完善 ​ </a:t>
            </a:r>
            <a:r>
              <a:rPr lang="en-US" altLang="zh-CN" b="0" i="0" dirty="0">
                <a:solidFill>
                  <a:srgbClr val="F2F2F2"/>
                </a:solidFill>
                <a:effectLst/>
                <a:latin typeface="Color Emoji"/>
              </a:rPr>
              <a:t>3. </a:t>
            </a:r>
            <a:r>
              <a:rPr lang="zh-CN" altLang="en-US" b="0" i="0" dirty="0">
                <a:solidFill>
                  <a:srgbClr val="F2F2F2"/>
                </a:solidFill>
                <a:effectLst/>
                <a:latin typeface="Color Emoji"/>
              </a:rPr>
              <a:t>前后端分离架构，分工清晰、耦合度低，兼顾开发效率、系统性能与后期维护扩展性</a:t>
            </a:r>
            <a:endParaRPr lang="zh-CN" altLang="en-US" dirty="0"/>
          </a:p>
        </p:txBody>
      </p:sp>
    </p:spTree>
    <p:extLst>
      <p:ext uri="{BB962C8B-B14F-4D97-AF65-F5344CB8AC3E}">
        <p14:creationId xmlns:p14="http://schemas.microsoft.com/office/powerpoint/2010/main" val="3103528530"/>
      </p:ext>
    </p:extLst>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down)">
                                      <p:cBhvr>
                                        <p:cTn id="10" dur="500"/>
                                        <p:tgtEl>
                                          <p:spTgt spid="2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down)">
                                      <p:cBhvr>
                                        <p:cTn id="13" dur="500"/>
                                        <p:tgtEl>
                                          <p:spTgt spid="2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down)">
                                      <p:cBhvr>
                                        <p:cTn id="16" dur="500"/>
                                        <p:tgtEl>
                                          <p:spTgt spid="30"/>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00"/>
                                        <p:tgtEl>
                                          <p:spTgt spid="9"/>
                                        </p:tgtEl>
                                      </p:cBhvr>
                                    </p:animEffect>
                                  </p:childTnLst>
                                </p:cTn>
                              </p:par>
                              <p:par>
                                <p:cTn id="32" presetID="22" presetClass="entr" presetSubtype="4" fill="hold"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down)">
                                      <p:cBhvr>
                                        <p:cTn id="34" dur="500"/>
                                        <p:tgtEl>
                                          <p:spTgt spid="3"/>
                                        </p:tgtEl>
                                      </p:cBhvr>
                                    </p:animEffect>
                                  </p:childTnLst>
                                </p:cTn>
                              </p:par>
                            </p:childTnLst>
                          </p:cTn>
                        </p:par>
                        <p:par>
                          <p:cTn id="35" fill="hold">
                            <p:stCondLst>
                              <p:cond delay="500"/>
                            </p:stCondLst>
                            <p:childTnLst>
                              <p:par>
                                <p:cTn id="36" presetID="22" presetClass="entr" presetSubtype="4" fill="hold" grpId="0"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00"/>
                                        <p:tgtEl>
                                          <p:spTgt spid="4"/>
                                        </p:tgtEl>
                                      </p:cBhvr>
                                    </p:animEffect>
                                  </p:childTnLst>
                                </p:cTn>
                              </p:par>
                              <p:par>
                                <p:cTn id="39" presetID="16" presetClass="entr" presetSubtype="37" fill="hold" nodeType="with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barn(outVertical)">
                                      <p:cBhvr>
                                        <p:cTn id="41" dur="500"/>
                                        <p:tgtEl>
                                          <p:spTgt spid="52"/>
                                        </p:tgtEl>
                                      </p:cBhvr>
                                    </p:animEffect>
                                  </p:childTnLst>
                                </p:cTn>
                              </p:par>
                              <p:par>
                                <p:cTn id="42" presetID="16" presetClass="entr" presetSubtype="37" fill="hold" nodeType="with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barn(outVertical)">
                                      <p:cBhvr>
                                        <p:cTn id="44" dur="500"/>
                                        <p:tgtEl>
                                          <p:spTgt spid="53"/>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barn(inVertical)">
                                      <p:cBhvr>
                                        <p:cTn id="49" dur="500"/>
                                        <p:tgtEl>
                                          <p:spTgt spid="50"/>
                                        </p:tgtEl>
                                      </p:cBhvr>
                                    </p:animEffect>
                                  </p:childTnLst>
                                </p:cTn>
                              </p:par>
                            </p:childTnLst>
                          </p:cTn>
                        </p:par>
                        <p:par>
                          <p:cTn id="50" fill="hold">
                            <p:stCondLst>
                              <p:cond delay="500"/>
                            </p:stCondLst>
                            <p:childTnLst>
                              <p:par>
                                <p:cTn id="51" presetID="2" presetClass="entr" presetSubtype="4" fill="hold" grpId="0" nodeType="afterEffect">
                                  <p:stCondLst>
                                    <p:cond delay="0"/>
                                  </p:stCondLst>
                                  <p:childTnLst>
                                    <p:set>
                                      <p:cBhvr>
                                        <p:cTn id="52" dur="1" fill="hold">
                                          <p:stCondLst>
                                            <p:cond delay="0"/>
                                          </p:stCondLst>
                                        </p:cTn>
                                        <p:tgtEl>
                                          <p:spTgt spid="51"/>
                                        </p:tgtEl>
                                        <p:attrNameLst>
                                          <p:attrName>style.visibility</p:attrName>
                                        </p:attrNameLst>
                                      </p:cBhvr>
                                      <p:to>
                                        <p:strVal val="visible"/>
                                      </p:to>
                                    </p:set>
                                    <p:anim calcmode="lin" valueType="num">
                                      <p:cBhvr additive="base">
                                        <p:cTn id="53" dur="500" fill="hold"/>
                                        <p:tgtEl>
                                          <p:spTgt spid="51"/>
                                        </p:tgtEl>
                                        <p:attrNameLst>
                                          <p:attrName>ppt_x</p:attrName>
                                        </p:attrNameLst>
                                      </p:cBhvr>
                                      <p:tavLst>
                                        <p:tav tm="0">
                                          <p:val>
                                            <p:strVal val="#ppt_x"/>
                                          </p:val>
                                        </p:tav>
                                        <p:tav tm="100000">
                                          <p:val>
                                            <p:strVal val="#ppt_x"/>
                                          </p:val>
                                        </p:tav>
                                      </p:tavLst>
                                    </p:anim>
                                    <p:anim calcmode="lin" valueType="num">
                                      <p:cBhvr additive="base">
                                        <p:cTn id="54" dur="500" fill="hold"/>
                                        <p:tgtEl>
                                          <p:spTgt spid="51"/>
                                        </p:tgtEl>
                                        <p:attrNameLst>
                                          <p:attrName>ppt_y</p:attrName>
                                        </p:attrNameLst>
                                      </p:cBhvr>
                                      <p:tavLst>
                                        <p:tav tm="0">
                                          <p:val>
                                            <p:strVal val="1+#ppt_h/2"/>
                                          </p:val>
                                        </p:tav>
                                        <p:tav tm="100000">
                                          <p:val>
                                            <p:strVal val="#ppt_y"/>
                                          </p:val>
                                        </p:tav>
                                      </p:tavLst>
                                    </p:anim>
                                  </p:childTnLst>
                                </p:cTn>
                              </p:par>
                            </p:childTnLst>
                          </p:cTn>
                        </p:par>
                        <p:par>
                          <p:cTn id="55" fill="hold">
                            <p:stCondLst>
                              <p:cond delay="1000"/>
                            </p:stCondLst>
                            <p:childTnLst>
                              <p:par>
                                <p:cTn id="56" presetID="16" presetClass="entr" presetSubtype="37" fill="hold" grpId="0" nodeType="after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barn(outVertical)">
                                      <p:cBhvr>
                                        <p:cTn id="5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28" grpId="0" animBg="1"/>
      <p:bldP spid="29" grpId="0" animBg="1"/>
      <p:bldP spid="30" grpId="0" animBg="1"/>
      <p:bldP spid="32" grpId="0" animBg="1"/>
      <p:bldP spid="50" grpId="0"/>
      <p:bldP spid="51" grpId="0"/>
      <p:bldP spid="3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98B06-F57D-8821-01DF-FBC855C1A5E6}"/>
            </a:ext>
          </a:extLst>
        </p:cNvPr>
        <p:cNvGrpSpPr/>
        <p:nvPr/>
      </p:nvGrpSpPr>
      <p:grpSpPr>
        <a:xfrm>
          <a:off x="0" y="0"/>
          <a:ext cx="0" cy="0"/>
          <a:chOff x="0" y="0"/>
          <a:chExt cx="0" cy="0"/>
        </a:xfrm>
      </p:grpSpPr>
      <p:sp>
        <p:nvSpPr>
          <p:cNvPr id="50" name="Text Box 4">
            <a:extLst>
              <a:ext uri="{FF2B5EF4-FFF2-40B4-BE49-F238E27FC236}">
                <a16:creationId xmlns:a16="http://schemas.microsoft.com/office/drawing/2014/main" id="{D2A8E696-8DD0-CD9C-FAEC-03FC856759C1}"/>
              </a:ext>
            </a:extLst>
          </p:cNvPr>
          <p:cNvSpPr txBox="1">
            <a:spLocks noChangeArrowheads="1"/>
          </p:cNvSpPr>
          <p:nvPr/>
        </p:nvSpPr>
        <p:spPr bwMode="auto">
          <a:xfrm>
            <a:off x="781532" y="270516"/>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t>未来规划</a:t>
            </a:r>
          </a:p>
        </p:txBody>
      </p:sp>
      <p:sp>
        <p:nvSpPr>
          <p:cNvPr id="51" name="Half Frame 12">
            <a:extLst>
              <a:ext uri="{FF2B5EF4-FFF2-40B4-BE49-F238E27FC236}">
                <a16:creationId xmlns:a16="http://schemas.microsoft.com/office/drawing/2014/main" id="{A2C082E1-AF3F-609B-DA3A-5EBA1EAC2F97}"/>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52" name="直线连接符 51">
            <a:extLst>
              <a:ext uri="{FF2B5EF4-FFF2-40B4-BE49-F238E27FC236}">
                <a16:creationId xmlns:a16="http://schemas.microsoft.com/office/drawing/2014/main" id="{DCD64930-83C7-D277-FFC1-70CE136B66E7}"/>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713232" y="868680"/>
            <a:ext cx="2651760" cy="365760"/>
          </a:xfrm>
          <a:prstGeom prst="rect">
            <a:avLst/>
          </a:prstGeom>
          <a:noFill/>
        </p:spPr>
        <p:txBody>
          <a:bodyPr wrap="square" anchor="t">
            <a:spAutoFit/>
          </a:bodyPr>
          <a:lstStyle/>
          <a:p>
            <a:pPr algn="l"/>
            <a:r>
              <a:rPr sz="1400" b="0">
                <a:solidFill>
                  <a:srgbClr val="63727D"/>
                </a:solidFill>
                <a:latin typeface="微软雅黑"/>
              </a:rPr>
              <a:t>AI 时间线与低碳趋势双轮驱动</a:t>
            </a:r>
          </a:p>
        </p:txBody>
      </p:sp>
      <p:sp>
        <p:nvSpPr>
          <p:cNvPr id="54" name="Rounded Rectangle 53"/>
          <p:cNvSpPr/>
          <p:nvPr/>
        </p:nvSpPr>
        <p:spPr>
          <a:xfrm>
            <a:off x="685800" y="1325880"/>
            <a:ext cx="3977639" cy="4754880"/>
          </a:xfrm>
          <a:prstGeom prst="roundRect">
            <a:avLst/>
          </a:prstGeom>
          <a:solidFill>
            <a:srgbClr val="F4FAF7"/>
          </a:solidFill>
          <a:ln>
            <a:solidFill>
              <a:srgbClr val="C9E7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4400" y="1554480"/>
            <a:ext cx="3017520" cy="320040"/>
          </a:xfrm>
          <a:prstGeom prst="rect">
            <a:avLst/>
          </a:prstGeom>
          <a:noFill/>
        </p:spPr>
        <p:txBody>
          <a:bodyPr wrap="square" anchor="t">
            <a:spAutoFit/>
          </a:bodyPr>
          <a:lstStyle/>
          <a:p>
            <a:pPr algn="l"/>
            <a:r>
              <a:rPr sz="2000" b="1">
                <a:solidFill>
                  <a:srgbClr val="1F2933"/>
                </a:solidFill>
                <a:latin typeface="微软雅黑"/>
              </a:rPr>
              <a:t>AI 从兴起走向校园落地</a:t>
            </a:r>
          </a:p>
        </p:txBody>
      </p:sp>
      <p:sp>
        <p:nvSpPr>
          <p:cNvPr id="56" name="TextBox 55"/>
          <p:cNvSpPr txBox="1"/>
          <p:nvPr/>
        </p:nvSpPr>
        <p:spPr>
          <a:xfrm>
            <a:off x="914400" y="1874519"/>
            <a:ext cx="3474720" cy="411480"/>
          </a:xfrm>
          <a:prstGeom prst="rect">
            <a:avLst/>
          </a:prstGeom>
          <a:noFill/>
        </p:spPr>
        <p:txBody>
          <a:bodyPr wrap="square" anchor="t">
            <a:spAutoFit/>
          </a:bodyPr>
          <a:lstStyle/>
          <a:p>
            <a:pPr algn="l"/>
            <a:r>
              <a:rPr sz="1100" b="0">
                <a:solidFill>
                  <a:srgbClr val="63727D"/>
                </a:solidFill>
                <a:latin typeface="微软雅黑"/>
              </a:rPr>
              <a:t>从规则计算到生成式智能，AI 正进入校园治理与行为引导阶段。</a:t>
            </a:r>
          </a:p>
        </p:txBody>
      </p:sp>
      <p:sp>
        <p:nvSpPr>
          <p:cNvPr id="57" name="Rectangle 56"/>
          <p:cNvSpPr/>
          <p:nvPr/>
        </p:nvSpPr>
        <p:spPr>
          <a:xfrm>
            <a:off x="1097280" y="2423160"/>
            <a:ext cx="45720" cy="2926080"/>
          </a:xfrm>
          <a:prstGeom prst="rect">
            <a:avLst/>
          </a:prstGeom>
          <a:solidFill>
            <a:srgbClr val="35B07A"/>
          </a:solidFill>
          <a:ln>
            <a:solidFill>
              <a:srgbClr val="35B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960120" y="2331720"/>
            <a:ext cx="320040" cy="320040"/>
          </a:xfrm>
          <a:prstGeom prst="ellipse">
            <a:avLst/>
          </a:prstGeom>
          <a:solidFill>
            <a:srgbClr val="FFFFFF"/>
          </a:solidFill>
          <a:ln w="25400">
            <a:solidFill>
              <a:srgbClr val="35B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417320" y="2313432"/>
            <a:ext cx="640080" cy="228600"/>
          </a:xfrm>
          <a:prstGeom prst="rect">
            <a:avLst/>
          </a:prstGeom>
          <a:noFill/>
        </p:spPr>
        <p:txBody>
          <a:bodyPr wrap="square" anchor="t">
            <a:spAutoFit/>
          </a:bodyPr>
          <a:lstStyle/>
          <a:p>
            <a:pPr algn="l"/>
            <a:r>
              <a:rPr sz="1600" b="1">
                <a:solidFill>
                  <a:srgbClr val="35B07A"/>
                </a:solidFill>
                <a:latin typeface="微软雅黑"/>
              </a:rPr>
              <a:t>1956</a:t>
            </a:r>
          </a:p>
        </p:txBody>
      </p:sp>
      <p:sp>
        <p:nvSpPr>
          <p:cNvPr id="60" name="TextBox 59"/>
          <p:cNvSpPr txBox="1"/>
          <p:nvPr/>
        </p:nvSpPr>
        <p:spPr>
          <a:xfrm>
            <a:off x="2011680" y="2304288"/>
            <a:ext cx="1828800" cy="256032"/>
          </a:xfrm>
          <a:prstGeom prst="rect">
            <a:avLst/>
          </a:prstGeom>
          <a:noFill/>
        </p:spPr>
        <p:txBody>
          <a:bodyPr wrap="square" anchor="t">
            <a:spAutoFit/>
          </a:bodyPr>
          <a:lstStyle/>
          <a:p>
            <a:pPr algn="l"/>
            <a:r>
              <a:rPr sz="1500" b="1">
                <a:solidFill>
                  <a:srgbClr val="1F2933"/>
                </a:solidFill>
                <a:latin typeface="微软雅黑"/>
              </a:rPr>
              <a:t>AI 概念提出</a:t>
            </a:r>
          </a:p>
        </p:txBody>
      </p:sp>
      <p:sp>
        <p:nvSpPr>
          <p:cNvPr id="61" name="TextBox 60"/>
          <p:cNvSpPr txBox="1"/>
          <p:nvPr/>
        </p:nvSpPr>
        <p:spPr>
          <a:xfrm>
            <a:off x="2011680" y="2542032"/>
            <a:ext cx="2331720" cy="384048"/>
          </a:xfrm>
          <a:prstGeom prst="rect">
            <a:avLst/>
          </a:prstGeom>
          <a:noFill/>
        </p:spPr>
        <p:txBody>
          <a:bodyPr wrap="square" anchor="t">
            <a:spAutoFit/>
          </a:bodyPr>
          <a:lstStyle/>
          <a:p>
            <a:pPr algn="l"/>
            <a:r>
              <a:rPr sz="1050" b="0">
                <a:solidFill>
                  <a:srgbClr val="63727D"/>
                </a:solidFill>
                <a:latin typeface="微软雅黑"/>
              </a:rPr>
              <a:t>人工智能成为独立研究方向，完成从“能不能做”到“可以研究”的起点。</a:t>
            </a:r>
          </a:p>
        </p:txBody>
      </p:sp>
      <p:sp>
        <p:nvSpPr>
          <p:cNvPr id="62" name="Oval 61"/>
          <p:cNvSpPr/>
          <p:nvPr/>
        </p:nvSpPr>
        <p:spPr>
          <a:xfrm>
            <a:off x="960120" y="3081527"/>
            <a:ext cx="320040" cy="320040"/>
          </a:xfrm>
          <a:prstGeom prst="ellipse">
            <a:avLst/>
          </a:prstGeom>
          <a:solidFill>
            <a:srgbClr val="FFFFFF"/>
          </a:solidFill>
          <a:ln w="25400">
            <a:solidFill>
              <a:srgbClr val="35B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417320" y="3063239"/>
            <a:ext cx="640080" cy="228600"/>
          </a:xfrm>
          <a:prstGeom prst="rect">
            <a:avLst/>
          </a:prstGeom>
          <a:noFill/>
        </p:spPr>
        <p:txBody>
          <a:bodyPr wrap="square" anchor="t">
            <a:spAutoFit/>
          </a:bodyPr>
          <a:lstStyle/>
          <a:p>
            <a:pPr algn="l"/>
            <a:r>
              <a:rPr sz="1600" b="1">
                <a:solidFill>
                  <a:srgbClr val="35B07A"/>
                </a:solidFill>
                <a:latin typeface="微软雅黑"/>
              </a:rPr>
              <a:t>2012</a:t>
            </a:r>
          </a:p>
        </p:txBody>
      </p:sp>
      <p:sp>
        <p:nvSpPr>
          <p:cNvPr id="64" name="TextBox 63"/>
          <p:cNvSpPr txBox="1"/>
          <p:nvPr/>
        </p:nvSpPr>
        <p:spPr>
          <a:xfrm>
            <a:off x="2011680" y="3054096"/>
            <a:ext cx="1828800" cy="256032"/>
          </a:xfrm>
          <a:prstGeom prst="rect">
            <a:avLst/>
          </a:prstGeom>
          <a:noFill/>
        </p:spPr>
        <p:txBody>
          <a:bodyPr wrap="square" anchor="t">
            <a:spAutoFit/>
          </a:bodyPr>
          <a:lstStyle/>
          <a:p>
            <a:pPr algn="l"/>
            <a:r>
              <a:rPr sz="1500" b="1">
                <a:solidFill>
                  <a:srgbClr val="1F2933"/>
                </a:solidFill>
                <a:latin typeface="微软雅黑"/>
              </a:rPr>
              <a:t>深度学习突破</a:t>
            </a:r>
          </a:p>
        </p:txBody>
      </p:sp>
      <p:sp>
        <p:nvSpPr>
          <p:cNvPr id="65" name="TextBox 64"/>
          <p:cNvSpPr txBox="1"/>
          <p:nvPr/>
        </p:nvSpPr>
        <p:spPr>
          <a:xfrm>
            <a:off x="2011680" y="3291839"/>
            <a:ext cx="2331720" cy="384048"/>
          </a:xfrm>
          <a:prstGeom prst="rect">
            <a:avLst/>
          </a:prstGeom>
          <a:noFill/>
        </p:spPr>
        <p:txBody>
          <a:bodyPr wrap="square" anchor="t">
            <a:spAutoFit/>
          </a:bodyPr>
          <a:lstStyle/>
          <a:p>
            <a:pPr algn="l"/>
            <a:r>
              <a:rPr sz="1050" b="0">
                <a:solidFill>
                  <a:srgbClr val="63727D"/>
                </a:solidFill>
                <a:latin typeface="微软雅黑"/>
              </a:rPr>
              <a:t>图像识别等任务精度跃升，AI 从实验室走向大规模场景应用。</a:t>
            </a:r>
          </a:p>
        </p:txBody>
      </p:sp>
      <p:sp>
        <p:nvSpPr>
          <p:cNvPr id="66" name="Oval 65"/>
          <p:cNvSpPr/>
          <p:nvPr/>
        </p:nvSpPr>
        <p:spPr>
          <a:xfrm>
            <a:off x="960120" y="3831335"/>
            <a:ext cx="320040" cy="320040"/>
          </a:xfrm>
          <a:prstGeom prst="ellipse">
            <a:avLst/>
          </a:prstGeom>
          <a:solidFill>
            <a:srgbClr val="FFFFFF"/>
          </a:solidFill>
          <a:ln w="25400">
            <a:solidFill>
              <a:srgbClr val="35B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417320" y="3813048"/>
            <a:ext cx="640080" cy="228600"/>
          </a:xfrm>
          <a:prstGeom prst="rect">
            <a:avLst/>
          </a:prstGeom>
          <a:noFill/>
        </p:spPr>
        <p:txBody>
          <a:bodyPr wrap="square" anchor="t">
            <a:spAutoFit/>
          </a:bodyPr>
          <a:lstStyle/>
          <a:p>
            <a:pPr algn="l"/>
            <a:r>
              <a:rPr sz="1600" b="1">
                <a:solidFill>
                  <a:srgbClr val="35B07A"/>
                </a:solidFill>
                <a:latin typeface="微软雅黑"/>
              </a:rPr>
              <a:t>2022</a:t>
            </a:r>
          </a:p>
        </p:txBody>
      </p:sp>
      <p:sp>
        <p:nvSpPr>
          <p:cNvPr id="68" name="TextBox 67"/>
          <p:cNvSpPr txBox="1"/>
          <p:nvPr/>
        </p:nvSpPr>
        <p:spPr>
          <a:xfrm>
            <a:off x="2011680" y="3803903"/>
            <a:ext cx="1828800" cy="256032"/>
          </a:xfrm>
          <a:prstGeom prst="rect">
            <a:avLst/>
          </a:prstGeom>
          <a:noFill/>
        </p:spPr>
        <p:txBody>
          <a:bodyPr wrap="square" anchor="t">
            <a:spAutoFit/>
          </a:bodyPr>
          <a:lstStyle/>
          <a:p>
            <a:pPr algn="l"/>
            <a:r>
              <a:rPr sz="1500" b="1">
                <a:solidFill>
                  <a:srgbClr val="1F2933"/>
                </a:solidFill>
                <a:latin typeface="微软雅黑"/>
              </a:rPr>
              <a:t>生成式 AI 爆发</a:t>
            </a:r>
          </a:p>
        </p:txBody>
      </p:sp>
      <p:sp>
        <p:nvSpPr>
          <p:cNvPr id="69" name="TextBox 68"/>
          <p:cNvSpPr txBox="1"/>
          <p:nvPr/>
        </p:nvSpPr>
        <p:spPr>
          <a:xfrm>
            <a:off x="2011680" y="4041648"/>
            <a:ext cx="2331720" cy="384048"/>
          </a:xfrm>
          <a:prstGeom prst="rect">
            <a:avLst/>
          </a:prstGeom>
          <a:noFill/>
        </p:spPr>
        <p:txBody>
          <a:bodyPr wrap="square" anchor="t">
            <a:spAutoFit/>
          </a:bodyPr>
          <a:lstStyle/>
          <a:p>
            <a:pPr algn="l"/>
            <a:r>
              <a:rPr sz="1050" b="0">
                <a:solidFill>
                  <a:srgbClr val="63727D"/>
                </a:solidFill>
                <a:latin typeface="微软雅黑"/>
              </a:rPr>
              <a:t>大模型推动自然语言交互、知识问答和智能助手快速普及。</a:t>
            </a:r>
          </a:p>
        </p:txBody>
      </p:sp>
      <p:sp>
        <p:nvSpPr>
          <p:cNvPr id="70" name="Oval 69"/>
          <p:cNvSpPr/>
          <p:nvPr/>
        </p:nvSpPr>
        <p:spPr>
          <a:xfrm>
            <a:off x="960120" y="4581144"/>
            <a:ext cx="320040" cy="320040"/>
          </a:xfrm>
          <a:prstGeom prst="ellipse">
            <a:avLst/>
          </a:prstGeom>
          <a:solidFill>
            <a:srgbClr val="FFFFFF"/>
          </a:solidFill>
          <a:ln w="25400">
            <a:solidFill>
              <a:srgbClr val="35B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417320" y="4562856"/>
            <a:ext cx="640080" cy="228600"/>
          </a:xfrm>
          <a:prstGeom prst="rect">
            <a:avLst/>
          </a:prstGeom>
          <a:noFill/>
        </p:spPr>
        <p:txBody>
          <a:bodyPr wrap="square" anchor="t">
            <a:spAutoFit/>
          </a:bodyPr>
          <a:lstStyle/>
          <a:p>
            <a:pPr algn="l"/>
            <a:r>
              <a:rPr sz="1600" b="1">
                <a:solidFill>
                  <a:srgbClr val="35B07A"/>
                </a:solidFill>
                <a:latin typeface="微软雅黑"/>
              </a:rPr>
              <a:t>未来</a:t>
            </a:r>
          </a:p>
        </p:txBody>
      </p:sp>
      <p:sp>
        <p:nvSpPr>
          <p:cNvPr id="72" name="TextBox 71"/>
          <p:cNvSpPr txBox="1"/>
          <p:nvPr/>
        </p:nvSpPr>
        <p:spPr>
          <a:xfrm>
            <a:off x="2011680" y="4553712"/>
            <a:ext cx="1828800" cy="256032"/>
          </a:xfrm>
          <a:prstGeom prst="rect">
            <a:avLst/>
          </a:prstGeom>
          <a:noFill/>
        </p:spPr>
        <p:txBody>
          <a:bodyPr wrap="square" anchor="t">
            <a:spAutoFit/>
          </a:bodyPr>
          <a:lstStyle/>
          <a:p>
            <a:pPr algn="l"/>
            <a:r>
              <a:rPr sz="1500" b="1">
                <a:solidFill>
                  <a:srgbClr val="1F2933"/>
                </a:solidFill>
                <a:latin typeface="微软雅黑"/>
              </a:rPr>
              <a:t>校园 AI 智能体</a:t>
            </a:r>
          </a:p>
        </p:txBody>
      </p:sp>
      <p:sp>
        <p:nvSpPr>
          <p:cNvPr id="73" name="TextBox 72"/>
          <p:cNvSpPr txBox="1"/>
          <p:nvPr/>
        </p:nvSpPr>
        <p:spPr>
          <a:xfrm>
            <a:off x="2011680" y="4791456"/>
            <a:ext cx="2331720" cy="384048"/>
          </a:xfrm>
          <a:prstGeom prst="rect">
            <a:avLst/>
          </a:prstGeom>
          <a:noFill/>
        </p:spPr>
        <p:txBody>
          <a:bodyPr wrap="square" anchor="t">
            <a:spAutoFit/>
          </a:bodyPr>
          <a:lstStyle/>
          <a:p>
            <a:pPr algn="l"/>
            <a:r>
              <a:rPr sz="1050" b="0">
                <a:solidFill>
                  <a:srgbClr val="63727D"/>
                </a:solidFill>
                <a:latin typeface="微软雅黑"/>
              </a:rPr>
              <a:t>结合水电、餐损、出行数据做预测预警、节能推荐与个性化积分激励。</a:t>
            </a:r>
          </a:p>
        </p:txBody>
      </p:sp>
      <p:sp>
        <p:nvSpPr>
          <p:cNvPr id="74" name="TextBox 73"/>
          <p:cNvSpPr txBox="1"/>
          <p:nvPr/>
        </p:nvSpPr>
        <p:spPr>
          <a:xfrm>
            <a:off x="4892040" y="1536192"/>
            <a:ext cx="3017520" cy="320040"/>
          </a:xfrm>
          <a:prstGeom prst="rect">
            <a:avLst/>
          </a:prstGeom>
          <a:noFill/>
        </p:spPr>
        <p:txBody>
          <a:bodyPr wrap="square" anchor="t">
            <a:spAutoFit/>
          </a:bodyPr>
          <a:lstStyle/>
          <a:p>
            <a:pPr algn="l"/>
            <a:r>
              <a:rPr sz="2000" b="1">
                <a:solidFill>
                  <a:srgbClr val="1F2933"/>
                </a:solidFill>
                <a:latin typeface="微软雅黑"/>
              </a:rPr>
              <a:t>项目下一阶段重点</a:t>
            </a:r>
          </a:p>
        </p:txBody>
      </p:sp>
      <p:sp>
        <p:nvSpPr>
          <p:cNvPr id="75" name="Rounded Rectangle 74"/>
          <p:cNvSpPr/>
          <p:nvPr/>
        </p:nvSpPr>
        <p:spPr>
          <a:xfrm>
            <a:off x="4846320" y="1874519"/>
            <a:ext cx="3794760" cy="804672"/>
          </a:xfrm>
          <a:prstGeom prst="roundRect">
            <a:avLst/>
          </a:prstGeom>
          <a:solidFill>
            <a:srgbClr val="E7F6EF"/>
          </a:solidFill>
          <a:ln>
            <a:solidFill>
              <a:srgbClr val="C9E7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074920" y="1984248"/>
            <a:ext cx="1645920" cy="201168"/>
          </a:xfrm>
          <a:prstGeom prst="rect">
            <a:avLst/>
          </a:prstGeom>
          <a:noFill/>
        </p:spPr>
        <p:txBody>
          <a:bodyPr wrap="square" anchor="t">
            <a:spAutoFit/>
          </a:bodyPr>
          <a:lstStyle/>
          <a:p>
            <a:pPr algn="l"/>
            <a:r>
              <a:rPr sz="1400" b="1">
                <a:solidFill>
                  <a:srgbClr val="35B07A"/>
                </a:solidFill>
                <a:latin typeface="微软雅黑"/>
              </a:rPr>
              <a:t>01 接入出行端</a:t>
            </a:r>
          </a:p>
        </p:txBody>
      </p:sp>
      <p:sp>
        <p:nvSpPr>
          <p:cNvPr id="77" name="TextBox 76"/>
          <p:cNvSpPr txBox="1"/>
          <p:nvPr/>
        </p:nvSpPr>
        <p:spPr>
          <a:xfrm>
            <a:off x="6355080" y="1965960"/>
            <a:ext cx="2011680" cy="411480"/>
          </a:xfrm>
          <a:prstGeom prst="rect">
            <a:avLst/>
          </a:prstGeom>
          <a:noFill/>
        </p:spPr>
        <p:txBody>
          <a:bodyPr wrap="square" anchor="t">
            <a:spAutoFit/>
          </a:bodyPr>
          <a:lstStyle/>
          <a:p>
            <a:pPr algn="l"/>
            <a:r>
              <a:rPr sz="1080" b="0">
                <a:solidFill>
                  <a:srgbClr val="1F2933"/>
                </a:solidFill>
                <a:latin typeface="微软雅黑"/>
              </a:rPr>
              <a:t>把手机端低碳出行并入统一平台，打通账号、积分、排行榜与碳画像。</a:t>
            </a:r>
          </a:p>
        </p:txBody>
      </p:sp>
      <p:sp>
        <p:nvSpPr>
          <p:cNvPr id="78" name="Rounded Rectangle 77"/>
          <p:cNvSpPr/>
          <p:nvPr/>
        </p:nvSpPr>
        <p:spPr>
          <a:xfrm>
            <a:off x="4846320" y="2880360"/>
            <a:ext cx="3794760" cy="804672"/>
          </a:xfrm>
          <a:prstGeom prst="roundRect">
            <a:avLst/>
          </a:prstGeom>
          <a:solidFill>
            <a:srgbClr val="E7F6EF"/>
          </a:solidFill>
          <a:ln>
            <a:solidFill>
              <a:srgbClr val="C9E7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74920" y="2990088"/>
            <a:ext cx="1645920" cy="201168"/>
          </a:xfrm>
          <a:prstGeom prst="rect">
            <a:avLst/>
          </a:prstGeom>
          <a:noFill/>
        </p:spPr>
        <p:txBody>
          <a:bodyPr wrap="square" anchor="t">
            <a:spAutoFit/>
          </a:bodyPr>
          <a:lstStyle/>
          <a:p>
            <a:pPr algn="l"/>
            <a:r>
              <a:rPr sz="1400" b="1">
                <a:solidFill>
                  <a:srgbClr val="35B07A"/>
                </a:solidFill>
                <a:latin typeface="微软雅黑"/>
              </a:rPr>
              <a:t>02 AI 预测预警</a:t>
            </a:r>
          </a:p>
        </p:txBody>
      </p:sp>
      <p:sp>
        <p:nvSpPr>
          <p:cNvPr id="80" name="TextBox 79"/>
          <p:cNvSpPr txBox="1"/>
          <p:nvPr/>
        </p:nvSpPr>
        <p:spPr>
          <a:xfrm>
            <a:off x="6355080" y="2971800"/>
            <a:ext cx="2011680" cy="411480"/>
          </a:xfrm>
          <a:prstGeom prst="rect">
            <a:avLst/>
          </a:prstGeom>
          <a:noFill/>
        </p:spPr>
        <p:txBody>
          <a:bodyPr wrap="square" anchor="t">
            <a:spAutoFit/>
          </a:bodyPr>
          <a:lstStyle/>
          <a:p>
            <a:pPr algn="l"/>
            <a:r>
              <a:rPr sz="1080" b="0">
                <a:solidFill>
                  <a:srgbClr val="1F2933"/>
                </a:solidFill>
                <a:latin typeface="微软雅黑"/>
              </a:rPr>
              <a:t>基于历史水电、餐损、天气与作息数据，识别异常浪费并提前提醒。</a:t>
            </a:r>
          </a:p>
        </p:txBody>
      </p:sp>
      <p:sp>
        <p:nvSpPr>
          <p:cNvPr id="81" name="Rounded Rectangle 80"/>
          <p:cNvSpPr/>
          <p:nvPr/>
        </p:nvSpPr>
        <p:spPr>
          <a:xfrm>
            <a:off x="4846320" y="3886200"/>
            <a:ext cx="3794760" cy="804672"/>
          </a:xfrm>
          <a:prstGeom prst="roundRect">
            <a:avLst/>
          </a:prstGeom>
          <a:solidFill>
            <a:srgbClr val="E7F6EF"/>
          </a:solidFill>
          <a:ln>
            <a:solidFill>
              <a:srgbClr val="C9E7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074920" y="3995928"/>
            <a:ext cx="1645920" cy="201168"/>
          </a:xfrm>
          <a:prstGeom prst="rect">
            <a:avLst/>
          </a:prstGeom>
          <a:noFill/>
        </p:spPr>
        <p:txBody>
          <a:bodyPr wrap="square" anchor="t">
            <a:spAutoFit/>
          </a:bodyPr>
          <a:lstStyle/>
          <a:p>
            <a:pPr algn="l"/>
            <a:r>
              <a:rPr sz="1400" b="1">
                <a:solidFill>
                  <a:srgbClr val="35B07A"/>
                </a:solidFill>
                <a:latin typeface="微软雅黑"/>
              </a:rPr>
              <a:t>03 个性化推荐</a:t>
            </a:r>
          </a:p>
        </p:txBody>
      </p:sp>
      <p:sp>
        <p:nvSpPr>
          <p:cNvPr id="83" name="TextBox 82"/>
          <p:cNvSpPr txBox="1"/>
          <p:nvPr/>
        </p:nvSpPr>
        <p:spPr>
          <a:xfrm>
            <a:off x="6355080" y="3977639"/>
            <a:ext cx="2011680" cy="411480"/>
          </a:xfrm>
          <a:prstGeom prst="rect">
            <a:avLst/>
          </a:prstGeom>
          <a:noFill/>
        </p:spPr>
        <p:txBody>
          <a:bodyPr wrap="square" anchor="t">
            <a:spAutoFit/>
          </a:bodyPr>
          <a:lstStyle/>
          <a:p>
            <a:pPr algn="l"/>
            <a:r>
              <a:rPr sz="1080" b="0">
                <a:solidFill>
                  <a:srgbClr val="1F2933"/>
                </a:solidFill>
                <a:latin typeface="微软雅黑"/>
              </a:rPr>
              <a:t>按学生、宿舍、楼栋生成节能建议，推动步行骑行、错峰用电与光盘行动。</a:t>
            </a:r>
          </a:p>
        </p:txBody>
      </p:sp>
      <p:sp>
        <p:nvSpPr>
          <p:cNvPr id="84" name="Rounded Rectangle 83"/>
          <p:cNvSpPr/>
          <p:nvPr/>
        </p:nvSpPr>
        <p:spPr>
          <a:xfrm>
            <a:off x="4846320" y="4892040"/>
            <a:ext cx="3794760" cy="804672"/>
          </a:xfrm>
          <a:prstGeom prst="roundRect">
            <a:avLst/>
          </a:prstGeom>
          <a:solidFill>
            <a:srgbClr val="E7F6EF"/>
          </a:solidFill>
          <a:ln>
            <a:solidFill>
              <a:srgbClr val="C9E7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074920" y="5001768"/>
            <a:ext cx="1645920" cy="201168"/>
          </a:xfrm>
          <a:prstGeom prst="rect">
            <a:avLst/>
          </a:prstGeom>
          <a:noFill/>
        </p:spPr>
        <p:txBody>
          <a:bodyPr wrap="square" anchor="t">
            <a:spAutoFit/>
          </a:bodyPr>
          <a:lstStyle/>
          <a:p>
            <a:pPr algn="l"/>
            <a:r>
              <a:rPr sz="1400" b="1">
                <a:solidFill>
                  <a:srgbClr val="35B07A"/>
                </a:solidFill>
                <a:latin typeface="微软雅黑"/>
              </a:rPr>
              <a:t>04 运营闭环</a:t>
            </a:r>
          </a:p>
        </p:txBody>
      </p:sp>
      <p:sp>
        <p:nvSpPr>
          <p:cNvPr id="86" name="TextBox 85"/>
          <p:cNvSpPr txBox="1"/>
          <p:nvPr/>
        </p:nvSpPr>
        <p:spPr>
          <a:xfrm>
            <a:off x="6355080" y="4983479"/>
            <a:ext cx="2011680" cy="411480"/>
          </a:xfrm>
          <a:prstGeom prst="rect">
            <a:avLst/>
          </a:prstGeom>
          <a:noFill/>
        </p:spPr>
        <p:txBody>
          <a:bodyPr wrap="square" anchor="t">
            <a:spAutoFit/>
          </a:bodyPr>
          <a:lstStyle/>
          <a:p>
            <a:pPr algn="l"/>
            <a:r>
              <a:rPr sz="1080" b="0">
                <a:solidFill>
                  <a:srgbClr val="1F2933"/>
                </a:solidFill>
                <a:latin typeface="微软雅黑"/>
              </a:rPr>
              <a:t>联动后勤、餐厅、宿管与活动运营，让监测、分析、激励、复盘形成长期机制。</a:t>
            </a:r>
          </a:p>
        </p:txBody>
      </p:sp>
      <p:sp>
        <p:nvSpPr>
          <p:cNvPr id="87" name="TextBox 86"/>
          <p:cNvSpPr txBox="1"/>
          <p:nvPr/>
        </p:nvSpPr>
        <p:spPr>
          <a:xfrm>
            <a:off x="4892040" y="5806440"/>
            <a:ext cx="3840480" cy="329184"/>
          </a:xfrm>
          <a:prstGeom prst="rect">
            <a:avLst/>
          </a:prstGeom>
          <a:noFill/>
        </p:spPr>
        <p:txBody>
          <a:bodyPr wrap="square" anchor="t">
            <a:spAutoFit/>
          </a:bodyPr>
          <a:lstStyle/>
          <a:p>
            <a:pPr algn="l"/>
            <a:r>
              <a:rPr sz="1150" b="0">
                <a:solidFill>
                  <a:srgbClr val="63727D"/>
                </a:solidFill>
                <a:latin typeface="微软雅黑"/>
              </a:rPr>
              <a:t>低碳趋势判断：政策长期化、治理精细化、行为可量化、校园品牌绿色化。</a:t>
            </a:r>
          </a:p>
        </p:txBody>
      </p:sp>
    </p:spTree>
    <p:extLst>
      <p:ext uri="{BB962C8B-B14F-4D97-AF65-F5344CB8AC3E}">
        <p14:creationId xmlns:p14="http://schemas.microsoft.com/office/powerpoint/2010/main" val="3516181939"/>
      </p:ext>
    </p:extLst>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14:presetBounceEnd="81000">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14:bounceEnd="81000">
                                          <p:cBhvr additive="base">
                                            <p:cTn id="7" dur="1000" fill="hold"/>
                                            <p:tgtEl>
                                              <p:spTgt spid="50"/>
                                            </p:tgtEl>
                                            <p:attrNameLst>
                                              <p:attrName>ppt_x</p:attrName>
                                            </p:attrNameLst>
                                          </p:cBhvr>
                                          <p:tavLst>
                                            <p:tav tm="0">
                                              <p:val>
                                                <p:strVal val="#ppt_x"/>
                                              </p:val>
                                            </p:tav>
                                            <p:tav tm="100000">
                                              <p:val>
                                                <p:strVal val="#ppt_x"/>
                                              </p:val>
                                            </p:tav>
                                          </p:tavLst>
                                        </p:anim>
                                        <p:anim calcmode="lin" valueType="num" p14:bounceEnd="81000">
                                          <p:cBhvr additive="base">
                                            <p:cTn id="8" dur="1000" fill="hold"/>
                                            <p:tgtEl>
                                              <p:spTgt spid="50"/>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wipe(left)">
                                          <p:cBhvr>
                                            <p:cTn id="1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additive="base">
                                            <p:cTn id="7" dur="1000" fill="hold"/>
                                            <p:tgtEl>
                                              <p:spTgt spid="50"/>
                                            </p:tgtEl>
                                            <p:attrNameLst>
                                              <p:attrName>ppt_x</p:attrName>
                                            </p:attrNameLst>
                                          </p:cBhvr>
                                          <p:tavLst>
                                            <p:tav tm="0">
                                              <p:val>
                                                <p:strVal val="#ppt_x"/>
                                              </p:val>
                                            </p:tav>
                                            <p:tav tm="100000">
                                              <p:val>
                                                <p:strVal val="#ppt_x"/>
                                              </p:val>
                                            </p:tav>
                                          </p:tavLst>
                                        </p:anim>
                                        <p:anim calcmode="lin" valueType="num">
                                          <p:cBhvr additive="base">
                                            <p:cTn id="8" dur="1000" fill="hold"/>
                                            <p:tgtEl>
                                              <p:spTgt spid="50"/>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wipe(left)">
                                          <p:cBhvr>
                                            <p:cTn id="1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7AD06-0454-EF1A-D0B8-4D3F87118AEA}"/>
            </a:ext>
          </a:extLst>
        </p:cNvPr>
        <p:cNvGrpSpPr/>
        <p:nvPr/>
      </p:nvGrpSpPr>
      <p:grpSpPr>
        <a:xfrm>
          <a:off x="0" y="0"/>
          <a:ext cx="0" cy="0"/>
          <a:chOff x="0" y="0"/>
          <a:chExt cx="0" cy="0"/>
        </a:xfrm>
      </p:grpSpPr>
      <p:sp>
        <p:nvSpPr>
          <p:cNvPr id="50" name="Text Box 4">
            <a:extLst>
              <a:ext uri="{FF2B5EF4-FFF2-40B4-BE49-F238E27FC236}">
                <a16:creationId xmlns:a16="http://schemas.microsoft.com/office/drawing/2014/main" id="{418181FF-187E-309E-191E-7CDC4CE98E10}"/>
              </a:ext>
            </a:extLst>
          </p:cNvPr>
          <p:cNvSpPr txBox="1">
            <a:spLocks noChangeArrowheads="1"/>
          </p:cNvSpPr>
          <p:nvPr/>
        </p:nvSpPr>
        <p:spPr bwMode="auto">
          <a:xfrm>
            <a:off x="781532" y="270516"/>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t>总结</a:t>
            </a:r>
          </a:p>
        </p:txBody>
      </p:sp>
      <p:sp>
        <p:nvSpPr>
          <p:cNvPr id="51" name="Half Frame 12">
            <a:extLst>
              <a:ext uri="{FF2B5EF4-FFF2-40B4-BE49-F238E27FC236}">
                <a16:creationId xmlns:a16="http://schemas.microsoft.com/office/drawing/2014/main" id="{3ED639D3-F744-C5B5-686F-F9F469F85643}"/>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52" name="直线连接符 51">
            <a:extLst>
              <a:ext uri="{FF2B5EF4-FFF2-40B4-BE49-F238E27FC236}">
                <a16:creationId xmlns:a16="http://schemas.microsoft.com/office/drawing/2014/main" id="{00909820-EBCA-334F-2D9E-C21B718FE5DE}"/>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713232" y="868680"/>
            <a:ext cx="2834640" cy="365760"/>
          </a:xfrm>
          <a:prstGeom prst="rect">
            <a:avLst/>
          </a:prstGeom>
          <a:noFill/>
        </p:spPr>
        <p:txBody>
          <a:bodyPr wrap="square" anchor="t">
            <a:spAutoFit/>
          </a:bodyPr>
          <a:lstStyle/>
          <a:p>
            <a:pPr algn="l"/>
            <a:r>
              <a:rPr sz="1400" b="0">
                <a:solidFill>
                  <a:srgbClr val="63727D"/>
                </a:solidFill>
                <a:latin typeface="微软雅黑"/>
              </a:rPr>
              <a:t>从单点功能走向统一低碳校园平台</a:t>
            </a:r>
          </a:p>
        </p:txBody>
      </p:sp>
      <p:sp>
        <p:nvSpPr>
          <p:cNvPr id="54" name="Rounded Rectangle 53"/>
          <p:cNvSpPr/>
          <p:nvPr/>
        </p:nvSpPr>
        <p:spPr>
          <a:xfrm>
            <a:off x="777240" y="1508760"/>
            <a:ext cx="2468880" cy="1234440"/>
          </a:xfrm>
          <a:prstGeom prst="roundRect">
            <a:avLst/>
          </a:prstGeom>
          <a:solidFill>
            <a:srgbClr val="FFFFFF"/>
          </a:solidFill>
          <a:ln>
            <a:solidFill>
              <a:srgbClr val="C9E7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41832" y="1719072"/>
            <a:ext cx="1097280" cy="228600"/>
          </a:xfrm>
          <a:prstGeom prst="rect">
            <a:avLst/>
          </a:prstGeom>
          <a:noFill/>
        </p:spPr>
        <p:txBody>
          <a:bodyPr wrap="square" anchor="t">
            <a:spAutoFit/>
          </a:bodyPr>
          <a:lstStyle/>
          <a:p>
            <a:pPr algn="l"/>
            <a:r>
              <a:rPr sz="1800" b="1">
                <a:solidFill>
                  <a:srgbClr val="35B07A"/>
                </a:solidFill>
                <a:latin typeface="微软雅黑"/>
              </a:rPr>
              <a:t>场景整合</a:t>
            </a:r>
          </a:p>
        </p:txBody>
      </p:sp>
      <p:sp>
        <p:nvSpPr>
          <p:cNvPr id="56" name="TextBox 55"/>
          <p:cNvSpPr txBox="1"/>
          <p:nvPr/>
        </p:nvSpPr>
        <p:spPr>
          <a:xfrm>
            <a:off x="941832" y="2029968"/>
            <a:ext cx="2103120" cy="530352"/>
          </a:xfrm>
          <a:prstGeom prst="rect">
            <a:avLst/>
          </a:prstGeom>
          <a:noFill/>
        </p:spPr>
        <p:txBody>
          <a:bodyPr wrap="square" anchor="t">
            <a:spAutoFit/>
          </a:bodyPr>
          <a:lstStyle/>
          <a:p>
            <a:pPr algn="l"/>
            <a:r>
              <a:rPr sz="1150" b="0">
                <a:solidFill>
                  <a:srgbClr val="1F2933"/>
                </a:solidFill>
                <a:latin typeface="微软雅黑"/>
              </a:rPr>
              <a:t>已覆盖宿舍水电、餐厅餐损，并预留低碳出行接入路径。</a:t>
            </a:r>
          </a:p>
        </p:txBody>
      </p:sp>
      <p:sp>
        <p:nvSpPr>
          <p:cNvPr id="57" name="Rounded Rectangle 56"/>
          <p:cNvSpPr/>
          <p:nvPr/>
        </p:nvSpPr>
        <p:spPr>
          <a:xfrm>
            <a:off x="3566160" y="1508760"/>
            <a:ext cx="2468880" cy="1234440"/>
          </a:xfrm>
          <a:prstGeom prst="roundRect">
            <a:avLst/>
          </a:prstGeom>
          <a:solidFill>
            <a:srgbClr val="FFFFFF"/>
          </a:solidFill>
          <a:ln>
            <a:solidFill>
              <a:srgbClr val="C9E7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730752" y="1719072"/>
            <a:ext cx="1097280" cy="228600"/>
          </a:xfrm>
          <a:prstGeom prst="rect">
            <a:avLst/>
          </a:prstGeom>
          <a:noFill/>
        </p:spPr>
        <p:txBody>
          <a:bodyPr wrap="square" anchor="t">
            <a:spAutoFit/>
          </a:bodyPr>
          <a:lstStyle/>
          <a:p>
            <a:pPr algn="l"/>
            <a:r>
              <a:rPr sz="1800" b="1">
                <a:solidFill>
                  <a:srgbClr val="35B07A"/>
                </a:solidFill>
                <a:latin typeface="微软雅黑"/>
              </a:rPr>
              <a:t>数据闭环</a:t>
            </a:r>
          </a:p>
        </p:txBody>
      </p:sp>
      <p:sp>
        <p:nvSpPr>
          <p:cNvPr id="59" name="TextBox 58"/>
          <p:cNvSpPr txBox="1"/>
          <p:nvPr/>
        </p:nvSpPr>
        <p:spPr>
          <a:xfrm>
            <a:off x="3730752" y="2029968"/>
            <a:ext cx="2103120" cy="530352"/>
          </a:xfrm>
          <a:prstGeom prst="rect">
            <a:avLst/>
          </a:prstGeom>
          <a:noFill/>
        </p:spPr>
        <p:txBody>
          <a:bodyPr wrap="square" anchor="t">
            <a:spAutoFit/>
          </a:bodyPr>
          <a:lstStyle/>
          <a:p>
            <a:pPr algn="l"/>
            <a:r>
              <a:rPr sz="1150" b="0">
                <a:solidFill>
                  <a:srgbClr val="1F2933"/>
                </a:solidFill>
                <a:latin typeface="微软雅黑"/>
              </a:rPr>
              <a:t>把记录、统计、分析、积分激励串成可持续运营的管理链路。</a:t>
            </a:r>
          </a:p>
        </p:txBody>
      </p:sp>
      <p:sp>
        <p:nvSpPr>
          <p:cNvPr id="60" name="Rounded Rectangle 59"/>
          <p:cNvSpPr/>
          <p:nvPr/>
        </p:nvSpPr>
        <p:spPr>
          <a:xfrm>
            <a:off x="6355079" y="1508760"/>
            <a:ext cx="2468880" cy="1234440"/>
          </a:xfrm>
          <a:prstGeom prst="roundRect">
            <a:avLst/>
          </a:prstGeom>
          <a:solidFill>
            <a:srgbClr val="FFFFFF"/>
          </a:solidFill>
          <a:ln>
            <a:solidFill>
              <a:srgbClr val="C9E7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519671" y="1719072"/>
            <a:ext cx="1097280" cy="228600"/>
          </a:xfrm>
          <a:prstGeom prst="rect">
            <a:avLst/>
          </a:prstGeom>
          <a:noFill/>
        </p:spPr>
        <p:txBody>
          <a:bodyPr wrap="square" anchor="t">
            <a:spAutoFit/>
          </a:bodyPr>
          <a:lstStyle/>
          <a:p>
            <a:pPr algn="l"/>
            <a:r>
              <a:rPr sz="1800" b="1">
                <a:solidFill>
                  <a:srgbClr val="35B07A"/>
                </a:solidFill>
                <a:latin typeface="微软雅黑"/>
              </a:rPr>
              <a:t>发展方向</a:t>
            </a:r>
          </a:p>
        </p:txBody>
      </p:sp>
      <p:sp>
        <p:nvSpPr>
          <p:cNvPr id="62" name="TextBox 61"/>
          <p:cNvSpPr txBox="1"/>
          <p:nvPr/>
        </p:nvSpPr>
        <p:spPr>
          <a:xfrm>
            <a:off x="6519671" y="2029968"/>
            <a:ext cx="2103120" cy="530352"/>
          </a:xfrm>
          <a:prstGeom prst="rect">
            <a:avLst/>
          </a:prstGeom>
          <a:noFill/>
        </p:spPr>
        <p:txBody>
          <a:bodyPr wrap="square" anchor="t">
            <a:spAutoFit/>
          </a:bodyPr>
          <a:lstStyle/>
          <a:p>
            <a:pPr algn="l"/>
            <a:r>
              <a:rPr sz="1150" b="0">
                <a:solidFill>
                  <a:srgbClr val="1F2933"/>
                </a:solidFill>
                <a:latin typeface="微软雅黑"/>
              </a:rPr>
              <a:t>AI 提升预测与决策能力，低碳趋势提供长期建设目标。</a:t>
            </a:r>
          </a:p>
        </p:txBody>
      </p:sp>
      <p:sp>
        <p:nvSpPr>
          <p:cNvPr id="63" name="Rounded Rectangle 62"/>
          <p:cNvSpPr/>
          <p:nvPr/>
        </p:nvSpPr>
        <p:spPr>
          <a:xfrm>
            <a:off x="777240" y="3063240"/>
            <a:ext cx="7818120" cy="2057400"/>
          </a:xfrm>
          <a:prstGeom prst="roundRect">
            <a:avLst/>
          </a:prstGeom>
          <a:solidFill>
            <a:srgbClr val="F4FAF7"/>
          </a:solidFill>
          <a:ln>
            <a:solidFill>
              <a:srgbClr val="C9E7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87552" y="3310128"/>
            <a:ext cx="1554480" cy="256032"/>
          </a:xfrm>
          <a:prstGeom prst="rect">
            <a:avLst/>
          </a:prstGeom>
          <a:noFill/>
        </p:spPr>
        <p:txBody>
          <a:bodyPr wrap="square" anchor="t">
            <a:spAutoFit/>
          </a:bodyPr>
          <a:lstStyle/>
          <a:p>
            <a:pPr algn="l"/>
            <a:r>
              <a:rPr sz="2100" b="1">
                <a:solidFill>
                  <a:srgbClr val="1F2933"/>
                </a:solidFill>
                <a:latin typeface="微软雅黑"/>
              </a:rPr>
              <a:t>核心结论</a:t>
            </a:r>
          </a:p>
        </p:txBody>
      </p:sp>
      <p:sp>
        <p:nvSpPr>
          <p:cNvPr id="65" name="TextBox 64"/>
          <p:cNvSpPr txBox="1"/>
          <p:nvPr/>
        </p:nvSpPr>
        <p:spPr>
          <a:xfrm>
            <a:off x="1005840" y="3675887"/>
            <a:ext cx="7315200" cy="1143000"/>
          </a:xfrm>
          <a:prstGeom prst="rect">
            <a:avLst/>
          </a:prstGeom>
          <a:noFill/>
        </p:spPr>
        <p:txBody>
          <a:bodyPr wrap="square">
            <a:spAutoFit/>
          </a:bodyPr>
          <a:lstStyle/>
          <a:p>
            <a:pPr algn="l">
              <a:spcAft>
                <a:spcPts val="400"/>
              </a:spcAft>
            </a:pPr>
            <a:r>
              <a:rPr sz="1300">
                <a:solidFill>
                  <a:srgbClr val="1F2933"/>
                </a:solidFill>
                <a:latin typeface="微软雅黑"/>
              </a:rPr>
              <a:t>本项目以校园真实场景为切口，让水电、餐损、出行等低碳行为实现可记录、可计算、可激励。</a:t>
            </a:r>
          </a:p>
          <a:p>
            <a:pPr algn="l">
              <a:spcAft>
                <a:spcPts val="400"/>
              </a:spcAft>
            </a:pPr>
            <a:r>
              <a:rPr sz="1300">
                <a:solidFill>
                  <a:srgbClr val="1F2933"/>
                </a:solidFill>
                <a:latin typeface="微软雅黑"/>
              </a:rPr>
              <a:t>面向未来，AI 将把系统能力从“事后统计”推进到“实时预测 + 主动引导 + 精准运营”。</a:t>
            </a:r>
          </a:p>
          <a:p>
            <a:pPr algn="l">
              <a:spcAft>
                <a:spcPts val="400"/>
              </a:spcAft>
            </a:pPr>
            <a:r>
              <a:rPr sz="1300">
                <a:solidFill>
                  <a:srgbClr val="1F2933"/>
                </a:solidFill>
                <a:latin typeface="微软雅黑"/>
              </a:rPr>
              <a:t>随着双碳目标持续推进，高校低碳平台将不只是管理工具，更会成为绿色校园建设与学生价值引导的重要基础设施。</a:t>
            </a:r>
          </a:p>
        </p:txBody>
      </p:sp>
      <p:sp>
        <p:nvSpPr>
          <p:cNvPr id="66" name="Rounded Rectangle 65"/>
          <p:cNvSpPr/>
          <p:nvPr/>
        </p:nvSpPr>
        <p:spPr>
          <a:xfrm>
            <a:off x="777240" y="5440680"/>
            <a:ext cx="7818120" cy="594360"/>
          </a:xfrm>
          <a:prstGeom prst="roundRect">
            <a:avLst/>
          </a:prstGeom>
          <a:solidFill>
            <a:srgbClr val="35B07A"/>
          </a:solidFill>
          <a:ln>
            <a:solidFill>
              <a:srgbClr val="35B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87552" y="5596128"/>
            <a:ext cx="7315200" cy="228600"/>
          </a:xfrm>
          <a:prstGeom prst="rect">
            <a:avLst/>
          </a:prstGeom>
          <a:noFill/>
        </p:spPr>
        <p:txBody>
          <a:bodyPr wrap="square" anchor="t">
            <a:spAutoFit/>
          </a:bodyPr>
          <a:lstStyle/>
          <a:p>
            <a:pPr algn="l"/>
            <a:r>
              <a:rPr sz="1400" b="1">
                <a:solidFill>
                  <a:srgbClr val="FFFFFF"/>
                </a:solidFill>
                <a:latin typeface="微软雅黑"/>
              </a:rPr>
              <a:t>绿色低碳智行系统的下一步，不只是扩功能，而是形成“AI 赋能 + 低碳治理 + 学生参与”的校园新生态。</a:t>
            </a:r>
          </a:p>
        </p:txBody>
      </p:sp>
    </p:spTree>
    <p:extLst>
      <p:ext uri="{BB962C8B-B14F-4D97-AF65-F5344CB8AC3E}">
        <p14:creationId xmlns:p14="http://schemas.microsoft.com/office/powerpoint/2010/main" val="2403520386"/>
      </p:ext>
    </p:extLst>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14:presetBounceEnd="81000">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14:bounceEnd="81000">
                                          <p:cBhvr additive="base">
                                            <p:cTn id="7" dur="1000" fill="hold"/>
                                            <p:tgtEl>
                                              <p:spTgt spid="50"/>
                                            </p:tgtEl>
                                            <p:attrNameLst>
                                              <p:attrName>ppt_x</p:attrName>
                                            </p:attrNameLst>
                                          </p:cBhvr>
                                          <p:tavLst>
                                            <p:tav tm="0">
                                              <p:val>
                                                <p:strVal val="#ppt_x"/>
                                              </p:val>
                                            </p:tav>
                                            <p:tav tm="100000">
                                              <p:val>
                                                <p:strVal val="#ppt_x"/>
                                              </p:val>
                                            </p:tav>
                                          </p:tavLst>
                                        </p:anim>
                                        <p:anim calcmode="lin" valueType="num" p14:bounceEnd="81000">
                                          <p:cBhvr additive="base">
                                            <p:cTn id="8" dur="1000" fill="hold"/>
                                            <p:tgtEl>
                                              <p:spTgt spid="50"/>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wipe(left)">
                                          <p:cBhvr>
                                            <p:cTn id="1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additive="base">
                                            <p:cTn id="7" dur="1000" fill="hold"/>
                                            <p:tgtEl>
                                              <p:spTgt spid="50"/>
                                            </p:tgtEl>
                                            <p:attrNameLst>
                                              <p:attrName>ppt_x</p:attrName>
                                            </p:attrNameLst>
                                          </p:cBhvr>
                                          <p:tavLst>
                                            <p:tav tm="0">
                                              <p:val>
                                                <p:strVal val="#ppt_x"/>
                                              </p:val>
                                            </p:tav>
                                            <p:tav tm="100000">
                                              <p:val>
                                                <p:strVal val="#ppt_x"/>
                                              </p:val>
                                            </p:tav>
                                          </p:tavLst>
                                        </p:anim>
                                        <p:anim calcmode="lin" valueType="num">
                                          <p:cBhvr additive="base">
                                            <p:cTn id="8" dur="1000" fill="hold"/>
                                            <p:tgtEl>
                                              <p:spTgt spid="50"/>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wipe(left)">
                                          <p:cBhvr>
                                            <p:cTn id="1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7">
            <a:extLst>
              <a:ext uri="{FF2B5EF4-FFF2-40B4-BE49-F238E27FC236}">
                <a16:creationId xmlns:a16="http://schemas.microsoft.com/office/drawing/2014/main" id="{00D2E16E-CF38-43C0-A4E7-3B0A58AE2D1D}"/>
              </a:ext>
            </a:extLst>
          </p:cNvPr>
          <p:cNvSpPr>
            <a:spLocks noChangeAspect="1"/>
          </p:cNvSpPr>
          <p:nvPr/>
        </p:nvSpPr>
        <p:spPr>
          <a:xfrm rot="18900000" flipH="1">
            <a:off x="3503212" y="2439857"/>
            <a:ext cx="1157109" cy="1157112"/>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7" name="圆角矩形 2">
            <a:extLst>
              <a:ext uri="{FF2B5EF4-FFF2-40B4-BE49-F238E27FC236}">
                <a16:creationId xmlns:a16="http://schemas.microsoft.com/office/drawing/2014/main" id="{AA9E0804-34C4-4325-9A04-405E567B767A}"/>
              </a:ext>
            </a:extLst>
          </p:cNvPr>
          <p:cNvSpPr>
            <a:spLocks noChangeAspect="1"/>
          </p:cNvSpPr>
          <p:nvPr/>
        </p:nvSpPr>
        <p:spPr>
          <a:xfrm rot="18900000" flipH="1">
            <a:off x="2582377" y="-218682"/>
            <a:ext cx="2047475" cy="2047475"/>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6" name="圆角矩形 10">
            <a:extLst>
              <a:ext uri="{FF2B5EF4-FFF2-40B4-BE49-F238E27FC236}">
                <a16:creationId xmlns:a16="http://schemas.microsoft.com/office/drawing/2014/main" id="{D6A95384-7AB2-418A-BE99-E84941662AB2}"/>
              </a:ext>
            </a:extLst>
          </p:cNvPr>
          <p:cNvSpPr>
            <a:spLocks noChangeAspect="1"/>
          </p:cNvSpPr>
          <p:nvPr/>
        </p:nvSpPr>
        <p:spPr>
          <a:xfrm rot="18900000" flipH="1">
            <a:off x="103938" y="3677656"/>
            <a:ext cx="2062803" cy="2062803"/>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4" name="圆角矩形 13">
            <a:extLst>
              <a:ext uri="{FF2B5EF4-FFF2-40B4-BE49-F238E27FC236}">
                <a16:creationId xmlns:a16="http://schemas.microsoft.com/office/drawing/2014/main" id="{A88A3EA6-670E-4AC0-9B39-68AE734197A8}"/>
              </a:ext>
            </a:extLst>
          </p:cNvPr>
          <p:cNvSpPr>
            <a:spLocks noChangeAspect="1"/>
          </p:cNvSpPr>
          <p:nvPr/>
        </p:nvSpPr>
        <p:spPr>
          <a:xfrm rot="18900000" flipH="1">
            <a:off x="-2409405" y="-2474529"/>
            <a:ext cx="4268328" cy="4268328"/>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8" name="圆角矩形 17">
            <a:extLst>
              <a:ext uri="{FF2B5EF4-FFF2-40B4-BE49-F238E27FC236}">
                <a16:creationId xmlns:a16="http://schemas.microsoft.com/office/drawing/2014/main" id="{798617C1-447A-EF4E-9A2A-FB0D80095493}"/>
              </a:ext>
            </a:extLst>
          </p:cNvPr>
          <p:cNvSpPr/>
          <p:nvPr/>
        </p:nvSpPr>
        <p:spPr>
          <a:xfrm rot="2700000" flipH="1" flipV="1">
            <a:off x="9365189" y="-1511310"/>
            <a:ext cx="2071475" cy="208028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9" name="圆角矩形 18">
            <a:extLst>
              <a:ext uri="{FF2B5EF4-FFF2-40B4-BE49-F238E27FC236}">
                <a16:creationId xmlns:a16="http://schemas.microsoft.com/office/drawing/2014/main" id="{4EA1544B-4F04-B944-859C-5BEDF2CA5137}"/>
              </a:ext>
            </a:extLst>
          </p:cNvPr>
          <p:cNvSpPr>
            <a:spLocks noChangeAspect="1"/>
          </p:cNvSpPr>
          <p:nvPr/>
        </p:nvSpPr>
        <p:spPr>
          <a:xfrm rot="18900000" flipH="1">
            <a:off x="2217216" y="2078718"/>
            <a:ext cx="1145273" cy="1145273"/>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0" name="圆角矩形 19">
            <a:extLst>
              <a:ext uri="{FF2B5EF4-FFF2-40B4-BE49-F238E27FC236}">
                <a16:creationId xmlns:a16="http://schemas.microsoft.com/office/drawing/2014/main" id="{D6B2B1CE-8215-0D4F-B59C-2C49D0C76C53}"/>
              </a:ext>
            </a:extLst>
          </p:cNvPr>
          <p:cNvSpPr>
            <a:spLocks noChangeAspect="1"/>
          </p:cNvSpPr>
          <p:nvPr/>
        </p:nvSpPr>
        <p:spPr>
          <a:xfrm rot="18900000" flipH="1">
            <a:off x="493001" y="39889"/>
            <a:ext cx="2100468" cy="2100468"/>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1" name="圆角矩形 20">
            <a:extLst>
              <a:ext uri="{FF2B5EF4-FFF2-40B4-BE49-F238E27FC236}">
                <a16:creationId xmlns:a16="http://schemas.microsoft.com/office/drawing/2014/main" id="{D2F05539-147C-9647-81F9-6C3A7C9E2C71}"/>
              </a:ext>
            </a:extLst>
          </p:cNvPr>
          <p:cNvSpPr>
            <a:spLocks noChangeAspect="1"/>
          </p:cNvSpPr>
          <p:nvPr/>
        </p:nvSpPr>
        <p:spPr>
          <a:xfrm rot="18900000" flipH="1">
            <a:off x="2838211" y="1449962"/>
            <a:ext cx="1368823" cy="1368823"/>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2" name="圆角矩形 21">
            <a:extLst>
              <a:ext uri="{FF2B5EF4-FFF2-40B4-BE49-F238E27FC236}">
                <a16:creationId xmlns:a16="http://schemas.microsoft.com/office/drawing/2014/main" id="{86FE8CBA-F94C-154A-A854-80E12A9FE5C9}"/>
              </a:ext>
            </a:extLst>
          </p:cNvPr>
          <p:cNvSpPr>
            <a:spLocks noChangeAspect="1"/>
          </p:cNvSpPr>
          <p:nvPr/>
        </p:nvSpPr>
        <p:spPr>
          <a:xfrm rot="18900000" flipH="1">
            <a:off x="1191853" y="-1038602"/>
            <a:ext cx="1733106" cy="173310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3" name="圆角矩形 22">
            <a:extLst>
              <a:ext uri="{FF2B5EF4-FFF2-40B4-BE49-F238E27FC236}">
                <a16:creationId xmlns:a16="http://schemas.microsoft.com/office/drawing/2014/main" id="{A5283602-B775-F142-94C1-EAD9A5EC0355}"/>
              </a:ext>
            </a:extLst>
          </p:cNvPr>
          <p:cNvSpPr>
            <a:spLocks noChangeAspect="1"/>
          </p:cNvSpPr>
          <p:nvPr/>
        </p:nvSpPr>
        <p:spPr>
          <a:xfrm rot="18900000" flipH="1">
            <a:off x="-63108" y="5379762"/>
            <a:ext cx="2024254" cy="202425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4" name="圆角矩形 23">
            <a:extLst>
              <a:ext uri="{FF2B5EF4-FFF2-40B4-BE49-F238E27FC236}">
                <a16:creationId xmlns:a16="http://schemas.microsoft.com/office/drawing/2014/main" id="{93B8DC19-00E9-ED4B-82FF-6DD57832EA5E}"/>
              </a:ext>
            </a:extLst>
          </p:cNvPr>
          <p:cNvSpPr>
            <a:spLocks noChangeAspect="1"/>
          </p:cNvSpPr>
          <p:nvPr/>
        </p:nvSpPr>
        <p:spPr>
          <a:xfrm rot="18900000" flipH="1">
            <a:off x="-724471" y="4071060"/>
            <a:ext cx="1145273" cy="1145273"/>
          </a:xfrm>
          <a:prstGeom prst="roundRect">
            <a:avLst>
              <a:gd name="adj" fmla="val 7233"/>
            </a:avLst>
          </a:prstGeom>
          <a:solidFill>
            <a:schemeClr val="bg1">
              <a:lumMod val="9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8" name="文本框 27">
            <a:extLst>
              <a:ext uri="{FF2B5EF4-FFF2-40B4-BE49-F238E27FC236}">
                <a16:creationId xmlns:a16="http://schemas.microsoft.com/office/drawing/2014/main" id="{C8894F0B-4BAD-8E4B-AEEE-6C205C50BCC3}"/>
              </a:ext>
            </a:extLst>
          </p:cNvPr>
          <p:cNvSpPr txBox="1"/>
          <p:nvPr/>
        </p:nvSpPr>
        <p:spPr>
          <a:xfrm>
            <a:off x="6958013" y="1539605"/>
            <a:ext cx="4212231" cy="1015663"/>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60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mn-ea"/>
                <a:sym typeface="+mn-lt"/>
              </a:rPr>
              <a:t>演讲结束</a:t>
            </a:r>
          </a:p>
        </p:txBody>
      </p:sp>
      <p:sp>
        <p:nvSpPr>
          <p:cNvPr id="30" name="文本框 29">
            <a:extLst>
              <a:ext uri="{FF2B5EF4-FFF2-40B4-BE49-F238E27FC236}">
                <a16:creationId xmlns:a16="http://schemas.microsoft.com/office/drawing/2014/main" id="{3FDB1FC5-D9E9-9B4B-A546-A273A91F9F00}"/>
              </a:ext>
            </a:extLst>
          </p:cNvPr>
          <p:cNvSpPr txBox="1"/>
          <p:nvPr/>
        </p:nvSpPr>
        <p:spPr>
          <a:xfrm>
            <a:off x="6405983" y="4260840"/>
            <a:ext cx="4829474" cy="316369"/>
          </a:xfrm>
          <a:prstGeom prst="rect">
            <a:avLst/>
          </a:prstGeom>
          <a:noFill/>
        </p:spPr>
        <p:txBody>
          <a:bodyPr wrap="square" rtlCol="0">
            <a:spAutoFit/>
          </a:bodyPr>
          <a:lstStyle/>
          <a:p>
            <a:pPr lvl="0" algn="r">
              <a:lnSpc>
                <a:spcPct val="150000"/>
              </a:lnSpc>
            </a:pPr>
            <a:endParaRPr kumimoji="0" lang="en"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ea"/>
              <a:sym typeface="+mn-lt"/>
            </a:endParaRPr>
          </a:p>
        </p:txBody>
      </p:sp>
      <p:cxnSp>
        <p:nvCxnSpPr>
          <p:cNvPr id="31" name="直接连接符 30">
            <a:extLst>
              <a:ext uri="{FF2B5EF4-FFF2-40B4-BE49-F238E27FC236}">
                <a16:creationId xmlns:a16="http://schemas.microsoft.com/office/drawing/2014/main" id="{4DD67D3E-71E8-4634-99E5-40D344914B9C}"/>
              </a:ext>
            </a:extLst>
          </p:cNvPr>
          <p:cNvCxnSpPr/>
          <p:nvPr/>
        </p:nvCxnSpPr>
        <p:spPr>
          <a:xfrm>
            <a:off x="8647782" y="1605999"/>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BD023207-97FE-47E3-8124-ED57049484E5}"/>
              </a:ext>
            </a:extLst>
          </p:cNvPr>
          <p:cNvCxnSpPr/>
          <p:nvPr/>
        </p:nvCxnSpPr>
        <p:spPr>
          <a:xfrm>
            <a:off x="8639452" y="2510634"/>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61281355-28D8-4C3B-A490-D90A8631444D}"/>
              </a:ext>
            </a:extLst>
          </p:cNvPr>
          <p:cNvSpPr txBox="1"/>
          <p:nvPr/>
        </p:nvSpPr>
        <p:spPr>
          <a:xfrm>
            <a:off x="5688710" y="3849473"/>
            <a:ext cx="5628973" cy="462819"/>
          </a:xfrm>
          <a:prstGeom prst="rect">
            <a:avLst/>
          </a:prstGeom>
          <a:noFill/>
        </p:spPr>
        <p:txBody>
          <a:bodyPr wrap="square" rtlCol="0">
            <a:spAutoFit/>
          </a:bodyPr>
          <a:lstStyle/>
          <a:p>
            <a:pPr lvl="0" algn="r">
              <a:lnSpc>
                <a:spcPct val="150000"/>
              </a:lnSpc>
            </a:pPr>
            <a:endParaRPr kumimoji="0" lang="en" altLang="zh-CN"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5" name="圆角矩形 18">
            <a:extLst>
              <a:ext uri="{FF2B5EF4-FFF2-40B4-BE49-F238E27FC236}">
                <a16:creationId xmlns:a16="http://schemas.microsoft.com/office/drawing/2014/main" id="{1BFBA1FE-7530-4FE3-AB93-1B21ACAAED30}"/>
              </a:ext>
            </a:extLst>
          </p:cNvPr>
          <p:cNvSpPr>
            <a:spLocks noChangeAspect="1"/>
          </p:cNvSpPr>
          <p:nvPr/>
        </p:nvSpPr>
        <p:spPr>
          <a:xfrm rot="18900000" flipH="1">
            <a:off x="3318517" y="5324168"/>
            <a:ext cx="2730442" cy="2730442"/>
          </a:xfrm>
          <a:prstGeom prst="roundRect">
            <a:avLst>
              <a:gd name="adj" fmla="val 7233"/>
            </a:avLst>
          </a:prstGeom>
          <a:solidFill>
            <a:srgbClr val="FDFDFD">
              <a:alpha val="77647"/>
            </a:srgb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 name="文本框 1">
            <a:extLst>
              <a:ext uri="{FF2B5EF4-FFF2-40B4-BE49-F238E27FC236}">
                <a16:creationId xmlns:a16="http://schemas.microsoft.com/office/drawing/2014/main" id="{12B9E56D-7885-4C36-A848-B62C109A0920}"/>
              </a:ext>
            </a:extLst>
          </p:cNvPr>
          <p:cNvSpPr txBox="1"/>
          <p:nvPr/>
        </p:nvSpPr>
        <p:spPr>
          <a:xfrm>
            <a:off x="6667500" y="2677799"/>
            <a:ext cx="5424487" cy="369332"/>
          </a:xfrm>
          <a:prstGeom prst="rect">
            <a:avLst/>
          </a:prstGeom>
          <a:noFill/>
        </p:spPr>
        <p:txBody>
          <a:bodyPr wrap="square" rtlCol="0">
            <a:spAutoFit/>
          </a:bodyPr>
          <a:lstStyle/>
          <a:p>
            <a:r>
              <a:rPr lang="zh-CN" altLang="en-US" dirty="0"/>
              <a:t>感谢各位评委老师的观看</a:t>
            </a:r>
          </a:p>
        </p:txBody>
      </p:sp>
    </p:spTree>
    <p:extLst>
      <p:ext uri="{BB962C8B-B14F-4D97-AF65-F5344CB8AC3E}">
        <p14:creationId xmlns:p14="http://schemas.microsoft.com/office/powerpoint/2010/main" val="3930043230"/>
      </p:ext>
    </p:extLst>
  </p:cSld>
  <p:clrMapOvr>
    <a:masterClrMapping/>
  </p:clrMapOvr>
  <mc:AlternateContent xmlns:mc="http://schemas.openxmlformats.org/markup-compatibility/2006" xmlns:p14="http://schemas.microsoft.com/office/powerpoint/2010/main">
    <mc:Choice Requires="p14">
      <p:transition p14:dur="10" advTm="3000"/>
    </mc:Choice>
    <mc:Fallback xmlns="">
      <p:transition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500"/>
                                        <p:tgtEl>
                                          <p:spTgt spid="3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wipe(down)">
                                      <p:cBhvr>
                                        <p:cTn id="10" dur="500"/>
                                        <p:tgtEl>
                                          <p:spTgt spid="3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down)">
                                      <p:cBhvr>
                                        <p:cTn id="13" dur="500"/>
                                        <p:tgtEl>
                                          <p:spTgt spid="34"/>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down)">
                                      <p:cBhvr>
                                        <p:cTn id="16" dur="500"/>
                                        <p:tgtEl>
                                          <p:spTgt spid="19"/>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down)">
                                      <p:cBhvr>
                                        <p:cTn id="19" dur="500"/>
                                        <p:tgtEl>
                                          <p:spTgt spid="20"/>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down)">
                                      <p:cBhvr>
                                        <p:cTn id="22" dur="500"/>
                                        <p:tgtEl>
                                          <p:spTgt spid="21"/>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down)">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1000"/>
                                        <p:tgtEl>
                                          <p:spTgt spid="36"/>
                                        </p:tgtEl>
                                      </p:cBhvr>
                                    </p:animEffect>
                                    <p:anim calcmode="lin" valueType="num">
                                      <p:cBhvr>
                                        <p:cTn id="31" dur="1000" fill="hold"/>
                                        <p:tgtEl>
                                          <p:spTgt spid="36"/>
                                        </p:tgtEl>
                                        <p:attrNameLst>
                                          <p:attrName>ppt_x</p:attrName>
                                        </p:attrNameLst>
                                      </p:cBhvr>
                                      <p:tavLst>
                                        <p:tav tm="0">
                                          <p:val>
                                            <p:strVal val="#ppt_x"/>
                                          </p:val>
                                        </p:tav>
                                        <p:tav tm="100000">
                                          <p:val>
                                            <p:strVal val="#ppt_x"/>
                                          </p:val>
                                        </p:tav>
                                      </p:tavLst>
                                    </p:anim>
                                    <p:anim calcmode="lin" valueType="num">
                                      <p:cBhvr>
                                        <p:cTn id="32" dur="1000" fill="hold"/>
                                        <p:tgtEl>
                                          <p:spTgt spid="36"/>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1000"/>
                                        <p:tgtEl>
                                          <p:spTgt spid="23"/>
                                        </p:tgtEl>
                                      </p:cBhvr>
                                    </p:animEffect>
                                    <p:anim calcmode="lin" valueType="num">
                                      <p:cBhvr>
                                        <p:cTn id="36" dur="1000" fill="hold"/>
                                        <p:tgtEl>
                                          <p:spTgt spid="23"/>
                                        </p:tgtEl>
                                        <p:attrNameLst>
                                          <p:attrName>ppt_x</p:attrName>
                                        </p:attrNameLst>
                                      </p:cBhvr>
                                      <p:tavLst>
                                        <p:tav tm="0">
                                          <p:val>
                                            <p:strVal val="#ppt_x"/>
                                          </p:val>
                                        </p:tav>
                                        <p:tav tm="100000">
                                          <p:val>
                                            <p:strVal val="#ppt_x"/>
                                          </p:val>
                                        </p:tav>
                                      </p:tavLst>
                                    </p:anim>
                                    <p:anim calcmode="lin" valueType="num">
                                      <p:cBhvr>
                                        <p:cTn id="37" dur="1000" fill="hold"/>
                                        <p:tgtEl>
                                          <p:spTgt spid="23"/>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1000"/>
                                        <p:tgtEl>
                                          <p:spTgt spid="24"/>
                                        </p:tgtEl>
                                      </p:cBhvr>
                                    </p:animEffect>
                                    <p:anim calcmode="lin" valueType="num">
                                      <p:cBhvr>
                                        <p:cTn id="41" dur="1000" fill="hold"/>
                                        <p:tgtEl>
                                          <p:spTgt spid="24"/>
                                        </p:tgtEl>
                                        <p:attrNameLst>
                                          <p:attrName>ppt_x</p:attrName>
                                        </p:attrNameLst>
                                      </p:cBhvr>
                                      <p:tavLst>
                                        <p:tav tm="0">
                                          <p:val>
                                            <p:strVal val="#ppt_x"/>
                                          </p:val>
                                        </p:tav>
                                        <p:tav tm="100000">
                                          <p:val>
                                            <p:strVal val="#ppt_x"/>
                                          </p:val>
                                        </p:tav>
                                      </p:tavLst>
                                    </p:anim>
                                    <p:anim calcmode="lin" valueType="num">
                                      <p:cBhvr>
                                        <p:cTn id="42" dur="1000" fill="hold"/>
                                        <p:tgtEl>
                                          <p:spTgt spid="24"/>
                                        </p:tgtEl>
                                        <p:attrNameLst>
                                          <p:attrName>ppt_y</p:attrName>
                                        </p:attrNameLst>
                                      </p:cBhvr>
                                      <p:tavLst>
                                        <p:tav tm="0">
                                          <p:val>
                                            <p:strVal val="#ppt_y+.1"/>
                                          </p:val>
                                        </p:tav>
                                        <p:tav tm="100000">
                                          <p:val>
                                            <p:strVal val="#ppt_y"/>
                                          </p:val>
                                        </p:tav>
                                      </p:tavLst>
                                    </p:anim>
                                  </p:childTnLst>
                                </p:cTn>
                              </p:par>
                            </p:childTnLst>
                          </p:cTn>
                        </p:par>
                        <p:par>
                          <p:cTn id="43" fill="hold">
                            <p:stCondLst>
                              <p:cond delay="1000"/>
                            </p:stCondLst>
                            <p:childTnLst>
                              <p:par>
                                <p:cTn id="44" presetID="47" presetClass="entr" presetSubtype="0" fill="hold" grpId="0" nodeType="after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1000"/>
                                        <p:tgtEl>
                                          <p:spTgt spid="18"/>
                                        </p:tgtEl>
                                      </p:cBhvr>
                                    </p:animEffect>
                                    <p:anim calcmode="lin" valueType="num">
                                      <p:cBhvr>
                                        <p:cTn id="47" dur="1000" fill="hold"/>
                                        <p:tgtEl>
                                          <p:spTgt spid="18"/>
                                        </p:tgtEl>
                                        <p:attrNameLst>
                                          <p:attrName>ppt_x</p:attrName>
                                        </p:attrNameLst>
                                      </p:cBhvr>
                                      <p:tavLst>
                                        <p:tav tm="0">
                                          <p:val>
                                            <p:strVal val="#ppt_x"/>
                                          </p:val>
                                        </p:tav>
                                        <p:tav tm="100000">
                                          <p:val>
                                            <p:strVal val="#ppt_x"/>
                                          </p:val>
                                        </p:tav>
                                      </p:tavLst>
                                    </p:anim>
                                    <p:anim calcmode="lin" valueType="num">
                                      <p:cBhvr>
                                        <p:cTn id="48" dur="1000" fill="hold"/>
                                        <p:tgtEl>
                                          <p:spTgt spid="18"/>
                                        </p:tgtEl>
                                        <p:attrNameLst>
                                          <p:attrName>ppt_y</p:attrName>
                                        </p:attrNameLst>
                                      </p:cBhvr>
                                      <p:tavLst>
                                        <p:tav tm="0">
                                          <p:val>
                                            <p:strVal val="#ppt_y-.1"/>
                                          </p:val>
                                        </p:tav>
                                        <p:tav tm="100000">
                                          <p:val>
                                            <p:strVal val="#ppt_y"/>
                                          </p:val>
                                        </p:tav>
                                      </p:tavLst>
                                    </p:anim>
                                  </p:childTnLst>
                                </p:cTn>
                              </p:par>
                            </p:childTnLst>
                          </p:cTn>
                        </p:par>
                        <p:par>
                          <p:cTn id="49" fill="hold">
                            <p:stCondLst>
                              <p:cond delay="2000"/>
                            </p:stCondLst>
                            <p:childTnLst>
                              <p:par>
                                <p:cTn id="50" presetID="22" presetClass="entr" presetSubtype="2" fill="hold" grpId="0" nodeType="after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wipe(right)">
                                      <p:cBhvr>
                                        <p:cTn id="52" dur="500"/>
                                        <p:tgtEl>
                                          <p:spTgt spid="28"/>
                                        </p:tgtEl>
                                      </p:cBhvr>
                                    </p:animEffect>
                                  </p:childTnLst>
                                </p:cTn>
                              </p:par>
                              <p:par>
                                <p:cTn id="53" presetID="22" presetClass="entr" presetSubtype="2" fill="hold"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wipe(right)">
                                      <p:cBhvr>
                                        <p:cTn id="55" dur="500"/>
                                        <p:tgtEl>
                                          <p:spTgt spid="31"/>
                                        </p:tgtEl>
                                      </p:cBhvr>
                                    </p:animEffect>
                                  </p:childTnLst>
                                </p:cTn>
                              </p:par>
                              <p:par>
                                <p:cTn id="56" presetID="22" presetClass="entr" presetSubtype="2" fill="hold" nodeType="with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wipe(right)">
                                      <p:cBhvr>
                                        <p:cTn id="58" dur="500"/>
                                        <p:tgtEl>
                                          <p:spTgt spid="32"/>
                                        </p:tgtEl>
                                      </p:cBhvr>
                                    </p:animEffect>
                                  </p:childTnLst>
                                </p:cTn>
                              </p:par>
                            </p:childTnLst>
                          </p:cTn>
                        </p:par>
                      </p:childTnLst>
                    </p:cTn>
                  </p:par>
                  <p:par>
                    <p:cTn id="59" fill="hold">
                      <p:stCondLst>
                        <p:cond delay="indefinite"/>
                      </p:stCondLst>
                      <p:childTnLst>
                        <p:par>
                          <p:cTn id="60" fill="hold">
                            <p:stCondLst>
                              <p:cond delay="0"/>
                            </p:stCondLst>
                            <p:childTnLst>
                              <p:par>
                                <p:cTn id="61" presetID="16" presetClass="entr" presetSubtype="21" fill="hold" grpId="0" nodeType="clickEffect" nodePh="1">
                                  <p:stCondLst>
                                    <p:cond delay="0"/>
                                  </p:stCondLst>
                                  <p:endCondLst>
                                    <p:cond evt="begin" delay="0">
                                      <p:tn val="61"/>
                                    </p:cond>
                                  </p:endCondLst>
                                  <p:childTnLst>
                                    <p:set>
                                      <p:cBhvr>
                                        <p:cTn id="62" dur="1" fill="hold">
                                          <p:stCondLst>
                                            <p:cond delay="0"/>
                                          </p:stCondLst>
                                        </p:cTn>
                                        <p:tgtEl>
                                          <p:spTgt spid="35"/>
                                        </p:tgtEl>
                                        <p:attrNameLst>
                                          <p:attrName>style.visibility</p:attrName>
                                        </p:attrNameLst>
                                      </p:cBhvr>
                                      <p:to>
                                        <p:strVal val="visible"/>
                                      </p:to>
                                    </p:set>
                                    <p:animEffect transition="in" filter="barn(inVertical)">
                                      <p:cBhvr>
                                        <p:cTn id="63" dur="500"/>
                                        <p:tgtEl>
                                          <p:spTgt spid="35"/>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grpId="0" nodeType="clickEffect" nodePh="1">
                                  <p:stCondLst>
                                    <p:cond delay="0"/>
                                  </p:stCondLst>
                                  <p:endCondLst>
                                    <p:cond evt="begin" delay="0">
                                      <p:tn val="66"/>
                                    </p:cond>
                                  </p:endCondLst>
                                  <p:childTnLst>
                                    <p:set>
                                      <p:cBhvr>
                                        <p:cTn id="67" dur="1" fill="hold">
                                          <p:stCondLst>
                                            <p:cond delay="0"/>
                                          </p:stCondLst>
                                        </p:cTn>
                                        <p:tgtEl>
                                          <p:spTgt spid="30"/>
                                        </p:tgtEl>
                                        <p:attrNameLst>
                                          <p:attrName>style.visibility</p:attrName>
                                        </p:attrNameLst>
                                      </p:cBhvr>
                                      <p:to>
                                        <p:strVal val="visible"/>
                                      </p:to>
                                    </p:set>
                                    <p:animEffect transition="in" filter="wipe(down)">
                                      <p:cBhvr>
                                        <p:cTn id="68" dur="500"/>
                                        <p:tgtEl>
                                          <p:spTgt spid="30"/>
                                        </p:tgtEl>
                                      </p:cBhvr>
                                    </p:animEffect>
                                  </p:childTnLst>
                                </p:cTn>
                              </p:par>
                            </p:childTnLst>
                          </p:cTn>
                        </p:par>
                        <p:par>
                          <p:cTn id="69" fill="hold">
                            <p:stCondLst>
                              <p:cond delay="500"/>
                            </p:stCondLst>
                            <p:childTnLst>
                              <p:par>
                                <p:cTn id="70" presetID="10" presetClass="entr" presetSubtype="0" fill="hold" grpId="0" nodeType="after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7" grpId="0" animBg="1"/>
      <p:bldP spid="36" grpId="0" animBg="1"/>
      <p:bldP spid="34" grpId="0" animBg="1"/>
      <p:bldP spid="18" grpId="0" animBg="1"/>
      <p:bldP spid="19" grpId="0" animBg="1"/>
      <p:bldP spid="20" grpId="0" animBg="1"/>
      <p:bldP spid="21" grpId="0" animBg="1"/>
      <p:bldP spid="22" grpId="0" animBg="1"/>
      <p:bldP spid="23" grpId="0" animBg="1"/>
      <p:bldP spid="24" grpId="0" animBg="1"/>
      <p:bldP spid="28" grpId="0"/>
      <p:bldP spid="30" grpId="0"/>
      <p:bldP spid="35" grpId="0"/>
      <p:bldP spid="25"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工作总结汇报公司介绍产品宣传品牌展示企业文化PPT模板.pptx"/>
</p:tagLst>
</file>

<file path=ppt/theme/theme1.xml><?xml version="1.0" encoding="utf-8"?>
<a:theme xmlns:a="http://schemas.openxmlformats.org/drawingml/2006/main" name="第一PPT，www.1ppt.com​​">
  <a:themeElements>
    <a:clrScheme name="自定义 1252">
      <a:dk1>
        <a:sysClr val="windowText" lastClr="000000"/>
      </a:dk1>
      <a:lt1>
        <a:sysClr val="window" lastClr="FFFFFF"/>
      </a:lt1>
      <a:dk2>
        <a:srgbClr val="5A6378"/>
      </a:dk2>
      <a:lt2>
        <a:srgbClr val="7F7F7F"/>
      </a:lt2>
      <a:accent1>
        <a:srgbClr val="5ABA98"/>
      </a:accent1>
      <a:accent2>
        <a:srgbClr val="5ABA98"/>
      </a:accent2>
      <a:accent3>
        <a:srgbClr val="5ABA98"/>
      </a:accent3>
      <a:accent4>
        <a:srgbClr val="5ABA98"/>
      </a:accent4>
      <a:accent5>
        <a:srgbClr val="5ABA98"/>
      </a:accent5>
      <a:accent6>
        <a:srgbClr val="5ABA98"/>
      </a:accent6>
      <a:hlink>
        <a:srgbClr val="168BBA"/>
      </a:hlink>
      <a:folHlink>
        <a:srgbClr val="6800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www.33ppt.com</Template>
  <TotalTime>575</TotalTime>
  <Words>1843</Words>
  <Application>Microsoft Office PowerPoint</Application>
  <PresentationFormat>宽屏</PresentationFormat>
  <Paragraphs>290</Paragraphs>
  <Slides>28</Slides>
  <Notes>28</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28</vt:i4>
      </vt:variant>
    </vt:vector>
  </HeadingPairs>
  <TitlesOfParts>
    <vt:vector size="43" baseType="lpstr">
      <vt:lpstr>Color Emoji</vt:lpstr>
      <vt:lpstr>zihun95hao-shoukesong</vt:lpstr>
      <vt:lpstr>等线</vt:lpstr>
      <vt:lpstr>等线</vt:lpstr>
      <vt:lpstr>等线 Light</vt:lpstr>
      <vt:lpstr>思源黑体 CN Heavy</vt:lpstr>
      <vt:lpstr>思源黑体 CN Normal</vt:lpstr>
      <vt:lpstr>思源黑体 HW Bold</vt:lpstr>
      <vt:lpstr>Microsoft YaHei</vt:lpstr>
      <vt:lpstr>Microsoft YaHei</vt:lpstr>
      <vt:lpstr>Arial</vt:lpstr>
      <vt:lpstr>Calibri</vt:lpstr>
      <vt:lpstr>Wingdings</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企业年终总结</dc:title>
  <dc:creator>第一PPT，www.1ppt.com</dc:creator>
  <cp:keywords>www.1ppt.com</cp:keywords>
  <dc:description>第一PPT</dc:description>
  <cp:lastModifiedBy>涛峰 张</cp:lastModifiedBy>
  <cp:revision>42</cp:revision>
  <dcterms:created xsi:type="dcterms:W3CDTF">2018-12-15T23:49:53Z</dcterms:created>
  <dcterms:modified xsi:type="dcterms:W3CDTF">2026-05-14T02:43:23Z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2052-11.1.0.8013</vt:lpwstr>
  </property>
</Properties>
</file>