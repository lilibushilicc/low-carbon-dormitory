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9"/>
  </p:notesMasterIdLst>
  <p:handoutMasterIdLst>
    <p:handoutMasterId r:id="rId40"/>
  </p:handoutMasterIdLst>
  <p:sldIdLst>
    <p:sldId id="359" r:id="rId3"/>
    <p:sldId id="369" r:id="rId4"/>
    <p:sldId id="360" r:id="rId5"/>
    <p:sldId id="271" r:id="rId6"/>
    <p:sldId id="300" r:id="rId7"/>
    <p:sldId id="375" r:id="rId8"/>
    <p:sldId id="273" r:id="rId9"/>
    <p:sldId id="275" r:id="rId10"/>
    <p:sldId id="287" r:id="rId11"/>
    <p:sldId id="370" r:id="rId12"/>
    <p:sldId id="286" r:id="rId13"/>
    <p:sldId id="267" r:id="rId14"/>
    <p:sldId id="268" r:id="rId15"/>
    <p:sldId id="269" r:id="rId16"/>
    <p:sldId id="282" r:id="rId17"/>
    <p:sldId id="371" r:id="rId18"/>
    <p:sldId id="261" r:id="rId19"/>
    <p:sldId id="283" r:id="rId20"/>
    <p:sldId id="285" r:id="rId21"/>
    <p:sldId id="298" r:id="rId22"/>
    <p:sldId id="372" r:id="rId23"/>
    <p:sldId id="276" r:id="rId24"/>
    <p:sldId id="279" r:id="rId25"/>
    <p:sldId id="280" r:id="rId26"/>
    <p:sldId id="281" r:id="rId27"/>
    <p:sldId id="274" r:id="rId28"/>
    <p:sldId id="373" r:id="rId29"/>
    <p:sldId id="263" r:id="rId30"/>
    <p:sldId id="270" r:id="rId31"/>
    <p:sldId id="277" r:id="rId32"/>
    <p:sldId id="288" r:id="rId33"/>
    <p:sldId id="289" r:id="rId34"/>
    <p:sldId id="302" r:id="rId35"/>
    <p:sldId id="374" r:id="rId36"/>
    <p:sldId id="264" r:id="rId37"/>
    <p:sldId id="258" r:id="rId38"/>
  </p:sldIdLst>
  <p:sldSz cx="12192000" cy="6858000"/>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3C4A8"/>
    <a:srgbClr val="74C5A8"/>
    <a:srgbClr val="384E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52" autoAdjust="0"/>
    <p:restoredTop sz="96331" autoAdjust="0"/>
  </p:normalViewPr>
  <p:slideViewPr>
    <p:cSldViewPr snapToGrid="0">
      <p:cViewPr varScale="1">
        <p:scale>
          <a:sx n="88" d="100"/>
          <a:sy n="88" d="100"/>
        </p:scale>
        <p:origin x="252" y="5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0" Type="http://schemas.openxmlformats.org/officeDocument/2006/relationships/slide" Target="slides/slide18.xml"/><Relationship Id="rId41"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2026/5/13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2-28T08:59:41.40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533643-7337-4ACA-B69A-D7B7F8767690}" type="datetimeFigureOut">
              <a:rPr lang="zh-CN" altLang="en-US" smtClean="0"/>
              <a:t>2026/5/13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16CD8-904B-4CAF-995A-838CCBBE7C7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66711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7</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3337482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633263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588EDA8-AA38-4EC8-A4A2-C9E52DD3CCD9}"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6F1C2-5536-32D7-3FBC-503AE8C8EB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BC119D-A936-D32C-AC77-616AED533C14}"/>
              </a:ext>
            </a:extLst>
          </p:cNvPr>
          <p:cNvSpPr>
            <a:spLocks noGrp="1" noRot="1" noChangeAspect="1"/>
          </p:cNvSpPr>
          <p:nvPr>
            <p:ph type="sldImg"/>
          </p:nvPr>
        </p:nvSpPr>
        <p:spPr>
          <a:xfrm>
            <a:off x="381000" y="685800"/>
            <a:ext cx="6096000" cy="3429000"/>
          </a:xfrm>
        </p:spPr>
      </p:sp>
      <p:sp>
        <p:nvSpPr>
          <p:cNvPr id="3" name="备注占位符 2">
            <a:extLst>
              <a:ext uri="{FF2B5EF4-FFF2-40B4-BE49-F238E27FC236}">
                <a16:creationId xmlns:a16="http://schemas.microsoft.com/office/drawing/2014/main" id="{C6900155-F6AB-1A26-973D-E7DE9CD7707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8BD390-7F81-9C2D-56D5-DF940FC6CEE8}"/>
              </a:ext>
            </a:extLst>
          </p:cNvPr>
          <p:cNvSpPr>
            <a:spLocks noGrp="1"/>
          </p:cNvSpPr>
          <p:nvPr>
            <p:ph type="sldNum" sz="quarter" idx="10"/>
          </p:nvPr>
        </p:nvSpPr>
        <p:spPr/>
        <p:txBody>
          <a:bodyPr/>
          <a:lstStyle/>
          <a:p>
            <a:fld id="{5588EDA8-AA38-4EC8-A4A2-C9E52DD3CCD9}" type="slidenum">
              <a:rPr lang="zh-CN" altLang="en-US" smtClean="0"/>
              <a:t>6</a:t>
            </a:fld>
            <a:endParaRPr lang="zh-CN" altLang="en-US"/>
          </a:p>
        </p:txBody>
      </p:sp>
    </p:spTree>
    <p:extLst>
      <p:ext uri="{BB962C8B-B14F-4D97-AF65-F5344CB8AC3E}">
        <p14:creationId xmlns:p14="http://schemas.microsoft.com/office/powerpoint/2010/main" val="12190615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5978333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14</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24638344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17</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18</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19</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645190-C92B-4638-974F-2FE6EA0FD731}"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17686068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24</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2</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5588360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28</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29</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30</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31</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E516CD8-904B-4CAF-995A-838CCBBE7C71}" type="slidenum">
              <a:rPr lang="zh-CN" altLang="en-US" smtClean="0"/>
              <a:t>32</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D645190-C92B-4638-974F-2FE6EA0FD731}" type="slidenum">
              <a:rPr lang="zh-CN" altLang="en-US" smtClean="0"/>
              <a:t>33</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rPr>
              <a:t>1</a:t>
            </a:r>
            <a:endParaRPr kumimoji="0" lang="zh-CN" altLang="en-US" sz="1200" b="0" i="0" u="none" strike="noStrike" kern="1200" cap="none" spc="0" normalizeH="0" baseline="0" noProof="0">
              <a:ln>
                <a:noFill/>
              </a:ln>
              <a:solidFill>
                <a:prstClr val="black"/>
              </a:solidFill>
              <a:effectLst/>
              <a:uLnTx/>
              <a:uFillTx/>
              <a:latin typeface="DengXian" panose="020F0502020204030204"/>
              <a:ea typeface="DengXian" panose="02010600030101010101" pitchFamily="2" charset="-122"/>
              <a:cs typeface="+mn-cs"/>
            </a:endParaRPr>
          </a:p>
        </p:txBody>
      </p:sp>
    </p:spTree>
    <p:extLst>
      <p:ext uri="{BB962C8B-B14F-4D97-AF65-F5344CB8AC3E}">
        <p14:creationId xmlns:p14="http://schemas.microsoft.com/office/powerpoint/2010/main" val="455909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hyperlink" Target="http://www.1ppt.com/moban/"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D5F3B69-FDD2-41ED-8794-51A11AF8D4CB}" type="datetimeFigureOut">
              <a:rPr lang="zh-CN" altLang="en-US" smtClean="0"/>
              <a:t>2026/5/13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0E3FDDC-B8F1-43D3-B348-BC11AB90E59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和内容">
    <p:bg>
      <p:bgPr>
        <a:solidFill>
          <a:srgbClr val="F3F3F3"/>
        </a:soli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3000" contrast="-5000"/>
                    </a14:imgEffect>
                  </a14:imgLayer>
                </a14:imgProps>
              </a:ext>
              <a:ext uri="{28A0092B-C50C-407E-A947-70E740481C1C}">
                <a14:useLocalDpi xmlns:a14="http://schemas.microsoft.com/office/drawing/2010/main" val="0"/>
              </a:ext>
            </a:extLst>
          </a:blip>
          <a:srcRect t="25398"/>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D41A977B-AE8F-2E0D-F4DB-E44D4C6A318E}"/>
              </a:ext>
            </a:extLst>
          </p:cNvPr>
          <p:cNvSpPr txBox="1"/>
          <p:nvPr userDrawn="1"/>
        </p:nvSpPr>
        <p:spPr>
          <a:xfrm>
            <a:off x="11651940" y="0"/>
            <a:ext cx="54006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4"/>
              </a:rPr>
              <a:t>PPT</a:t>
            </a:r>
            <a:r>
              <a:rPr lang="zh-CN" altLang="en-US" sz="100" dirty="0">
                <a:solidFill>
                  <a:prstClr val="black"/>
                </a:solidFill>
                <a:latin typeface="微软雅黑" panose="020B0503020204020204" pitchFamily="34" charset="-122"/>
                <a:ea typeface="微软雅黑" panose="020B0503020204020204" pitchFamily="34" charset="-122"/>
                <a:hlinkClick r:id="rId4"/>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070992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3775779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2026/5/13</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3472740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1818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5F3B69-FDD2-41ED-8794-51A11AF8D4CB}" type="datetimeFigureOut">
              <a:rPr lang="zh-CN" altLang="en-US" smtClean="0"/>
              <a:t>2026/5/13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E3FDDC-B8F1-43D3-B348-BC11AB90E59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6497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8.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9.png"/><Relationship Id="rId1" Type="http://schemas.openxmlformats.org/officeDocument/2006/relationships/slideLayout" Target="../slideLayouts/slideLayout16.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customXml" Target="../ink/ink1.xm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文本框 28">
            <a:extLst>
              <a:ext uri="{FF2B5EF4-FFF2-40B4-BE49-F238E27FC236}">
                <a16:creationId xmlns:a16="http://schemas.microsoft.com/office/drawing/2014/main" id="{0FAEA9AD-0BCF-FC43-84FF-FA9AA98583DB}"/>
              </a:ext>
            </a:extLst>
          </p:cNvPr>
          <p:cNvSpPr txBox="1"/>
          <p:nvPr/>
        </p:nvSpPr>
        <p:spPr>
          <a:xfrm>
            <a:off x="5902988" y="1714605"/>
            <a:ext cx="5698800" cy="769441"/>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4400" b="1" noProof="0" dirty="0">
                <a:solidFill>
                  <a:schemeClr val="tx1">
                    <a:lumMod val="85000"/>
                    <a:lumOff val="15000"/>
                  </a:schemeClr>
                </a:solidFill>
                <a:latin typeface="思源黑体 HW Bold" panose="020B0800000000000000" pitchFamily="34" charset="-122"/>
                <a:ea typeface="思源黑体 HW Bold" panose="020B0800000000000000" pitchFamily="34" charset="-122"/>
                <a:cs typeface="+mn-ea"/>
                <a:sym typeface="+mn-lt"/>
              </a:rPr>
              <a:t>绿色低碳智行系统</a:t>
            </a:r>
            <a:endParaRPr kumimoji="1" lang="zh-CN" altLang="en-US" sz="4400" b="1" i="0" u="none" strike="noStrike" kern="1200" cap="none" spc="0" normalizeH="0" baseline="0" noProof="0" dirty="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endParaRPr>
          </a:p>
        </p:txBody>
      </p: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4B3929FE-1EB9-461A-B98C-56D06EDA02AE}"/>
              </a:ext>
            </a:extLst>
          </p:cNvPr>
          <p:cNvSpPr txBox="1"/>
          <p:nvPr/>
        </p:nvSpPr>
        <p:spPr>
          <a:xfrm>
            <a:off x="8807117" y="5340473"/>
            <a:ext cx="2363128" cy="442674"/>
          </a:xfrm>
          <a:prstGeom prst="roundRect">
            <a:avLst/>
          </a:prstGeom>
          <a:gradFill flip="none" rotWithShape="1">
            <a:gsLst>
              <a:gs pos="0">
                <a:srgbClr val="74C5A8"/>
              </a:gs>
              <a:gs pos="100000">
                <a:schemeClr val="accent1">
                  <a:lumMod val="60000"/>
                  <a:lumOff val="40000"/>
                </a:schemeClr>
              </a:gs>
            </a:gsLst>
            <a:lin ang="16200000" scaled="1"/>
            <a:tileRect/>
          </a:grad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汇报人：</a:t>
            </a: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 name="文本框 1">
            <a:extLst>
              <a:ext uri="{FF2B5EF4-FFF2-40B4-BE49-F238E27FC236}">
                <a16:creationId xmlns:a16="http://schemas.microsoft.com/office/drawing/2014/main" id="{A29654F8-88F8-4DCC-D270-A5478C4F0565}"/>
              </a:ext>
            </a:extLst>
          </p:cNvPr>
          <p:cNvSpPr txBox="1"/>
          <p:nvPr/>
        </p:nvSpPr>
        <p:spPr>
          <a:xfrm>
            <a:off x="6098762" y="2604104"/>
            <a:ext cx="5503026" cy="646331"/>
          </a:xfrm>
          <a:prstGeom prst="rect">
            <a:avLst/>
          </a:prstGeom>
          <a:noFill/>
        </p:spPr>
        <p:txBody>
          <a:bodyPr wrap="square" rtlCol="0">
            <a:spAutoFit/>
          </a:bodyPr>
          <a:lstStyle/>
          <a:p>
            <a:pPr algn="r"/>
            <a:r>
              <a:rPr lang="zh-CN" altLang="en-US" dirty="0"/>
              <a:t>聚焦宿舍水电、餐厅餐损与低碳出行，打造校园低碳</a:t>
            </a:r>
            <a:r>
              <a:rPr lang="en-US" altLang="zh-CN" dirty="0"/>
              <a:t>                  </a:t>
            </a:r>
            <a:r>
              <a:rPr lang="zh-CN" altLang="en-US" dirty="0"/>
              <a:t>行为管理与积分激励平台</a:t>
            </a:r>
          </a:p>
        </p:txBody>
      </p:sp>
      <p:sp>
        <p:nvSpPr>
          <p:cNvPr id="3" name="文本框 2">
            <a:extLst>
              <a:ext uri="{FF2B5EF4-FFF2-40B4-BE49-F238E27FC236}">
                <a16:creationId xmlns:a16="http://schemas.microsoft.com/office/drawing/2014/main" id="{B8C75F45-0D76-E3C5-8277-705B4E34E795}"/>
              </a:ext>
            </a:extLst>
          </p:cNvPr>
          <p:cNvSpPr txBox="1"/>
          <p:nvPr/>
        </p:nvSpPr>
        <p:spPr>
          <a:xfrm>
            <a:off x="6417426" y="3409787"/>
            <a:ext cx="5309062" cy="1015663"/>
          </a:xfrm>
          <a:prstGeom prst="rect">
            <a:avLst/>
          </a:prstGeom>
          <a:noFill/>
        </p:spPr>
        <p:txBody>
          <a:bodyPr wrap="square" rtlCol="0">
            <a:spAutoFit/>
          </a:bodyPr>
          <a:lstStyle/>
          <a:p>
            <a:r>
              <a:rPr lang="en-US" altLang="zh-CN" sz="1400" dirty="0"/>
              <a:t>Focus on dormitory water and electricity, restaurant meal damage and low-carbon travel to create a campus low-carbon behavior management and points incentive platform</a:t>
            </a:r>
          </a:p>
          <a:p>
            <a:endParaRPr lang="zh-CN" altLang="en-US" dirty="0"/>
          </a:p>
        </p:txBody>
      </p:sp>
    </p:spTree>
    <p:extLst>
      <p:ext uri="{BB962C8B-B14F-4D97-AF65-F5344CB8AC3E}">
        <p14:creationId xmlns:p14="http://schemas.microsoft.com/office/powerpoint/2010/main" val="2078068261"/>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par>
                                <p:cTn id="49" presetID="22" presetClass="entr" presetSubtype="2"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wipe(right)">
                                      <p:cBhvr>
                                        <p:cTn id="51" dur="500"/>
                                        <p:tgtEl>
                                          <p:spTgt spid="32"/>
                                        </p:tgtEl>
                                      </p:cBhvr>
                                    </p:animEffect>
                                  </p:childTnLst>
                                </p:cTn>
                              </p:par>
                            </p:childTnLst>
                          </p:cTn>
                        </p:par>
                        <p:par>
                          <p:cTn id="52" fill="hold">
                            <p:stCondLst>
                              <p:cond delay="2000"/>
                            </p:stCondLst>
                            <p:childTnLst>
                              <p:par>
                                <p:cTn id="53" presetID="53" presetClass="entr" presetSubtype="16"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 calcmode="lin" valueType="num">
                                      <p:cBhvr>
                                        <p:cTn id="55" dur="500" fill="hold"/>
                                        <p:tgtEl>
                                          <p:spTgt spid="29"/>
                                        </p:tgtEl>
                                        <p:attrNameLst>
                                          <p:attrName>ppt_w</p:attrName>
                                        </p:attrNameLst>
                                      </p:cBhvr>
                                      <p:tavLst>
                                        <p:tav tm="0">
                                          <p:val>
                                            <p:fltVal val="0"/>
                                          </p:val>
                                        </p:tav>
                                        <p:tav tm="100000">
                                          <p:val>
                                            <p:strVal val="#ppt_w"/>
                                          </p:val>
                                        </p:tav>
                                      </p:tavLst>
                                    </p:anim>
                                    <p:anim calcmode="lin" valueType="num">
                                      <p:cBhvr>
                                        <p:cTn id="56" dur="500" fill="hold"/>
                                        <p:tgtEl>
                                          <p:spTgt spid="29"/>
                                        </p:tgtEl>
                                        <p:attrNameLst>
                                          <p:attrName>ppt_h</p:attrName>
                                        </p:attrNameLst>
                                      </p:cBhvr>
                                      <p:tavLst>
                                        <p:tav tm="0">
                                          <p:val>
                                            <p:fltVal val="0"/>
                                          </p:val>
                                        </p:tav>
                                        <p:tav tm="100000">
                                          <p:val>
                                            <p:strVal val="#ppt_h"/>
                                          </p:val>
                                        </p:tav>
                                      </p:tavLst>
                                    </p:anim>
                                    <p:animEffect transition="in" filter="fade">
                                      <p:cBhvr>
                                        <p:cTn id="57" dur="500"/>
                                        <p:tgtEl>
                                          <p:spTgt spid="2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anim calcmode="lin" valueType="num">
                                      <p:cBhvr>
                                        <p:cTn id="62" dur="500" fill="hold"/>
                                        <p:tgtEl>
                                          <p:spTgt spid="33"/>
                                        </p:tgtEl>
                                        <p:attrNameLst>
                                          <p:attrName>ppt_w</p:attrName>
                                        </p:attrNameLst>
                                      </p:cBhvr>
                                      <p:tavLst>
                                        <p:tav tm="0">
                                          <p:val>
                                            <p:fltVal val="0"/>
                                          </p:val>
                                        </p:tav>
                                        <p:tav tm="100000">
                                          <p:val>
                                            <p:strVal val="#ppt_w"/>
                                          </p:val>
                                        </p:tav>
                                      </p:tavLst>
                                    </p:anim>
                                    <p:anim calcmode="lin" valueType="num">
                                      <p:cBhvr>
                                        <p:cTn id="63" dur="500" fill="hold"/>
                                        <p:tgtEl>
                                          <p:spTgt spid="33"/>
                                        </p:tgtEl>
                                        <p:attrNameLst>
                                          <p:attrName>ppt_h</p:attrName>
                                        </p:attrNameLst>
                                      </p:cBhvr>
                                      <p:tavLst>
                                        <p:tav tm="0">
                                          <p:val>
                                            <p:fltVal val="0"/>
                                          </p:val>
                                        </p:tav>
                                        <p:tav tm="100000">
                                          <p:val>
                                            <p:strVal val="#ppt_h"/>
                                          </p:val>
                                        </p:tav>
                                      </p:tavLst>
                                    </p:anim>
                                    <p:animEffect transition="in" filter="fade">
                                      <p:cBhvr>
                                        <p:cTn id="64" dur="500"/>
                                        <p:tgtEl>
                                          <p:spTgt spid="33"/>
                                        </p:tgtEl>
                                      </p:cBhvr>
                                    </p:animEffect>
                                  </p:childTnLst>
                                </p:cTn>
                              </p:par>
                            </p:childTnLst>
                          </p:cTn>
                        </p:par>
                        <p:par>
                          <p:cTn id="65" fill="hold">
                            <p:stCondLst>
                              <p:cond delay="500"/>
                            </p:stCondLst>
                            <p:childTnLst>
                              <p:par>
                                <p:cTn id="66" presetID="10" presetClass="entr" presetSubtype="0" fill="hold" grpId="0" nodeType="after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9" grpId="0"/>
      <p:bldP spid="33" grpId="0" animBg="1"/>
      <p:bldP spid="2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227">
            <a:extLst>
              <a:ext uri="{FF2B5EF4-FFF2-40B4-BE49-F238E27FC236}">
                <a16:creationId xmlns:a16="http://schemas.microsoft.com/office/drawing/2014/main" id="{F1CF15B8-4180-F143-BB06-894410B7194F}"/>
              </a:ext>
            </a:extLst>
          </p:cNvPr>
          <p:cNvSpPr/>
          <p:nvPr/>
        </p:nvSpPr>
        <p:spPr>
          <a:xfrm>
            <a:off x="5784488" y="1332627"/>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a:t>
            </a:r>
            <a:r>
              <a:rPr kumimoji="1" lang="zh-CN" altLang="en-US" dirty="0">
                <a:solidFill>
                  <a:schemeClr val="tx1"/>
                </a:solidFill>
                <a:latin typeface="微软雅黑" panose="020B0503020204020204" pitchFamily="34" charset="-122"/>
                <a:ea typeface="微软雅黑" panose="020B0503020204020204" pitchFamily="34" charset="-122"/>
                <a:cs typeface="+mn-ea"/>
                <a:sym typeface="+mn-lt"/>
              </a:rPr>
              <a:t>概述</a:t>
            </a:r>
            <a:r>
              <a:rPr kumimoji="1" lang="zh-CN" altLang="en-US" dirty="0">
                <a:solidFill>
                  <a:prstClr val="white"/>
                </a:solidFill>
                <a:latin typeface="微软雅黑" panose="020B0503020204020204" pitchFamily="34" charset="-122"/>
                <a:ea typeface="微软雅黑" panose="020B0503020204020204" pitchFamily="34" charset="-122"/>
                <a:cs typeface="+mn-ea"/>
                <a:sym typeface="+mn-lt"/>
              </a:rPr>
              <a:t>概述项目项目</a:t>
            </a: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36" name="圆角矩形 7">
            <a:extLst>
              <a:ext uri="{FF2B5EF4-FFF2-40B4-BE49-F238E27FC236}">
                <a16:creationId xmlns:a16="http://schemas.microsoft.com/office/drawing/2014/main" id="{85790778-0FF6-4001-B61D-2D2D6888D3D6}"/>
              </a:ext>
            </a:extLst>
          </p:cNvPr>
          <p:cNvSpPr/>
          <p:nvPr/>
        </p:nvSpPr>
        <p:spPr>
          <a:xfrm flipH="1">
            <a:off x="4652100" y="1355853"/>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0" name="圆角矩形 21">
            <a:extLst>
              <a:ext uri="{FF2B5EF4-FFF2-40B4-BE49-F238E27FC236}">
                <a16:creationId xmlns:a16="http://schemas.microsoft.com/office/drawing/2014/main" id="{00BC23FC-8393-4F29-B452-8A0B2D3E2830}"/>
              </a:ext>
            </a:extLst>
          </p:cNvPr>
          <p:cNvSpPr/>
          <p:nvPr/>
        </p:nvSpPr>
        <p:spPr>
          <a:xfrm rot="18900000" flipH="1">
            <a:off x="1645695" y="-2496882"/>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 name="文本框 2">
            <a:extLst>
              <a:ext uri="{FF2B5EF4-FFF2-40B4-BE49-F238E27FC236}">
                <a16:creationId xmlns:a16="http://schemas.microsoft.com/office/drawing/2014/main" id="{2A128FC0-0C1F-46D4-999A-3E5536C845DC}"/>
              </a:ext>
            </a:extLst>
          </p:cNvPr>
          <p:cNvSpPr txBox="1"/>
          <p:nvPr/>
        </p:nvSpPr>
        <p:spPr>
          <a:xfrm>
            <a:off x="2209110" y="1386412"/>
            <a:ext cx="1015663" cy="3871829"/>
          </a:xfrm>
          <a:prstGeom prst="rect">
            <a:avLst/>
          </a:prstGeom>
          <a:noFill/>
        </p:spPr>
        <p:txBody>
          <a:bodyPr vert="eaVert" wrap="none" rtlCol="0">
            <a:spAutoFit/>
          </a:bodyPr>
          <a:lstStyle/>
          <a:p>
            <a:r>
              <a:rPr lang="en-US" altLang="zh-CN" sz="5400" b="1">
                <a:solidFill>
                  <a:schemeClr val="tx1">
                    <a:lumMod val="65000"/>
                    <a:lumOff val="35000"/>
                  </a:schemeClr>
                </a:solidFill>
                <a:latin typeface="思源黑体 CN Heavy" panose="020B0A00000000000000" pitchFamily="34" charset="-122"/>
                <a:ea typeface="思源黑体 CN Heavy" panose="020B0A00000000000000" pitchFamily="34" charset="-122"/>
              </a:rPr>
              <a:t>CONTENTS</a:t>
            </a:r>
            <a:endParaRPr lang="zh-CN" altLang="en-US" sz="5400" b="1">
              <a:solidFill>
                <a:schemeClr val="tx1">
                  <a:lumMod val="65000"/>
                  <a:lumOff val="35000"/>
                </a:schemeClr>
              </a:solidFill>
              <a:latin typeface="思源黑体 CN Heavy" panose="020B0A00000000000000" pitchFamily="34" charset="-122"/>
              <a:ea typeface="思源黑体 CN Heavy" panose="020B0A00000000000000" pitchFamily="34" charset="-122"/>
            </a:endParaRPr>
          </a:p>
        </p:txBody>
      </p:sp>
      <p:sp>
        <p:nvSpPr>
          <p:cNvPr id="6" name="文本框 5">
            <a:extLst>
              <a:ext uri="{FF2B5EF4-FFF2-40B4-BE49-F238E27FC236}">
                <a16:creationId xmlns:a16="http://schemas.microsoft.com/office/drawing/2014/main" id="{D73DB2A5-D673-364A-A772-A541B1143161}"/>
              </a:ext>
            </a:extLst>
          </p:cNvPr>
          <p:cNvSpPr txBox="1"/>
          <p:nvPr/>
        </p:nvSpPr>
        <p:spPr>
          <a:xfrm>
            <a:off x="4635677" y="1386412"/>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01</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2" name="圆角矩形 7">
            <a:extLst>
              <a:ext uri="{FF2B5EF4-FFF2-40B4-BE49-F238E27FC236}">
                <a16:creationId xmlns:a16="http://schemas.microsoft.com/office/drawing/2014/main" id="{06D8B0E6-6497-43C3-A54D-665FC4118517}"/>
              </a:ext>
            </a:extLst>
          </p:cNvPr>
          <p:cNvSpPr/>
          <p:nvPr/>
        </p:nvSpPr>
        <p:spPr>
          <a:xfrm flipH="1">
            <a:off x="4652100" y="2222632"/>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3" name="文本框 32">
            <a:extLst>
              <a:ext uri="{FF2B5EF4-FFF2-40B4-BE49-F238E27FC236}">
                <a16:creationId xmlns:a16="http://schemas.microsoft.com/office/drawing/2014/main" id="{7D942238-6C6C-44C5-B88C-D0A9256244E5}"/>
              </a:ext>
            </a:extLst>
          </p:cNvPr>
          <p:cNvSpPr txBox="1"/>
          <p:nvPr/>
        </p:nvSpPr>
        <p:spPr>
          <a:xfrm>
            <a:off x="4618572" y="2245430"/>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02</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圆角矩形 7">
            <a:extLst>
              <a:ext uri="{FF2B5EF4-FFF2-40B4-BE49-F238E27FC236}">
                <a16:creationId xmlns:a16="http://schemas.microsoft.com/office/drawing/2014/main" id="{14F93967-D77C-4836-A01E-079EC956FA65}"/>
              </a:ext>
            </a:extLst>
          </p:cNvPr>
          <p:cNvSpPr/>
          <p:nvPr/>
        </p:nvSpPr>
        <p:spPr>
          <a:xfrm flipH="1">
            <a:off x="4652099" y="3089411"/>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文本框 36">
            <a:extLst>
              <a:ext uri="{FF2B5EF4-FFF2-40B4-BE49-F238E27FC236}">
                <a16:creationId xmlns:a16="http://schemas.microsoft.com/office/drawing/2014/main" id="{4F80B0C9-CAD0-4223-80FA-FE9C9221AEA8}"/>
              </a:ext>
            </a:extLst>
          </p:cNvPr>
          <p:cNvSpPr txBox="1"/>
          <p:nvPr/>
        </p:nvSpPr>
        <p:spPr>
          <a:xfrm>
            <a:off x="4635677" y="3100283"/>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03</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8" name="圆角矩形 7">
            <a:extLst>
              <a:ext uri="{FF2B5EF4-FFF2-40B4-BE49-F238E27FC236}">
                <a16:creationId xmlns:a16="http://schemas.microsoft.com/office/drawing/2014/main" id="{3789824D-99D9-4E50-86EA-B141AC6A15E2}"/>
              </a:ext>
            </a:extLst>
          </p:cNvPr>
          <p:cNvSpPr/>
          <p:nvPr/>
        </p:nvSpPr>
        <p:spPr>
          <a:xfrm flipH="1">
            <a:off x="4652099" y="3956190"/>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3" name="文本框 42">
            <a:extLst>
              <a:ext uri="{FF2B5EF4-FFF2-40B4-BE49-F238E27FC236}">
                <a16:creationId xmlns:a16="http://schemas.microsoft.com/office/drawing/2014/main" id="{49CFB226-EAB1-4683-8E0A-C25F947FE869}"/>
              </a:ext>
            </a:extLst>
          </p:cNvPr>
          <p:cNvSpPr txBox="1"/>
          <p:nvPr/>
        </p:nvSpPr>
        <p:spPr>
          <a:xfrm>
            <a:off x="4635677" y="3979226"/>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04</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44" name="圆角矩形 7">
            <a:extLst>
              <a:ext uri="{FF2B5EF4-FFF2-40B4-BE49-F238E27FC236}">
                <a16:creationId xmlns:a16="http://schemas.microsoft.com/office/drawing/2014/main" id="{4328065E-FEDD-4251-9B56-4122C77937D6}"/>
              </a:ext>
            </a:extLst>
          </p:cNvPr>
          <p:cNvSpPr/>
          <p:nvPr/>
        </p:nvSpPr>
        <p:spPr>
          <a:xfrm flipH="1">
            <a:off x="4657747" y="4799051"/>
            <a:ext cx="608177" cy="608178"/>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5" name="文本框 44">
            <a:extLst>
              <a:ext uri="{FF2B5EF4-FFF2-40B4-BE49-F238E27FC236}">
                <a16:creationId xmlns:a16="http://schemas.microsoft.com/office/drawing/2014/main" id="{40715963-E11B-4EC8-A67F-59ED201C7C21}"/>
              </a:ext>
            </a:extLst>
          </p:cNvPr>
          <p:cNvSpPr txBox="1"/>
          <p:nvPr/>
        </p:nvSpPr>
        <p:spPr>
          <a:xfrm>
            <a:off x="4652099" y="4843761"/>
            <a:ext cx="927342" cy="584775"/>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05</a:t>
            </a:r>
            <a:endParaRPr kumimoji="0" lang="zh-CN" altLang="en-US" sz="32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grpSp>
        <p:nvGrpSpPr>
          <p:cNvPr id="46" name="组合 45">
            <a:extLst>
              <a:ext uri="{FF2B5EF4-FFF2-40B4-BE49-F238E27FC236}">
                <a16:creationId xmlns:a16="http://schemas.microsoft.com/office/drawing/2014/main" id="{0DF92CF3-108A-43B8-B25E-259423EC01F1}"/>
              </a:ext>
            </a:extLst>
          </p:cNvPr>
          <p:cNvGrpSpPr/>
          <p:nvPr/>
        </p:nvGrpSpPr>
        <p:grpSpPr>
          <a:xfrm rot="10800000">
            <a:off x="-1984431" y="497205"/>
            <a:ext cx="3830221" cy="5863590"/>
            <a:chOff x="3717994" y="411408"/>
            <a:chExt cx="4170152" cy="6281292"/>
          </a:xfrm>
        </p:grpSpPr>
        <p:grpSp>
          <p:nvGrpSpPr>
            <p:cNvPr id="47" name="组合 46">
              <a:extLst>
                <a:ext uri="{FF2B5EF4-FFF2-40B4-BE49-F238E27FC236}">
                  <a16:creationId xmlns:a16="http://schemas.microsoft.com/office/drawing/2014/main" id="{2E5AB0AA-4495-4E58-B66A-7E1650E99F39}"/>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51" name="圆角矩形 23">
                <a:extLst>
                  <a:ext uri="{FF2B5EF4-FFF2-40B4-BE49-F238E27FC236}">
                    <a16:creationId xmlns:a16="http://schemas.microsoft.com/office/drawing/2014/main" id="{EDE30D0C-329B-44AC-8F5C-3FE4BE0B814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2" name="圆角矩形 24">
                <a:extLst>
                  <a:ext uri="{FF2B5EF4-FFF2-40B4-BE49-F238E27FC236}">
                    <a16:creationId xmlns:a16="http://schemas.microsoft.com/office/drawing/2014/main" id="{63B65C99-D312-4E7E-BE5E-8F3A5B600FBB}"/>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48" name="圆角矩形 22">
              <a:extLst>
                <a:ext uri="{FF2B5EF4-FFF2-40B4-BE49-F238E27FC236}">
                  <a16:creationId xmlns:a16="http://schemas.microsoft.com/office/drawing/2014/main" id="{947FF931-F89D-4F86-9901-11EF5A963443}"/>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9" name="圆角矩形 20">
              <a:extLst>
                <a:ext uri="{FF2B5EF4-FFF2-40B4-BE49-F238E27FC236}">
                  <a16:creationId xmlns:a16="http://schemas.microsoft.com/office/drawing/2014/main" id="{8AA6E668-2D46-4C8B-AC59-EE479F542899}"/>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50" name="圆角矩形 15">
              <a:extLst>
                <a:ext uri="{FF2B5EF4-FFF2-40B4-BE49-F238E27FC236}">
                  <a16:creationId xmlns:a16="http://schemas.microsoft.com/office/drawing/2014/main" id="{68F13946-2FBF-4D4C-98E5-A0192F57D07C}"/>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3" name="圆角矩形 227">
            <a:extLst>
              <a:ext uri="{FF2B5EF4-FFF2-40B4-BE49-F238E27FC236}">
                <a16:creationId xmlns:a16="http://schemas.microsoft.com/office/drawing/2014/main" id="{5ECEAEB9-F3B5-4D59-B2C2-3B88805802D3}"/>
              </a:ext>
            </a:extLst>
          </p:cNvPr>
          <p:cNvSpPr/>
          <p:nvPr/>
        </p:nvSpPr>
        <p:spPr>
          <a:xfrm>
            <a:off x="5641006" y="2282089"/>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4" name="文本框 53">
            <a:extLst>
              <a:ext uri="{FF2B5EF4-FFF2-40B4-BE49-F238E27FC236}">
                <a16:creationId xmlns:a16="http://schemas.microsoft.com/office/drawing/2014/main" id="{5530F974-F47D-4A49-976E-B09ADC9B3C94}"/>
              </a:ext>
            </a:extLst>
          </p:cNvPr>
          <p:cNvSpPr txBox="1"/>
          <p:nvPr/>
        </p:nvSpPr>
        <p:spPr>
          <a:xfrm>
            <a:off x="5998205" y="2280077"/>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5" name="圆角矩形 227">
            <a:extLst>
              <a:ext uri="{FF2B5EF4-FFF2-40B4-BE49-F238E27FC236}">
                <a16:creationId xmlns:a16="http://schemas.microsoft.com/office/drawing/2014/main" id="{FD646DBC-37B0-4E0B-8B11-EDDA6656679B}"/>
              </a:ext>
            </a:extLst>
          </p:cNvPr>
          <p:cNvSpPr/>
          <p:nvPr/>
        </p:nvSpPr>
        <p:spPr>
          <a:xfrm>
            <a:off x="5641006" y="3142049"/>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6" name="文本框 55">
            <a:extLst>
              <a:ext uri="{FF2B5EF4-FFF2-40B4-BE49-F238E27FC236}">
                <a16:creationId xmlns:a16="http://schemas.microsoft.com/office/drawing/2014/main" id="{EBB740D6-DDD9-49F2-BAA3-EDFACD201EBB}"/>
              </a:ext>
            </a:extLst>
          </p:cNvPr>
          <p:cNvSpPr txBox="1"/>
          <p:nvPr/>
        </p:nvSpPr>
        <p:spPr>
          <a:xfrm>
            <a:off x="5998205" y="3020944"/>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7" name="圆角矩形 227">
            <a:extLst>
              <a:ext uri="{FF2B5EF4-FFF2-40B4-BE49-F238E27FC236}">
                <a16:creationId xmlns:a16="http://schemas.microsoft.com/office/drawing/2014/main" id="{5D9A7E30-407D-4B84-8091-18DF978D64F9}"/>
              </a:ext>
            </a:extLst>
          </p:cNvPr>
          <p:cNvSpPr/>
          <p:nvPr/>
        </p:nvSpPr>
        <p:spPr>
          <a:xfrm>
            <a:off x="5641006" y="4014040"/>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58" name="文本框 57">
            <a:extLst>
              <a:ext uri="{FF2B5EF4-FFF2-40B4-BE49-F238E27FC236}">
                <a16:creationId xmlns:a16="http://schemas.microsoft.com/office/drawing/2014/main" id="{D7DC13FA-5847-45E2-A576-9D6DA1D40071}"/>
              </a:ext>
            </a:extLst>
          </p:cNvPr>
          <p:cNvSpPr txBox="1"/>
          <p:nvPr/>
        </p:nvSpPr>
        <p:spPr>
          <a:xfrm>
            <a:off x="5998205" y="3892935"/>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59" name="圆角矩形 227">
            <a:extLst>
              <a:ext uri="{FF2B5EF4-FFF2-40B4-BE49-F238E27FC236}">
                <a16:creationId xmlns:a16="http://schemas.microsoft.com/office/drawing/2014/main" id="{A564D55F-4570-4014-AD64-861D88FA1F59}"/>
              </a:ext>
            </a:extLst>
          </p:cNvPr>
          <p:cNvSpPr/>
          <p:nvPr/>
        </p:nvSpPr>
        <p:spPr>
          <a:xfrm>
            <a:off x="5641006" y="4843761"/>
            <a:ext cx="3175220" cy="511455"/>
          </a:xfrm>
          <a:prstGeom prst="roundRect">
            <a:avLst>
              <a:gd name="adj" fmla="val 11847"/>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dirty="0">
              <a:solidFill>
                <a:prstClr val="white"/>
              </a:solidFill>
              <a:latin typeface="微软雅黑" panose="020B0503020204020204" pitchFamily="34" charset="-122"/>
              <a:ea typeface="微软雅黑" panose="020B0503020204020204" pitchFamily="34" charset="-122"/>
              <a:cs typeface="+mn-ea"/>
              <a:sym typeface="+mn-lt"/>
            </a:endParaRPr>
          </a:p>
        </p:txBody>
      </p:sp>
      <p:sp>
        <p:nvSpPr>
          <p:cNvPr id="60" name="文本框 59">
            <a:extLst>
              <a:ext uri="{FF2B5EF4-FFF2-40B4-BE49-F238E27FC236}">
                <a16:creationId xmlns:a16="http://schemas.microsoft.com/office/drawing/2014/main" id="{AC2706E0-0237-4551-9819-50707A3C5D34}"/>
              </a:ext>
            </a:extLst>
          </p:cNvPr>
          <p:cNvSpPr txBox="1"/>
          <p:nvPr/>
        </p:nvSpPr>
        <p:spPr>
          <a:xfrm>
            <a:off x="5998205" y="4722656"/>
            <a:ext cx="3830221" cy="671594"/>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chemeClr val="accent3">
                    <a:lumMod val="75000"/>
                  </a:schemeClr>
                </a:solidFill>
                <a:effectLst/>
                <a:uLnTx/>
                <a:uFillTx/>
                <a:latin typeface="微软雅黑" panose="020B0503020204020204" pitchFamily="34" charset="-122"/>
                <a:ea typeface="微软雅黑" panose="020B0503020204020204" pitchFamily="34" charset="-122"/>
                <a:cs typeface="+mn-ea"/>
                <a:sym typeface="+mn-lt"/>
              </a:rPr>
              <a:t>输入您的标题</a:t>
            </a:r>
          </a:p>
        </p:txBody>
      </p:sp>
      <p:sp>
        <p:nvSpPr>
          <p:cNvPr id="4" name="TextBox 3">
            <a:extLst>
              <a:ext uri="{FF2B5EF4-FFF2-40B4-BE49-F238E27FC236}">
                <a16:creationId xmlns:a16="http://schemas.microsoft.com/office/drawing/2014/main" id="{B42E4EFC-9A6B-98D9-CE1C-A3FF0E148590}"/>
              </a:ext>
            </a:extLst>
          </p:cNvPr>
          <p:cNvSpPr txBox="1"/>
          <p:nvPr/>
        </p:nvSpPr>
        <p:spPr>
          <a:xfrm>
            <a:off x="7931" y="24076"/>
            <a:ext cx="540060"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 </a:t>
            </a:r>
            <a:r>
              <a:rPr lang="en-US" altLang="zh-CN" sz="100" dirty="0">
                <a:noFill/>
                <a:latin typeface="微软雅黑" panose="020B0503020204020204" pitchFamily="34" charset="-122"/>
                <a:ea typeface="微软雅黑" panose="020B0503020204020204" pitchFamily="34" charset="-122"/>
              </a:rPr>
              <a:t>http://www.1ppt.com/moban/</a:t>
            </a:r>
            <a:r>
              <a:rPr lang="zh-CN" altLang="en-US" sz="100" dirty="0">
                <a:noFill/>
                <a:latin typeface="微软雅黑" panose="020B0503020204020204" pitchFamily="34" charset="-122"/>
                <a:ea typeface="微软雅黑" panose="020B0503020204020204" pitchFamily="34" charset="-122"/>
              </a:rPr>
              <a:t> </a:t>
            </a:r>
            <a:endParaRPr lang="en-US" altLang="zh-CN" sz="100" dirty="0">
              <a:no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5934442"/>
      </p:ext>
    </p:extLst>
  </p:cSld>
  <p:clrMapOvr>
    <a:masterClrMapping/>
  </p:clrMapOvr>
  <p:transition spd="slow" advTm="3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down)">
                                      <p:cBhvr>
                                        <p:cTn id="7" dur="500"/>
                                        <p:tgtEl>
                                          <p:spTgt spid="4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down)">
                                      <p:cBhvr>
                                        <p:cTn id="10" dur="500"/>
                                        <p:tgtEl>
                                          <p:spTgt spid="36"/>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down)">
                                      <p:cBhvr>
                                        <p:cTn id="16" dur="500"/>
                                        <p:tgtEl>
                                          <p:spTgt spid="8"/>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down)">
                                      <p:cBhvr>
                                        <p:cTn id="25" dur="500"/>
                                        <p:tgtEl>
                                          <p:spTgt spid="35"/>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down)">
                                      <p:cBhvr>
                                        <p:cTn id="28" dur="500"/>
                                        <p:tgtEl>
                                          <p:spTgt spid="3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wipe(down)">
                                      <p:cBhvr>
                                        <p:cTn id="31" dur="500"/>
                                        <p:tgtEl>
                                          <p:spTgt spid="38"/>
                                        </p:tgtEl>
                                      </p:cBhvr>
                                    </p:animEffect>
                                  </p:childTnLst>
                                </p:cTn>
                              </p:par>
                              <p:par>
                                <p:cTn id="32" presetID="22" presetClass="entr" presetSubtype="4" fill="hold" grpId="0" nodeType="withEffect">
                                  <p:stCondLst>
                                    <p:cond delay="0"/>
                                  </p:stCondLst>
                                  <p:childTnLst>
                                    <p:set>
                                      <p:cBhvr>
                                        <p:cTn id="33" dur="1" fill="hold">
                                          <p:stCondLst>
                                            <p:cond delay="0"/>
                                          </p:stCondLst>
                                        </p:cTn>
                                        <p:tgtEl>
                                          <p:spTgt spid="43"/>
                                        </p:tgtEl>
                                        <p:attrNameLst>
                                          <p:attrName>style.visibility</p:attrName>
                                        </p:attrNameLst>
                                      </p:cBhvr>
                                      <p:to>
                                        <p:strVal val="visible"/>
                                      </p:to>
                                    </p:set>
                                    <p:animEffect transition="in" filter="wipe(down)">
                                      <p:cBhvr>
                                        <p:cTn id="34" dur="500"/>
                                        <p:tgtEl>
                                          <p:spTgt spid="43"/>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wipe(down)">
                                      <p:cBhvr>
                                        <p:cTn id="37" dur="500"/>
                                        <p:tgtEl>
                                          <p:spTgt spid="44"/>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wipe(down)">
                                      <p:cBhvr>
                                        <p:cTn id="40" dur="500"/>
                                        <p:tgtEl>
                                          <p:spTgt spid="45"/>
                                        </p:tgtEl>
                                      </p:cBhvr>
                                    </p:animEffect>
                                  </p:childTnLst>
                                </p:cTn>
                              </p:par>
                              <p:par>
                                <p:cTn id="41" presetID="22" presetClass="entr" presetSubtype="4"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wipe(down)">
                                      <p:cBhvr>
                                        <p:cTn id="43" dur="500"/>
                                        <p:tgtEl>
                                          <p:spTgt spid="46"/>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54"/>
                                        </p:tgtEl>
                                        <p:attrNameLst>
                                          <p:attrName>style.visibility</p:attrName>
                                        </p:attrNameLst>
                                      </p:cBhvr>
                                      <p:to>
                                        <p:strVal val="visible"/>
                                      </p:to>
                                    </p:set>
                                    <p:animEffect transition="in" filter="wipe(down)">
                                      <p:cBhvr>
                                        <p:cTn id="46" dur="500"/>
                                        <p:tgtEl>
                                          <p:spTgt spid="54"/>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53"/>
                                        </p:tgtEl>
                                        <p:attrNameLst>
                                          <p:attrName>style.visibility</p:attrName>
                                        </p:attrNameLst>
                                      </p:cBhvr>
                                      <p:to>
                                        <p:strVal val="visible"/>
                                      </p:to>
                                    </p:set>
                                    <p:animEffect transition="in" filter="wipe(down)">
                                      <p:cBhvr>
                                        <p:cTn id="49" dur="500"/>
                                        <p:tgtEl>
                                          <p:spTgt spid="53"/>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56"/>
                                        </p:tgtEl>
                                        <p:attrNameLst>
                                          <p:attrName>style.visibility</p:attrName>
                                        </p:attrNameLst>
                                      </p:cBhvr>
                                      <p:to>
                                        <p:strVal val="visible"/>
                                      </p:to>
                                    </p:set>
                                    <p:animEffect transition="in" filter="wipe(down)">
                                      <p:cBhvr>
                                        <p:cTn id="52" dur="500"/>
                                        <p:tgtEl>
                                          <p:spTgt spid="56"/>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55"/>
                                        </p:tgtEl>
                                        <p:attrNameLst>
                                          <p:attrName>style.visibility</p:attrName>
                                        </p:attrNameLst>
                                      </p:cBhvr>
                                      <p:to>
                                        <p:strVal val="visible"/>
                                      </p:to>
                                    </p:set>
                                    <p:animEffect transition="in" filter="wipe(down)">
                                      <p:cBhvr>
                                        <p:cTn id="55" dur="500"/>
                                        <p:tgtEl>
                                          <p:spTgt spid="55"/>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wipe(down)">
                                      <p:cBhvr>
                                        <p:cTn id="58" dur="500"/>
                                        <p:tgtEl>
                                          <p:spTgt spid="58"/>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57"/>
                                        </p:tgtEl>
                                        <p:attrNameLst>
                                          <p:attrName>style.visibility</p:attrName>
                                        </p:attrNameLst>
                                      </p:cBhvr>
                                      <p:to>
                                        <p:strVal val="visible"/>
                                      </p:to>
                                    </p:set>
                                    <p:animEffect transition="in" filter="wipe(down)">
                                      <p:cBhvr>
                                        <p:cTn id="61" dur="500"/>
                                        <p:tgtEl>
                                          <p:spTgt spid="57"/>
                                        </p:tgtEl>
                                      </p:cBhvr>
                                    </p:animEffect>
                                  </p:childTnLst>
                                </p:cTn>
                              </p:par>
                              <p:par>
                                <p:cTn id="62" presetID="22" presetClass="entr" presetSubtype="4" fill="hold" grpId="0" nodeType="withEffect">
                                  <p:stCondLst>
                                    <p:cond delay="0"/>
                                  </p:stCondLst>
                                  <p:childTnLst>
                                    <p:set>
                                      <p:cBhvr>
                                        <p:cTn id="63" dur="1" fill="hold">
                                          <p:stCondLst>
                                            <p:cond delay="0"/>
                                          </p:stCondLst>
                                        </p:cTn>
                                        <p:tgtEl>
                                          <p:spTgt spid="60"/>
                                        </p:tgtEl>
                                        <p:attrNameLst>
                                          <p:attrName>style.visibility</p:attrName>
                                        </p:attrNameLst>
                                      </p:cBhvr>
                                      <p:to>
                                        <p:strVal val="visible"/>
                                      </p:to>
                                    </p:set>
                                    <p:animEffect transition="in" filter="wipe(down)">
                                      <p:cBhvr>
                                        <p:cTn id="64" dur="500"/>
                                        <p:tgtEl>
                                          <p:spTgt spid="60"/>
                                        </p:tgtEl>
                                      </p:cBhvr>
                                    </p:animEffect>
                                  </p:childTnLst>
                                </p:cTn>
                              </p:par>
                              <p:par>
                                <p:cTn id="65" presetID="22" presetClass="entr" presetSubtype="4" fill="hold" grpId="0" nodeType="withEffect">
                                  <p:stCondLst>
                                    <p:cond delay="0"/>
                                  </p:stCondLst>
                                  <p:childTnLst>
                                    <p:set>
                                      <p:cBhvr>
                                        <p:cTn id="66" dur="1" fill="hold">
                                          <p:stCondLst>
                                            <p:cond delay="0"/>
                                          </p:stCondLst>
                                        </p:cTn>
                                        <p:tgtEl>
                                          <p:spTgt spid="59"/>
                                        </p:tgtEl>
                                        <p:attrNameLst>
                                          <p:attrName>style.visibility</p:attrName>
                                        </p:attrNameLst>
                                      </p:cBhvr>
                                      <p:to>
                                        <p:strVal val="visible"/>
                                      </p:to>
                                    </p:set>
                                    <p:animEffect transition="in" filter="wipe(down)">
                                      <p:cBhvr>
                                        <p:cTn id="67"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6" grpId="0" animBg="1"/>
      <p:bldP spid="40" grpId="0" animBg="1"/>
      <p:bldP spid="6" grpId="0"/>
      <p:bldP spid="32" grpId="0" animBg="1"/>
      <p:bldP spid="33" grpId="0"/>
      <p:bldP spid="35" grpId="0" animBg="1"/>
      <p:bldP spid="37" grpId="0"/>
      <p:bldP spid="38" grpId="0" animBg="1"/>
      <p:bldP spid="43" grpId="0"/>
      <p:bldP spid="44" grpId="0" animBg="1"/>
      <p:bldP spid="45" grpId="0"/>
      <p:bldP spid="53" grpId="0" animBg="1"/>
      <p:bldP spid="54" grpId="0"/>
      <p:bldP spid="55" grpId="0" animBg="1"/>
      <p:bldP spid="56" grpId="0"/>
      <p:bldP spid="57" grpId="0" animBg="1"/>
      <p:bldP spid="58" grpId="0"/>
      <p:bldP spid="59" grpId="0" animBg="1"/>
      <p:bldP spid="6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49" name="文本框 48">
            <a:extLst>
              <a:ext uri="{FF2B5EF4-FFF2-40B4-BE49-F238E27FC236}">
                <a16:creationId xmlns:a16="http://schemas.microsoft.com/office/drawing/2014/main" id="{8D017C34-5119-41AB-9741-1458F36713DC}"/>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01</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项目概述</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369332"/>
          </a:xfrm>
          <a:prstGeom prst="rect">
            <a:avLst/>
          </a:prstGeom>
          <a:noFill/>
        </p:spPr>
        <p:txBody>
          <a:bodyPr wrap="square" rtlCol="0">
            <a:spAutoFit/>
          </a:bodyPr>
          <a:lstStyle/>
          <a:p>
            <a:pPr algn="ctr"/>
            <a:r>
              <a:rPr lang="en-US" altLang="zh-CN" dirty="0"/>
              <a:t>Project overview</a:t>
            </a: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293707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par>
                          <p:cTn id="39" fill="hold">
                            <p:stCondLst>
                              <p:cond delay="1000"/>
                            </p:stCondLst>
                            <p:childTnLst>
                              <p:par>
                                <p:cTn id="40" presetID="16" presetClass="entr" presetSubtype="37" fill="hold" grpId="0" nodeType="afterEffect">
                                  <p:stCondLst>
                                    <p:cond delay="0"/>
                                  </p:stCondLst>
                                  <p:childTnLst>
                                    <p:set>
                                      <p:cBhvr>
                                        <p:cTn id="41" dur="1" fill="hold">
                                          <p:stCondLst>
                                            <p:cond delay="0"/>
                                          </p:stCondLst>
                                        </p:cTn>
                                        <p:tgtEl>
                                          <p:spTgt spid="49"/>
                                        </p:tgtEl>
                                        <p:attrNameLst>
                                          <p:attrName>style.visibility</p:attrName>
                                        </p:attrNameLst>
                                      </p:cBhvr>
                                      <p:to>
                                        <p:strVal val="visible"/>
                                      </p:to>
                                    </p:set>
                                    <p:animEffect transition="in" filter="barn(outVertical)">
                                      <p:cBhvr>
                                        <p:cTn id="42" dur="500"/>
                                        <p:tgtEl>
                                          <p:spTgt spid="49"/>
                                        </p:tgtEl>
                                      </p:cBhvr>
                                    </p:animEffect>
                                  </p:childTnLst>
                                </p:cTn>
                              </p:par>
                              <p:par>
                                <p:cTn id="43" presetID="16" presetClass="entr" presetSubtype="37" fill="hold" nodeType="withEffect">
                                  <p:stCondLst>
                                    <p:cond delay="0"/>
                                  </p:stCondLst>
                                  <p:childTnLst>
                                    <p:set>
                                      <p:cBhvr>
                                        <p:cTn id="44" dur="1" fill="hold">
                                          <p:stCondLst>
                                            <p:cond delay="0"/>
                                          </p:stCondLst>
                                        </p:cTn>
                                        <p:tgtEl>
                                          <p:spTgt spid="52"/>
                                        </p:tgtEl>
                                        <p:attrNameLst>
                                          <p:attrName>style.visibility</p:attrName>
                                        </p:attrNameLst>
                                      </p:cBhvr>
                                      <p:to>
                                        <p:strVal val="visible"/>
                                      </p:to>
                                    </p:set>
                                    <p:animEffect transition="in" filter="barn(outVertical)">
                                      <p:cBhvr>
                                        <p:cTn id="45" dur="500"/>
                                        <p:tgtEl>
                                          <p:spTgt spid="52"/>
                                        </p:tgtEl>
                                      </p:cBhvr>
                                    </p:animEffect>
                                  </p:childTnLst>
                                </p:cTn>
                              </p:par>
                              <p:par>
                                <p:cTn id="46" presetID="16" presetClass="entr" presetSubtype="37" fill="hold" nodeType="withEffect">
                                  <p:stCondLst>
                                    <p:cond delay="0"/>
                                  </p:stCondLst>
                                  <p:childTnLst>
                                    <p:set>
                                      <p:cBhvr>
                                        <p:cTn id="47" dur="1" fill="hold">
                                          <p:stCondLst>
                                            <p:cond delay="0"/>
                                          </p:stCondLst>
                                        </p:cTn>
                                        <p:tgtEl>
                                          <p:spTgt spid="53"/>
                                        </p:tgtEl>
                                        <p:attrNameLst>
                                          <p:attrName>style.visibility</p:attrName>
                                        </p:attrNameLst>
                                      </p:cBhvr>
                                      <p:to>
                                        <p:strVal val="visible"/>
                                      </p:to>
                                    </p:set>
                                    <p:animEffect transition="in" filter="barn(outVertical)">
                                      <p:cBhvr>
                                        <p:cTn id="48" dur="500"/>
                                        <p:tgtEl>
                                          <p:spTgt spid="53"/>
                                        </p:tgtEl>
                                      </p:cBhvr>
                                    </p:animEffect>
                                  </p:childTnLst>
                                </p:cTn>
                              </p:par>
                            </p:childTnLst>
                          </p:cTn>
                        </p:par>
                      </p:childTnLst>
                    </p:cTn>
                  </p:par>
                  <p:par>
                    <p:cTn id="49" fill="hold">
                      <p:stCondLst>
                        <p:cond delay="indefinite"/>
                      </p:stCondLst>
                      <p:childTnLst>
                        <p:par>
                          <p:cTn id="50" fill="hold">
                            <p:stCondLst>
                              <p:cond delay="0"/>
                            </p:stCondLst>
                            <p:childTnLst>
                              <p:par>
                                <p:cTn id="51" presetID="16" presetClass="entr" presetSubtype="21" fill="hold" grpId="0" nodeType="clickEffect">
                                  <p:stCondLst>
                                    <p:cond delay="0"/>
                                  </p:stCondLst>
                                  <p:childTnLst>
                                    <p:set>
                                      <p:cBhvr>
                                        <p:cTn id="52" dur="1" fill="hold">
                                          <p:stCondLst>
                                            <p:cond delay="0"/>
                                          </p:stCondLst>
                                        </p:cTn>
                                        <p:tgtEl>
                                          <p:spTgt spid="50"/>
                                        </p:tgtEl>
                                        <p:attrNameLst>
                                          <p:attrName>style.visibility</p:attrName>
                                        </p:attrNameLst>
                                      </p:cBhvr>
                                      <p:to>
                                        <p:strVal val="visible"/>
                                      </p:to>
                                    </p:set>
                                    <p:animEffect transition="in" filter="barn(inVertical)">
                                      <p:cBhvr>
                                        <p:cTn id="53" dur="500"/>
                                        <p:tgtEl>
                                          <p:spTgt spid="50"/>
                                        </p:tgtEl>
                                      </p:cBhvr>
                                    </p:animEffect>
                                  </p:childTnLst>
                                </p:cTn>
                              </p:par>
                            </p:childTnLst>
                          </p:cTn>
                        </p:par>
                        <p:par>
                          <p:cTn id="54" fill="hold">
                            <p:stCondLst>
                              <p:cond delay="500"/>
                            </p:stCondLst>
                            <p:childTnLst>
                              <p:par>
                                <p:cTn id="55" presetID="2" presetClass="entr" presetSubtype="4" fill="hold" grpId="0" nodeType="afterEffect">
                                  <p:stCondLst>
                                    <p:cond delay="0"/>
                                  </p:stCondLst>
                                  <p:childTnLst>
                                    <p:set>
                                      <p:cBhvr>
                                        <p:cTn id="56" dur="1" fill="hold">
                                          <p:stCondLst>
                                            <p:cond delay="0"/>
                                          </p:stCondLst>
                                        </p:cTn>
                                        <p:tgtEl>
                                          <p:spTgt spid="51"/>
                                        </p:tgtEl>
                                        <p:attrNameLst>
                                          <p:attrName>style.visibility</p:attrName>
                                        </p:attrNameLst>
                                      </p:cBhvr>
                                      <p:to>
                                        <p:strVal val="visible"/>
                                      </p:to>
                                    </p:set>
                                    <p:anim calcmode="lin" valueType="num">
                                      <p:cBhvr additive="base">
                                        <p:cTn id="57" dur="500" fill="hold"/>
                                        <p:tgtEl>
                                          <p:spTgt spid="51"/>
                                        </p:tgtEl>
                                        <p:attrNameLst>
                                          <p:attrName>ppt_x</p:attrName>
                                        </p:attrNameLst>
                                      </p:cBhvr>
                                      <p:tavLst>
                                        <p:tav tm="0">
                                          <p:val>
                                            <p:strVal val="#ppt_x"/>
                                          </p:val>
                                        </p:tav>
                                        <p:tav tm="100000">
                                          <p:val>
                                            <p:strVal val="#ppt_x"/>
                                          </p:val>
                                        </p:tav>
                                      </p:tavLst>
                                    </p:anim>
                                    <p:anim calcmode="lin" valueType="num">
                                      <p:cBhvr additive="base">
                                        <p:cTn id="5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49" grpId="0"/>
      <p:bldP spid="50" grpId="0"/>
      <p:bldP spid="5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295467" y="2734250"/>
            <a:ext cx="1897933" cy="1897933"/>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022736" y="1842101"/>
            <a:ext cx="3795144" cy="3795144"/>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6576054" y="1880761"/>
            <a:ext cx="831871" cy="831871"/>
            <a:chOff x="304800" y="673100"/>
            <a:chExt cx="4000500" cy="4000500"/>
          </a:xfrm>
          <a:effectLst>
            <a:outerShdw blurRad="317500" dist="1905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0" name="椭圆 9"/>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1</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7302785" y="3267281"/>
            <a:ext cx="831871" cy="831871"/>
            <a:chOff x="304800" y="673100"/>
            <a:chExt cx="4000500" cy="4000500"/>
          </a:xfrm>
          <a:effectLst>
            <a:outerShdw blurRad="317500" dist="190500" dir="810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3" name="椭圆 12"/>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2</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576054" y="4722545"/>
            <a:ext cx="831871" cy="831871"/>
            <a:chOff x="304800" y="673100"/>
            <a:chExt cx="4000500" cy="4000500"/>
          </a:xfrm>
          <a:effectLst>
            <a:outerShdw blurRad="317500" dist="190500" dir="810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335" b="1" dirty="0">
                <a:solidFill>
                  <a:srgbClr val="C00002"/>
                </a:solidFill>
                <a:latin typeface="微软雅黑" panose="020B0503020204020204" pitchFamily="34" charset="-122"/>
                <a:ea typeface="微软雅黑" panose="020B0503020204020204" pitchFamily="34" charset="-122"/>
              </a:endParaRPr>
            </a:p>
          </p:txBody>
        </p:sp>
        <p:sp>
          <p:nvSpPr>
            <p:cNvPr id="16" name="椭圆 15"/>
            <p:cNvSpPr/>
            <p:nvPr/>
          </p:nvSpPr>
          <p:spPr>
            <a:xfrm>
              <a:off x="392113" y="760413"/>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335" b="1" dirty="0">
                  <a:solidFill>
                    <a:schemeClr val="accent1">
                      <a:lumMod val="100000"/>
                    </a:schemeClr>
                  </a:solidFill>
                  <a:latin typeface="微软雅黑" panose="020B0503020204020204" pitchFamily="34" charset="-122"/>
                  <a:ea typeface="微软雅黑" panose="020B0503020204020204" pitchFamily="34" charset="-122"/>
                </a:rPr>
                <a:t>3</a:t>
              </a:r>
              <a:endParaRPr lang="zh-CN" altLang="en-US" sz="3335" b="1"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17" name="TextBox 15"/>
          <p:cNvSpPr txBox="1"/>
          <p:nvPr/>
        </p:nvSpPr>
        <p:spPr>
          <a:xfrm>
            <a:off x="1902995" y="3478160"/>
            <a:ext cx="682879" cy="410112"/>
          </a:xfrm>
          <a:prstGeom prst="rect">
            <a:avLst/>
          </a:prstGeom>
          <a:noFill/>
        </p:spPr>
        <p:txBody>
          <a:bodyPr wrap="none" lIns="0" tIns="0" rIns="0" bIns="0" rtlCol="0">
            <a:spAutoFit/>
          </a:bodyPr>
          <a:lstStyle/>
          <a:p>
            <a:pPr algn="ctr"/>
            <a:r>
              <a:rPr lang="zh-CN" altLang="en-US" sz="2665" b="1" dirty="0">
                <a:solidFill>
                  <a:schemeClr val="bg1"/>
                </a:solidFill>
                <a:latin typeface="微软雅黑" panose="020B0503020204020204" pitchFamily="34" charset="-122"/>
                <a:ea typeface="微软雅黑" panose="020B0503020204020204" pitchFamily="34" charset="-122"/>
              </a:rPr>
              <a:t>项目</a:t>
            </a:r>
          </a:p>
        </p:txBody>
      </p:sp>
      <p:sp>
        <p:nvSpPr>
          <p:cNvPr id="19" name="TextBox 17"/>
          <p:cNvSpPr txBox="1"/>
          <p:nvPr/>
        </p:nvSpPr>
        <p:spPr>
          <a:xfrm>
            <a:off x="8275701" y="3751581"/>
            <a:ext cx="2934117" cy="495136"/>
          </a:xfrm>
          <a:prstGeom prst="rect">
            <a:avLst/>
          </a:prstGeom>
          <a:noFill/>
        </p:spPr>
        <p:txBody>
          <a:bodyPr wrap="square" lIns="0" tIns="0" rIns="0" bIns="0"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记录餐厅浪费数据，统计餐损情况，结合积分机制减少食物浪费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TextBox 18"/>
          <p:cNvSpPr txBox="1"/>
          <p:nvPr/>
        </p:nvSpPr>
        <p:spPr>
          <a:xfrm>
            <a:off x="7718720" y="5206237"/>
            <a:ext cx="2934117" cy="495136"/>
          </a:xfrm>
          <a:prstGeom prst="rect">
            <a:avLst/>
          </a:prstGeom>
          <a:noFill/>
        </p:spPr>
        <p:txBody>
          <a:bodyPr wrap="square" lIns="0" tIns="0" rIns="0" bIns="0"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记录步行、骑行、公交等绿色出行方式，计算低碳积分并形成激励</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TextBox 19"/>
          <p:cNvSpPr txBox="1"/>
          <p:nvPr/>
        </p:nvSpPr>
        <p:spPr>
          <a:xfrm>
            <a:off x="4480689" y="3474643"/>
            <a:ext cx="2846581" cy="342401"/>
          </a:xfrm>
          <a:prstGeom prst="rect">
            <a:avLst/>
          </a:prstGeom>
          <a:noFill/>
        </p:spPr>
        <p:txBody>
          <a:bodyPr wrap="square" lIns="0" tIns="0" rIns="0" bIns="0" rtlCol="0">
            <a:spAutoFit/>
          </a:bodyPr>
          <a:lstStyle/>
          <a:p>
            <a:pPr>
              <a:lnSpc>
                <a:spcPct val="120000"/>
              </a:lnSpc>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rPr>
              <a:t>绿色低碳校园管理系统</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Half Frame 12"/>
          <p:cNvSpPr/>
          <p:nvPr/>
        </p:nvSpPr>
        <p:spPr>
          <a:xfrm rot="8097294">
            <a:off x="3238279" y="3426036"/>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23" name="Text Box 4"/>
          <p:cNvSpPr txBox="1">
            <a:spLocks noChangeArrowheads="1"/>
          </p:cNvSpPr>
          <p:nvPr/>
        </p:nvSpPr>
        <p:spPr bwMode="auto">
          <a:xfrm>
            <a:off x="781532" y="270516"/>
            <a:ext cx="29546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dirty="0"/>
              <a:t>绿色低碳校园系统项目介绍</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Half Frame 12">
            <a:extLst>
              <a:ext uri="{FF2B5EF4-FFF2-40B4-BE49-F238E27FC236}">
                <a16:creationId xmlns:a16="http://schemas.microsoft.com/office/drawing/2014/main" id="{75F95102-6A56-B840-AEBA-571446A6BC0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 name="直线连接符 3">
            <a:extLst>
              <a:ext uri="{FF2B5EF4-FFF2-40B4-BE49-F238E27FC236}">
                <a16:creationId xmlns:a16="http://schemas.microsoft.com/office/drawing/2014/main" id="{524C6864-7D8E-184F-B935-CAB0CCE30526}"/>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 name="文本框 1">
            <a:extLst>
              <a:ext uri="{FF2B5EF4-FFF2-40B4-BE49-F238E27FC236}">
                <a16:creationId xmlns:a16="http://schemas.microsoft.com/office/drawing/2014/main" id="{388BD9B3-B748-7AB2-E6E4-B570CD407294}"/>
              </a:ext>
            </a:extLst>
          </p:cNvPr>
          <p:cNvSpPr txBox="1"/>
          <p:nvPr/>
        </p:nvSpPr>
        <p:spPr>
          <a:xfrm>
            <a:off x="7615306" y="2282746"/>
            <a:ext cx="3361219" cy="800219"/>
          </a:xfrm>
          <a:prstGeom prst="rect">
            <a:avLst/>
          </a:prstGeom>
          <a:noFill/>
        </p:spPr>
        <p:txBody>
          <a:bodyPr wrap="squar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记录宿舍水电使用、余额缴费、用量统计，提升学生节水节电意识。 </a:t>
            </a:r>
            <a:br>
              <a:rPr lang="zh-CN" altLang="en-US" dirty="0"/>
            </a:br>
            <a:endParaRPr lang="zh-CN" altLang="en-US" dirty="0"/>
          </a:p>
        </p:txBody>
      </p:sp>
      <p:sp>
        <p:nvSpPr>
          <p:cNvPr id="26" name="文本框 25">
            <a:extLst>
              <a:ext uri="{FF2B5EF4-FFF2-40B4-BE49-F238E27FC236}">
                <a16:creationId xmlns:a16="http://schemas.microsoft.com/office/drawing/2014/main" id="{972941F7-63A3-A9C9-7317-05ED5C2E9760}"/>
              </a:ext>
            </a:extLst>
          </p:cNvPr>
          <p:cNvSpPr txBox="1"/>
          <p:nvPr/>
        </p:nvSpPr>
        <p:spPr>
          <a:xfrm>
            <a:off x="7718720" y="1736696"/>
            <a:ext cx="2777376" cy="369332"/>
          </a:xfrm>
          <a:prstGeom prst="rect">
            <a:avLst/>
          </a:prstGeom>
          <a:noFill/>
        </p:spPr>
        <p:txBody>
          <a:bodyPr wrap="square" rtlCol="0">
            <a:spAutoFit/>
          </a:bodyPr>
          <a:lstStyle/>
          <a:p>
            <a:r>
              <a:rPr lang="zh-CN" altLang="en-US" dirty="0"/>
              <a:t>校园水电低碳管理</a:t>
            </a:r>
          </a:p>
        </p:txBody>
      </p:sp>
      <p:sp>
        <p:nvSpPr>
          <p:cNvPr id="27" name="文本框 26">
            <a:extLst>
              <a:ext uri="{FF2B5EF4-FFF2-40B4-BE49-F238E27FC236}">
                <a16:creationId xmlns:a16="http://schemas.microsoft.com/office/drawing/2014/main" id="{7CE2F7B2-3403-ECFC-4423-C42F5DA7E4D1}"/>
              </a:ext>
            </a:extLst>
          </p:cNvPr>
          <p:cNvSpPr txBox="1"/>
          <p:nvPr/>
        </p:nvSpPr>
        <p:spPr>
          <a:xfrm>
            <a:off x="8275701" y="3267281"/>
            <a:ext cx="2739398" cy="369332"/>
          </a:xfrm>
          <a:prstGeom prst="rect">
            <a:avLst/>
          </a:prstGeom>
          <a:noFill/>
        </p:spPr>
        <p:txBody>
          <a:bodyPr wrap="square" rtlCol="0">
            <a:spAutoFit/>
          </a:bodyPr>
          <a:lstStyle/>
          <a:p>
            <a:r>
              <a:rPr lang="zh-CN" altLang="en-US" dirty="0"/>
              <a:t>餐厅残损管理</a:t>
            </a:r>
          </a:p>
        </p:txBody>
      </p:sp>
      <p:sp>
        <p:nvSpPr>
          <p:cNvPr id="28" name="文本框 27">
            <a:extLst>
              <a:ext uri="{FF2B5EF4-FFF2-40B4-BE49-F238E27FC236}">
                <a16:creationId xmlns:a16="http://schemas.microsoft.com/office/drawing/2014/main" id="{304D1AEC-7519-A2FF-78D1-31203C759B41}"/>
              </a:ext>
            </a:extLst>
          </p:cNvPr>
          <p:cNvSpPr txBox="1"/>
          <p:nvPr/>
        </p:nvSpPr>
        <p:spPr>
          <a:xfrm>
            <a:off x="7881257" y="4740701"/>
            <a:ext cx="2771580" cy="369332"/>
          </a:xfrm>
          <a:prstGeom prst="rect">
            <a:avLst/>
          </a:prstGeom>
          <a:noFill/>
        </p:spPr>
        <p:txBody>
          <a:bodyPr wrap="square" rtlCol="0">
            <a:spAutoFit/>
          </a:bodyPr>
          <a:lstStyle/>
          <a:p>
            <a:r>
              <a:rPr lang="zh-CN" altLang="en-US" dirty="0"/>
              <a:t>低碳出行管理</a:t>
            </a:r>
          </a:p>
        </p:txBody>
      </p: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14:presetBounceEnd="44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44000">
                                          <p:cBhvr additive="base">
                                            <p:cTn id="7" dur="1000" fill="hold"/>
                                            <p:tgtEl>
                                              <p:spTgt spid="3"/>
                                            </p:tgtEl>
                                            <p:attrNameLst>
                                              <p:attrName>ppt_x</p:attrName>
                                            </p:attrNameLst>
                                          </p:cBhvr>
                                          <p:tavLst>
                                            <p:tav tm="0">
                                              <p:val>
                                                <p:strVal val="0-#ppt_w/2"/>
                                              </p:val>
                                            </p:tav>
                                            <p:tav tm="100000">
                                              <p:val>
                                                <p:strVal val="#ppt_x"/>
                                              </p:val>
                                            </p:tav>
                                          </p:tavLst>
                                        </p:anim>
                                        <p:anim calcmode="lin" valueType="num" p14:bounceEnd="44000">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14:presetBounceEnd="44000">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14:bounceEnd="44000">
                                          <p:cBhvr additive="base">
                                            <p:cTn id="22" dur="10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14:presetBounceEnd="55000">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14:bounceEnd="55000">
                                          <p:cBhvr additive="base">
                                            <p:cTn id="31" dur="1600" fill="hold"/>
                                            <p:tgtEl>
                                              <p:spTgt spid="8"/>
                                            </p:tgtEl>
                                            <p:attrNameLst>
                                              <p:attrName>ppt_x</p:attrName>
                                            </p:attrNameLst>
                                          </p:cBhvr>
                                          <p:tavLst>
                                            <p:tav tm="0">
                                              <p:val>
                                                <p:strVal val="1+#ppt_w/2"/>
                                              </p:val>
                                            </p:tav>
                                            <p:tav tm="100000">
                                              <p:val>
                                                <p:strVal val="#ppt_x"/>
                                              </p:val>
                                            </p:tav>
                                          </p:tavLst>
                                        </p:anim>
                                        <p:anim calcmode="lin" valueType="num" p14:bounceEnd="55000">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14:presetBounceEnd="55000">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14:bounceEnd="55000">
                                          <p:cBhvr additive="base">
                                            <p:cTn id="35" dur="1600" fill="hold"/>
                                            <p:tgtEl>
                                              <p:spTgt spid="11"/>
                                            </p:tgtEl>
                                            <p:attrNameLst>
                                              <p:attrName>ppt_x</p:attrName>
                                            </p:attrNameLst>
                                          </p:cBhvr>
                                          <p:tavLst>
                                            <p:tav tm="0">
                                              <p:val>
                                                <p:strVal val="1+#ppt_w/2"/>
                                              </p:val>
                                            </p:tav>
                                            <p:tav tm="100000">
                                              <p:val>
                                                <p:strVal val="#ppt_x"/>
                                              </p:val>
                                            </p:tav>
                                          </p:tavLst>
                                        </p:anim>
                                        <p:anim calcmode="lin" valueType="num" p14:bounceEnd="55000">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14:presetBounceEnd="55000">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14:bounceEnd="55000">
                                          <p:cBhvr additive="base">
                                            <p:cTn id="39" dur="1600" fill="hold"/>
                                            <p:tgtEl>
                                              <p:spTgt spid="14"/>
                                            </p:tgtEl>
                                            <p:attrNameLst>
                                              <p:attrName>ppt_x</p:attrName>
                                            </p:attrNameLst>
                                          </p:cBhvr>
                                          <p:tavLst>
                                            <p:tav tm="0">
                                              <p:val>
                                                <p:strVal val="1+#ppt_w/2"/>
                                              </p:val>
                                            </p:tav>
                                            <p:tav tm="100000">
                                              <p:val>
                                                <p:strVal val="#ppt_x"/>
                                              </p:val>
                                            </p:tav>
                                          </p:tavLst>
                                        </p:anim>
                                        <p:anim calcmode="lin" valueType="num" p14:bounceEnd="55000">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14:presetBounceEnd="81000">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14:bounceEnd="81000">
                                          <p:cBhvr additive="base">
                                            <p:cTn id="49" dur="1000" fill="hold"/>
                                            <p:tgtEl>
                                              <p:spTgt spid="23"/>
                                            </p:tgtEl>
                                            <p:attrNameLst>
                                              <p:attrName>ppt_x</p:attrName>
                                            </p:attrNameLst>
                                          </p:cBhvr>
                                          <p:tavLst>
                                            <p:tav tm="0">
                                              <p:val>
                                                <p:strVal val="#ppt_x"/>
                                              </p:val>
                                            </p:tav>
                                            <p:tav tm="100000">
                                              <p:val>
                                                <p:strVal val="#ppt_x"/>
                                              </p:val>
                                            </p:tav>
                                          </p:tavLst>
                                        </p:anim>
                                        <p:anim calcmode="lin" valueType="num" p14:bounceEnd="81000">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2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ppt_x</p:attrName>
                                            </p:attrNameLst>
                                          </p:cBhvr>
                                          <p:tavLst>
                                            <p:tav tm="0">
                                              <p:val>
                                                <p:strVal val="0-#ppt_w/2"/>
                                              </p:val>
                                            </p:tav>
                                            <p:tav tm="100000">
                                              <p:val>
                                                <p:strVal val="#ppt_x"/>
                                              </p:val>
                                            </p:tav>
                                          </p:tavLst>
                                        </p:anim>
                                        <p:anim calcmode="lin" valueType="num">
                                          <p:cBhvr additive="base">
                                            <p:cTn id="8" dur="10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p:stCondLst>
                                  <p:cond delay="1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childTnLst>
                              </p:cTn>
                            </p:par>
                            <p:par>
                              <p:cTn id="19" fill="hold">
                                <p:stCondLst>
                                  <p:cond delay="2000"/>
                                </p:stCondLst>
                                <p:childTnLst>
                                  <p:par>
                                    <p:cTn id="20" presetID="2" presetClass="entr" presetSubtype="4" accel="42000" fill="hold" nodeType="after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000" fill="hold"/>
                                            <p:tgtEl>
                                              <p:spTgt spid="5"/>
                                            </p:tgtEl>
                                            <p:attrNameLst>
                                              <p:attrName>ppt_x</p:attrName>
                                            </p:attrNameLst>
                                          </p:cBhvr>
                                          <p:tavLst>
                                            <p:tav tm="0">
                                              <p:val>
                                                <p:strVal val="#ppt_x"/>
                                              </p:val>
                                            </p:tav>
                                            <p:tav tm="100000">
                                              <p:val>
                                                <p:strVal val="#ppt_x"/>
                                              </p:val>
                                            </p:tav>
                                          </p:tavLst>
                                        </p:anim>
                                        <p:anim calcmode="lin" valueType="num">
                                          <p:cBhvr additive="base">
                                            <p:cTn id="23" dur="1000" fill="hold"/>
                                            <p:tgtEl>
                                              <p:spTgt spid="5"/>
                                            </p:tgtEl>
                                            <p:attrNameLst>
                                              <p:attrName>ppt_y</p:attrName>
                                            </p:attrNameLst>
                                          </p:cBhvr>
                                          <p:tavLst>
                                            <p:tav tm="0">
                                              <p:val>
                                                <p:strVal val="1+#ppt_h/2"/>
                                              </p:val>
                                            </p:tav>
                                            <p:tav tm="100000">
                                              <p:val>
                                                <p:strVal val="#ppt_y"/>
                                              </p:val>
                                            </p:tav>
                                          </p:tavLst>
                                        </p:anim>
                                      </p:childTnLst>
                                    </p:cTn>
                                  </p:par>
                                </p:childTnLst>
                              </p:cTn>
                            </p:par>
                            <p:par>
                              <p:cTn id="24" fill="hold">
                                <p:stCondLst>
                                  <p:cond delay="3000"/>
                                </p:stCondLst>
                                <p:childTnLst>
                                  <p:par>
                                    <p:cTn id="25" presetID="22" presetClass="entr" presetSubtype="1" fill="hold" grpId="0" nodeType="after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par>
                              <p:cTn id="28" fill="hold">
                                <p:stCondLst>
                                  <p:cond delay="3500"/>
                                </p:stCondLst>
                                <p:childTnLst>
                                  <p:par>
                                    <p:cTn id="29" presetID="2" presetClass="entr" presetSubtype="3" accel="5200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1600" fill="hold"/>
                                            <p:tgtEl>
                                              <p:spTgt spid="8"/>
                                            </p:tgtEl>
                                            <p:attrNameLst>
                                              <p:attrName>ppt_x</p:attrName>
                                            </p:attrNameLst>
                                          </p:cBhvr>
                                          <p:tavLst>
                                            <p:tav tm="0">
                                              <p:val>
                                                <p:strVal val="1+#ppt_w/2"/>
                                              </p:val>
                                            </p:tav>
                                            <p:tav tm="100000">
                                              <p:val>
                                                <p:strVal val="#ppt_x"/>
                                              </p:val>
                                            </p:tav>
                                          </p:tavLst>
                                        </p:anim>
                                        <p:anim calcmode="lin" valueType="num">
                                          <p:cBhvr additive="base">
                                            <p:cTn id="32" dur="1600" fill="hold"/>
                                            <p:tgtEl>
                                              <p:spTgt spid="8"/>
                                            </p:tgtEl>
                                            <p:attrNameLst>
                                              <p:attrName>ppt_y</p:attrName>
                                            </p:attrNameLst>
                                          </p:cBhvr>
                                          <p:tavLst>
                                            <p:tav tm="0">
                                              <p:val>
                                                <p:strVal val="0-#ppt_h/2"/>
                                              </p:val>
                                            </p:tav>
                                            <p:tav tm="100000">
                                              <p:val>
                                                <p:strVal val="#ppt_y"/>
                                              </p:val>
                                            </p:tav>
                                          </p:tavLst>
                                        </p:anim>
                                      </p:childTnLst>
                                    </p:cTn>
                                  </p:par>
                                  <p:par>
                                    <p:cTn id="33" presetID="2" presetClass="entr" presetSubtype="2" accel="5200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1600" fill="hold"/>
                                            <p:tgtEl>
                                              <p:spTgt spid="11"/>
                                            </p:tgtEl>
                                            <p:attrNameLst>
                                              <p:attrName>ppt_x</p:attrName>
                                            </p:attrNameLst>
                                          </p:cBhvr>
                                          <p:tavLst>
                                            <p:tav tm="0">
                                              <p:val>
                                                <p:strVal val="1+#ppt_w/2"/>
                                              </p:val>
                                            </p:tav>
                                            <p:tav tm="100000">
                                              <p:val>
                                                <p:strVal val="#ppt_x"/>
                                              </p:val>
                                            </p:tav>
                                          </p:tavLst>
                                        </p:anim>
                                        <p:anim calcmode="lin" valueType="num">
                                          <p:cBhvr additive="base">
                                            <p:cTn id="36" dur="1600" fill="hold"/>
                                            <p:tgtEl>
                                              <p:spTgt spid="11"/>
                                            </p:tgtEl>
                                            <p:attrNameLst>
                                              <p:attrName>ppt_y</p:attrName>
                                            </p:attrNameLst>
                                          </p:cBhvr>
                                          <p:tavLst>
                                            <p:tav tm="0">
                                              <p:val>
                                                <p:strVal val="#ppt_y"/>
                                              </p:val>
                                            </p:tav>
                                            <p:tav tm="100000">
                                              <p:val>
                                                <p:strVal val="#ppt_y"/>
                                              </p:val>
                                            </p:tav>
                                          </p:tavLst>
                                        </p:anim>
                                      </p:childTnLst>
                                    </p:cTn>
                                  </p:par>
                                  <p:par>
                                    <p:cTn id="37" presetID="2" presetClass="entr" presetSubtype="6" accel="5200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1600" fill="hold"/>
                                            <p:tgtEl>
                                              <p:spTgt spid="14"/>
                                            </p:tgtEl>
                                            <p:attrNameLst>
                                              <p:attrName>ppt_x</p:attrName>
                                            </p:attrNameLst>
                                          </p:cBhvr>
                                          <p:tavLst>
                                            <p:tav tm="0">
                                              <p:val>
                                                <p:strVal val="1+#ppt_w/2"/>
                                              </p:val>
                                            </p:tav>
                                            <p:tav tm="100000">
                                              <p:val>
                                                <p:strVal val="#ppt_x"/>
                                              </p:val>
                                            </p:tav>
                                          </p:tavLst>
                                        </p:anim>
                                        <p:anim calcmode="lin" valueType="num">
                                          <p:cBhvr additive="base">
                                            <p:cTn id="40" dur="1600" fill="hold"/>
                                            <p:tgtEl>
                                              <p:spTgt spid="14"/>
                                            </p:tgtEl>
                                            <p:attrNameLst>
                                              <p:attrName>ppt_y</p:attrName>
                                            </p:attrNameLst>
                                          </p:cBhvr>
                                          <p:tavLst>
                                            <p:tav tm="0">
                                              <p:val>
                                                <p:strVal val="1+#ppt_h/2"/>
                                              </p:val>
                                            </p:tav>
                                            <p:tav tm="100000">
                                              <p:val>
                                                <p:strVal val="#ppt_y"/>
                                              </p:val>
                                            </p:tav>
                                          </p:tavLst>
                                        </p:anim>
                                      </p:childTnLst>
                                    </p:cTn>
                                  </p:par>
                                  <p:par>
                                    <p:cTn id="41" presetID="22" presetClass="entr" presetSubtype="8" fill="hold" grpId="0" nodeType="withEffect">
                                      <p:stCondLst>
                                        <p:cond delay="200"/>
                                      </p:stCondLst>
                                      <p:childTnLst>
                                        <p:set>
                                          <p:cBhvr>
                                            <p:cTn id="42" dur="1" fill="hold">
                                              <p:stCondLst>
                                                <p:cond delay="0"/>
                                              </p:stCondLst>
                                            </p:cTn>
                                            <p:tgtEl>
                                              <p:spTgt spid="19"/>
                                            </p:tgtEl>
                                            <p:attrNameLst>
                                              <p:attrName>style.visibility</p:attrName>
                                            </p:attrNameLst>
                                          </p:cBhvr>
                                          <p:to>
                                            <p:strVal val="visible"/>
                                          </p:to>
                                        </p:set>
                                        <p:animEffect transition="in" filter="wipe(left)">
                                          <p:cBhvr>
                                            <p:cTn id="43" dur="500"/>
                                            <p:tgtEl>
                                              <p:spTgt spid="19"/>
                                            </p:tgtEl>
                                          </p:cBhvr>
                                        </p:animEffect>
                                      </p:childTnLst>
                                    </p:cTn>
                                  </p:par>
                                  <p:par>
                                    <p:cTn id="44" presetID="22" presetClass="entr" presetSubtype="8" fill="hold" grpId="0" nodeType="withEffect">
                                      <p:stCondLst>
                                        <p:cond delay="400"/>
                                      </p:stCondLst>
                                      <p:childTnLst>
                                        <p:set>
                                          <p:cBhvr>
                                            <p:cTn id="45" dur="1" fill="hold">
                                              <p:stCondLst>
                                                <p:cond delay="0"/>
                                              </p:stCondLst>
                                            </p:cTn>
                                            <p:tgtEl>
                                              <p:spTgt spid="20"/>
                                            </p:tgtEl>
                                            <p:attrNameLst>
                                              <p:attrName>style.visibility</p:attrName>
                                            </p:attrNameLst>
                                          </p:cBhvr>
                                          <p:to>
                                            <p:strVal val="visible"/>
                                          </p:to>
                                        </p:set>
                                        <p:animEffect transition="in" filter="wipe(left)">
                                          <p:cBhvr>
                                            <p:cTn id="46" dur="500"/>
                                            <p:tgtEl>
                                              <p:spTgt spid="20"/>
                                            </p:tgtEl>
                                          </p:cBhvr>
                                        </p:animEffect>
                                      </p:childTnLst>
                                    </p:cTn>
                                  </p:par>
                                  <p:par>
                                    <p:cTn id="47" presetID="2" presetClass="entr" presetSubtype="1"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1000" fill="hold"/>
                                            <p:tgtEl>
                                              <p:spTgt spid="23"/>
                                            </p:tgtEl>
                                            <p:attrNameLst>
                                              <p:attrName>ppt_x</p:attrName>
                                            </p:attrNameLst>
                                          </p:cBhvr>
                                          <p:tavLst>
                                            <p:tav tm="0">
                                              <p:val>
                                                <p:strVal val="#ppt_x"/>
                                              </p:val>
                                            </p:tav>
                                            <p:tav tm="100000">
                                              <p:val>
                                                <p:strVal val="#ppt_x"/>
                                              </p:val>
                                            </p:tav>
                                          </p:tavLst>
                                        </p:anim>
                                        <p:anim calcmode="lin" valueType="num">
                                          <p:cBhvr additive="base">
                                            <p:cTn id="50" dur="1000" fill="hold"/>
                                            <p:tgtEl>
                                              <p:spTgt spid="23"/>
                                            </p:tgtEl>
                                            <p:attrNameLst>
                                              <p:attrName>ppt_y</p:attrName>
                                            </p:attrNameLst>
                                          </p:cBhvr>
                                          <p:tavLst>
                                            <p:tav tm="0">
                                              <p:val>
                                                <p:strVal val="0-#ppt_h/2"/>
                                              </p:val>
                                            </p:tav>
                                            <p:tav tm="100000">
                                              <p:val>
                                                <p:strVal val="#ppt_y"/>
                                              </p:val>
                                            </p:tav>
                                          </p:tavLst>
                                        </p:anim>
                                      </p:childTnLst>
                                    </p:cTn>
                                  </p:par>
                                </p:childTnLst>
                              </p:cTn>
                            </p:par>
                            <p:par>
                              <p:cTn id="51" fill="hold">
                                <p:stCondLst>
                                  <p:cond delay="5100"/>
                                </p:stCondLst>
                                <p:childTnLst>
                                  <p:par>
                                    <p:cTn id="52" presetID="22" presetClass="entr" presetSubtype="8" fill="hold"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wipe(left)">
                                          <p:cBhvr>
                                            <p:cTn id="5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7" grpId="0"/>
          <p:bldP spid="19" grpId="0"/>
          <p:bldP spid="20" grpId="0"/>
          <p:bldP spid="21" grpId="0"/>
          <p:bldP spid="23" grpId="0"/>
        </p:bldLst>
      </p:timing>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矩形 30"/>
          <p:cNvSpPr>
            <a:spLocks noChangeArrowheads="1"/>
          </p:cNvSpPr>
          <p:nvPr/>
        </p:nvSpPr>
        <p:spPr bwMode="auto">
          <a:xfrm>
            <a:off x="3471456" y="5222704"/>
            <a:ext cx="5095115" cy="804496"/>
          </a:xfrm>
          <a:prstGeom prst="rect">
            <a:avLst/>
          </a:prstGeom>
          <a:noFill/>
          <a:ln w="9525">
            <a:noFill/>
            <a:miter lim="800000"/>
          </a:ln>
        </p:spPr>
        <p:txBody>
          <a:bodyPr wrap="square" lIns="44877" tIns="22438" rIns="44877" bIns="22438">
            <a:spAutoFit/>
          </a:bodyPr>
          <a:lstStyle/>
          <a:p>
            <a:pPr algn="ctr">
              <a:lnSpc>
                <a:spcPct val="120000"/>
              </a:lnSpc>
            </a:pPr>
            <a:r>
              <a:rPr lang="zh-CN" altLang="en-US" sz="1050" dirty="0">
                <a:solidFill>
                  <a:schemeClr val="tx1">
                    <a:lumMod val="95000"/>
                    <a:lumOff val="5000"/>
                  </a:schemeClr>
                </a:solidFill>
                <a:latin typeface="微软雅黑" panose="020B0503020204020204" pitchFamily="34" charset="-122"/>
                <a:ea typeface="微软雅黑" panose="020B0503020204020204" pitchFamily="34" charset="-122"/>
              </a:rPr>
              <a:t>在此处输入内容在此处输入内容在此输入内容在此处输入内容在此处输入内容在此处输入内容在此处输入内容在此处输入内容</a:t>
            </a: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5" name="丁字箭头 114"/>
          <p:cNvSpPr/>
          <p:nvPr/>
        </p:nvSpPr>
        <p:spPr>
          <a:xfrm flipV="1">
            <a:off x="1842462" y="4890758"/>
            <a:ext cx="7301538" cy="265743"/>
          </a:xfrm>
          <a:prstGeom prst="leftRightUpArrow">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9872" tIns="19937" rIns="39872" bIns="19937" rtlCol="0" anchor="ctr"/>
          <a:lstStyle/>
          <a:p>
            <a:pPr algn="ctr"/>
            <a:endParaRPr lang="zh-CN" altLang="en-US" sz="1830" dirty="0">
              <a:solidFill>
                <a:schemeClr val="tx1">
                  <a:lumMod val="95000"/>
                  <a:lumOff val="5000"/>
                </a:schemeClr>
              </a:solidFill>
              <a:latin typeface="微软雅黑" panose="020B0503020204020204" pitchFamily="34" charset="-122"/>
              <a:ea typeface="微软雅黑" panose="020B0503020204020204" pitchFamily="34" charset="-122"/>
              <a:cs typeface="+mn-ea"/>
              <a:sym typeface="+mn-lt"/>
            </a:endParaRPr>
          </a:p>
        </p:txBody>
      </p:sp>
      <p:sp>
        <p:nvSpPr>
          <p:cNvPr id="127" name="Text Box 4">
            <a:extLst>
              <a:ext uri="{FF2B5EF4-FFF2-40B4-BE49-F238E27FC236}">
                <a16:creationId xmlns:a16="http://schemas.microsoft.com/office/drawing/2014/main" id="{E11DF5D5-1F03-6E4D-9E8D-844EA5AADF85}"/>
              </a:ext>
            </a:extLst>
          </p:cNvPr>
          <p:cNvSpPr txBox="1">
            <a:spLocks noChangeArrowheads="1"/>
          </p:cNvSpPr>
          <p:nvPr/>
        </p:nvSpPr>
        <p:spPr bwMode="auto">
          <a:xfrm>
            <a:off x="781532" y="270516"/>
            <a:ext cx="1281120"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前景项目</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6C59780B-D01D-B144-9643-5F356CB4C4A9}"/>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F83145E-945D-BB4B-B856-4A3ECB973B7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F8944272-6F4C-38F8-097C-F75DA4CA4DA0}"/>
              </a:ext>
            </a:extLst>
          </p:cNvPr>
          <p:cNvSpPr txBox="1"/>
          <p:nvPr/>
        </p:nvSpPr>
        <p:spPr>
          <a:xfrm>
            <a:off x="1208312" y="1006040"/>
            <a:ext cx="3624943" cy="622809"/>
          </a:xfrm>
          <a:prstGeom prst="rect">
            <a:avLst/>
          </a:prstGeom>
          <a:noFill/>
        </p:spPr>
        <p:txBody>
          <a:bodyPr wrap="square" rtlCol="0">
            <a:spAutoFit/>
          </a:bodyPr>
          <a:lstStyle/>
          <a:p>
            <a:endParaRPr lang="zh-CN" altLang="en-US" dirty="0"/>
          </a:p>
        </p:txBody>
      </p:sp>
      <p:sp>
        <p:nvSpPr>
          <p:cNvPr id="27" name="文本框 26">
            <a:extLst>
              <a:ext uri="{FF2B5EF4-FFF2-40B4-BE49-F238E27FC236}">
                <a16:creationId xmlns:a16="http://schemas.microsoft.com/office/drawing/2014/main" id="{71085416-678E-D3CD-44CD-57EF2F725E6F}"/>
              </a:ext>
            </a:extLst>
          </p:cNvPr>
          <p:cNvSpPr txBox="1"/>
          <p:nvPr/>
        </p:nvSpPr>
        <p:spPr>
          <a:xfrm>
            <a:off x="1208312" y="939837"/>
            <a:ext cx="3624943" cy="622809"/>
          </a:xfrm>
          <a:prstGeom prst="rect">
            <a:avLst/>
          </a:prstGeom>
          <a:noFill/>
        </p:spPr>
        <p:txBody>
          <a:bodyPr wrap="square" rtlCol="0">
            <a:spAutoFit/>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1600" advTm="0">
        <p14:gallery dir="r"/>
      </p:transition>
    </mc:Choice>
    <mc:Fallback xmlns="">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up)">
                                          <p:cBhvr>
                                            <p:cTn id="7" dur="500"/>
                                            <p:tgtEl>
                                              <p:spTgt spid="1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4"/>
                                            </p:tgtEl>
                                            <p:attrNameLst>
                                              <p:attrName>style.visibility</p:attrName>
                                            </p:attrNameLst>
                                          </p:cBhvr>
                                          <p:to>
                                            <p:strVal val="visible"/>
                                          </p:to>
                                        </p:set>
                                        <p:animEffect transition="in" filter="fade">
                                          <p:cBhvr>
                                            <p:cTn id="11" dur="500"/>
                                            <p:tgtEl>
                                              <p:spTgt spid="114"/>
                                            </p:tgtEl>
                                          </p:cBhvr>
                                        </p:animEffect>
                                      </p:childTnLst>
                                    </p:cTn>
                                  </p:par>
                                  <p:par>
                                    <p:cTn id="12" presetID="2" presetClass="entr" presetSubtype="1" fill="hold" grpId="0" nodeType="withEffect" p14:presetBounceEnd="81000">
                                      <p:stCondLst>
                                        <p:cond delay="0"/>
                                      </p:stCondLst>
                                      <p:childTnLst>
                                        <p:set>
                                          <p:cBhvr>
                                            <p:cTn id="13" dur="1" fill="hold">
                                              <p:stCondLst>
                                                <p:cond delay="0"/>
                                              </p:stCondLst>
                                            </p:cTn>
                                            <p:tgtEl>
                                              <p:spTgt spid="127"/>
                                            </p:tgtEl>
                                            <p:attrNameLst>
                                              <p:attrName>style.visibility</p:attrName>
                                            </p:attrNameLst>
                                          </p:cBhvr>
                                          <p:to>
                                            <p:strVal val="visible"/>
                                          </p:to>
                                        </p:set>
                                        <p:anim calcmode="lin" valueType="num" p14:bounceEnd="81000">
                                          <p:cBhvr additive="base">
                                            <p:cTn id="14"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15" dur="1000" fill="hold"/>
                                            <p:tgtEl>
                                              <p:spTgt spid="127"/>
                                            </p:tgtEl>
                                            <p:attrNameLst>
                                              <p:attrName>ppt_y</p:attrName>
                                            </p:attrNameLst>
                                          </p:cBhvr>
                                          <p:tavLst>
                                            <p:tav tm="0">
                                              <p:val>
                                                <p:strVal val="0-#ppt_h/2"/>
                                              </p:val>
                                            </p:tav>
                                            <p:tav tm="100000">
                                              <p:val>
                                                <p:strVal val="#ppt_y"/>
                                              </p:val>
                                            </p:tav>
                                          </p:tavLst>
                                        </p:anim>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34"/>
                                            </p:tgtEl>
                                            <p:attrNameLst>
                                              <p:attrName>style.visibility</p:attrName>
                                            </p:attrNameLst>
                                          </p:cBhvr>
                                          <p:to>
                                            <p:strVal val="visible"/>
                                          </p:to>
                                        </p:set>
                                        <p:animEffect transition="in" filter="wipe(left)">
                                          <p:cBhvr>
                                            <p:cTn id="19"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wipe(up)">
                                          <p:cBhvr>
                                            <p:cTn id="7" dur="500"/>
                                            <p:tgtEl>
                                              <p:spTgt spid="1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14"/>
                                            </p:tgtEl>
                                            <p:attrNameLst>
                                              <p:attrName>style.visibility</p:attrName>
                                            </p:attrNameLst>
                                          </p:cBhvr>
                                          <p:to>
                                            <p:strVal val="visible"/>
                                          </p:to>
                                        </p:set>
                                        <p:animEffect transition="in" filter="fade">
                                          <p:cBhvr>
                                            <p:cTn id="11" dur="500"/>
                                            <p:tgtEl>
                                              <p:spTgt spid="114"/>
                                            </p:tgtEl>
                                          </p:cBhvr>
                                        </p:animEffect>
                                      </p:childTnLst>
                                    </p:cTn>
                                  </p:par>
                                  <p:par>
                                    <p:cTn id="12" presetID="2" presetClass="entr" presetSubtype="1" fill="hold" grpId="0" nodeType="withEffect">
                                      <p:stCondLst>
                                        <p:cond delay="0"/>
                                      </p:stCondLst>
                                      <p:childTnLst>
                                        <p:set>
                                          <p:cBhvr>
                                            <p:cTn id="13" dur="1" fill="hold">
                                              <p:stCondLst>
                                                <p:cond delay="0"/>
                                              </p:stCondLst>
                                            </p:cTn>
                                            <p:tgtEl>
                                              <p:spTgt spid="127"/>
                                            </p:tgtEl>
                                            <p:attrNameLst>
                                              <p:attrName>style.visibility</p:attrName>
                                            </p:attrNameLst>
                                          </p:cBhvr>
                                          <p:to>
                                            <p:strVal val="visible"/>
                                          </p:to>
                                        </p:set>
                                        <p:anim calcmode="lin" valueType="num">
                                          <p:cBhvr additive="base">
                                            <p:cTn id="14" dur="1000" fill="hold"/>
                                            <p:tgtEl>
                                              <p:spTgt spid="127"/>
                                            </p:tgtEl>
                                            <p:attrNameLst>
                                              <p:attrName>ppt_x</p:attrName>
                                            </p:attrNameLst>
                                          </p:cBhvr>
                                          <p:tavLst>
                                            <p:tav tm="0">
                                              <p:val>
                                                <p:strVal val="#ppt_x"/>
                                              </p:val>
                                            </p:tav>
                                            <p:tav tm="100000">
                                              <p:val>
                                                <p:strVal val="#ppt_x"/>
                                              </p:val>
                                            </p:tav>
                                          </p:tavLst>
                                        </p:anim>
                                        <p:anim calcmode="lin" valueType="num">
                                          <p:cBhvr additive="base">
                                            <p:cTn id="15" dur="1000" fill="hold"/>
                                            <p:tgtEl>
                                              <p:spTgt spid="127"/>
                                            </p:tgtEl>
                                            <p:attrNameLst>
                                              <p:attrName>ppt_y</p:attrName>
                                            </p:attrNameLst>
                                          </p:cBhvr>
                                          <p:tavLst>
                                            <p:tav tm="0">
                                              <p:val>
                                                <p:strVal val="0-#ppt_h/2"/>
                                              </p:val>
                                            </p:tav>
                                            <p:tav tm="100000">
                                              <p:val>
                                                <p:strVal val="#ppt_y"/>
                                              </p:val>
                                            </p:tav>
                                          </p:tavLst>
                                        </p:anim>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34"/>
                                            </p:tgtEl>
                                            <p:attrNameLst>
                                              <p:attrName>style.visibility</p:attrName>
                                            </p:attrNameLst>
                                          </p:cBhvr>
                                          <p:to>
                                            <p:strVal val="visible"/>
                                          </p:to>
                                        </p:set>
                                        <p:animEffect transition="in" filter="wipe(left)">
                                          <p:cBhvr>
                                            <p:cTn id="19"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605F2-BB19-1706-64F7-67E68FAAE78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05C21EB-1EB8-200E-C995-9889DC02FC74}"/>
              </a:ext>
            </a:extLst>
          </p:cNvPr>
          <p:cNvGrpSpPr/>
          <p:nvPr/>
        </p:nvGrpSpPr>
        <p:grpSpPr>
          <a:xfrm>
            <a:off x="2015875" y="1558812"/>
            <a:ext cx="1460314" cy="1460842"/>
            <a:chOff x="2127615" y="1872580"/>
            <a:chExt cx="1686798" cy="1687408"/>
          </a:xfrm>
        </p:grpSpPr>
        <p:grpSp>
          <p:nvGrpSpPr>
            <p:cNvPr id="6" name="组合 5">
              <a:extLst>
                <a:ext uri="{FF2B5EF4-FFF2-40B4-BE49-F238E27FC236}">
                  <a16:creationId xmlns:a16="http://schemas.microsoft.com/office/drawing/2014/main" id="{A4F46025-D73F-A941-CEB9-3B1CCF9295B5}"/>
                </a:ext>
              </a:extLst>
            </p:cNvPr>
            <p:cNvGrpSpPr/>
            <p:nvPr/>
          </p:nvGrpSpPr>
          <p:grpSpPr>
            <a:xfrm>
              <a:off x="2127615" y="1872580"/>
              <a:ext cx="1686798" cy="1687408"/>
              <a:chOff x="4345444" y="2542859"/>
              <a:chExt cx="1810550" cy="1811205"/>
            </a:xfrm>
          </p:grpSpPr>
          <p:grpSp>
            <p:nvGrpSpPr>
              <p:cNvPr id="7" name="组合 6">
                <a:extLst>
                  <a:ext uri="{FF2B5EF4-FFF2-40B4-BE49-F238E27FC236}">
                    <a16:creationId xmlns:a16="http://schemas.microsoft.com/office/drawing/2014/main" id="{26B2723C-898C-5EC2-13E4-F8A87AFD7FA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9" name="同心圆 8">
                  <a:extLst>
                    <a:ext uri="{FF2B5EF4-FFF2-40B4-BE49-F238E27FC236}">
                      <a16:creationId xmlns:a16="http://schemas.microsoft.com/office/drawing/2014/main" id="{282664DE-121C-26D4-FB77-6411721FB4C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0" name="椭圆 9">
                  <a:extLst>
                    <a:ext uri="{FF2B5EF4-FFF2-40B4-BE49-F238E27FC236}">
                      <a16:creationId xmlns:a16="http://schemas.microsoft.com/office/drawing/2014/main" id="{708DC640-0630-B2B3-C0D7-439E8259B8DA}"/>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8" name="椭圆 7">
                <a:extLst>
                  <a:ext uri="{FF2B5EF4-FFF2-40B4-BE49-F238E27FC236}">
                    <a16:creationId xmlns:a16="http://schemas.microsoft.com/office/drawing/2014/main" id="{D2A31B0F-AA3A-844F-A79F-FA7CF754EA22}"/>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3" name="组合 112">
              <a:extLst>
                <a:ext uri="{FF2B5EF4-FFF2-40B4-BE49-F238E27FC236}">
                  <a16:creationId xmlns:a16="http://schemas.microsoft.com/office/drawing/2014/main" id="{AD66D722-3BD8-8189-CA08-7C111A156616}"/>
                </a:ext>
              </a:extLst>
            </p:cNvPr>
            <p:cNvGrpSpPr/>
            <p:nvPr/>
          </p:nvGrpSpPr>
          <p:grpSpPr>
            <a:xfrm>
              <a:off x="2656089" y="2395063"/>
              <a:ext cx="584048" cy="589248"/>
              <a:chOff x="2885248" y="1508265"/>
              <a:chExt cx="391152" cy="394635"/>
            </a:xfrm>
          </p:grpSpPr>
          <p:sp>
            <p:nvSpPr>
              <p:cNvPr id="74" name="Freeform 42">
                <a:extLst>
                  <a:ext uri="{FF2B5EF4-FFF2-40B4-BE49-F238E27FC236}">
                    <a16:creationId xmlns:a16="http://schemas.microsoft.com/office/drawing/2014/main" id="{0B5040F8-E154-069C-26B5-E77FD798EA43}"/>
                  </a:ext>
                </a:extLst>
              </p:cNvPr>
              <p:cNvSpPr>
                <a:spLocks noEditPoints="1" noChangeArrowheads="1"/>
              </p:cNvSpPr>
              <p:nvPr/>
            </p:nvSpPr>
            <p:spPr bwMode="auto">
              <a:xfrm>
                <a:off x="2885248" y="1508265"/>
                <a:ext cx="391152" cy="394635"/>
              </a:xfrm>
              <a:custGeom>
                <a:avLst/>
                <a:gdLst>
                  <a:gd name="T0" fmla="*/ 199251 w 121"/>
                  <a:gd name="T1" fmla="*/ 0 h 121"/>
                  <a:gd name="T2" fmla="*/ 0 w 121"/>
                  <a:gd name="T3" fmla="*/ 203829 h 121"/>
                  <a:gd name="T4" fmla="*/ 199251 w 121"/>
                  <a:gd name="T5" fmla="*/ 404317 h 121"/>
                  <a:gd name="T6" fmla="*/ 401822 w 121"/>
                  <a:gd name="T7" fmla="*/ 203829 h 121"/>
                  <a:gd name="T8" fmla="*/ 199251 w 121"/>
                  <a:gd name="T9" fmla="*/ 0 h 121"/>
                  <a:gd name="T10" fmla="*/ 199251 w 121"/>
                  <a:gd name="T11" fmla="*/ 370902 h 121"/>
                  <a:gd name="T12" fmla="*/ 33208 w 121"/>
                  <a:gd name="T13" fmla="*/ 203829 h 121"/>
                  <a:gd name="T14" fmla="*/ 199251 w 121"/>
                  <a:gd name="T15" fmla="*/ 33415 h 121"/>
                  <a:gd name="T16" fmla="*/ 368614 w 121"/>
                  <a:gd name="T17" fmla="*/ 203829 h 121"/>
                  <a:gd name="T18" fmla="*/ 199251 w 121"/>
                  <a:gd name="T19" fmla="*/ 370902 h 12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1"/>
                  <a:gd name="T31" fmla="*/ 0 h 121"/>
                  <a:gd name="T32" fmla="*/ 121 w 121"/>
                  <a:gd name="T33" fmla="*/ 121 h 121"/>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1" h="121">
                    <a:moveTo>
                      <a:pt x="60" y="0"/>
                    </a:moveTo>
                    <a:cubicBezTo>
                      <a:pt x="27" y="0"/>
                      <a:pt x="0" y="27"/>
                      <a:pt x="0" y="61"/>
                    </a:cubicBezTo>
                    <a:cubicBezTo>
                      <a:pt x="0" y="94"/>
                      <a:pt x="27" y="121"/>
                      <a:pt x="60" y="121"/>
                    </a:cubicBezTo>
                    <a:cubicBezTo>
                      <a:pt x="94" y="121"/>
                      <a:pt x="121" y="94"/>
                      <a:pt x="121" y="61"/>
                    </a:cubicBezTo>
                    <a:cubicBezTo>
                      <a:pt x="121" y="27"/>
                      <a:pt x="94" y="0"/>
                      <a:pt x="60" y="0"/>
                    </a:cubicBezTo>
                    <a:close/>
                    <a:moveTo>
                      <a:pt x="60" y="111"/>
                    </a:moveTo>
                    <a:cubicBezTo>
                      <a:pt x="32" y="111"/>
                      <a:pt x="10" y="89"/>
                      <a:pt x="10" y="61"/>
                    </a:cubicBezTo>
                    <a:cubicBezTo>
                      <a:pt x="10" y="33"/>
                      <a:pt x="32" y="10"/>
                      <a:pt x="60" y="10"/>
                    </a:cubicBezTo>
                    <a:cubicBezTo>
                      <a:pt x="88" y="10"/>
                      <a:pt x="111" y="33"/>
                      <a:pt x="111" y="61"/>
                    </a:cubicBezTo>
                    <a:cubicBezTo>
                      <a:pt x="111" y="89"/>
                      <a:pt x="88" y="111"/>
                      <a:pt x="60" y="111"/>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5" name="Freeform 43">
                <a:extLst>
                  <a:ext uri="{FF2B5EF4-FFF2-40B4-BE49-F238E27FC236}">
                    <a16:creationId xmlns:a16="http://schemas.microsoft.com/office/drawing/2014/main" id="{2ADB26D2-44A8-8896-3E88-9838042C41B0}"/>
                  </a:ext>
                </a:extLst>
              </p:cNvPr>
              <p:cNvSpPr>
                <a:spLocks noChangeArrowheads="1"/>
              </p:cNvSpPr>
              <p:nvPr/>
            </p:nvSpPr>
            <p:spPr bwMode="auto">
              <a:xfrm>
                <a:off x="2989718" y="1603270"/>
                <a:ext cx="136053" cy="194881"/>
              </a:xfrm>
              <a:custGeom>
                <a:avLst/>
                <a:gdLst>
                  <a:gd name="T0" fmla="*/ 139764 w 42"/>
                  <a:gd name="T1" fmla="*/ 199662 h 60"/>
                  <a:gd name="T2" fmla="*/ 139764 w 42"/>
                  <a:gd name="T3" fmla="*/ 0 h 60"/>
                  <a:gd name="T4" fmla="*/ 0 w 42"/>
                  <a:gd name="T5" fmla="*/ 139763 h 60"/>
                  <a:gd name="T6" fmla="*/ 139764 w 42"/>
                  <a:gd name="T7" fmla="*/ 199662 h 60"/>
                  <a:gd name="T8" fmla="*/ 0 60000 65536"/>
                  <a:gd name="T9" fmla="*/ 0 60000 65536"/>
                  <a:gd name="T10" fmla="*/ 0 60000 65536"/>
                  <a:gd name="T11" fmla="*/ 0 60000 65536"/>
                  <a:gd name="T12" fmla="*/ 0 w 42"/>
                  <a:gd name="T13" fmla="*/ 0 h 60"/>
                  <a:gd name="T14" fmla="*/ 42 w 42"/>
                  <a:gd name="T15" fmla="*/ 60 h 60"/>
                </a:gdLst>
                <a:ahLst/>
                <a:cxnLst>
                  <a:cxn ang="T8">
                    <a:pos x="T0" y="T1"/>
                  </a:cxn>
                  <a:cxn ang="T9">
                    <a:pos x="T2" y="T3"/>
                  </a:cxn>
                  <a:cxn ang="T10">
                    <a:pos x="T4" y="T5"/>
                  </a:cxn>
                  <a:cxn ang="T11">
                    <a:pos x="T6" y="T7"/>
                  </a:cxn>
                </a:cxnLst>
                <a:rect l="T12" t="T13" r="T14" b="T15"/>
                <a:pathLst>
                  <a:path w="42" h="60">
                    <a:moveTo>
                      <a:pt x="42" y="60"/>
                    </a:moveTo>
                    <a:cubicBezTo>
                      <a:pt x="42" y="0"/>
                      <a:pt x="42" y="0"/>
                      <a:pt x="42" y="0"/>
                    </a:cubicBezTo>
                    <a:cubicBezTo>
                      <a:pt x="0" y="42"/>
                      <a:pt x="0" y="42"/>
                      <a:pt x="0" y="42"/>
                    </a:cubicBezTo>
                    <a:cubicBezTo>
                      <a:pt x="29" y="42"/>
                      <a:pt x="42" y="60"/>
                      <a:pt x="42" y="60"/>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3" name="组合 2">
            <a:extLst>
              <a:ext uri="{FF2B5EF4-FFF2-40B4-BE49-F238E27FC236}">
                <a16:creationId xmlns:a16="http://schemas.microsoft.com/office/drawing/2014/main" id="{40D1FEDA-440A-2761-57C2-33CFFC373688}"/>
              </a:ext>
            </a:extLst>
          </p:cNvPr>
          <p:cNvGrpSpPr/>
          <p:nvPr/>
        </p:nvGrpSpPr>
        <p:grpSpPr>
          <a:xfrm>
            <a:off x="4313785" y="1558812"/>
            <a:ext cx="1460314" cy="1460842"/>
            <a:chOff x="4781914" y="1872580"/>
            <a:chExt cx="1686798" cy="1687408"/>
          </a:xfrm>
        </p:grpSpPr>
        <p:grpSp>
          <p:nvGrpSpPr>
            <p:cNvPr id="14" name="组合 13">
              <a:extLst>
                <a:ext uri="{FF2B5EF4-FFF2-40B4-BE49-F238E27FC236}">
                  <a16:creationId xmlns:a16="http://schemas.microsoft.com/office/drawing/2014/main" id="{484A9342-4D12-CA47-4E3E-E8521939E45E}"/>
                </a:ext>
              </a:extLst>
            </p:cNvPr>
            <p:cNvGrpSpPr/>
            <p:nvPr/>
          </p:nvGrpSpPr>
          <p:grpSpPr>
            <a:xfrm>
              <a:off x="4781914" y="1872580"/>
              <a:ext cx="1686798" cy="1687408"/>
              <a:chOff x="4345444" y="2542859"/>
              <a:chExt cx="1810550" cy="1811205"/>
            </a:xfrm>
          </p:grpSpPr>
          <p:grpSp>
            <p:nvGrpSpPr>
              <p:cNvPr id="15" name="组合 14">
                <a:extLst>
                  <a:ext uri="{FF2B5EF4-FFF2-40B4-BE49-F238E27FC236}">
                    <a16:creationId xmlns:a16="http://schemas.microsoft.com/office/drawing/2014/main" id="{F3F9650E-03CE-DB4B-C620-D061F2A046DD}"/>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17" name="同心圆 16">
                  <a:extLst>
                    <a:ext uri="{FF2B5EF4-FFF2-40B4-BE49-F238E27FC236}">
                      <a16:creationId xmlns:a16="http://schemas.microsoft.com/office/drawing/2014/main" id="{13F5477D-9AD2-5DF5-F95D-E20322DC5CF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8" name="椭圆 17">
                  <a:extLst>
                    <a:ext uri="{FF2B5EF4-FFF2-40B4-BE49-F238E27FC236}">
                      <a16:creationId xmlns:a16="http://schemas.microsoft.com/office/drawing/2014/main" id="{B7A659F7-216C-F9E2-190E-9E1C178070DC}"/>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16" name="椭圆 15">
                <a:extLst>
                  <a:ext uri="{FF2B5EF4-FFF2-40B4-BE49-F238E27FC236}">
                    <a16:creationId xmlns:a16="http://schemas.microsoft.com/office/drawing/2014/main" id="{FE8A8782-08E6-239F-B577-C1F919644F2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2" name="组合 111">
              <a:extLst>
                <a:ext uri="{FF2B5EF4-FFF2-40B4-BE49-F238E27FC236}">
                  <a16:creationId xmlns:a16="http://schemas.microsoft.com/office/drawing/2014/main" id="{60108356-C4FF-4A30-8B68-1EB6CF97F373}"/>
                </a:ext>
              </a:extLst>
            </p:cNvPr>
            <p:cNvGrpSpPr/>
            <p:nvPr/>
          </p:nvGrpSpPr>
          <p:grpSpPr>
            <a:xfrm>
              <a:off x="5335816" y="2401324"/>
              <a:ext cx="711677" cy="620265"/>
              <a:chOff x="5263769" y="1554660"/>
              <a:chExt cx="379547" cy="330796"/>
            </a:xfrm>
          </p:grpSpPr>
          <p:sp>
            <p:nvSpPr>
              <p:cNvPr id="77" name="Freeform 110">
                <a:extLst>
                  <a:ext uri="{FF2B5EF4-FFF2-40B4-BE49-F238E27FC236}">
                    <a16:creationId xmlns:a16="http://schemas.microsoft.com/office/drawing/2014/main" id="{26B5D13C-5A11-11AD-6BE2-D4048847CBE5}"/>
                  </a:ext>
                </a:extLst>
              </p:cNvPr>
              <p:cNvSpPr>
                <a:spLocks noChangeArrowheads="1"/>
              </p:cNvSpPr>
              <p:nvPr/>
            </p:nvSpPr>
            <p:spPr bwMode="auto">
              <a:xfrm>
                <a:off x="5516800" y="1654385"/>
                <a:ext cx="99754" cy="99726"/>
              </a:xfrm>
              <a:custGeom>
                <a:avLst/>
                <a:gdLst>
                  <a:gd name="T0" fmla="*/ 0 w 41"/>
                  <a:gd name="T1" fmla="*/ 97336 h 41"/>
                  <a:gd name="T2" fmla="*/ 7487 w 41"/>
                  <a:gd name="T3" fmla="*/ 102328 h 41"/>
                  <a:gd name="T4" fmla="*/ 102328 w 41"/>
                  <a:gd name="T5" fmla="*/ 7487 h 41"/>
                  <a:gd name="T6" fmla="*/ 97336 w 41"/>
                  <a:gd name="T7" fmla="*/ 0 h 41"/>
                  <a:gd name="T8" fmla="*/ 0 w 41"/>
                  <a:gd name="T9" fmla="*/ 97336 h 41"/>
                  <a:gd name="T10" fmla="*/ 0 60000 65536"/>
                  <a:gd name="T11" fmla="*/ 0 60000 65536"/>
                  <a:gd name="T12" fmla="*/ 0 60000 65536"/>
                  <a:gd name="T13" fmla="*/ 0 60000 65536"/>
                  <a:gd name="T14" fmla="*/ 0 60000 65536"/>
                  <a:gd name="T15" fmla="*/ 0 w 41"/>
                  <a:gd name="T16" fmla="*/ 0 h 41"/>
                  <a:gd name="T17" fmla="*/ 41 w 41"/>
                  <a:gd name="T18" fmla="*/ 41 h 41"/>
                </a:gdLst>
                <a:ahLst/>
                <a:cxnLst>
                  <a:cxn ang="T10">
                    <a:pos x="T0" y="T1"/>
                  </a:cxn>
                  <a:cxn ang="T11">
                    <a:pos x="T2" y="T3"/>
                  </a:cxn>
                  <a:cxn ang="T12">
                    <a:pos x="T4" y="T5"/>
                  </a:cxn>
                  <a:cxn ang="T13">
                    <a:pos x="T6" y="T7"/>
                  </a:cxn>
                  <a:cxn ang="T14">
                    <a:pos x="T8" y="T9"/>
                  </a:cxn>
                </a:cxnLst>
                <a:rect l="T15" t="T16" r="T17" b="T18"/>
                <a:pathLst>
                  <a:path w="41" h="41">
                    <a:moveTo>
                      <a:pt x="0" y="39"/>
                    </a:moveTo>
                    <a:lnTo>
                      <a:pt x="3" y="41"/>
                    </a:lnTo>
                    <a:lnTo>
                      <a:pt x="41" y="3"/>
                    </a:lnTo>
                    <a:lnTo>
                      <a:pt x="39" y="0"/>
                    </a:lnTo>
                    <a:lnTo>
                      <a:pt x="0" y="3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8" name="Freeform 111">
                <a:extLst>
                  <a:ext uri="{FF2B5EF4-FFF2-40B4-BE49-F238E27FC236}">
                    <a16:creationId xmlns:a16="http://schemas.microsoft.com/office/drawing/2014/main" id="{699B3557-E1FF-30F9-81BF-9BB180CD686A}"/>
                  </a:ext>
                </a:extLst>
              </p:cNvPr>
              <p:cNvSpPr>
                <a:spLocks noChangeArrowheads="1"/>
              </p:cNvSpPr>
              <p:nvPr/>
            </p:nvSpPr>
            <p:spPr bwMode="auto">
              <a:xfrm>
                <a:off x="5494902" y="1627629"/>
                <a:ext cx="107051" cy="111887"/>
              </a:xfrm>
              <a:custGeom>
                <a:avLst/>
                <a:gdLst>
                  <a:gd name="T0" fmla="*/ 92344 w 44"/>
                  <a:gd name="T1" fmla="*/ 0 h 46"/>
                  <a:gd name="T2" fmla="*/ 0 w 44"/>
                  <a:gd name="T3" fmla="*/ 97336 h 46"/>
                  <a:gd name="T4" fmla="*/ 14975 w 44"/>
                  <a:gd name="T5" fmla="*/ 114806 h 46"/>
                  <a:gd name="T6" fmla="*/ 109814 w 44"/>
                  <a:gd name="T7" fmla="*/ 19966 h 46"/>
                  <a:gd name="T8" fmla="*/ 92344 w 44"/>
                  <a:gd name="T9" fmla="*/ 0 h 46"/>
                  <a:gd name="T10" fmla="*/ 0 60000 65536"/>
                  <a:gd name="T11" fmla="*/ 0 60000 65536"/>
                  <a:gd name="T12" fmla="*/ 0 60000 65536"/>
                  <a:gd name="T13" fmla="*/ 0 60000 65536"/>
                  <a:gd name="T14" fmla="*/ 0 60000 65536"/>
                  <a:gd name="T15" fmla="*/ 0 w 44"/>
                  <a:gd name="T16" fmla="*/ 0 h 46"/>
                  <a:gd name="T17" fmla="*/ 44 w 44"/>
                  <a:gd name="T18" fmla="*/ 46 h 46"/>
                </a:gdLst>
                <a:ahLst/>
                <a:cxnLst>
                  <a:cxn ang="T10">
                    <a:pos x="T0" y="T1"/>
                  </a:cxn>
                  <a:cxn ang="T11">
                    <a:pos x="T2" y="T3"/>
                  </a:cxn>
                  <a:cxn ang="T12">
                    <a:pos x="T4" y="T5"/>
                  </a:cxn>
                  <a:cxn ang="T13">
                    <a:pos x="T6" y="T7"/>
                  </a:cxn>
                  <a:cxn ang="T14">
                    <a:pos x="T8" y="T9"/>
                  </a:cxn>
                </a:cxnLst>
                <a:rect l="T15" t="T16" r="T17" b="T18"/>
                <a:pathLst>
                  <a:path w="44" h="46">
                    <a:moveTo>
                      <a:pt x="37" y="0"/>
                    </a:moveTo>
                    <a:lnTo>
                      <a:pt x="0" y="39"/>
                    </a:lnTo>
                    <a:lnTo>
                      <a:pt x="6" y="46"/>
                    </a:lnTo>
                    <a:lnTo>
                      <a:pt x="44" y="8"/>
                    </a:lnTo>
                    <a:lnTo>
                      <a:pt x="3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79" name="Freeform 112">
                <a:extLst>
                  <a:ext uri="{FF2B5EF4-FFF2-40B4-BE49-F238E27FC236}">
                    <a16:creationId xmlns:a16="http://schemas.microsoft.com/office/drawing/2014/main" id="{A9CB4B82-5196-94C0-B137-9E434D27B0B7}"/>
                  </a:ext>
                </a:extLst>
              </p:cNvPr>
              <p:cNvSpPr>
                <a:spLocks noChangeArrowheads="1"/>
              </p:cNvSpPr>
              <p:nvPr/>
            </p:nvSpPr>
            <p:spPr bwMode="auto">
              <a:xfrm>
                <a:off x="5475438" y="1613035"/>
                <a:ext cx="102186" cy="102158"/>
              </a:xfrm>
              <a:custGeom>
                <a:avLst/>
                <a:gdLst>
                  <a:gd name="T0" fmla="*/ 0 w 42"/>
                  <a:gd name="T1" fmla="*/ 94840 h 42"/>
                  <a:gd name="T2" fmla="*/ 9983 w 42"/>
                  <a:gd name="T3" fmla="*/ 104823 h 42"/>
                  <a:gd name="T4" fmla="*/ 104823 w 42"/>
                  <a:gd name="T5" fmla="*/ 9983 h 42"/>
                  <a:gd name="T6" fmla="*/ 94840 w 42"/>
                  <a:gd name="T7" fmla="*/ 0 h 42"/>
                  <a:gd name="T8" fmla="*/ 0 w 42"/>
                  <a:gd name="T9" fmla="*/ 94840 h 42"/>
                  <a:gd name="T10" fmla="*/ 0 60000 65536"/>
                  <a:gd name="T11" fmla="*/ 0 60000 65536"/>
                  <a:gd name="T12" fmla="*/ 0 60000 65536"/>
                  <a:gd name="T13" fmla="*/ 0 60000 65536"/>
                  <a:gd name="T14" fmla="*/ 0 60000 65536"/>
                  <a:gd name="T15" fmla="*/ 0 w 42"/>
                  <a:gd name="T16" fmla="*/ 0 h 42"/>
                  <a:gd name="T17" fmla="*/ 42 w 42"/>
                  <a:gd name="T18" fmla="*/ 42 h 42"/>
                </a:gdLst>
                <a:ahLst/>
                <a:cxnLst>
                  <a:cxn ang="T10">
                    <a:pos x="T0" y="T1"/>
                  </a:cxn>
                  <a:cxn ang="T11">
                    <a:pos x="T2" y="T3"/>
                  </a:cxn>
                  <a:cxn ang="T12">
                    <a:pos x="T4" y="T5"/>
                  </a:cxn>
                  <a:cxn ang="T13">
                    <a:pos x="T6" y="T7"/>
                  </a:cxn>
                  <a:cxn ang="T14">
                    <a:pos x="T8" y="T9"/>
                  </a:cxn>
                </a:cxnLst>
                <a:rect l="T15" t="T16" r="T17" b="T18"/>
                <a:pathLst>
                  <a:path w="42" h="42">
                    <a:moveTo>
                      <a:pt x="0" y="38"/>
                    </a:moveTo>
                    <a:lnTo>
                      <a:pt x="4" y="42"/>
                    </a:lnTo>
                    <a:lnTo>
                      <a:pt x="42" y="4"/>
                    </a:lnTo>
                    <a:lnTo>
                      <a:pt x="38" y="0"/>
                    </a:lnTo>
                    <a:lnTo>
                      <a:pt x="0" y="3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0" name="Freeform 113">
                <a:extLst>
                  <a:ext uri="{FF2B5EF4-FFF2-40B4-BE49-F238E27FC236}">
                    <a16:creationId xmlns:a16="http://schemas.microsoft.com/office/drawing/2014/main" id="{D549CB5C-914C-4B7D-29C1-03AAC6F8F1C0}"/>
                  </a:ext>
                </a:extLst>
              </p:cNvPr>
              <p:cNvSpPr>
                <a:spLocks noChangeArrowheads="1"/>
              </p:cNvSpPr>
              <p:nvPr/>
            </p:nvSpPr>
            <p:spPr bwMode="auto">
              <a:xfrm>
                <a:off x="5448676" y="1712761"/>
                <a:ext cx="68124" cy="68105"/>
              </a:xfrm>
              <a:custGeom>
                <a:avLst/>
                <a:gdLst>
                  <a:gd name="T0" fmla="*/ 69882 w 28"/>
                  <a:gd name="T1" fmla="*/ 49916 h 28"/>
                  <a:gd name="T2" fmla="*/ 19966 w 28"/>
                  <a:gd name="T3" fmla="*/ 0 h 28"/>
                  <a:gd name="T4" fmla="*/ 0 w 28"/>
                  <a:gd name="T5" fmla="*/ 49916 h 28"/>
                  <a:gd name="T6" fmla="*/ 22462 w 28"/>
                  <a:gd name="T7" fmla="*/ 69882 h 28"/>
                  <a:gd name="T8" fmla="*/ 69882 w 28"/>
                  <a:gd name="T9" fmla="*/ 49916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28" y="20"/>
                    </a:moveTo>
                    <a:lnTo>
                      <a:pt x="8" y="0"/>
                    </a:lnTo>
                    <a:lnTo>
                      <a:pt x="0" y="20"/>
                    </a:lnTo>
                    <a:lnTo>
                      <a:pt x="9" y="28"/>
                    </a:lnTo>
                    <a:lnTo>
                      <a:pt x="28" y="2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1" name="Freeform 114">
                <a:extLst>
                  <a:ext uri="{FF2B5EF4-FFF2-40B4-BE49-F238E27FC236}">
                    <a16:creationId xmlns:a16="http://schemas.microsoft.com/office/drawing/2014/main" id="{4915C80C-A740-1C63-80F7-25551B2D871C}"/>
                  </a:ext>
                </a:extLst>
              </p:cNvPr>
              <p:cNvSpPr>
                <a:spLocks noChangeArrowheads="1"/>
              </p:cNvSpPr>
              <p:nvPr/>
            </p:nvSpPr>
            <p:spPr bwMode="auto">
              <a:xfrm>
                <a:off x="5431645" y="1768704"/>
                <a:ext cx="34062" cy="31621"/>
              </a:xfrm>
              <a:custGeom>
                <a:avLst/>
                <a:gdLst>
                  <a:gd name="T0" fmla="*/ 0 w 14"/>
                  <a:gd name="T1" fmla="*/ 32446 h 13"/>
                  <a:gd name="T2" fmla="*/ 34941 w 14"/>
                  <a:gd name="T3" fmla="*/ 14975 h 13"/>
                  <a:gd name="T4" fmla="*/ 14975 w 14"/>
                  <a:gd name="T5" fmla="*/ 0 h 13"/>
                  <a:gd name="T6" fmla="*/ 0 w 14"/>
                  <a:gd name="T7" fmla="*/ 32446 h 13"/>
                  <a:gd name="T8" fmla="*/ 0 60000 65536"/>
                  <a:gd name="T9" fmla="*/ 0 60000 65536"/>
                  <a:gd name="T10" fmla="*/ 0 60000 65536"/>
                  <a:gd name="T11" fmla="*/ 0 60000 65536"/>
                  <a:gd name="T12" fmla="*/ 0 w 14"/>
                  <a:gd name="T13" fmla="*/ 0 h 13"/>
                  <a:gd name="T14" fmla="*/ 14 w 14"/>
                  <a:gd name="T15" fmla="*/ 13 h 13"/>
                </a:gdLst>
                <a:ahLst/>
                <a:cxnLst>
                  <a:cxn ang="T8">
                    <a:pos x="T0" y="T1"/>
                  </a:cxn>
                  <a:cxn ang="T9">
                    <a:pos x="T2" y="T3"/>
                  </a:cxn>
                  <a:cxn ang="T10">
                    <a:pos x="T4" y="T5"/>
                  </a:cxn>
                  <a:cxn ang="T11">
                    <a:pos x="T6" y="T7"/>
                  </a:cxn>
                </a:cxnLst>
                <a:rect l="T12" t="T13" r="T14" b="T15"/>
                <a:pathLst>
                  <a:path w="14" h="13">
                    <a:moveTo>
                      <a:pt x="0" y="13"/>
                    </a:moveTo>
                    <a:lnTo>
                      <a:pt x="14" y="6"/>
                    </a:lnTo>
                    <a:lnTo>
                      <a:pt x="6" y="0"/>
                    </a:lnTo>
                    <a:lnTo>
                      <a:pt x="0" y="1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2" name="Freeform 115">
                <a:extLst>
                  <a:ext uri="{FF2B5EF4-FFF2-40B4-BE49-F238E27FC236}">
                    <a16:creationId xmlns:a16="http://schemas.microsoft.com/office/drawing/2014/main" id="{A12B3DB3-8A31-6A37-49EA-D081A1F7CEA1}"/>
                  </a:ext>
                </a:extLst>
              </p:cNvPr>
              <p:cNvSpPr>
                <a:spLocks noChangeArrowheads="1"/>
              </p:cNvSpPr>
              <p:nvPr/>
            </p:nvSpPr>
            <p:spPr bwMode="auto">
              <a:xfrm>
                <a:off x="5575192" y="1588713"/>
                <a:ext cx="68124" cy="68105"/>
              </a:xfrm>
              <a:custGeom>
                <a:avLst/>
                <a:gdLst>
                  <a:gd name="T0" fmla="*/ 17471 w 28"/>
                  <a:gd name="T1" fmla="*/ 0 h 28"/>
                  <a:gd name="T2" fmla="*/ 0 w 28"/>
                  <a:gd name="T3" fmla="*/ 19966 h 28"/>
                  <a:gd name="T4" fmla="*/ 49916 w 28"/>
                  <a:gd name="T5" fmla="*/ 69882 h 28"/>
                  <a:gd name="T6" fmla="*/ 69882 w 28"/>
                  <a:gd name="T7" fmla="*/ 49916 h 28"/>
                  <a:gd name="T8" fmla="*/ 17471 w 28"/>
                  <a:gd name="T9" fmla="*/ 0 h 28"/>
                  <a:gd name="T10" fmla="*/ 0 60000 65536"/>
                  <a:gd name="T11" fmla="*/ 0 60000 65536"/>
                  <a:gd name="T12" fmla="*/ 0 60000 65536"/>
                  <a:gd name="T13" fmla="*/ 0 60000 65536"/>
                  <a:gd name="T14" fmla="*/ 0 60000 65536"/>
                  <a:gd name="T15" fmla="*/ 0 w 28"/>
                  <a:gd name="T16" fmla="*/ 0 h 28"/>
                  <a:gd name="T17" fmla="*/ 28 w 28"/>
                  <a:gd name="T18" fmla="*/ 28 h 28"/>
                </a:gdLst>
                <a:ahLst/>
                <a:cxnLst>
                  <a:cxn ang="T10">
                    <a:pos x="T0" y="T1"/>
                  </a:cxn>
                  <a:cxn ang="T11">
                    <a:pos x="T2" y="T3"/>
                  </a:cxn>
                  <a:cxn ang="T12">
                    <a:pos x="T4" y="T5"/>
                  </a:cxn>
                  <a:cxn ang="T13">
                    <a:pos x="T6" y="T7"/>
                  </a:cxn>
                  <a:cxn ang="T14">
                    <a:pos x="T8" y="T9"/>
                  </a:cxn>
                </a:cxnLst>
                <a:rect l="T15" t="T16" r="T17" b="T18"/>
                <a:pathLst>
                  <a:path w="28" h="28">
                    <a:moveTo>
                      <a:pt x="7" y="0"/>
                    </a:moveTo>
                    <a:lnTo>
                      <a:pt x="0" y="8"/>
                    </a:lnTo>
                    <a:lnTo>
                      <a:pt x="20" y="28"/>
                    </a:lnTo>
                    <a:lnTo>
                      <a:pt x="28" y="20"/>
                    </a:lnTo>
                    <a:lnTo>
                      <a:pt x="7"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3" name="Freeform 116">
                <a:extLst>
                  <a:ext uri="{FF2B5EF4-FFF2-40B4-BE49-F238E27FC236}">
                    <a16:creationId xmlns:a16="http://schemas.microsoft.com/office/drawing/2014/main" id="{3EE9E8EA-27C6-9D1E-D112-B13787A3167D}"/>
                  </a:ext>
                </a:extLst>
              </p:cNvPr>
              <p:cNvSpPr>
                <a:spLocks noChangeArrowheads="1"/>
              </p:cNvSpPr>
              <p:nvPr/>
            </p:nvSpPr>
            <p:spPr bwMode="auto">
              <a:xfrm>
                <a:off x="5263769" y="1554660"/>
                <a:ext cx="272495" cy="330796"/>
              </a:xfrm>
              <a:custGeom>
                <a:avLst/>
                <a:gdLst>
                  <a:gd name="T0" fmla="*/ 259561 w 112"/>
                  <a:gd name="T1" fmla="*/ 252074 h 136"/>
                  <a:gd name="T2" fmla="*/ 207149 w 112"/>
                  <a:gd name="T3" fmla="*/ 252074 h 136"/>
                  <a:gd name="T4" fmla="*/ 207149 w 112"/>
                  <a:gd name="T5" fmla="*/ 321956 h 136"/>
                  <a:gd name="T6" fmla="*/ 17470 w 112"/>
                  <a:gd name="T7" fmla="*/ 321956 h 136"/>
                  <a:gd name="T8" fmla="*/ 17470 w 112"/>
                  <a:gd name="T9" fmla="*/ 79865 h 136"/>
                  <a:gd name="T10" fmla="*/ 259561 w 112"/>
                  <a:gd name="T11" fmla="*/ 79865 h 136"/>
                  <a:gd name="T12" fmla="*/ 259561 w 112"/>
                  <a:gd name="T13" fmla="*/ 99831 h 136"/>
                  <a:gd name="T14" fmla="*/ 279527 w 112"/>
                  <a:gd name="T15" fmla="*/ 79865 h 136"/>
                  <a:gd name="T16" fmla="*/ 279527 w 112"/>
                  <a:gd name="T17" fmla="*/ 14975 h 136"/>
                  <a:gd name="T18" fmla="*/ 242090 w 112"/>
                  <a:gd name="T19" fmla="*/ 14975 h 136"/>
                  <a:gd name="T20" fmla="*/ 242090 w 112"/>
                  <a:gd name="T21" fmla="*/ 49916 h 136"/>
                  <a:gd name="T22" fmla="*/ 237099 w 112"/>
                  <a:gd name="T23" fmla="*/ 49916 h 136"/>
                  <a:gd name="T24" fmla="*/ 237099 w 112"/>
                  <a:gd name="T25" fmla="*/ 0 h 136"/>
                  <a:gd name="T26" fmla="*/ 222124 w 112"/>
                  <a:gd name="T27" fmla="*/ 0 h 136"/>
                  <a:gd name="T28" fmla="*/ 222124 w 112"/>
                  <a:gd name="T29" fmla="*/ 49916 h 136"/>
                  <a:gd name="T30" fmla="*/ 217133 w 112"/>
                  <a:gd name="T31" fmla="*/ 49916 h 136"/>
                  <a:gd name="T32" fmla="*/ 217133 w 112"/>
                  <a:gd name="T33" fmla="*/ 14975 h 136"/>
                  <a:gd name="T34" fmla="*/ 197166 w 112"/>
                  <a:gd name="T35" fmla="*/ 14975 h 136"/>
                  <a:gd name="T36" fmla="*/ 197166 w 112"/>
                  <a:gd name="T37" fmla="*/ 49916 h 136"/>
                  <a:gd name="T38" fmla="*/ 189679 w 112"/>
                  <a:gd name="T39" fmla="*/ 49916 h 136"/>
                  <a:gd name="T40" fmla="*/ 189679 w 112"/>
                  <a:gd name="T41" fmla="*/ 0 h 136"/>
                  <a:gd name="T42" fmla="*/ 179696 w 112"/>
                  <a:gd name="T43" fmla="*/ 0 h 136"/>
                  <a:gd name="T44" fmla="*/ 179696 w 112"/>
                  <a:gd name="T45" fmla="*/ 49916 h 136"/>
                  <a:gd name="T46" fmla="*/ 169713 w 112"/>
                  <a:gd name="T47" fmla="*/ 49916 h 136"/>
                  <a:gd name="T48" fmla="*/ 169713 w 112"/>
                  <a:gd name="T49" fmla="*/ 14975 h 136"/>
                  <a:gd name="T50" fmla="*/ 149747 w 112"/>
                  <a:gd name="T51" fmla="*/ 14975 h 136"/>
                  <a:gd name="T52" fmla="*/ 149747 w 112"/>
                  <a:gd name="T53" fmla="*/ 49916 h 136"/>
                  <a:gd name="T54" fmla="*/ 142259 w 112"/>
                  <a:gd name="T55" fmla="*/ 49916 h 136"/>
                  <a:gd name="T56" fmla="*/ 142259 w 112"/>
                  <a:gd name="T57" fmla="*/ 0 h 136"/>
                  <a:gd name="T58" fmla="*/ 132276 w 112"/>
                  <a:gd name="T59" fmla="*/ 0 h 136"/>
                  <a:gd name="T60" fmla="*/ 132276 w 112"/>
                  <a:gd name="T61" fmla="*/ 49916 h 136"/>
                  <a:gd name="T62" fmla="*/ 127285 w 112"/>
                  <a:gd name="T63" fmla="*/ 49916 h 136"/>
                  <a:gd name="T64" fmla="*/ 127285 w 112"/>
                  <a:gd name="T65" fmla="*/ 14975 h 136"/>
                  <a:gd name="T66" fmla="*/ 107318 w 112"/>
                  <a:gd name="T67" fmla="*/ 14975 h 136"/>
                  <a:gd name="T68" fmla="*/ 107318 w 112"/>
                  <a:gd name="T69" fmla="*/ 49916 h 136"/>
                  <a:gd name="T70" fmla="*/ 99831 w 112"/>
                  <a:gd name="T71" fmla="*/ 49916 h 136"/>
                  <a:gd name="T72" fmla="*/ 99831 w 112"/>
                  <a:gd name="T73" fmla="*/ 0 h 136"/>
                  <a:gd name="T74" fmla="*/ 87352 w 112"/>
                  <a:gd name="T75" fmla="*/ 0 h 136"/>
                  <a:gd name="T76" fmla="*/ 87352 w 112"/>
                  <a:gd name="T77" fmla="*/ 49916 h 136"/>
                  <a:gd name="T78" fmla="*/ 79865 w 112"/>
                  <a:gd name="T79" fmla="*/ 49916 h 136"/>
                  <a:gd name="T80" fmla="*/ 79865 w 112"/>
                  <a:gd name="T81" fmla="*/ 14975 h 136"/>
                  <a:gd name="T82" fmla="*/ 62394 w 112"/>
                  <a:gd name="T83" fmla="*/ 14975 h 136"/>
                  <a:gd name="T84" fmla="*/ 62394 w 112"/>
                  <a:gd name="T85" fmla="*/ 49916 h 136"/>
                  <a:gd name="T86" fmla="*/ 57403 w 112"/>
                  <a:gd name="T87" fmla="*/ 49916 h 136"/>
                  <a:gd name="T88" fmla="*/ 57403 w 112"/>
                  <a:gd name="T89" fmla="*/ 0 h 136"/>
                  <a:gd name="T90" fmla="*/ 42428 w 112"/>
                  <a:gd name="T91" fmla="*/ 0 h 136"/>
                  <a:gd name="T92" fmla="*/ 42428 w 112"/>
                  <a:gd name="T93" fmla="*/ 49916 h 136"/>
                  <a:gd name="T94" fmla="*/ 37437 w 112"/>
                  <a:gd name="T95" fmla="*/ 49916 h 136"/>
                  <a:gd name="T96" fmla="*/ 37437 w 112"/>
                  <a:gd name="T97" fmla="*/ 14975 h 136"/>
                  <a:gd name="T98" fmla="*/ 0 w 112"/>
                  <a:gd name="T99" fmla="*/ 14975 h 136"/>
                  <a:gd name="T100" fmla="*/ 0 w 112"/>
                  <a:gd name="T101" fmla="*/ 59899 h 136"/>
                  <a:gd name="T102" fmla="*/ 0 w 112"/>
                  <a:gd name="T103" fmla="*/ 69882 h 136"/>
                  <a:gd name="T104" fmla="*/ 0 w 112"/>
                  <a:gd name="T105" fmla="*/ 339426 h 136"/>
                  <a:gd name="T106" fmla="*/ 222124 w 112"/>
                  <a:gd name="T107" fmla="*/ 339426 h 136"/>
                  <a:gd name="T108" fmla="*/ 279527 w 112"/>
                  <a:gd name="T109" fmla="*/ 274536 h 136"/>
                  <a:gd name="T110" fmla="*/ 279527 w 112"/>
                  <a:gd name="T111" fmla="*/ 209645 h 136"/>
                  <a:gd name="T112" fmla="*/ 259561 w 112"/>
                  <a:gd name="T113" fmla="*/ 229612 h 136"/>
                  <a:gd name="T114" fmla="*/ 259561 w 112"/>
                  <a:gd name="T115" fmla="*/ 252074 h 1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2"/>
                  <a:gd name="T175" fmla="*/ 0 h 136"/>
                  <a:gd name="T176" fmla="*/ 112 w 112"/>
                  <a:gd name="T177" fmla="*/ 136 h 1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2" h="136">
                    <a:moveTo>
                      <a:pt x="104" y="101"/>
                    </a:moveTo>
                    <a:lnTo>
                      <a:pt x="83" y="101"/>
                    </a:lnTo>
                    <a:lnTo>
                      <a:pt x="83" y="129"/>
                    </a:lnTo>
                    <a:lnTo>
                      <a:pt x="7" y="129"/>
                    </a:lnTo>
                    <a:lnTo>
                      <a:pt x="7" y="32"/>
                    </a:lnTo>
                    <a:lnTo>
                      <a:pt x="104" y="32"/>
                    </a:lnTo>
                    <a:lnTo>
                      <a:pt x="104" y="40"/>
                    </a:lnTo>
                    <a:lnTo>
                      <a:pt x="112" y="32"/>
                    </a:lnTo>
                    <a:lnTo>
                      <a:pt x="112" y="6"/>
                    </a:lnTo>
                    <a:lnTo>
                      <a:pt x="97" y="6"/>
                    </a:lnTo>
                    <a:lnTo>
                      <a:pt x="97" y="20"/>
                    </a:lnTo>
                    <a:lnTo>
                      <a:pt x="95" y="20"/>
                    </a:lnTo>
                    <a:lnTo>
                      <a:pt x="95" y="0"/>
                    </a:lnTo>
                    <a:lnTo>
                      <a:pt x="89" y="0"/>
                    </a:lnTo>
                    <a:lnTo>
                      <a:pt x="89" y="20"/>
                    </a:lnTo>
                    <a:lnTo>
                      <a:pt x="87" y="20"/>
                    </a:lnTo>
                    <a:lnTo>
                      <a:pt x="87" y="6"/>
                    </a:lnTo>
                    <a:lnTo>
                      <a:pt x="79" y="6"/>
                    </a:lnTo>
                    <a:lnTo>
                      <a:pt x="79" y="20"/>
                    </a:lnTo>
                    <a:lnTo>
                      <a:pt x="76" y="20"/>
                    </a:lnTo>
                    <a:lnTo>
                      <a:pt x="76" y="0"/>
                    </a:lnTo>
                    <a:lnTo>
                      <a:pt x="72" y="0"/>
                    </a:lnTo>
                    <a:lnTo>
                      <a:pt x="72" y="20"/>
                    </a:lnTo>
                    <a:lnTo>
                      <a:pt x="68" y="20"/>
                    </a:lnTo>
                    <a:lnTo>
                      <a:pt x="68" y="6"/>
                    </a:lnTo>
                    <a:lnTo>
                      <a:pt x="60" y="6"/>
                    </a:lnTo>
                    <a:lnTo>
                      <a:pt x="60" y="20"/>
                    </a:lnTo>
                    <a:lnTo>
                      <a:pt x="57" y="20"/>
                    </a:lnTo>
                    <a:lnTo>
                      <a:pt x="57" y="0"/>
                    </a:lnTo>
                    <a:lnTo>
                      <a:pt x="53" y="0"/>
                    </a:lnTo>
                    <a:lnTo>
                      <a:pt x="53" y="20"/>
                    </a:lnTo>
                    <a:lnTo>
                      <a:pt x="51" y="20"/>
                    </a:lnTo>
                    <a:lnTo>
                      <a:pt x="51" y="6"/>
                    </a:lnTo>
                    <a:lnTo>
                      <a:pt x="43" y="6"/>
                    </a:lnTo>
                    <a:lnTo>
                      <a:pt x="43" y="20"/>
                    </a:lnTo>
                    <a:lnTo>
                      <a:pt x="40" y="20"/>
                    </a:lnTo>
                    <a:lnTo>
                      <a:pt x="40" y="0"/>
                    </a:lnTo>
                    <a:lnTo>
                      <a:pt x="35" y="0"/>
                    </a:lnTo>
                    <a:lnTo>
                      <a:pt x="35" y="20"/>
                    </a:lnTo>
                    <a:lnTo>
                      <a:pt x="32" y="20"/>
                    </a:lnTo>
                    <a:lnTo>
                      <a:pt x="32" y="6"/>
                    </a:lnTo>
                    <a:lnTo>
                      <a:pt x="25" y="6"/>
                    </a:lnTo>
                    <a:lnTo>
                      <a:pt x="25" y="20"/>
                    </a:lnTo>
                    <a:lnTo>
                      <a:pt x="23" y="20"/>
                    </a:lnTo>
                    <a:lnTo>
                      <a:pt x="23" y="0"/>
                    </a:lnTo>
                    <a:lnTo>
                      <a:pt x="17" y="0"/>
                    </a:lnTo>
                    <a:lnTo>
                      <a:pt x="17" y="20"/>
                    </a:lnTo>
                    <a:lnTo>
                      <a:pt x="15" y="20"/>
                    </a:lnTo>
                    <a:lnTo>
                      <a:pt x="15" y="6"/>
                    </a:lnTo>
                    <a:lnTo>
                      <a:pt x="0" y="6"/>
                    </a:lnTo>
                    <a:lnTo>
                      <a:pt x="0" y="24"/>
                    </a:lnTo>
                    <a:lnTo>
                      <a:pt x="0" y="28"/>
                    </a:lnTo>
                    <a:lnTo>
                      <a:pt x="0" y="136"/>
                    </a:lnTo>
                    <a:lnTo>
                      <a:pt x="89" y="136"/>
                    </a:lnTo>
                    <a:lnTo>
                      <a:pt x="112" y="110"/>
                    </a:lnTo>
                    <a:lnTo>
                      <a:pt x="112" y="84"/>
                    </a:lnTo>
                    <a:lnTo>
                      <a:pt x="104" y="92"/>
                    </a:lnTo>
                    <a:lnTo>
                      <a:pt x="104" y="10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4" name="Rectangle 117">
                <a:extLst>
                  <a:ext uri="{FF2B5EF4-FFF2-40B4-BE49-F238E27FC236}">
                    <a16:creationId xmlns:a16="http://schemas.microsoft.com/office/drawing/2014/main" id="{3CEBFD03-35C7-742A-D20D-F4CBAD937B8B}"/>
                  </a:ext>
                </a:extLst>
              </p:cNvPr>
              <p:cNvSpPr>
                <a:spLocks noChangeArrowheads="1"/>
              </p:cNvSpPr>
              <p:nvPr/>
            </p:nvSpPr>
            <p:spPr bwMode="auto">
              <a:xfrm>
                <a:off x="5312429" y="1666547"/>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5" name="Rectangle 118">
                <a:extLst>
                  <a:ext uri="{FF2B5EF4-FFF2-40B4-BE49-F238E27FC236}">
                    <a16:creationId xmlns:a16="http://schemas.microsoft.com/office/drawing/2014/main" id="{1695CA00-8576-0ADE-8764-44ACBBDCB7DD}"/>
                  </a:ext>
                </a:extLst>
              </p:cNvPr>
              <p:cNvSpPr>
                <a:spLocks noChangeArrowheads="1"/>
              </p:cNvSpPr>
              <p:nvPr/>
            </p:nvSpPr>
            <p:spPr bwMode="auto">
              <a:xfrm>
                <a:off x="5312429" y="1705464"/>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6" name="Rectangle 119">
                <a:extLst>
                  <a:ext uri="{FF2B5EF4-FFF2-40B4-BE49-F238E27FC236}">
                    <a16:creationId xmlns:a16="http://schemas.microsoft.com/office/drawing/2014/main" id="{7983203A-528C-48B4-D8B1-6C75F07B49E1}"/>
                  </a:ext>
                </a:extLst>
              </p:cNvPr>
              <p:cNvSpPr>
                <a:spLocks noChangeArrowheads="1"/>
              </p:cNvSpPr>
              <p:nvPr/>
            </p:nvSpPr>
            <p:spPr bwMode="auto">
              <a:xfrm>
                <a:off x="5312429" y="1749246"/>
                <a:ext cx="107051" cy="145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87" name="Rectangle 120">
                <a:extLst>
                  <a:ext uri="{FF2B5EF4-FFF2-40B4-BE49-F238E27FC236}">
                    <a16:creationId xmlns:a16="http://schemas.microsoft.com/office/drawing/2014/main" id="{75D0BD38-AFA1-5B37-6309-7DD2164A7099}"/>
                  </a:ext>
                </a:extLst>
              </p:cNvPr>
              <p:cNvSpPr>
                <a:spLocks noChangeArrowheads="1"/>
              </p:cNvSpPr>
              <p:nvPr/>
            </p:nvSpPr>
            <p:spPr bwMode="auto">
              <a:xfrm>
                <a:off x="5312429" y="1790596"/>
                <a:ext cx="107051" cy="17027"/>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2" name="组合 11">
            <a:extLst>
              <a:ext uri="{FF2B5EF4-FFF2-40B4-BE49-F238E27FC236}">
                <a16:creationId xmlns:a16="http://schemas.microsoft.com/office/drawing/2014/main" id="{60AD3212-7F33-E4A2-D977-C68A9C5A3B5F}"/>
              </a:ext>
            </a:extLst>
          </p:cNvPr>
          <p:cNvGrpSpPr/>
          <p:nvPr/>
        </p:nvGrpSpPr>
        <p:grpSpPr>
          <a:xfrm>
            <a:off x="8810891" y="1558812"/>
            <a:ext cx="1460314" cy="1460842"/>
            <a:chOff x="9976487" y="1872580"/>
            <a:chExt cx="1686798" cy="1687408"/>
          </a:xfrm>
        </p:grpSpPr>
        <p:grpSp>
          <p:nvGrpSpPr>
            <p:cNvPr id="30" name="组合 29">
              <a:extLst>
                <a:ext uri="{FF2B5EF4-FFF2-40B4-BE49-F238E27FC236}">
                  <a16:creationId xmlns:a16="http://schemas.microsoft.com/office/drawing/2014/main" id="{EF77050E-AD98-6D7A-DA94-BFCA2049BA7A}"/>
                </a:ext>
              </a:extLst>
            </p:cNvPr>
            <p:cNvGrpSpPr/>
            <p:nvPr/>
          </p:nvGrpSpPr>
          <p:grpSpPr>
            <a:xfrm>
              <a:off x="9976487" y="1872580"/>
              <a:ext cx="1686798" cy="1687408"/>
              <a:chOff x="4345444" y="2542859"/>
              <a:chExt cx="1810550" cy="1811205"/>
            </a:xfrm>
          </p:grpSpPr>
          <p:grpSp>
            <p:nvGrpSpPr>
              <p:cNvPr id="31" name="组合 30">
                <a:extLst>
                  <a:ext uri="{FF2B5EF4-FFF2-40B4-BE49-F238E27FC236}">
                    <a16:creationId xmlns:a16="http://schemas.microsoft.com/office/drawing/2014/main" id="{E09CBD37-B6D5-51F5-5E42-77132D92E52A}"/>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33" name="同心圆 32">
                  <a:extLst>
                    <a:ext uri="{FF2B5EF4-FFF2-40B4-BE49-F238E27FC236}">
                      <a16:creationId xmlns:a16="http://schemas.microsoft.com/office/drawing/2014/main" id="{859F0411-DC7A-6561-09AF-B4F69B7A81C9}"/>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34" name="椭圆 33">
                  <a:extLst>
                    <a:ext uri="{FF2B5EF4-FFF2-40B4-BE49-F238E27FC236}">
                      <a16:creationId xmlns:a16="http://schemas.microsoft.com/office/drawing/2014/main" id="{A6AED8D0-F51C-C6EE-9300-9321880AED3F}"/>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32" name="椭圆 31">
                <a:extLst>
                  <a:ext uri="{FF2B5EF4-FFF2-40B4-BE49-F238E27FC236}">
                    <a16:creationId xmlns:a16="http://schemas.microsoft.com/office/drawing/2014/main" id="{3A4CB1A0-6103-85C1-2A6E-089D1530C930}"/>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0" name="组合 109">
              <a:extLst>
                <a:ext uri="{FF2B5EF4-FFF2-40B4-BE49-F238E27FC236}">
                  <a16:creationId xmlns:a16="http://schemas.microsoft.com/office/drawing/2014/main" id="{6BBC4EB9-EACD-8AA1-D7E2-5A60982B7C1A}"/>
                </a:ext>
              </a:extLst>
            </p:cNvPr>
            <p:cNvGrpSpPr/>
            <p:nvPr/>
          </p:nvGrpSpPr>
          <p:grpSpPr>
            <a:xfrm>
              <a:off x="10405129" y="2280188"/>
              <a:ext cx="820680" cy="812962"/>
              <a:chOff x="9364954" y="1516098"/>
              <a:chExt cx="370262" cy="366780"/>
            </a:xfrm>
          </p:grpSpPr>
          <p:sp>
            <p:nvSpPr>
              <p:cNvPr id="89" name="Freeform 150">
                <a:extLst>
                  <a:ext uri="{FF2B5EF4-FFF2-40B4-BE49-F238E27FC236}">
                    <a16:creationId xmlns:a16="http://schemas.microsoft.com/office/drawing/2014/main" id="{0FAFD8B2-8AD6-E869-F515-438B9EE97D2D}"/>
                  </a:ext>
                </a:extLst>
              </p:cNvPr>
              <p:cNvSpPr>
                <a:spLocks noEditPoints="1" noChangeArrowheads="1"/>
              </p:cNvSpPr>
              <p:nvPr/>
            </p:nvSpPr>
            <p:spPr bwMode="auto">
              <a:xfrm>
                <a:off x="9364954" y="1516098"/>
                <a:ext cx="370262" cy="366780"/>
              </a:xfrm>
              <a:custGeom>
                <a:avLst/>
                <a:gdLst>
                  <a:gd name="T0" fmla="*/ 189680 w 114"/>
                  <a:gd name="T1" fmla="*/ 0 h 114"/>
                  <a:gd name="T2" fmla="*/ 0 w 114"/>
                  <a:gd name="T3" fmla="*/ 188432 h 114"/>
                  <a:gd name="T4" fmla="*/ 189680 w 114"/>
                  <a:gd name="T5" fmla="*/ 376864 h 114"/>
                  <a:gd name="T6" fmla="*/ 379359 w 114"/>
                  <a:gd name="T7" fmla="*/ 188432 h 114"/>
                  <a:gd name="T8" fmla="*/ 189680 w 114"/>
                  <a:gd name="T9" fmla="*/ 0 h 114"/>
                  <a:gd name="T10" fmla="*/ 189680 w 114"/>
                  <a:gd name="T11" fmla="*/ 357029 h 114"/>
                  <a:gd name="T12" fmla="*/ 19966 w 114"/>
                  <a:gd name="T13" fmla="*/ 188432 h 114"/>
                  <a:gd name="T14" fmla="*/ 189680 w 114"/>
                  <a:gd name="T15" fmla="*/ 19835 h 114"/>
                  <a:gd name="T16" fmla="*/ 359393 w 114"/>
                  <a:gd name="T17" fmla="*/ 188432 h 114"/>
                  <a:gd name="T18" fmla="*/ 189680 w 114"/>
                  <a:gd name="T19" fmla="*/ 357029 h 11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4"/>
                  <a:gd name="T31" fmla="*/ 0 h 114"/>
                  <a:gd name="T32" fmla="*/ 114 w 114"/>
                  <a:gd name="T33" fmla="*/ 114 h 11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4" h="114">
                    <a:moveTo>
                      <a:pt x="57" y="0"/>
                    </a:moveTo>
                    <a:cubicBezTo>
                      <a:pt x="25" y="0"/>
                      <a:pt x="0" y="25"/>
                      <a:pt x="0" y="57"/>
                    </a:cubicBezTo>
                    <a:cubicBezTo>
                      <a:pt x="0" y="89"/>
                      <a:pt x="25" y="114"/>
                      <a:pt x="57" y="114"/>
                    </a:cubicBezTo>
                    <a:cubicBezTo>
                      <a:pt x="89" y="114"/>
                      <a:pt x="114" y="89"/>
                      <a:pt x="114" y="57"/>
                    </a:cubicBezTo>
                    <a:cubicBezTo>
                      <a:pt x="114" y="25"/>
                      <a:pt x="89" y="0"/>
                      <a:pt x="57" y="0"/>
                    </a:cubicBezTo>
                    <a:close/>
                    <a:moveTo>
                      <a:pt x="57" y="108"/>
                    </a:moveTo>
                    <a:cubicBezTo>
                      <a:pt x="29" y="108"/>
                      <a:pt x="6" y="85"/>
                      <a:pt x="6" y="57"/>
                    </a:cubicBezTo>
                    <a:cubicBezTo>
                      <a:pt x="6" y="29"/>
                      <a:pt x="29" y="6"/>
                      <a:pt x="57" y="6"/>
                    </a:cubicBezTo>
                    <a:cubicBezTo>
                      <a:pt x="85" y="6"/>
                      <a:pt x="108" y="29"/>
                      <a:pt x="108" y="57"/>
                    </a:cubicBezTo>
                    <a:cubicBezTo>
                      <a:pt x="108" y="85"/>
                      <a:pt x="85" y="108"/>
                      <a:pt x="57" y="108"/>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0" name="Rectangle 151">
                <a:extLst>
                  <a:ext uri="{FF2B5EF4-FFF2-40B4-BE49-F238E27FC236}">
                    <a16:creationId xmlns:a16="http://schemas.microsoft.com/office/drawing/2014/main" id="{27B8A6CC-CD8D-79F6-63EC-11CF330D6179}"/>
                  </a:ext>
                </a:extLst>
              </p:cNvPr>
              <p:cNvSpPr>
                <a:spLocks noChangeArrowheads="1"/>
              </p:cNvSpPr>
              <p:nvPr/>
            </p:nvSpPr>
            <p:spPr bwMode="auto">
              <a:xfrm>
                <a:off x="9506239" y="1780859"/>
                <a:ext cx="21924"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1" name="Rectangle 152">
                <a:extLst>
                  <a:ext uri="{FF2B5EF4-FFF2-40B4-BE49-F238E27FC236}">
                    <a16:creationId xmlns:a16="http://schemas.microsoft.com/office/drawing/2014/main" id="{67C3482B-7D89-6511-4F9A-4D86EDF91A22}"/>
                  </a:ext>
                </a:extLst>
              </p:cNvPr>
              <p:cNvSpPr>
                <a:spLocks noChangeArrowheads="1"/>
              </p:cNvSpPr>
              <p:nvPr/>
            </p:nvSpPr>
            <p:spPr bwMode="auto">
              <a:xfrm>
                <a:off x="9540342"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2" name="Rectangle 153">
                <a:extLst>
                  <a:ext uri="{FF2B5EF4-FFF2-40B4-BE49-F238E27FC236}">
                    <a16:creationId xmlns:a16="http://schemas.microsoft.com/office/drawing/2014/main" id="{9B76E1BD-66B7-BB00-15B1-113C6251D1E3}"/>
                  </a:ext>
                </a:extLst>
              </p:cNvPr>
              <p:cNvSpPr>
                <a:spLocks noChangeArrowheads="1"/>
              </p:cNvSpPr>
              <p:nvPr/>
            </p:nvSpPr>
            <p:spPr bwMode="auto">
              <a:xfrm>
                <a:off x="9574445" y="1780859"/>
                <a:ext cx="19487" cy="41294"/>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3" name="Freeform 154">
                <a:extLst>
                  <a:ext uri="{FF2B5EF4-FFF2-40B4-BE49-F238E27FC236}">
                    <a16:creationId xmlns:a16="http://schemas.microsoft.com/office/drawing/2014/main" id="{5CFA6C6D-EDF1-2734-9A3B-A31F27D49028}"/>
                  </a:ext>
                </a:extLst>
              </p:cNvPr>
              <p:cNvSpPr>
                <a:spLocks noChangeArrowheads="1"/>
              </p:cNvSpPr>
              <p:nvPr/>
            </p:nvSpPr>
            <p:spPr bwMode="auto">
              <a:xfrm>
                <a:off x="9479444" y="1620544"/>
                <a:ext cx="80387" cy="82586"/>
              </a:xfrm>
              <a:custGeom>
                <a:avLst/>
                <a:gdLst>
                  <a:gd name="T0" fmla="*/ 62595 w 25"/>
                  <a:gd name="T1" fmla="*/ 74674 h 25"/>
                  <a:gd name="T2" fmla="*/ 72479 w 25"/>
                  <a:gd name="T3" fmla="*/ 84857 h 25"/>
                  <a:gd name="T4" fmla="*/ 82362 w 25"/>
                  <a:gd name="T5" fmla="*/ 74674 h 25"/>
                  <a:gd name="T6" fmla="*/ 72479 w 25"/>
                  <a:gd name="T7" fmla="*/ 64491 h 25"/>
                  <a:gd name="T8" fmla="*/ 69184 w 25"/>
                  <a:gd name="T9" fmla="*/ 64491 h 25"/>
                  <a:gd name="T10" fmla="*/ 0 w 25"/>
                  <a:gd name="T11" fmla="*/ 0 h 25"/>
                  <a:gd name="T12" fmla="*/ 62595 w 25"/>
                  <a:gd name="T13" fmla="*/ 74674 h 25"/>
                  <a:gd name="T14" fmla="*/ 62595 w 25"/>
                  <a:gd name="T15" fmla="*/ 74674 h 25"/>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5"/>
                  <a:gd name="T26" fmla="*/ 25 w 25"/>
                  <a:gd name="T27" fmla="*/ 25 h 2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5">
                    <a:moveTo>
                      <a:pt x="19" y="22"/>
                    </a:moveTo>
                    <a:cubicBezTo>
                      <a:pt x="19" y="24"/>
                      <a:pt x="20" y="25"/>
                      <a:pt x="22" y="25"/>
                    </a:cubicBezTo>
                    <a:cubicBezTo>
                      <a:pt x="24" y="25"/>
                      <a:pt x="25" y="24"/>
                      <a:pt x="25" y="22"/>
                    </a:cubicBezTo>
                    <a:cubicBezTo>
                      <a:pt x="25" y="21"/>
                      <a:pt x="24" y="19"/>
                      <a:pt x="22" y="19"/>
                    </a:cubicBezTo>
                    <a:cubicBezTo>
                      <a:pt x="22" y="19"/>
                      <a:pt x="22" y="19"/>
                      <a:pt x="21" y="19"/>
                    </a:cubicBezTo>
                    <a:cubicBezTo>
                      <a:pt x="0" y="0"/>
                      <a:pt x="0" y="0"/>
                      <a:pt x="0" y="0"/>
                    </a:cubicBezTo>
                    <a:cubicBezTo>
                      <a:pt x="19" y="22"/>
                      <a:pt x="19" y="22"/>
                      <a:pt x="19" y="22"/>
                    </a:cubicBezTo>
                    <a:cubicBezTo>
                      <a:pt x="19" y="22"/>
                      <a:pt x="19" y="22"/>
                      <a:pt x="19" y="22"/>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4" name="Freeform 155">
                <a:extLst>
                  <a:ext uri="{FF2B5EF4-FFF2-40B4-BE49-F238E27FC236}">
                    <a16:creationId xmlns:a16="http://schemas.microsoft.com/office/drawing/2014/main" id="{A19965E2-A2E8-0F0C-F41D-E6D48B2565B4}"/>
                  </a:ext>
                </a:extLst>
              </p:cNvPr>
              <p:cNvSpPr>
                <a:spLocks noChangeArrowheads="1"/>
              </p:cNvSpPr>
              <p:nvPr/>
            </p:nvSpPr>
            <p:spPr bwMode="auto">
              <a:xfrm>
                <a:off x="9430725" y="1780859"/>
                <a:ext cx="21924" cy="19432"/>
              </a:xfrm>
              <a:custGeom>
                <a:avLst/>
                <a:gdLst>
                  <a:gd name="T0" fmla="*/ 0 w 9"/>
                  <a:gd name="T1" fmla="*/ 14974 h 8"/>
                  <a:gd name="T2" fmla="*/ 7488 w 9"/>
                  <a:gd name="T3" fmla="*/ 19966 h 8"/>
                  <a:gd name="T4" fmla="*/ 22463 w 9"/>
                  <a:gd name="T5" fmla="*/ 2496 h 8"/>
                  <a:gd name="T6" fmla="*/ 17471 w 9"/>
                  <a:gd name="T7" fmla="*/ 0 h 8"/>
                  <a:gd name="T8" fmla="*/ 0 w 9"/>
                  <a:gd name="T9" fmla="*/ 14974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6"/>
                    </a:moveTo>
                    <a:lnTo>
                      <a:pt x="3" y="8"/>
                    </a:lnTo>
                    <a:lnTo>
                      <a:pt x="9" y="1"/>
                    </a:lnTo>
                    <a:lnTo>
                      <a:pt x="7" y="0"/>
                    </a:lnTo>
                    <a:lnTo>
                      <a:pt x="0" y="6"/>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5" name="Freeform 156">
                <a:extLst>
                  <a:ext uri="{FF2B5EF4-FFF2-40B4-BE49-F238E27FC236}">
                    <a16:creationId xmlns:a16="http://schemas.microsoft.com/office/drawing/2014/main" id="{C858C725-6D72-7301-A5C5-622D5F2BA576}"/>
                  </a:ext>
                </a:extLst>
              </p:cNvPr>
              <p:cNvSpPr>
                <a:spLocks noChangeArrowheads="1"/>
              </p:cNvSpPr>
              <p:nvPr/>
            </p:nvSpPr>
            <p:spPr bwMode="auto">
              <a:xfrm>
                <a:off x="9411238" y="1737137"/>
                <a:ext cx="26796" cy="14574"/>
              </a:xfrm>
              <a:custGeom>
                <a:avLst/>
                <a:gdLst>
                  <a:gd name="T0" fmla="*/ 22462 w 11"/>
                  <a:gd name="T1" fmla="*/ 0 h 6"/>
                  <a:gd name="T2" fmla="*/ 0 w 11"/>
                  <a:gd name="T3" fmla="*/ 7488 h 6"/>
                  <a:gd name="T4" fmla="*/ 2496 w 11"/>
                  <a:gd name="T5" fmla="*/ 14975 h 6"/>
                  <a:gd name="T6" fmla="*/ 27454 w 11"/>
                  <a:gd name="T7" fmla="*/ 7488 h 6"/>
                  <a:gd name="T8" fmla="*/ 22462 w 11"/>
                  <a:gd name="T9" fmla="*/ 0 h 6"/>
                  <a:gd name="T10" fmla="*/ 0 60000 65536"/>
                  <a:gd name="T11" fmla="*/ 0 60000 65536"/>
                  <a:gd name="T12" fmla="*/ 0 60000 65536"/>
                  <a:gd name="T13" fmla="*/ 0 60000 65536"/>
                  <a:gd name="T14" fmla="*/ 0 60000 65536"/>
                  <a:gd name="T15" fmla="*/ 0 w 11"/>
                  <a:gd name="T16" fmla="*/ 0 h 6"/>
                  <a:gd name="T17" fmla="*/ 11 w 11"/>
                  <a:gd name="T18" fmla="*/ 6 h 6"/>
                </a:gdLst>
                <a:ahLst/>
                <a:cxnLst>
                  <a:cxn ang="T10">
                    <a:pos x="T0" y="T1"/>
                  </a:cxn>
                  <a:cxn ang="T11">
                    <a:pos x="T2" y="T3"/>
                  </a:cxn>
                  <a:cxn ang="T12">
                    <a:pos x="T4" y="T5"/>
                  </a:cxn>
                  <a:cxn ang="T13">
                    <a:pos x="T6" y="T7"/>
                  </a:cxn>
                  <a:cxn ang="T14">
                    <a:pos x="T8" y="T9"/>
                  </a:cxn>
                </a:cxnLst>
                <a:rect l="T15" t="T16" r="T17" b="T18"/>
                <a:pathLst>
                  <a:path w="11" h="6">
                    <a:moveTo>
                      <a:pt x="9" y="0"/>
                    </a:moveTo>
                    <a:lnTo>
                      <a:pt x="0" y="3"/>
                    </a:lnTo>
                    <a:lnTo>
                      <a:pt x="1" y="6"/>
                    </a:lnTo>
                    <a:lnTo>
                      <a:pt x="11" y="3"/>
                    </a:lnTo>
                    <a:lnTo>
                      <a:pt x="9"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6" name="Freeform 157">
                <a:extLst>
                  <a:ext uri="{FF2B5EF4-FFF2-40B4-BE49-F238E27FC236}">
                    <a16:creationId xmlns:a16="http://schemas.microsoft.com/office/drawing/2014/main" id="{AF0F02E5-C745-9181-7524-6D900751B496}"/>
                  </a:ext>
                </a:extLst>
              </p:cNvPr>
              <p:cNvSpPr>
                <a:spLocks noChangeArrowheads="1"/>
              </p:cNvSpPr>
              <p:nvPr/>
            </p:nvSpPr>
            <p:spPr bwMode="auto">
              <a:xfrm>
                <a:off x="9442904" y="1588969"/>
                <a:ext cx="19487" cy="21862"/>
              </a:xfrm>
              <a:custGeom>
                <a:avLst/>
                <a:gdLst>
                  <a:gd name="T0" fmla="*/ 0 w 8"/>
                  <a:gd name="T1" fmla="*/ 7488 h 9"/>
                  <a:gd name="T2" fmla="*/ 17470 w 8"/>
                  <a:gd name="T3" fmla="*/ 22463 h 9"/>
                  <a:gd name="T4" fmla="*/ 19966 w 8"/>
                  <a:gd name="T5" fmla="*/ 17471 h 9"/>
                  <a:gd name="T6" fmla="*/ 4992 w 8"/>
                  <a:gd name="T7" fmla="*/ 0 h 9"/>
                  <a:gd name="T8" fmla="*/ 0 w 8"/>
                  <a:gd name="T9" fmla="*/ 7488 h 9"/>
                  <a:gd name="T10" fmla="*/ 0 60000 65536"/>
                  <a:gd name="T11" fmla="*/ 0 60000 65536"/>
                  <a:gd name="T12" fmla="*/ 0 60000 65536"/>
                  <a:gd name="T13" fmla="*/ 0 60000 65536"/>
                  <a:gd name="T14" fmla="*/ 0 60000 65536"/>
                  <a:gd name="T15" fmla="*/ 0 w 8"/>
                  <a:gd name="T16" fmla="*/ 0 h 9"/>
                  <a:gd name="T17" fmla="*/ 8 w 8"/>
                  <a:gd name="T18" fmla="*/ 9 h 9"/>
                </a:gdLst>
                <a:ahLst/>
                <a:cxnLst>
                  <a:cxn ang="T10">
                    <a:pos x="T0" y="T1"/>
                  </a:cxn>
                  <a:cxn ang="T11">
                    <a:pos x="T2" y="T3"/>
                  </a:cxn>
                  <a:cxn ang="T12">
                    <a:pos x="T4" y="T5"/>
                  </a:cxn>
                  <a:cxn ang="T13">
                    <a:pos x="T6" y="T7"/>
                  </a:cxn>
                  <a:cxn ang="T14">
                    <a:pos x="T8" y="T9"/>
                  </a:cxn>
                </a:cxnLst>
                <a:rect l="T15" t="T16" r="T17" b="T18"/>
                <a:pathLst>
                  <a:path w="8" h="9">
                    <a:moveTo>
                      <a:pt x="0" y="3"/>
                    </a:moveTo>
                    <a:lnTo>
                      <a:pt x="7" y="9"/>
                    </a:lnTo>
                    <a:lnTo>
                      <a:pt x="8" y="7"/>
                    </a:lnTo>
                    <a:lnTo>
                      <a:pt x="2"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7" name="Freeform 158">
                <a:extLst>
                  <a:ext uri="{FF2B5EF4-FFF2-40B4-BE49-F238E27FC236}">
                    <a16:creationId xmlns:a16="http://schemas.microsoft.com/office/drawing/2014/main" id="{DFC198B4-DC35-11DA-1E0B-642955339071}"/>
                  </a:ext>
                </a:extLst>
              </p:cNvPr>
              <p:cNvSpPr>
                <a:spLocks noChangeArrowheads="1"/>
              </p:cNvSpPr>
              <p:nvPr/>
            </p:nvSpPr>
            <p:spPr bwMode="auto">
              <a:xfrm>
                <a:off x="9413673" y="1637548"/>
                <a:ext cx="26796" cy="12146"/>
              </a:xfrm>
              <a:custGeom>
                <a:avLst/>
                <a:gdLst>
                  <a:gd name="T0" fmla="*/ 27454 w 11"/>
                  <a:gd name="T1" fmla="*/ 7488 h 5"/>
                  <a:gd name="T2" fmla="*/ 4992 w 11"/>
                  <a:gd name="T3" fmla="*/ 0 h 5"/>
                  <a:gd name="T4" fmla="*/ 0 w 11"/>
                  <a:gd name="T5" fmla="*/ 7488 h 5"/>
                  <a:gd name="T6" fmla="*/ 24958 w 11"/>
                  <a:gd name="T7" fmla="*/ 12480 h 5"/>
                  <a:gd name="T8" fmla="*/ 27454 w 11"/>
                  <a:gd name="T9" fmla="*/ 7488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1" y="3"/>
                    </a:moveTo>
                    <a:lnTo>
                      <a:pt x="2" y="0"/>
                    </a:lnTo>
                    <a:lnTo>
                      <a:pt x="0" y="3"/>
                    </a:lnTo>
                    <a:lnTo>
                      <a:pt x="10" y="5"/>
                    </a:lnTo>
                    <a:lnTo>
                      <a:pt x="11"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8" name="Rectangle 159">
                <a:extLst>
                  <a:ext uri="{FF2B5EF4-FFF2-40B4-BE49-F238E27FC236}">
                    <a16:creationId xmlns:a16="http://schemas.microsoft.com/office/drawing/2014/main" id="{132CC572-ABFA-D882-5C4F-AC148C84E43D}"/>
                  </a:ext>
                </a:extLst>
              </p:cNvPr>
              <p:cNvSpPr>
                <a:spLocks noChangeArrowheads="1"/>
              </p:cNvSpPr>
              <p:nvPr/>
            </p:nvSpPr>
            <p:spPr bwMode="auto">
              <a:xfrm>
                <a:off x="9547650" y="1550104"/>
                <a:ext cx="7308" cy="21862"/>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99" name="Freeform 160">
                <a:extLst>
                  <a:ext uri="{FF2B5EF4-FFF2-40B4-BE49-F238E27FC236}">
                    <a16:creationId xmlns:a16="http://schemas.microsoft.com/office/drawing/2014/main" id="{95A8185B-89E8-4ACB-9628-0F04E0728935}"/>
                  </a:ext>
                </a:extLst>
              </p:cNvPr>
              <p:cNvSpPr>
                <a:spLocks noChangeArrowheads="1"/>
              </p:cNvSpPr>
              <p:nvPr/>
            </p:nvSpPr>
            <p:spPr bwMode="auto">
              <a:xfrm>
                <a:off x="9481879" y="1559820"/>
                <a:ext cx="17052" cy="21862"/>
              </a:xfrm>
              <a:custGeom>
                <a:avLst/>
                <a:gdLst>
                  <a:gd name="T0" fmla="*/ 17471 w 7"/>
                  <a:gd name="T1" fmla="*/ 19967 h 9"/>
                  <a:gd name="T2" fmla="*/ 7488 w 7"/>
                  <a:gd name="T3" fmla="*/ 0 h 9"/>
                  <a:gd name="T4" fmla="*/ 0 w 7"/>
                  <a:gd name="T5" fmla="*/ 4992 h 9"/>
                  <a:gd name="T6" fmla="*/ 9983 w 7"/>
                  <a:gd name="T7" fmla="*/ 22463 h 9"/>
                  <a:gd name="T8" fmla="*/ 17471 w 7"/>
                  <a:gd name="T9" fmla="*/ 19967 h 9"/>
                  <a:gd name="T10" fmla="*/ 0 60000 65536"/>
                  <a:gd name="T11" fmla="*/ 0 60000 65536"/>
                  <a:gd name="T12" fmla="*/ 0 60000 65536"/>
                  <a:gd name="T13" fmla="*/ 0 60000 65536"/>
                  <a:gd name="T14" fmla="*/ 0 60000 65536"/>
                  <a:gd name="T15" fmla="*/ 0 w 7"/>
                  <a:gd name="T16" fmla="*/ 0 h 9"/>
                  <a:gd name="T17" fmla="*/ 7 w 7"/>
                  <a:gd name="T18" fmla="*/ 9 h 9"/>
                </a:gdLst>
                <a:ahLst/>
                <a:cxnLst>
                  <a:cxn ang="T10">
                    <a:pos x="T0" y="T1"/>
                  </a:cxn>
                  <a:cxn ang="T11">
                    <a:pos x="T2" y="T3"/>
                  </a:cxn>
                  <a:cxn ang="T12">
                    <a:pos x="T4" y="T5"/>
                  </a:cxn>
                  <a:cxn ang="T13">
                    <a:pos x="T6" y="T7"/>
                  </a:cxn>
                  <a:cxn ang="T14">
                    <a:pos x="T8" y="T9"/>
                  </a:cxn>
                </a:cxnLst>
                <a:rect l="T15" t="T16" r="T17" b="T18"/>
                <a:pathLst>
                  <a:path w="7" h="9">
                    <a:moveTo>
                      <a:pt x="7" y="8"/>
                    </a:moveTo>
                    <a:lnTo>
                      <a:pt x="3" y="0"/>
                    </a:lnTo>
                    <a:lnTo>
                      <a:pt x="0" y="2"/>
                    </a:lnTo>
                    <a:lnTo>
                      <a:pt x="4" y="9"/>
                    </a:lnTo>
                    <a:lnTo>
                      <a:pt x="7" y="8"/>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0" name="Freeform 161">
                <a:extLst>
                  <a:ext uri="{FF2B5EF4-FFF2-40B4-BE49-F238E27FC236}">
                    <a16:creationId xmlns:a16="http://schemas.microsoft.com/office/drawing/2014/main" id="{570A08CC-DF36-B3A2-C853-0D6A565E0364}"/>
                  </a:ext>
                </a:extLst>
              </p:cNvPr>
              <p:cNvSpPr>
                <a:spLocks noChangeArrowheads="1"/>
              </p:cNvSpPr>
              <p:nvPr/>
            </p:nvSpPr>
            <p:spPr bwMode="auto">
              <a:xfrm>
                <a:off x="9593932" y="1559820"/>
                <a:ext cx="12181" cy="26719"/>
              </a:xfrm>
              <a:custGeom>
                <a:avLst/>
                <a:gdLst>
                  <a:gd name="T0" fmla="*/ 0 w 5"/>
                  <a:gd name="T1" fmla="*/ 22462 h 11"/>
                  <a:gd name="T2" fmla="*/ 4992 w 5"/>
                  <a:gd name="T3" fmla="*/ 27454 h 11"/>
                  <a:gd name="T4" fmla="*/ 12480 w 5"/>
                  <a:gd name="T5" fmla="*/ 4992 h 11"/>
                  <a:gd name="T6" fmla="*/ 4992 w 5"/>
                  <a:gd name="T7" fmla="*/ 0 h 11"/>
                  <a:gd name="T8" fmla="*/ 0 w 5"/>
                  <a:gd name="T9" fmla="*/ 22462 h 11"/>
                  <a:gd name="T10" fmla="*/ 0 60000 65536"/>
                  <a:gd name="T11" fmla="*/ 0 60000 65536"/>
                  <a:gd name="T12" fmla="*/ 0 60000 65536"/>
                  <a:gd name="T13" fmla="*/ 0 60000 65536"/>
                  <a:gd name="T14" fmla="*/ 0 60000 65536"/>
                  <a:gd name="T15" fmla="*/ 0 w 5"/>
                  <a:gd name="T16" fmla="*/ 0 h 11"/>
                  <a:gd name="T17" fmla="*/ 5 w 5"/>
                  <a:gd name="T18" fmla="*/ 11 h 11"/>
                </a:gdLst>
                <a:ahLst/>
                <a:cxnLst>
                  <a:cxn ang="T10">
                    <a:pos x="T0" y="T1"/>
                  </a:cxn>
                  <a:cxn ang="T11">
                    <a:pos x="T2" y="T3"/>
                  </a:cxn>
                  <a:cxn ang="T12">
                    <a:pos x="T4" y="T5"/>
                  </a:cxn>
                  <a:cxn ang="T13">
                    <a:pos x="T6" y="T7"/>
                  </a:cxn>
                  <a:cxn ang="T14">
                    <a:pos x="T8" y="T9"/>
                  </a:cxn>
                </a:cxnLst>
                <a:rect l="T15" t="T16" r="T17" b="T18"/>
                <a:pathLst>
                  <a:path w="5" h="11">
                    <a:moveTo>
                      <a:pt x="0" y="9"/>
                    </a:moveTo>
                    <a:lnTo>
                      <a:pt x="2" y="11"/>
                    </a:lnTo>
                    <a:lnTo>
                      <a:pt x="5" y="2"/>
                    </a:lnTo>
                    <a:lnTo>
                      <a:pt x="2" y="0"/>
                    </a:lnTo>
                    <a:lnTo>
                      <a:pt x="0" y="9"/>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1" name="Freeform 162">
                <a:extLst>
                  <a:ext uri="{FF2B5EF4-FFF2-40B4-BE49-F238E27FC236}">
                    <a16:creationId xmlns:a16="http://schemas.microsoft.com/office/drawing/2014/main" id="{0710E76C-7B3B-B9E0-F2E4-5125E07EF70B}"/>
                  </a:ext>
                </a:extLst>
              </p:cNvPr>
              <p:cNvSpPr>
                <a:spLocks noChangeArrowheads="1"/>
              </p:cNvSpPr>
              <p:nvPr/>
            </p:nvSpPr>
            <p:spPr bwMode="auto">
              <a:xfrm>
                <a:off x="9635344" y="1780859"/>
                <a:ext cx="21924" cy="19432"/>
              </a:xfrm>
              <a:custGeom>
                <a:avLst/>
                <a:gdLst>
                  <a:gd name="T0" fmla="*/ 0 w 9"/>
                  <a:gd name="T1" fmla="*/ 2496 h 8"/>
                  <a:gd name="T2" fmla="*/ 19967 w 9"/>
                  <a:gd name="T3" fmla="*/ 19966 h 8"/>
                  <a:gd name="T4" fmla="*/ 22463 w 9"/>
                  <a:gd name="T5" fmla="*/ 14974 h 8"/>
                  <a:gd name="T6" fmla="*/ 7488 w 9"/>
                  <a:gd name="T7" fmla="*/ 0 h 8"/>
                  <a:gd name="T8" fmla="*/ 0 w 9"/>
                  <a:gd name="T9" fmla="*/ 2496 h 8"/>
                  <a:gd name="T10" fmla="*/ 0 60000 65536"/>
                  <a:gd name="T11" fmla="*/ 0 60000 65536"/>
                  <a:gd name="T12" fmla="*/ 0 60000 65536"/>
                  <a:gd name="T13" fmla="*/ 0 60000 65536"/>
                  <a:gd name="T14" fmla="*/ 0 60000 65536"/>
                  <a:gd name="T15" fmla="*/ 0 w 9"/>
                  <a:gd name="T16" fmla="*/ 0 h 8"/>
                  <a:gd name="T17" fmla="*/ 9 w 9"/>
                  <a:gd name="T18" fmla="*/ 8 h 8"/>
                </a:gdLst>
                <a:ahLst/>
                <a:cxnLst>
                  <a:cxn ang="T10">
                    <a:pos x="T0" y="T1"/>
                  </a:cxn>
                  <a:cxn ang="T11">
                    <a:pos x="T2" y="T3"/>
                  </a:cxn>
                  <a:cxn ang="T12">
                    <a:pos x="T4" y="T5"/>
                  </a:cxn>
                  <a:cxn ang="T13">
                    <a:pos x="T6" y="T7"/>
                  </a:cxn>
                  <a:cxn ang="T14">
                    <a:pos x="T8" y="T9"/>
                  </a:cxn>
                </a:cxnLst>
                <a:rect l="T15" t="T16" r="T17" b="T18"/>
                <a:pathLst>
                  <a:path w="9" h="8">
                    <a:moveTo>
                      <a:pt x="0" y="1"/>
                    </a:moveTo>
                    <a:lnTo>
                      <a:pt x="8" y="8"/>
                    </a:lnTo>
                    <a:lnTo>
                      <a:pt x="9" y="6"/>
                    </a:lnTo>
                    <a:lnTo>
                      <a:pt x="3" y="0"/>
                    </a:lnTo>
                    <a:lnTo>
                      <a:pt x="0" y="1"/>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2" name="Freeform 163">
                <a:extLst>
                  <a:ext uri="{FF2B5EF4-FFF2-40B4-BE49-F238E27FC236}">
                    <a16:creationId xmlns:a16="http://schemas.microsoft.com/office/drawing/2014/main" id="{E14A0B52-4D43-F021-548E-2E395AA3C9D5}"/>
                  </a:ext>
                </a:extLst>
              </p:cNvPr>
              <p:cNvSpPr>
                <a:spLocks noChangeArrowheads="1"/>
              </p:cNvSpPr>
              <p:nvPr/>
            </p:nvSpPr>
            <p:spPr bwMode="auto">
              <a:xfrm>
                <a:off x="9662138" y="1737137"/>
                <a:ext cx="24360" cy="14574"/>
              </a:xfrm>
              <a:custGeom>
                <a:avLst/>
                <a:gdLst>
                  <a:gd name="T0" fmla="*/ 0 w 10"/>
                  <a:gd name="T1" fmla="*/ 7488 h 6"/>
                  <a:gd name="T2" fmla="*/ 22462 w 10"/>
                  <a:gd name="T3" fmla="*/ 14975 h 6"/>
                  <a:gd name="T4" fmla="*/ 24958 w 10"/>
                  <a:gd name="T5" fmla="*/ 7488 h 6"/>
                  <a:gd name="T6" fmla="*/ 2496 w 10"/>
                  <a:gd name="T7" fmla="*/ 0 h 6"/>
                  <a:gd name="T8" fmla="*/ 0 w 10"/>
                  <a:gd name="T9" fmla="*/ 7488 h 6"/>
                  <a:gd name="T10" fmla="*/ 0 60000 65536"/>
                  <a:gd name="T11" fmla="*/ 0 60000 65536"/>
                  <a:gd name="T12" fmla="*/ 0 60000 65536"/>
                  <a:gd name="T13" fmla="*/ 0 60000 65536"/>
                  <a:gd name="T14" fmla="*/ 0 60000 65536"/>
                  <a:gd name="T15" fmla="*/ 0 w 10"/>
                  <a:gd name="T16" fmla="*/ 0 h 6"/>
                  <a:gd name="T17" fmla="*/ 10 w 10"/>
                  <a:gd name="T18" fmla="*/ 6 h 6"/>
                </a:gdLst>
                <a:ahLst/>
                <a:cxnLst>
                  <a:cxn ang="T10">
                    <a:pos x="T0" y="T1"/>
                  </a:cxn>
                  <a:cxn ang="T11">
                    <a:pos x="T2" y="T3"/>
                  </a:cxn>
                  <a:cxn ang="T12">
                    <a:pos x="T4" y="T5"/>
                  </a:cxn>
                  <a:cxn ang="T13">
                    <a:pos x="T6" y="T7"/>
                  </a:cxn>
                  <a:cxn ang="T14">
                    <a:pos x="T8" y="T9"/>
                  </a:cxn>
                </a:cxnLst>
                <a:rect l="T15" t="T16" r="T17" b="T18"/>
                <a:pathLst>
                  <a:path w="10" h="6">
                    <a:moveTo>
                      <a:pt x="0" y="3"/>
                    </a:moveTo>
                    <a:lnTo>
                      <a:pt x="9" y="6"/>
                    </a:lnTo>
                    <a:lnTo>
                      <a:pt x="10" y="3"/>
                    </a:lnTo>
                    <a:lnTo>
                      <a:pt x="1" y="0"/>
                    </a:lnTo>
                    <a:lnTo>
                      <a:pt x="0"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3" name="Freeform 164">
                <a:extLst>
                  <a:ext uri="{FF2B5EF4-FFF2-40B4-BE49-F238E27FC236}">
                    <a16:creationId xmlns:a16="http://schemas.microsoft.com/office/drawing/2014/main" id="{E048B283-034F-F692-572E-A273B4253787}"/>
                  </a:ext>
                </a:extLst>
              </p:cNvPr>
              <p:cNvSpPr>
                <a:spLocks noChangeArrowheads="1"/>
              </p:cNvSpPr>
              <p:nvPr/>
            </p:nvSpPr>
            <p:spPr bwMode="auto">
              <a:xfrm>
                <a:off x="9632907" y="1588969"/>
                <a:ext cx="21924" cy="21862"/>
              </a:xfrm>
              <a:custGeom>
                <a:avLst/>
                <a:gdLst>
                  <a:gd name="T0" fmla="*/ 22463 w 9"/>
                  <a:gd name="T1" fmla="*/ 7488 h 9"/>
                  <a:gd name="T2" fmla="*/ 19967 w 9"/>
                  <a:gd name="T3" fmla="*/ 0 h 9"/>
                  <a:gd name="T4" fmla="*/ 0 w 9"/>
                  <a:gd name="T5" fmla="*/ 17471 h 9"/>
                  <a:gd name="T6" fmla="*/ 4992 w 9"/>
                  <a:gd name="T7" fmla="*/ 22463 h 9"/>
                  <a:gd name="T8" fmla="*/ 22463 w 9"/>
                  <a:gd name="T9" fmla="*/ 7488 h 9"/>
                  <a:gd name="T10" fmla="*/ 0 60000 65536"/>
                  <a:gd name="T11" fmla="*/ 0 60000 65536"/>
                  <a:gd name="T12" fmla="*/ 0 60000 65536"/>
                  <a:gd name="T13" fmla="*/ 0 60000 65536"/>
                  <a:gd name="T14" fmla="*/ 0 60000 65536"/>
                  <a:gd name="T15" fmla="*/ 0 w 9"/>
                  <a:gd name="T16" fmla="*/ 0 h 9"/>
                  <a:gd name="T17" fmla="*/ 9 w 9"/>
                  <a:gd name="T18" fmla="*/ 9 h 9"/>
                </a:gdLst>
                <a:ahLst/>
                <a:cxnLst>
                  <a:cxn ang="T10">
                    <a:pos x="T0" y="T1"/>
                  </a:cxn>
                  <a:cxn ang="T11">
                    <a:pos x="T2" y="T3"/>
                  </a:cxn>
                  <a:cxn ang="T12">
                    <a:pos x="T4" y="T5"/>
                  </a:cxn>
                  <a:cxn ang="T13">
                    <a:pos x="T6" y="T7"/>
                  </a:cxn>
                  <a:cxn ang="T14">
                    <a:pos x="T8" y="T9"/>
                  </a:cxn>
                </a:cxnLst>
                <a:rect l="T15" t="T16" r="T17" b="T18"/>
                <a:pathLst>
                  <a:path w="9" h="9">
                    <a:moveTo>
                      <a:pt x="9" y="3"/>
                    </a:moveTo>
                    <a:lnTo>
                      <a:pt x="8" y="0"/>
                    </a:lnTo>
                    <a:lnTo>
                      <a:pt x="0" y="7"/>
                    </a:lnTo>
                    <a:lnTo>
                      <a:pt x="2" y="9"/>
                    </a:lnTo>
                    <a:lnTo>
                      <a:pt x="9" y="3"/>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4" name="Freeform 165">
                <a:extLst>
                  <a:ext uri="{FF2B5EF4-FFF2-40B4-BE49-F238E27FC236}">
                    <a16:creationId xmlns:a16="http://schemas.microsoft.com/office/drawing/2014/main" id="{B808C293-7074-E7B3-F29B-2B109AFFAA93}"/>
                  </a:ext>
                </a:extLst>
              </p:cNvPr>
              <p:cNvSpPr>
                <a:spLocks noChangeArrowheads="1"/>
              </p:cNvSpPr>
              <p:nvPr/>
            </p:nvSpPr>
            <p:spPr bwMode="auto">
              <a:xfrm>
                <a:off x="9657266" y="1637548"/>
                <a:ext cx="26796" cy="12146"/>
              </a:xfrm>
              <a:custGeom>
                <a:avLst/>
                <a:gdLst>
                  <a:gd name="T0" fmla="*/ 24958 w 11"/>
                  <a:gd name="T1" fmla="*/ 0 h 5"/>
                  <a:gd name="T2" fmla="*/ 0 w 11"/>
                  <a:gd name="T3" fmla="*/ 7488 h 5"/>
                  <a:gd name="T4" fmla="*/ 4992 w 11"/>
                  <a:gd name="T5" fmla="*/ 12480 h 5"/>
                  <a:gd name="T6" fmla="*/ 27454 w 11"/>
                  <a:gd name="T7" fmla="*/ 7488 h 5"/>
                  <a:gd name="T8" fmla="*/ 24958 w 11"/>
                  <a:gd name="T9" fmla="*/ 0 h 5"/>
                  <a:gd name="T10" fmla="*/ 0 60000 65536"/>
                  <a:gd name="T11" fmla="*/ 0 60000 65536"/>
                  <a:gd name="T12" fmla="*/ 0 60000 65536"/>
                  <a:gd name="T13" fmla="*/ 0 60000 65536"/>
                  <a:gd name="T14" fmla="*/ 0 60000 65536"/>
                  <a:gd name="T15" fmla="*/ 0 w 11"/>
                  <a:gd name="T16" fmla="*/ 0 h 5"/>
                  <a:gd name="T17" fmla="*/ 11 w 11"/>
                  <a:gd name="T18" fmla="*/ 5 h 5"/>
                </a:gdLst>
                <a:ahLst/>
                <a:cxnLst>
                  <a:cxn ang="T10">
                    <a:pos x="T0" y="T1"/>
                  </a:cxn>
                  <a:cxn ang="T11">
                    <a:pos x="T2" y="T3"/>
                  </a:cxn>
                  <a:cxn ang="T12">
                    <a:pos x="T4" y="T5"/>
                  </a:cxn>
                  <a:cxn ang="T13">
                    <a:pos x="T6" y="T7"/>
                  </a:cxn>
                  <a:cxn ang="T14">
                    <a:pos x="T8" y="T9"/>
                  </a:cxn>
                </a:cxnLst>
                <a:rect l="T15" t="T16" r="T17" b="T18"/>
                <a:pathLst>
                  <a:path w="11" h="5">
                    <a:moveTo>
                      <a:pt x="10" y="0"/>
                    </a:moveTo>
                    <a:lnTo>
                      <a:pt x="0" y="3"/>
                    </a:lnTo>
                    <a:lnTo>
                      <a:pt x="2" y="5"/>
                    </a:lnTo>
                    <a:lnTo>
                      <a:pt x="11" y="3"/>
                    </a:lnTo>
                    <a:lnTo>
                      <a:pt x="10"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5" name="Rectangle 166">
                <a:extLst>
                  <a:ext uri="{FF2B5EF4-FFF2-40B4-BE49-F238E27FC236}">
                    <a16:creationId xmlns:a16="http://schemas.microsoft.com/office/drawing/2014/main" id="{3C4393FE-C86F-7216-EC49-39B4E4AAC3E7}"/>
                  </a:ext>
                </a:extLst>
              </p:cNvPr>
              <p:cNvSpPr>
                <a:spLocks noChangeArrowheads="1"/>
              </p:cNvSpPr>
              <p:nvPr/>
            </p:nvSpPr>
            <p:spPr bwMode="auto">
              <a:xfrm>
                <a:off x="9403929" y="1686128"/>
                <a:ext cx="24360"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6" name="Rectangle 167">
                <a:extLst>
                  <a:ext uri="{FF2B5EF4-FFF2-40B4-BE49-F238E27FC236}">
                    <a16:creationId xmlns:a16="http://schemas.microsoft.com/office/drawing/2014/main" id="{D640F8DC-6A02-354D-CF23-075746FC9087}"/>
                  </a:ext>
                </a:extLst>
              </p:cNvPr>
              <p:cNvSpPr>
                <a:spLocks noChangeArrowheads="1"/>
              </p:cNvSpPr>
              <p:nvPr/>
            </p:nvSpPr>
            <p:spPr bwMode="auto">
              <a:xfrm>
                <a:off x="9674318" y="1688557"/>
                <a:ext cx="26796" cy="7288"/>
              </a:xfrm>
              <a:prstGeom prst="rect">
                <a:avLst/>
              </a:pr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grpSp>
        <p:nvGrpSpPr>
          <p:cNvPr id="11" name="组合 10">
            <a:extLst>
              <a:ext uri="{FF2B5EF4-FFF2-40B4-BE49-F238E27FC236}">
                <a16:creationId xmlns:a16="http://schemas.microsoft.com/office/drawing/2014/main" id="{A90F9276-1D42-7C5C-D375-9C783FF6A31B}"/>
              </a:ext>
            </a:extLst>
          </p:cNvPr>
          <p:cNvGrpSpPr/>
          <p:nvPr/>
        </p:nvGrpSpPr>
        <p:grpSpPr>
          <a:xfrm>
            <a:off x="6629005" y="1558812"/>
            <a:ext cx="1460314" cy="1460842"/>
            <a:chOff x="7456207" y="1872580"/>
            <a:chExt cx="1686798" cy="1687408"/>
          </a:xfrm>
        </p:grpSpPr>
        <p:grpSp>
          <p:nvGrpSpPr>
            <p:cNvPr id="22" name="组合 21">
              <a:extLst>
                <a:ext uri="{FF2B5EF4-FFF2-40B4-BE49-F238E27FC236}">
                  <a16:creationId xmlns:a16="http://schemas.microsoft.com/office/drawing/2014/main" id="{D77115E3-F2F2-CAD5-0BA7-D52CA5C8A0A7}"/>
                </a:ext>
              </a:extLst>
            </p:cNvPr>
            <p:cNvGrpSpPr/>
            <p:nvPr/>
          </p:nvGrpSpPr>
          <p:grpSpPr>
            <a:xfrm>
              <a:off x="7456207" y="1872580"/>
              <a:ext cx="1686798" cy="1687408"/>
              <a:chOff x="4345444" y="2542859"/>
              <a:chExt cx="1810550" cy="1811205"/>
            </a:xfrm>
          </p:grpSpPr>
          <p:grpSp>
            <p:nvGrpSpPr>
              <p:cNvPr id="23" name="组合 22">
                <a:extLst>
                  <a:ext uri="{FF2B5EF4-FFF2-40B4-BE49-F238E27FC236}">
                    <a16:creationId xmlns:a16="http://schemas.microsoft.com/office/drawing/2014/main" id="{E51B9A7A-24F3-BA65-7209-A31DE86BCD3C}"/>
                  </a:ext>
                </a:extLst>
              </p:cNvPr>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25" name="同心圆 24">
                  <a:extLst>
                    <a:ext uri="{FF2B5EF4-FFF2-40B4-BE49-F238E27FC236}">
                      <a16:creationId xmlns:a16="http://schemas.microsoft.com/office/drawing/2014/main" id="{33BB7665-25DD-DE15-10BB-28CD9515A597}"/>
                    </a:ext>
                  </a:extLst>
                </p:cNvPr>
                <p:cNvSpPr/>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26" name="椭圆 25">
                  <a:extLst>
                    <a:ext uri="{FF2B5EF4-FFF2-40B4-BE49-F238E27FC236}">
                      <a16:creationId xmlns:a16="http://schemas.microsoft.com/office/drawing/2014/main" id="{6F9A2AED-9E65-8879-756B-17AD13AEDC02}"/>
                    </a:ext>
                  </a:extLst>
                </p:cNvPr>
                <p:cNvSpPr/>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sp>
            <p:nvSpPr>
              <p:cNvPr id="24" name="椭圆 23">
                <a:extLst>
                  <a:ext uri="{FF2B5EF4-FFF2-40B4-BE49-F238E27FC236}">
                    <a16:creationId xmlns:a16="http://schemas.microsoft.com/office/drawing/2014/main" id="{72FAA980-9EAF-582E-9CF4-78BAF509D10B}"/>
                  </a:ext>
                </a:extLst>
              </p:cNvPr>
              <p:cNvSpPr/>
              <p:nvPr/>
            </p:nvSpPr>
            <p:spPr>
              <a:xfrm>
                <a:off x="4565570" y="2763062"/>
                <a:ext cx="1370298" cy="1370793"/>
              </a:xfrm>
              <a:prstGeom prst="ellipse">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30" dirty="0">
                  <a:latin typeface="微软雅黑" panose="020B0503020204020204" pitchFamily="34" charset="-122"/>
                  <a:ea typeface="微软雅黑" panose="020B0503020204020204" pitchFamily="34" charset="-122"/>
                  <a:cs typeface="+mn-ea"/>
                  <a:sym typeface="+mn-lt"/>
                </a:endParaRPr>
              </a:p>
            </p:txBody>
          </p:sp>
        </p:grpSp>
        <p:grpSp>
          <p:nvGrpSpPr>
            <p:cNvPr id="111" name="组合 110">
              <a:extLst>
                <a:ext uri="{FF2B5EF4-FFF2-40B4-BE49-F238E27FC236}">
                  <a16:creationId xmlns:a16="http://schemas.microsoft.com/office/drawing/2014/main" id="{49E25F0B-4F57-E579-643C-AE5B7CF21D63}"/>
                </a:ext>
              </a:extLst>
            </p:cNvPr>
            <p:cNvGrpSpPr/>
            <p:nvPr/>
          </p:nvGrpSpPr>
          <p:grpSpPr>
            <a:xfrm>
              <a:off x="8004999" y="2442675"/>
              <a:ext cx="487381" cy="632430"/>
              <a:chOff x="7363063" y="1563805"/>
              <a:chExt cx="292497" cy="379547"/>
            </a:xfrm>
          </p:grpSpPr>
          <p:sp>
            <p:nvSpPr>
              <p:cNvPr id="108" name="Freeform 170">
                <a:extLst>
                  <a:ext uri="{FF2B5EF4-FFF2-40B4-BE49-F238E27FC236}">
                    <a16:creationId xmlns:a16="http://schemas.microsoft.com/office/drawing/2014/main" id="{F97D355C-8335-CFD1-5DEF-D55F11BCBE7E}"/>
                  </a:ext>
                </a:extLst>
              </p:cNvPr>
              <p:cNvSpPr>
                <a:spLocks noChangeArrowheads="1"/>
              </p:cNvSpPr>
              <p:nvPr/>
            </p:nvSpPr>
            <p:spPr bwMode="auto">
              <a:xfrm>
                <a:off x="7363063" y="1673290"/>
                <a:ext cx="292497" cy="270062"/>
              </a:xfrm>
              <a:custGeom>
                <a:avLst/>
                <a:gdLst>
                  <a:gd name="T0" fmla="*/ 149747 w 90"/>
                  <a:gd name="T1" fmla="*/ 277032 h 83"/>
                  <a:gd name="T2" fmla="*/ 299494 w 90"/>
                  <a:gd name="T3" fmla="*/ 0 h 83"/>
                  <a:gd name="T4" fmla="*/ 0 w 90"/>
                  <a:gd name="T5" fmla="*/ 0 h 83"/>
                  <a:gd name="T6" fmla="*/ 149747 w 90"/>
                  <a:gd name="T7" fmla="*/ 277032 h 83"/>
                  <a:gd name="T8" fmla="*/ 0 60000 65536"/>
                  <a:gd name="T9" fmla="*/ 0 60000 65536"/>
                  <a:gd name="T10" fmla="*/ 0 60000 65536"/>
                  <a:gd name="T11" fmla="*/ 0 60000 65536"/>
                  <a:gd name="T12" fmla="*/ 0 w 90"/>
                  <a:gd name="T13" fmla="*/ 0 h 83"/>
                  <a:gd name="T14" fmla="*/ 90 w 90"/>
                  <a:gd name="T15" fmla="*/ 83 h 83"/>
                </a:gdLst>
                <a:ahLst/>
                <a:cxnLst>
                  <a:cxn ang="T8">
                    <a:pos x="T0" y="T1"/>
                  </a:cxn>
                  <a:cxn ang="T9">
                    <a:pos x="T2" y="T3"/>
                  </a:cxn>
                  <a:cxn ang="T10">
                    <a:pos x="T4" y="T5"/>
                  </a:cxn>
                  <a:cxn ang="T11">
                    <a:pos x="T6" y="T7"/>
                  </a:cxn>
                </a:cxnLst>
                <a:rect l="T12" t="T13" r="T14" b="T15"/>
                <a:pathLst>
                  <a:path w="90" h="83">
                    <a:moveTo>
                      <a:pt x="45" y="83"/>
                    </a:moveTo>
                    <a:cubicBezTo>
                      <a:pt x="90" y="59"/>
                      <a:pt x="90" y="0"/>
                      <a:pt x="90" y="0"/>
                    </a:cubicBezTo>
                    <a:cubicBezTo>
                      <a:pt x="0" y="0"/>
                      <a:pt x="0" y="0"/>
                      <a:pt x="0" y="0"/>
                    </a:cubicBezTo>
                    <a:cubicBezTo>
                      <a:pt x="0" y="0"/>
                      <a:pt x="0" y="59"/>
                      <a:pt x="45" y="83"/>
                    </a:cubicBez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sp>
            <p:nvSpPr>
              <p:cNvPr id="109" name="Freeform 171">
                <a:extLst>
                  <a:ext uri="{FF2B5EF4-FFF2-40B4-BE49-F238E27FC236}">
                    <a16:creationId xmlns:a16="http://schemas.microsoft.com/office/drawing/2014/main" id="{690D8945-0C9B-0BC8-DDBB-96C70504FC3F}"/>
                  </a:ext>
                </a:extLst>
              </p:cNvPr>
              <p:cNvSpPr>
                <a:spLocks noChangeArrowheads="1"/>
              </p:cNvSpPr>
              <p:nvPr/>
            </p:nvSpPr>
            <p:spPr bwMode="auto">
              <a:xfrm>
                <a:off x="7363063" y="1563805"/>
                <a:ext cx="292497" cy="92454"/>
              </a:xfrm>
              <a:custGeom>
                <a:avLst/>
                <a:gdLst>
                  <a:gd name="T0" fmla="*/ 279528 w 90"/>
                  <a:gd name="T1" fmla="*/ 0 h 29"/>
                  <a:gd name="T2" fmla="*/ 226284 w 90"/>
                  <a:gd name="T3" fmla="*/ 52326 h 29"/>
                  <a:gd name="T4" fmla="*/ 173041 w 90"/>
                  <a:gd name="T5" fmla="*/ 0 h 29"/>
                  <a:gd name="T6" fmla="*/ 129781 w 90"/>
                  <a:gd name="T7" fmla="*/ 0 h 29"/>
                  <a:gd name="T8" fmla="*/ 76537 w 90"/>
                  <a:gd name="T9" fmla="*/ 52326 h 29"/>
                  <a:gd name="T10" fmla="*/ 23294 w 90"/>
                  <a:gd name="T11" fmla="*/ 0 h 29"/>
                  <a:gd name="T12" fmla="*/ 0 w 90"/>
                  <a:gd name="T13" fmla="*/ 0 h 29"/>
                  <a:gd name="T14" fmla="*/ 0 w 90"/>
                  <a:gd name="T15" fmla="*/ 94840 h 29"/>
                  <a:gd name="T16" fmla="*/ 299494 w 90"/>
                  <a:gd name="T17" fmla="*/ 94840 h 29"/>
                  <a:gd name="T18" fmla="*/ 299494 w 90"/>
                  <a:gd name="T19" fmla="*/ 0 h 29"/>
                  <a:gd name="T20" fmla="*/ 279528 w 90"/>
                  <a:gd name="T21" fmla="*/ 0 h 2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0"/>
                  <a:gd name="T34" fmla="*/ 0 h 29"/>
                  <a:gd name="T35" fmla="*/ 90 w 90"/>
                  <a:gd name="T36" fmla="*/ 29 h 2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0" h="29">
                    <a:moveTo>
                      <a:pt x="84" y="0"/>
                    </a:moveTo>
                    <a:cubicBezTo>
                      <a:pt x="84" y="9"/>
                      <a:pt x="77" y="16"/>
                      <a:pt x="68" y="16"/>
                    </a:cubicBezTo>
                    <a:cubicBezTo>
                      <a:pt x="59" y="16"/>
                      <a:pt x="52" y="9"/>
                      <a:pt x="52" y="0"/>
                    </a:cubicBezTo>
                    <a:cubicBezTo>
                      <a:pt x="39" y="0"/>
                      <a:pt x="39" y="0"/>
                      <a:pt x="39" y="0"/>
                    </a:cubicBezTo>
                    <a:cubicBezTo>
                      <a:pt x="39" y="9"/>
                      <a:pt x="32" y="16"/>
                      <a:pt x="23" y="16"/>
                    </a:cubicBezTo>
                    <a:cubicBezTo>
                      <a:pt x="14" y="16"/>
                      <a:pt x="7" y="9"/>
                      <a:pt x="7" y="0"/>
                    </a:cubicBezTo>
                    <a:cubicBezTo>
                      <a:pt x="0" y="0"/>
                      <a:pt x="0" y="0"/>
                      <a:pt x="0" y="0"/>
                    </a:cubicBezTo>
                    <a:cubicBezTo>
                      <a:pt x="0" y="29"/>
                      <a:pt x="0" y="29"/>
                      <a:pt x="0" y="29"/>
                    </a:cubicBezTo>
                    <a:cubicBezTo>
                      <a:pt x="90" y="29"/>
                      <a:pt x="90" y="29"/>
                      <a:pt x="90" y="29"/>
                    </a:cubicBezTo>
                    <a:cubicBezTo>
                      <a:pt x="90" y="0"/>
                      <a:pt x="90" y="0"/>
                      <a:pt x="90" y="0"/>
                    </a:cubicBezTo>
                    <a:lnTo>
                      <a:pt x="84" y="0"/>
                    </a:lnTo>
                    <a:close/>
                  </a:path>
                </a:pathLst>
              </a:custGeom>
              <a:solidFill>
                <a:schemeClr val="bg1"/>
              </a:solidFill>
              <a:ln w="9525">
                <a:noFill/>
                <a:miter lim="800000"/>
              </a:ln>
            </p:spPr>
            <p:txBody>
              <a:bodyPr/>
              <a:lstStyle/>
              <a:p>
                <a:pPr algn="l"/>
                <a:endParaRPr lang="zh-CN" altLang="en-US" sz="1830" dirty="0">
                  <a:solidFill>
                    <a:srgbClr val="F2F2F2"/>
                  </a:solidFill>
                  <a:latin typeface="微软雅黑" panose="020B0503020204020204" pitchFamily="34" charset="-122"/>
                  <a:ea typeface="微软雅黑" panose="020B0503020204020204" pitchFamily="34" charset="-122"/>
                  <a:cs typeface="+mn-ea"/>
                  <a:sym typeface="+mn-lt"/>
                </a:endParaRPr>
              </a:p>
            </p:txBody>
          </p:sp>
        </p:grpSp>
      </p:grpSp>
      <p:sp>
        <p:nvSpPr>
          <p:cNvPr id="114" name="矩形 30">
            <a:extLst>
              <a:ext uri="{FF2B5EF4-FFF2-40B4-BE49-F238E27FC236}">
                <a16:creationId xmlns:a16="http://schemas.microsoft.com/office/drawing/2014/main" id="{BDC7421B-A2E9-8BD4-5266-A5AD9DA14834}"/>
              </a:ext>
            </a:extLst>
          </p:cNvPr>
          <p:cNvSpPr>
            <a:spLocks noChangeArrowheads="1"/>
          </p:cNvSpPr>
          <p:nvPr/>
        </p:nvSpPr>
        <p:spPr bwMode="auto">
          <a:xfrm>
            <a:off x="3923213" y="5239033"/>
            <a:ext cx="5095115" cy="804496"/>
          </a:xfrm>
          <a:prstGeom prst="rect">
            <a:avLst/>
          </a:prstGeom>
          <a:noFill/>
          <a:ln w="9525">
            <a:noFill/>
            <a:miter lim="800000"/>
          </a:ln>
        </p:spPr>
        <p:txBody>
          <a:bodyPr wrap="square" lIns="44877" tIns="22438" rIns="44877" bIns="22438">
            <a:spAutoFit/>
          </a:bodyPr>
          <a:lstStyle/>
          <a:p>
            <a:pPr algn="ctr">
              <a:lnSpc>
                <a:spcPct val="120000"/>
              </a:lnSpc>
            </a:pPr>
            <a:r>
              <a:rPr lang="zh-CN" altLang="en-US" sz="1050" dirty="0">
                <a:solidFill>
                  <a:schemeClr val="tx1">
                    <a:lumMod val="95000"/>
                    <a:lumOff val="5000"/>
                  </a:schemeClr>
                </a:solidFill>
                <a:latin typeface="微软雅黑" panose="020B0503020204020204" pitchFamily="34" charset="-122"/>
                <a:ea typeface="微软雅黑" panose="020B0503020204020204" pitchFamily="34" charset="-122"/>
              </a:rPr>
              <a:t>在此处输入内容在此处输入内容在此处输入内容在此处输入内容在此处输入内容在此处输入内容在此处输入内容在此处输入内容</a:t>
            </a: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lnSpc>
                <a:spcPct val="120000"/>
              </a:lnSpc>
            </a:pPr>
            <a:endParaRPr lang="en-US" altLang="zh-CN" sz="105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5" name="丁字箭头 114">
            <a:extLst>
              <a:ext uri="{FF2B5EF4-FFF2-40B4-BE49-F238E27FC236}">
                <a16:creationId xmlns:a16="http://schemas.microsoft.com/office/drawing/2014/main" id="{42A786DF-FC5D-606C-CB51-CF09860D4DF7}"/>
              </a:ext>
            </a:extLst>
          </p:cNvPr>
          <p:cNvSpPr/>
          <p:nvPr/>
        </p:nvSpPr>
        <p:spPr>
          <a:xfrm flipV="1">
            <a:off x="2608437" y="4879873"/>
            <a:ext cx="7301538" cy="265743"/>
          </a:xfrm>
          <a:prstGeom prst="leftRightUpArrow">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39872" tIns="19937" rIns="39872" bIns="19937" rtlCol="0" anchor="ctr"/>
          <a:lstStyle/>
          <a:p>
            <a:pPr algn="ctr"/>
            <a:endParaRPr lang="zh-CN" altLang="en-US" sz="1830" dirty="0">
              <a:solidFill>
                <a:schemeClr val="tx1">
                  <a:lumMod val="95000"/>
                  <a:lumOff val="5000"/>
                </a:schemeClr>
              </a:solidFill>
              <a:latin typeface="微软雅黑" panose="020B0503020204020204" pitchFamily="34" charset="-122"/>
              <a:ea typeface="微软雅黑" panose="020B0503020204020204" pitchFamily="34" charset="-122"/>
              <a:cs typeface="+mn-ea"/>
              <a:sym typeface="+mn-lt"/>
            </a:endParaRPr>
          </a:p>
        </p:txBody>
      </p:sp>
      <p:grpSp>
        <p:nvGrpSpPr>
          <p:cNvPr id="117" name="组合 116">
            <a:extLst>
              <a:ext uri="{FF2B5EF4-FFF2-40B4-BE49-F238E27FC236}">
                <a16:creationId xmlns:a16="http://schemas.microsoft.com/office/drawing/2014/main" id="{19F0C2BF-2017-A223-B343-6F3D5AAB609F}"/>
              </a:ext>
            </a:extLst>
          </p:cNvPr>
          <p:cNvGrpSpPr/>
          <p:nvPr/>
        </p:nvGrpSpPr>
        <p:grpSpPr>
          <a:xfrm>
            <a:off x="2015875" y="3719178"/>
            <a:ext cx="2130114" cy="917983"/>
            <a:chOff x="874712" y="3408258"/>
            <a:chExt cx="2371844" cy="917983"/>
          </a:xfrm>
        </p:grpSpPr>
        <p:sp>
          <p:nvSpPr>
            <p:cNvPr id="118" name="矩形 117">
              <a:extLst>
                <a:ext uri="{FF2B5EF4-FFF2-40B4-BE49-F238E27FC236}">
                  <a16:creationId xmlns:a16="http://schemas.microsoft.com/office/drawing/2014/main" id="{E0B86907-CCFE-AFA8-ED20-FBE9E0FCB2AC}"/>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9" name="矩形 118">
              <a:extLst>
                <a:ext uri="{FF2B5EF4-FFF2-40B4-BE49-F238E27FC236}">
                  <a16:creationId xmlns:a16="http://schemas.microsoft.com/office/drawing/2014/main" id="{F66B3C5A-0BD7-1F6D-50F4-145A63695BE9}"/>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0" name="组合 119">
            <a:extLst>
              <a:ext uri="{FF2B5EF4-FFF2-40B4-BE49-F238E27FC236}">
                <a16:creationId xmlns:a16="http://schemas.microsoft.com/office/drawing/2014/main" id="{35696E83-42B6-5E3C-A63B-015F37B7CA23}"/>
              </a:ext>
            </a:extLst>
          </p:cNvPr>
          <p:cNvGrpSpPr/>
          <p:nvPr/>
        </p:nvGrpSpPr>
        <p:grpSpPr>
          <a:xfrm>
            <a:off x="4333519" y="3678383"/>
            <a:ext cx="2130114" cy="917983"/>
            <a:chOff x="874712" y="3408258"/>
            <a:chExt cx="2371844" cy="917983"/>
          </a:xfrm>
        </p:grpSpPr>
        <p:sp>
          <p:nvSpPr>
            <p:cNvPr id="121" name="矩形 120">
              <a:extLst>
                <a:ext uri="{FF2B5EF4-FFF2-40B4-BE49-F238E27FC236}">
                  <a16:creationId xmlns:a16="http://schemas.microsoft.com/office/drawing/2014/main" id="{FC4AD04D-2C75-102A-A25C-2BAD2888B280}"/>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2" name="矩形 121">
              <a:extLst>
                <a:ext uri="{FF2B5EF4-FFF2-40B4-BE49-F238E27FC236}">
                  <a16:creationId xmlns:a16="http://schemas.microsoft.com/office/drawing/2014/main" id="{FC013916-78E8-46F3-A865-9058C759CFD2}"/>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28" name="组合 127">
            <a:extLst>
              <a:ext uri="{FF2B5EF4-FFF2-40B4-BE49-F238E27FC236}">
                <a16:creationId xmlns:a16="http://schemas.microsoft.com/office/drawing/2014/main" id="{87B2F973-6E29-32D5-D568-EEDE7C531310}"/>
              </a:ext>
            </a:extLst>
          </p:cNvPr>
          <p:cNvGrpSpPr/>
          <p:nvPr/>
        </p:nvGrpSpPr>
        <p:grpSpPr>
          <a:xfrm>
            <a:off x="6648739" y="3678683"/>
            <a:ext cx="2130114" cy="917983"/>
            <a:chOff x="874712" y="3408258"/>
            <a:chExt cx="2371844" cy="917983"/>
          </a:xfrm>
        </p:grpSpPr>
        <p:sp>
          <p:nvSpPr>
            <p:cNvPr id="129" name="矩形 128">
              <a:extLst>
                <a:ext uri="{FF2B5EF4-FFF2-40B4-BE49-F238E27FC236}">
                  <a16:creationId xmlns:a16="http://schemas.microsoft.com/office/drawing/2014/main" id="{ED40E4D0-6F9D-9902-EBF2-D0A07EABC07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0" name="矩形 129">
              <a:extLst>
                <a:ext uri="{FF2B5EF4-FFF2-40B4-BE49-F238E27FC236}">
                  <a16:creationId xmlns:a16="http://schemas.microsoft.com/office/drawing/2014/main" id="{78FFD459-6F1D-AE20-AD72-9F157D7F36CB}"/>
                </a:ext>
              </a:extLst>
            </p:cNvPr>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131" name="组合 130">
            <a:extLst>
              <a:ext uri="{FF2B5EF4-FFF2-40B4-BE49-F238E27FC236}">
                <a16:creationId xmlns:a16="http://schemas.microsoft.com/office/drawing/2014/main" id="{89E6CB90-8F90-2031-C0F9-CFF19D1AD91F}"/>
              </a:ext>
            </a:extLst>
          </p:cNvPr>
          <p:cNvGrpSpPr/>
          <p:nvPr/>
        </p:nvGrpSpPr>
        <p:grpSpPr>
          <a:xfrm>
            <a:off x="8810706" y="3653170"/>
            <a:ext cx="2130114" cy="917983"/>
            <a:chOff x="874712" y="3408258"/>
            <a:chExt cx="2371844" cy="917983"/>
          </a:xfrm>
        </p:grpSpPr>
        <p:sp>
          <p:nvSpPr>
            <p:cNvPr id="132" name="矩形 131">
              <a:extLst>
                <a:ext uri="{FF2B5EF4-FFF2-40B4-BE49-F238E27FC236}">
                  <a16:creationId xmlns:a16="http://schemas.microsoft.com/office/drawing/2014/main" id="{0A8CB645-B8F4-2370-8C1D-7CE72EF8E241}"/>
                </a:ext>
              </a:extLst>
            </p:cNvPr>
            <p:cNvSpPr/>
            <p:nvPr/>
          </p:nvSpPr>
          <p:spPr>
            <a:xfrm>
              <a:off x="874712" y="3738772"/>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3" name="矩形 132">
              <a:extLst>
                <a:ext uri="{FF2B5EF4-FFF2-40B4-BE49-F238E27FC236}">
                  <a16:creationId xmlns:a16="http://schemas.microsoft.com/office/drawing/2014/main" id="{807FFEFD-4CBE-7A91-CAE9-B4A52F1ED9F0}"/>
                </a:ext>
              </a:extLst>
            </p:cNvPr>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127" name="Text Box 4">
            <a:extLst>
              <a:ext uri="{FF2B5EF4-FFF2-40B4-BE49-F238E27FC236}">
                <a16:creationId xmlns:a16="http://schemas.microsoft.com/office/drawing/2014/main" id="{9E94F7C2-028E-32B2-98CC-3F3D78CFCB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4" name="Half Frame 12">
            <a:extLst>
              <a:ext uri="{FF2B5EF4-FFF2-40B4-BE49-F238E27FC236}">
                <a16:creationId xmlns:a16="http://schemas.microsoft.com/office/drawing/2014/main" id="{D464DE34-EDA4-7753-47F8-96AF8108546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35" name="直线连接符 134">
            <a:extLst>
              <a:ext uri="{FF2B5EF4-FFF2-40B4-BE49-F238E27FC236}">
                <a16:creationId xmlns:a16="http://schemas.microsoft.com/office/drawing/2014/main" id="{8C4F611C-0688-6323-A47B-4BCFBFDAAB7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EEF2913-F04E-1EF7-B61C-B470E25CDF7D}"/>
              </a:ext>
            </a:extLst>
          </p:cNvPr>
          <p:cNvSpPr txBox="1"/>
          <p:nvPr/>
        </p:nvSpPr>
        <p:spPr>
          <a:xfrm>
            <a:off x="3048000" y="3105835"/>
            <a:ext cx="6096000" cy="923330"/>
          </a:xfrm>
          <a:prstGeom prst="rect">
            <a:avLst/>
          </a:prstGeom>
          <a:noFill/>
        </p:spPr>
        <p:txBody>
          <a:bodyPr wrap="square">
            <a:spAutoFit/>
          </a:bodyPr>
          <a:lstStyle/>
          <a:p>
            <a:r>
              <a:rPr lang="zh-CN" altLang="en-US" dirty="0"/>
              <a:t>记录步行、骑行、公交等绿色出行方式，计算低碳积分并形成激励</a:t>
            </a:r>
            <a:r>
              <a:rPr lang="zh-CN" altLang="en-US" b="0" i="0" dirty="0">
                <a:solidFill>
                  <a:srgbClr val="F2F2F2"/>
                </a:solidFill>
                <a:effectLst/>
                <a:latin typeface="Color Emoji"/>
              </a:rPr>
              <a:t>记录步行、骑行、公交等绿色出行方式，计算低碳积分并形成激励</a:t>
            </a:r>
            <a:endParaRPr lang="zh-CN" altLang="en-US" dirty="0"/>
          </a:p>
        </p:txBody>
      </p:sp>
      <p:sp>
        <p:nvSpPr>
          <p:cNvPr id="19" name="文本框 18">
            <a:extLst>
              <a:ext uri="{FF2B5EF4-FFF2-40B4-BE49-F238E27FC236}">
                <a16:creationId xmlns:a16="http://schemas.microsoft.com/office/drawing/2014/main" id="{C6BF06AE-FFA5-3794-C2BA-8C15F03631A9}"/>
              </a:ext>
            </a:extLst>
          </p:cNvPr>
          <p:cNvSpPr txBox="1"/>
          <p:nvPr/>
        </p:nvSpPr>
        <p:spPr>
          <a:xfrm>
            <a:off x="3048000" y="3105835"/>
            <a:ext cx="6096000" cy="646331"/>
          </a:xfrm>
          <a:prstGeom prst="rect">
            <a:avLst/>
          </a:prstGeom>
          <a:noFill/>
        </p:spPr>
        <p:txBody>
          <a:bodyPr wrap="square">
            <a:spAutoFit/>
          </a:bodyPr>
          <a:lstStyle/>
          <a:p>
            <a:r>
              <a:rPr lang="zh-CN" altLang="en-US" b="0" i="0" dirty="0">
                <a:solidFill>
                  <a:srgbClr val="F2F2F2"/>
                </a:solidFill>
                <a:effectLst/>
                <a:latin typeface="Color Emoji"/>
              </a:rPr>
              <a:t>记录步行、骑行、公交等绿色出行方式，计算低碳积分并形成激励</a:t>
            </a:r>
            <a:endParaRPr lang="zh-CN" altLang="en-US" dirty="0"/>
          </a:p>
        </p:txBody>
      </p:sp>
    </p:spTree>
    <p:extLst>
      <p:ext uri="{BB962C8B-B14F-4D97-AF65-F5344CB8AC3E}">
        <p14:creationId xmlns:p14="http://schemas.microsoft.com/office/powerpoint/2010/main" val="385643439"/>
      </p:ext>
    </p:extLst>
  </p:cSld>
  <p:clrMapOvr>
    <a:masterClrMapping/>
  </p:clrMapOvr>
  <mc:AlternateContent xmlns:mc="http://schemas.openxmlformats.org/markup-compatibility/2006">
    <mc:Choice xmlns:p14="http://schemas.microsoft.com/office/powerpoint/2010/main" Requires="p14">
      <p:transition spd="slow" p14:dur="1600" advTm="0">
        <p14:gallery dir="r"/>
      </p:transition>
    </mc:Choice>
    <mc:Fallback>
      <p:transition spd="slow" advTm="0">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14:presetBounceEnd="81000">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14:bounceEnd="81000">
                                          <p:cBhvr additive="base">
                                            <p:cTn id="51" dur="1000" fill="hold"/>
                                            <p:tgtEl>
                                              <p:spTgt spid="127"/>
                                            </p:tgtEl>
                                            <p:attrNameLst>
                                              <p:attrName>ppt_x</p:attrName>
                                            </p:attrNameLst>
                                          </p:cBhvr>
                                          <p:tavLst>
                                            <p:tav tm="0">
                                              <p:val>
                                                <p:strVal val="#ppt_x"/>
                                              </p:val>
                                            </p:tav>
                                            <p:tav tm="100000">
                                              <p:val>
                                                <p:strVal val="#ppt_x"/>
                                              </p:val>
                                            </p:tav>
                                          </p:tavLst>
                                        </p:anim>
                                        <p:anim calcmode="lin" valueType="num" p14:bounceEnd="81000">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fill="hold"/>
                                            <p:tgtEl>
                                              <p:spTgt spid="2"/>
                                            </p:tgtEl>
                                            <p:attrNameLst>
                                              <p:attrName>ppt_x</p:attrName>
                                            </p:attrNameLst>
                                          </p:cBhvr>
                                          <p:tavLst>
                                            <p:tav tm="0">
                                              <p:val>
                                                <p:strVal val="#ppt_x"/>
                                              </p:val>
                                            </p:tav>
                                            <p:tav tm="100000">
                                              <p:val>
                                                <p:strVal val="#ppt_x"/>
                                              </p:val>
                                            </p:tav>
                                          </p:tavLst>
                                        </p:anim>
                                        <p:anim calcmode="lin" valueType="num">
                                          <p:cBhvr>
                                            <p:cTn id="9" dur="5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fill="hold"/>
                                            <p:tgtEl>
                                              <p:spTgt spid="3"/>
                                            </p:tgtEl>
                                            <p:attrNameLst>
                                              <p:attrName>ppt_x</p:attrName>
                                            </p:attrNameLst>
                                          </p:cBhvr>
                                          <p:tavLst>
                                            <p:tav tm="0">
                                              <p:val>
                                                <p:strVal val="#ppt_x"/>
                                              </p:val>
                                            </p:tav>
                                            <p:tav tm="100000">
                                              <p:val>
                                                <p:strVal val="#ppt_x"/>
                                              </p:val>
                                            </p:tav>
                                          </p:tavLst>
                                        </p:anim>
                                        <p:anim calcmode="lin" valueType="num">
                                          <p:cBhvr>
                                            <p:cTn id="14" dur="5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anim calcmode="lin" valueType="num">
                                          <p:cBhvr>
                                            <p:cTn id="18" dur="500" fill="hold"/>
                                            <p:tgtEl>
                                              <p:spTgt spid="11"/>
                                            </p:tgtEl>
                                            <p:attrNameLst>
                                              <p:attrName>ppt_x</p:attrName>
                                            </p:attrNameLst>
                                          </p:cBhvr>
                                          <p:tavLst>
                                            <p:tav tm="0">
                                              <p:val>
                                                <p:strVal val="#ppt_x"/>
                                              </p:val>
                                            </p:tav>
                                            <p:tav tm="100000">
                                              <p:val>
                                                <p:strVal val="#ppt_x"/>
                                              </p:val>
                                            </p:tav>
                                          </p:tavLst>
                                        </p:anim>
                                        <p:anim calcmode="lin" valueType="num">
                                          <p:cBhvr>
                                            <p:cTn id="19" dur="500" fill="hold"/>
                                            <p:tgtEl>
                                              <p:spTgt spid="11"/>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anim calcmode="lin" valueType="num">
                                          <p:cBhvr>
                                            <p:cTn id="23" dur="500" fill="hold"/>
                                            <p:tgtEl>
                                              <p:spTgt spid="12"/>
                                            </p:tgtEl>
                                            <p:attrNameLst>
                                              <p:attrName>ppt_x</p:attrName>
                                            </p:attrNameLst>
                                          </p:cBhvr>
                                          <p:tavLst>
                                            <p:tav tm="0">
                                              <p:val>
                                                <p:strVal val="#ppt_x"/>
                                              </p:val>
                                            </p:tav>
                                            <p:tav tm="100000">
                                              <p:val>
                                                <p:strVal val="#ppt_x"/>
                                              </p:val>
                                            </p:tav>
                                          </p:tavLst>
                                        </p:anim>
                                        <p:anim calcmode="lin" valueType="num">
                                          <p:cBhvr>
                                            <p:cTn id="24" dur="500" fill="hold"/>
                                            <p:tgtEl>
                                              <p:spTgt spid="12"/>
                                            </p:tgtEl>
                                            <p:attrNameLst>
                                              <p:attrName>ppt_y</p:attrName>
                                            </p:attrNameLst>
                                          </p:cBhvr>
                                          <p:tavLst>
                                            <p:tav tm="0">
                                              <p:val>
                                                <p:strVal val="#ppt_y+.1"/>
                                              </p:val>
                                            </p:tav>
                                            <p:tav tm="100000">
                                              <p:val>
                                                <p:strVal val="#ppt_y"/>
                                              </p:val>
                                            </p:tav>
                                          </p:tavLst>
                                        </p:anim>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wipe(up)">
                                          <p:cBhvr>
                                            <p:cTn id="28" dur="500"/>
                                            <p:tgtEl>
                                              <p:spTgt spid="115"/>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114"/>
                                            </p:tgtEl>
                                            <p:attrNameLst>
                                              <p:attrName>style.visibility</p:attrName>
                                            </p:attrNameLst>
                                          </p:cBhvr>
                                          <p:to>
                                            <p:strVal val="visible"/>
                                          </p:to>
                                        </p:set>
                                        <p:animEffect transition="in" filter="fade">
                                          <p:cBhvr>
                                            <p:cTn id="32" dur="500"/>
                                            <p:tgtEl>
                                              <p:spTgt spid="114"/>
                                            </p:tgtEl>
                                          </p:cBhvr>
                                        </p:animEffect>
                                      </p:childTnLst>
                                    </p:cTn>
                                  </p:par>
                                  <p:par>
                                    <p:cTn id="33" presetID="2" presetClass="entr" presetSubtype="2" decel="100000" fill="hold" nodeType="withEffect">
                                      <p:stCondLst>
                                        <p:cond delay="0"/>
                                      </p:stCondLst>
                                      <p:childTnLst>
                                        <p:set>
                                          <p:cBhvr>
                                            <p:cTn id="34" dur="1" fill="hold">
                                              <p:stCondLst>
                                                <p:cond delay="0"/>
                                              </p:stCondLst>
                                            </p:cTn>
                                            <p:tgtEl>
                                              <p:spTgt spid="117"/>
                                            </p:tgtEl>
                                            <p:attrNameLst>
                                              <p:attrName>style.visibility</p:attrName>
                                            </p:attrNameLst>
                                          </p:cBhvr>
                                          <p:to>
                                            <p:strVal val="visible"/>
                                          </p:to>
                                        </p:set>
                                        <p:anim calcmode="lin" valueType="num">
                                          <p:cBhvr additive="base">
                                            <p:cTn id="35" dur="1000" fill="hold"/>
                                            <p:tgtEl>
                                              <p:spTgt spid="117"/>
                                            </p:tgtEl>
                                            <p:attrNameLst>
                                              <p:attrName>ppt_x</p:attrName>
                                            </p:attrNameLst>
                                          </p:cBhvr>
                                          <p:tavLst>
                                            <p:tav tm="0">
                                              <p:val>
                                                <p:strVal val="1+#ppt_w/2"/>
                                              </p:val>
                                            </p:tav>
                                            <p:tav tm="100000">
                                              <p:val>
                                                <p:strVal val="#ppt_x"/>
                                              </p:val>
                                            </p:tav>
                                          </p:tavLst>
                                        </p:anim>
                                        <p:anim calcmode="lin" valueType="num">
                                          <p:cBhvr additive="base">
                                            <p:cTn id="36" dur="1000" fill="hold"/>
                                            <p:tgtEl>
                                              <p:spTgt spid="117"/>
                                            </p:tgtEl>
                                            <p:attrNameLst>
                                              <p:attrName>ppt_y</p:attrName>
                                            </p:attrNameLst>
                                          </p:cBhvr>
                                          <p:tavLst>
                                            <p:tav tm="0">
                                              <p:val>
                                                <p:strVal val="#ppt_y"/>
                                              </p:val>
                                            </p:tav>
                                            <p:tav tm="100000">
                                              <p:val>
                                                <p:strVal val="#ppt_y"/>
                                              </p:val>
                                            </p:tav>
                                          </p:tavLst>
                                        </p:anim>
                                      </p:childTnLst>
                                    </p:cTn>
                                  </p:par>
                                  <p:par>
                                    <p:cTn id="37" presetID="2" presetClass="entr" presetSubtype="2" decel="100000" fill="hold" nodeType="withEffect">
                                      <p:stCondLst>
                                        <p:cond delay="0"/>
                                      </p:stCondLst>
                                      <p:childTnLst>
                                        <p:set>
                                          <p:cBhvr>
                                            <p:cTn id="38" dur="1" fill="hold">
                                              <p:stCondLst>
                                                <p:cond delay="0"/>
                                              </p:stCondLst>
                                            </p:cTn>
                                            <p:tgtEl>
                                              <p:spTgt spid="120"/>
                                            </p:tgtEl>
                                            <p:attrNameLst>
                                              <p:attrName>style.visibility</p:attrName>
                                            </p:attrNameLst>
                                          </p:cBhvr>
                                          <p:to>
                                            <p:strVal val="visible"/>
                                          </p:to>
                                        </p:set>
                                        <p:anim calcmode="lin" valueType="num">
                                          <p:cBhvr additive="base">
                                            <p:cTn id="39" dur="1000" fill="hold"/>
                                            <p:tgtEl>
                                              <p:spTgt spid="120"/>
                                            </p:tgtEl>
                                            <p:attrNameLst>
                                              <p:attrName>ppt_x</p:attrName>
                                            </p:attrNameLst>
                                          </p:cBhvr>
                                          <p:tavLst>
                                            <p:tav tm="0">
                                              <p:val>
                                                <p:strVal val="1+#ppt_w/2"/>
                                              </p:val>
                                            </p:tav>
                                            <p:tav tm="100000">
                                              <p:val>
                                                <p:strVal val="#ppt_x"/>
                                              </p:val>
                                            </p:tav>
                                          </p:tavLst>
                                        </p:anim>
                                        <p:anim calcmode="lin" valueType="num">
                                          <p:cBhvr additive="base">
                                            <p:cTn id="40" dur="1000" fill="hold"/>
                                            <p:tgtEl>
                                              <p:spTgt spid="120"/>
                                            </p:tgtEl>
                                            <p:attrNameLst>
                                              <p:attrName>ppt_y</p:attrName>
                                            </p:attrNameLst>
                                          </p:cBhvr>
                                          <p:tavLst>
                                            <p:tav tm="0">
                                              <p:val>
                                                <p:strVal val="#ppt_y"/>
                                              </p:val>
                                            </p:tav>
                                            <p:tav tm="100000">
                                              <p:val>
                                                <p:strVal val="#ppt_y"/>
                                              </p:val>
                                            </p:tav>
                                          </p:tavLst>
                                        </p:anim>
                                      </p:childTnLst>
                                    </p:cTn>
                                  </p:par>
                                  <p:par>
                                    <p:cTn id="41" presetID="2" presetClass="entr" presetSubtype="2" decel="100000" fill="hold" nodeType="withEffect">
                                      <p:stCondLst>
                                        <p:cond delay="0"/>
                                      </p:stCondLst>
                                      <p:childTnLst>
                                        <p:set>
                                          <p:cBhvr>
                                            <p:cTn id="42" dur="1" fill="hold">
                                              <p:stCondLst>
                                                <p:cond delay="0"/>
                                              </p:stCondLst>
                                            </p:cTn>
                                            <p:tgtEl>
                                              <p:spTgt spid="128"/>
                                            </p:tgtEl>
                                            <p:attrNameLst>
                                              <p:attrName>style.visibility</p:attrName>
                                            </p:attrNameLst>
                                          </p:cBhvr>
                                          <p:to>
                                            <p:strVal val="visible"/>
                                          </p:to>
                                        </p:set>
                                        <p:anim calcmode="lin" valueType="num">
                                          <p:cBhvr additive="base">
                                            <p:cTn id="43" dur="1000" fill="hold"/>
                                            <p:tgtEl>
                                              <p:spTgt spid="128"/>
                                            </p:tgtEl>
                                            <p:attrNameLst>
                                              <p:attrName>ppt_x</p:attrName>
                                            </p:attrNameLst>
                                          </p:cBhvr>
                                          <p:tavLst>
                                            <p:tav tm="0">
                                              <p:val>
                                                <p:strVal val="1+#ppt_w/2"/>
                                              </p:val>
                                            </p:tav>
                                            <p:tav tm="100000">
                                              <p:val>
                                                <p:strVal val="#ppt_x"/>
                                              </p:val>
                                            </p:tav>
                                          </p:tavLst>
                                        </p:anim>
                                        <p:anim calcmode="lin" valueType="num">
                                          <p:cBhvr additive="base">
                                            <p:cTn id="44" dur="1000" fill="hold"/>
                                            <p:tgtEl>
                                              <p:spTgt spid="128"/>
                                            </p:tgtEl>
                                            <p:attrNameLst>
                                              <p:attrName>ppt_y</p:attrName>
                                            </p:attrNameLst>
                                          </p:cBhvr>
                                          <p:tavLst>
                                            <p:tav tm="0">
                                              <p:val>
                                                <p:strVal val="#ppt_y"/>
                                              </p:val>
                                            </p:tav>
                                            <p:tav tm="100000">
                                              <p:val>
                                                <p:strVal val="#ppt_y"/>
                                              </p:val>
                                            </p:tav>
                                          </p:tavLst>
                                        </p:anim>
                                      </p:childTnLst>
                                    </p:cTn>
                                  </p:par>
                                  <p:par>
                                    <p:cTn id="45" presetID="2" presetClass="entr" presetSubtype="2" decel="100000" fill="hold" nodeType="withEffect">
                                      <p:stCondLst>
                                        <p:cond delay="0"/>
                                      </p:stCondLst>
                                      <p:childTnLst>
                                        <p:set>
                                          <p:cBhvr>
                                            <p:cTn id="46" dur="1" fill="hold">
                                              <p:stCondLst>
                                                <p:cond delay="0"/>
                                              </p:stCondLst>
                                            </p:cTn>
                                            <p:tgtEl>
                                              <p:spTgt spid="131"/>
                                            </p:tgtEl>
                                            <p:attrNameLst>
                                              <p:attrName>style.visibility</p:attrName>
                                            </p:attrNameLst>
                                          </p:cBhvr>
                                          <p:to>
                                            <p:strVal val="visible"/>
                                          </p:to>
                                        </p:set>
                                        <p:anim calcmode="lin" valueType="num">
                                          <p:cBhvr additive="base">
                                            <p:cTn id="47" dur="1000" fill="hold"/>
                                            <p:tgtEl>
                                              <p:spTgt spid="131"/>
                                            </p:tgtEl>
                                            <p:attrNameLst>
                                              <p:attrName>ppt_x</p:attrName>
                                            </p:attrNameLst>
                                          </p:cBhvr>
                                          <p:tavLst>
                                            <p:tav tm="0">
                                              <p:val>
                                                <p:strVal val="1+#ppt_w/2"/>
                                              </p:val>
                                            </p:tav>
                                            <p:tav tm="100000">
                                              <p:val>
                                                <p:strVal val="#ppt_x"/>
                                              </p:val>
                                            </p:tav>
                                          </p:tavLst>
                                        </p:anim>
                                        <p:anim calcmode="lin" valueType="num">
                                          <p:cBhvr additive="base">
                                            <p:cTn id="48" dur="1000" fill="hold"/>
                                            <p:tgtEl>
                                              <p:spTgt spid="131"/>
                                            </p:tgtEl>
                                            <p:attrNameLst>
                                              <p:attrName>ppt_y</p:attrName>
                                            </p:attrNameLst>
                                          </p:cBhvr>
                                          <p:tavLst>
                                            <p:tav tm="0">
                                              <p:val>
                                                <p:strVal val="#ppt_y"/>
                                              </p:val>
                                            </p:tav>
                                            <p:tav tm="100000">
                                              <p:val>
                                                <p:strVal val="#ppt_y"/>
                                              </p:val>
                                            </p:tav>
                                          </p:tavLst>
                                        </p:anim>
                                      </p:childTnLst>
                                    </p:cTn>
                                  </p:par>
                                  <p:par>
                                    <p:cTn id="49" presetID="2" presetClass="entr" presetSubtype="1" fill="hold" grpId="0" nodeType="withEffect">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cBhvr additive="base">
                                            <p:cTn id="51" dur="1000" fill="hold"/>
                                            <p:tgtEl>
                                              <p:spTgt spid="127"/>
                                            </p:tgtEl>
                                            <p:attrNameLst>
                                              <p:attrName>ppt_x</p:attrName>
                                            </p:attrNameLst>
                                          </p:cBhvr>
                                          <p:tavLst>
                                            <p:tav tm="0">
                                              <p:val>
                                                <p:strVal val="#ppt_x"/>
                                              </p:val>
                                            </p:tav>
                                            <p:tav tm="100000">
                                              <p:val>
                                                <p:strVal val="#ppt_x"/>
                                              </p:val>
                                            </p:tav>
                                          </p:tavLst>
                                        </p:anim>
                                        <p:anim calcmode="lin" valueType="num">
                                          <p:cBhvr additive="base">
                                            <p:cTn id="52" dur="1000" fill="hold"/>
                                            <p:tgtEl>
                                              <p:spTgt spid="127"/>
                                            </p:tgtEl>
                                            <p:attrNameLst>
                                              <p:attrName>ppt_y</p:attrName>
                                            </p:attrNameLst>
                                          </p:cBhvr>
                                          <p:tavLst>
                                            <p:tav tm="0">
                                              <p:val>
                                                <p:strVal val="0-#ppt_h/2"/>
                                              </p:val>
                                            </p:tav>
                                            <p:tav tm="100000">
                                              <p:val>
                                                <p:strVal val="#ppt_y"/>
                                              </p:val>
                                            </p:tav>
                                          </p:tavLst>
                                        </p:anim>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134"/>
                                            </p:tgtEl>
                                            <p:attrNameLst>
                                              <p:attrName>style.visibility</p:attrName>
                                            </p:attrNameLst>
                                          </p:cBhvr>
                                          <p:to>
                                            <p:strVal val="visible"/>
                                          </p:to>
                                        </p:set>
                                        <p:animEffect transition="in" filter="wipe(left)">
                                          <p:cBhvr>
                                            <p:cTn id="56"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p:bldP spid="115" grpId="0" animBg="1"/>
          <p:bldP spid="127" grpId="0"/>
        </p:bldLst>
      </p:timing>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730820" y="1564140"/>
            <a:ext cx="4732477" cy="4733117"/>
            <a:chOff x="2798115" y="797625"/>
            <a:chExt cx="3549358" cy="3549838"/>
          </a:xfrm>
        </p:grpSpPr>
        <p:sp>
          <p:nvSpPr>
            <p:cNvPr id="6" name="任意多边形 5"/>
            <p:cNvSpPr/>
            <p:nvPr/>
          </p:nvSpPr>
          <p:spPr>
            <a:xfrm>
              <a:off x="2798115" y="797625"/>
              <a:ext cx="3549358" cy="3549838"/>
            </a:xfrm>
            <a:custGeom>
              <a:avLst/>
              <a:gdLst>
                <a:gd name="connsiteX0" fmla="*/ 1036180 w 4731656"/>
                <a:gd name="connsiteY0" fmla="*/ 393700 h 4731656"/>
                <a:gd name="connsiteX1" fmla="*/ 393700 w 4731656"/>
                <a:gd name="connsiteY1" fmla="*/ 1036180 h 4731656"/>
                <a:gd name="connsiteX2" fmla="*/ 393700 w 4731656"/>
                <a:gd name="connsiteY2" fmla="*/ 3695476 h 4731656"/>
                <a:gd name="connsiteX3" fmla="*/ 1036180 w 4731656"/>
                <a:gd name="connsiteY3" fmla="*/ 4337956 h 4731656"/>
                <a:gd name="connsiteX4" fmla="*/ 3695476 w 4731656"/>
                <a:gd name="connsiteY4" fmla="*/ 4337956 h 4731656"/>
                <a:gd name="connsiteX5" fmla="*/ 4337956 w 4731656"/>
                <a:gd name="connsiteY5" fmla="*/ 3695476 h 4731656"/>
                <a:gd name="connsiteX6" fmla="*/ 4337956 w 4731656"/>
                <a:gd name="connsiteY6" fmla="*/ 1036180 h 4731656"/>
                <a:gd name="connsiteX7" fmla="*/ 3695476 w 4731656"/>
                <a:gd name="connsiteY7" fmla="*/ 393700 h 4731656"/>
                <a:gd name="connsiteX8" fmla="*/ 919266 w 4731656"/>
                <a:gd name="connsiteY8" fmla="*/ 0 h 4731656"/>
                <a:gd name="connsiteX9" fmla="*/ 3812390 w 4731656"/>
                <a:gd name="connsiteY9" fmla="*/ 0 h 4731656"/>
                <a:gd name="connsiteX10" fmla="*/ 4731656 w 4731656"/>
                <a:gd name="connsiteY10" fmla="*/ 919266 h 4731656"/>
                <a:gd name="connsiteX11" fmla="*/ 4731656 w 4731656"/>
                <a:gd name="connsiteY11" fmla="*/ 3812390 h 4731656"/>
                <a:gd name="connsiteX12" fmla="*/ 3812390 w 4731656"/>
                <a:gd name="connsiteY12" fmla="*/ 4731656 h 4731656"/>
                <a:gd name="connsiteX13" fmla="*/ 919266 w 4731656"/>
                <a:gd name="connsiteY13" fmla="*/ 4731656 h 4731656"/>
                <a:gd name="connsiteX14" fmla="*/ 0 w 4731656"/>
                <a:gd name="connsiteY14" fmla="*/ 3812390 h 4731656"/>
                <a:gd name="connsiteX15" fmla="*/ 0 w 4731656"/>
                <a:gd name="connsiteY15" fmla="*/ 919266 h 4731656"/>
                <a:gd name="connsiteX16" fmla="*/ 919266 w 4731656"/>
                <a:gd name="connsiteY16" fmla="*/ 0 h 4731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31656" h="4731656">
                  <a:moveTo>
                    <a:pt x="1036180" y="393700"/>
                  </a:moveTo>
                  <a:cubicBezTo>
                    <a:pt x="681348" y="393700"/>
                    <a:pt x="393700" y="681348"/>
                    <a:pt x="393700" y="1036180"/>
                  </a:cubicBezTo>
                  <a:lnTo>
                    <a:pt x="393700" y="3695476"/>
                  </a:lnTo>
                  <a:cubicBezTo>
                    <a:pt x="393700" y="4050308"/>
                    <a:pt x="681348" y="4337956"/>
                    <a:pt x="1036180" y="4337956"/>
                  </a:cubicBezTo>
                  <a:lnTo>
                    <a:pt x="3695476" y="4337956"/>
                  </a:lnTo>
                  <a:cubicBezTo>
                    <a:pt x="4050308" y="4337956"/>
                    <a:pt x="4337956" y="4050308"/>
                    <a:pt x="4337956" y="3695476"/>
                  </a:cubicBezTo>
                  <a:lnTo>
                    <a:pt x="4337956" y="1036180"/>
                  </a:lnTo>
                  <a:cubicBezTo>
                    <a:pt x="4337956" y="681348"/>
                    <a:pt x="4050308" y="393700"/>
                    <a:pt x="3695476" y="393700"/>
                  </a:cubicBezTo>
                  <a:close/>
                  <a:moveTo>
                    <a:pt x="919266" y="0"/>
                  </a:moveTo>
                  <a:lnTo>
                    <a:pt x="3812390" y="0"/>
                  </a:lnTo>
                  <a:cubicBezTo>
                    <a:pt x="4320087" y="0"/>
                    <a:pt x="4731656" y="411569"/>
                    <a:pt x="4731656" y="919266"/>
                  </a:cubicBezTo>
                  <a:lnTo>
                    <a:pt x="4731656" y="3812390"/>
                  </a:lnTo>
                  <a:cubicBezTo>
                    <a:pt x="4731656" y="4320087"/>
                    <a:pt x="4320087" y="4731656"/>
                    <a:pt x="3812390" y="4731656"/>
                  </a:cubicBezTo>
                  <a:lnTo>
                    <a:pt x="919266" y="4731656"/>
                  </a:lnTo>
                  <a:cubicBezTo>
                    <a:pt x="411569" y="4731656"/>
                    <a:pt x="0" y="4320087"/>
                    <a:pt x="0" y="3812390"/>
                  </a:cubicBezTo>
                  <a:lnTo>
                    <a:pt x="0" y="919266"/>
                  </a:lnTo>
                  <a:cubicBezTo>
                    <a:pt x="0" y="411569"/>
                    <a:pt x="411569" y="0"/>
                    <a:pt x="919266" y="0"/>
                  </a:cubicBezTo>
                  <a:close/>
                </a:path>
              </a:pathLst>
            </a:custGeom>
            <a:gradFill>
              <a:gsLst>
                <a:gs pos="100000">
                  <a:srgbClr val="DEDEDE"/>
                </a:gs>
                <a:gs pos="0">
                  <a:schemeClr val="bg1"/>
                </a:gs>
              </a:gsLst>
              <a:lin ang="2700000" scaled="1"/>
            </a:gradFill>
            <a:ln>
              <a:noFill/>
            </a:ln>
            <a:effectLst>
              <a:outerShdw blurRad="431800" dist="215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 name="圆角矩形 6"/>
            <p:cNvSpPr/>
            <p:nvPr/>
          </p:nvSpPr>
          <p:spPr>
            <a:xfrm>
              <a:off x="3093441" y="1092992"/>
              <a:ext cx="2958706" cy="2959105"/>
            </a:xfrm>
            <a:prstGeom prst="roundRect">
              <a:avLst>
                <a:gd name="adj" fmla="val 16289"/>
              </a:avLst>
            </a:prstGeom>
            <a:noFill/>
            <a:ln w="88900">
              <a:gradFill flip="none" rotWithShape="1">
                <a:gsLst>
                  <a:gs pos="0">
                    <a:schemeClr val="bg1">
                      <a:lumMod val="85000"/>
                    </a:schemeClr>
                  </a:gs>
                  <a:gs pos="100000">
                    <a:schemeClr val="bg1"/>
                  </a:gs>
                </a:gsLst>
                <a:lin ang="2700000" scaled="1"/>
                <a:tileRect/>
              </a:gradFill>
            </a:ln>
          </p:spPr>
          <p:style>
            <a:lnRef idx="2">
              <a:schemeClr val="accent1">
                <a:shade val="50000"/>
              </a:schemeClr>
            </a:lnRef>
            <a:fillRef idx="1">
              <a:schemeClr val="accent1"/>
            </a:fillRef>
            <a:effectRef idx="0">
              <a:schemeClr val="accent1"/>
            </a:effectRef>
            <a:fontRef idx="minor">
              <a:schemeClr val="lt1"/>
            </a:fontRef>
          </p:style>
          <p:txBody>
            <a:bodyPr lIns="91452" tIns="45727" rIns="91452" bIns="45727"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3871847" y="1639965"/>
            <a:ext cx="1512600" cy="1416491"/>
            <a:chOff x="3871174" y="1138973"/>
            <a:chExt cx="1512338" cy="1416053"/>
          </a:xfrm>
          <a:solidFill>
            <a:schemeClr val="accent1">
              <a:lumMod val="75000"/>
            </a:schemeClr>
          </a:solidFill>
        </p:grpSpPr>
        <p:sp>
          <p:nvSpPr>
            <p:cNvPr id="9" name="任意多边形 8"/>
            <p:cNvSpPr/>
            <p:nvPr/>
          </p:nvSpPr>
          <p:spPr>
            <a:xfrm>
              <a:off x="38711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等腰三角形 9"/>
            <p:cNvSpPr/>
            <p:nvPr/>
          </p:nvSpPr>
          <p:spPr>
            <a:xfrm rot="5400000">
              <a:off x="5195889" y="1152872"/>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6971185" y="1705187"/>
            <a:ext cx="1421600" cy="1515032"/>
            <a:chOff x="6969974" y="1204174"/>
            <a:chExt cx="1421353" cy="1514565"/>
          </a:xfrm>
          <a:solidFill>
            <a:schemeClr val="accent1">
              <a:lumMod val="75000"/>
            </a:schemeClr>
          </a:solidFill>
        </p:grpSpPr>
        <p:sp>
          <p:nvSpPr>
            <p:cNvPr id="12" name="任意多边形 11"/>
            <p:cNvSpPr/>
            <p:nvPr/>
          </p:nvSpPr>
          <p:spPr>
            <a:xfrm flipH="1">
              <a:off x="6969974" y="12041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等腰三角形 12"/>
            <p:cNvSpPr/>
            <p:nvPr/>
          </p:nvSpPr>
          <p:spPr>
            <a:xfrm rot="10800000">
              <a:off x="8189806" y="2545015"/>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806406" y="4792239"/>
            <a:ext cx="1515865" cy="1420300"/>
            <a:chOff x="6805224" y="4290274"/>
            <a:chExt cx="1515602" cy="1419862"/>
          </a:xfrm>
          <a:solidFill>
            <a:schemeClr val="accent1">
              <a:lumMod val="75000"/>
            </a:schemeClr>
          </a:solidFill>
        </p:grpSpPr>
        <p:sp>
          <p:nvSpPr>
            <p:cNvPr id="15" name="任意多边形 14"/>
            <p:cNvSpPr/>
            <p:nvPr/>
          </p:nvSpPr>
          <p:spPr>
            <a:xfrm flipH="1" flipV="1">
              <a:off x="69699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等腰三角形 15"/>
            <p:cNvSpPr/>
            <p:nvPr/>
          </p:nvSpPr>
          <p:spPr>
            <a:xfrm rot="16200000">
              <a:off x="6791325" y="5522514"/>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3799983" y="4627823"/>
            <a:ext cx="1422951" cy="1515685"/>
            <a:chOff x="3799323" y="4125909"/>
            <a:chExt cx="1422703" cy="1515217"/>
          </a:xfrm>
          <a:solidFill>
            <a:schemeClr val="accent1">
              <a:lumMod val="75000"/>
            </a:schemeClr>
          </a:solidFill>
        </p:grpSpPr>
        <p:sp>
          <p:nvSpPr>
            <p:cNvPr id="18" name="任意多边形 17"/>
            <p:cNvSpPr/>
            <p:nvPr/>
          </p:nvSpPr>
          <p:spPr>
            <a:xfrm flipV="1">
              <a:off x="3871174" y="4290274"/>
              <a:ext cx="1350852" cy="1350852"/>
            </a:xfrm>
            <a:custGeom>
              <a:avLst/>
              <a:gdLst>
                <a:gd name="connsiteX0" fmla="*/ 828281 w 1350852"/>
                <a:gd name="connsiteY0" fmla="*/ 0 h 1350852"/>
                <a:gd name="connsiteX1" fmla="*/ 1350852 w 1350852"/>
                <a:gd name="connsiteY1" fmla="*/ 0 h 1350852"/>
                <a:gd name="connsiteX2" fmla="*/ 1350852 w 1350852"/>
                <a:gd name="connsiteY2" fmla="*/ 65546 h 1350852"/>
                <a:gd name="connsiteX3" fmla="*/ 869467 w 1350852"/>
                <a:gd name="connsiteY3" fmla="*/ 65546 h 1350852"/>
                <a:gd name="connsiteX4" fmla="*/ 65546 w 1350852"/>
                <a:gd name="connsiteY4" fmla="*/ 869467 h 1350852"/>
                <a:gd name="connsiteX5" fmla="*/ 65546 w 1350852"/>
                <a:gd name="connsiteY5" fmla="*/ 1350852 h 1350852"/>
                <a:gd name="connsiteX6" fmla="*/ 0 w 1350852"/>
                <a:gd name="connsiteY6" fmla="*/ 1350852 h 1350852"/>
                <a:gd name="connsiteX7" fmla="*/ 0 w 1350852"/>
                <a:gd name="connsiteY7" fmla="*/ 828281 h 1350852"/>
                <a:gd name="connsiteX8" fmla="*/ 828281 w 1350852"/>
                <a:gd name="connsiteY8" fmla="*/ 0 h 1350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50852" h="1350852">
                  <a:moveTo>
                    <a:pt x="828281" y="0"/>
                  </a:moveTo>
                  <a:lnTo>
                    <a:pt x="1350852" y="0"/>
                  </a:lnTo>
                  <a:lnTo>
                    <a:pt x="1350852" y="65546"/>
                  </a:lnTo>
                  <a:lnTo>
                    <a:pt x="869467" y="65546"/>
                  </a:lnTo>
                  <a:cubicBezTo>
                    <a:pt x="425474" y="65546"/>
                    <a:pt x="65546" y="425474"/>
                    <a:pt x="65546" y="869467"/>
                  </a:cubicBezTo>
                  <a:lnTo>
                    <a:pt x="65546" y="1350852"/>
                  </a:lnTo>
                  <a:lnTo>
                    <a:pt x="0" y="1350852"/>
                  </a:lnTo>
                  <a:lnTo>
                    <a:pt x="0" y="828281"/>
                  </a:lnTo>
                  <a:cubicBezTo>
                    <a:pt x="0" y="370834"/>
                    <a:pt x="370834" y="0"/>
                    <a:pt x="828281"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等腰三角形 18"/>
            <p:cNvSpPr/>
            <p:nvPr/>
          </p:nvSpPr>
          <p:spPr>
            <a:xfrm>
              <a:off x="3799323" y="4125909"/>
              <a:ext cx="201521" cy="17372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0" name="文本框 19"/>
          <p:cNvSpPr txBox="1"/>
          <p:nvPr/>
        </p:nvSpPr>
        <p:spPr>
          <a:xfrm>
            <a:off x="5273131" y="1499659"/>
            <a:ext cx="1797772"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01</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5211336" y="5892155"/>
            <a:ext cx="1645233"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03</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文本框 21"/>
          <p:cNvSpPr txBox="1"/>
          <p:nvPr/>
        </p:nvSpPr>
        <p:spPr>
          <a:xfrm rot="5400000">
            <a:off x="7492772" y="3754195"/>
            <a:ext cx="1633139"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02</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文本框 22"/>
          <p:cNvSpPr txBox="1"/>
          <p:nvPr/>
        </p:nvSpPr>
        <p:spPr>
          <a:xfrm rot="16200000">
            <a:off x="3082889" y="3643856"/>
            <a:ext cx="1636480" cy="461679"/>
          </a:xfrm>
          <a:prstGeom prst="rect">
            <a:avLst/>
          </a:prstGeom>
          <a:noFill/>
        </p:spPr>
        <p:txBody>
          <a:bodyPr wrap="square" lIns="91452" tIns="45727" rIns="91452" bIns="45727" rtlCol="0">
            <a:spAutoFit/>
          </a:bodyPr>
          <a:lstStyle/>
          <a:p>
            <a:pPr algn="ctr"/>
            <a:r>
              <a:rPr lang="en-US" altLang="zh-CN" sz="2400" dirty="0">
                <a:solidFill>
                  <a:schemeClr val="tx1">
                    <a:lumMod val="95000"/>
                    <a:lumOff val="5000"/>
                  </a:schemeClr>
                </a:solidFill>
                <a:latin typeface="微软雅黑" panose="020B0503020204020204" pitchFamily="34" charset="-122"/>
                <a:ea typeface="微软雅黑" panose="020B0503020204020204" pitchFamily="34" charset="-122"/>
              </a:rPr>
              <a:t>STEP 04</a:t>
            </a: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2202" y="2182388"/>
            <a:ext cx="3469717" cy="3496624"/>
            <a:chOff x="4361443" y="1681228"/>
            <a:chExt cx="3469115" cy="3495545"/>
          </a:xfrm>
          <a:effectLst>
            <a:outerShdw blurRad="203200" dist="88900" dir="2700000" algn="tl" rotWithShape="0">
              <a:prstClr val="black">
                <a:alpha val="30000"/>
              </a:prstClr>
            </a:outerShdw>
          </a:effectLst>
        </p:grpSpPr>
        <p:sp>
          <p:nvSpPr>
            <p:cNvPr id="25" name="泪滴形 24"/>
            <p:cNvSpPr/>
            <p:nvPr/>
          </p:nvSpPr>
          <p:spPr>
            <a:xfrm flipV="1">
              <a:off x="4361443"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泪滴形 25"/>
            <p:cNvSpPr/>
            <p:nvPr/>
          </p:nvSpPr>
          <p:spPr>
            <a:xfrm flipH="1">
              <a:off x="6145559"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7" name="泪滴形 26"/>
            <p:cNvSpPr/>
            <p:nvPr/>
          </p:nvSpPr>
          <p:spPr>
            <a:xfrm flipH="1" flipV="1">
              <a:off x="6145559" y="1681228"/>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泪滴形 27"/>
            <p:cNvSpPr/>
            <p:nvPr/>
          </p:nvSpPr>
          <p:spPr>
            <a:xfrm>
              <a:off x="4361443" y="3491775"/>
              <a:ext cx="1684999" cy="1684998"/>
            </a:xfrm>
            <a:prstGeom prst="teardrop">
              <a:avLst/>
            </a:prstGeom>
            <a:solidFill>
              <a:schemeClr val="accent1">
                <a:lumMod val="100000"/>
              </a:schemeClr>
            </a:solidFill>
            <a:ln w="31750">
              <a:solidFill>
                <a:srgbClr val="F9F9F9"/>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4525833" y="2346557"/>
            <a:ext cx="1414953" cy="1415145"/>
            <a:chOff x="3394374" y="1384437"/>
            <a:chExt cx="1061215" cy="1061359"/>
          </a:xfrm>
        </p:grpSpPr>
        <p:grpSp>
          <p:nvGrpSpPr>
            <p:cNvPr id="30" name="组合 29"/>
            <p:cNvGrpSpPr/>
            <p:nvPr/>
          </p:nvGrpSpPr>
          <p:grpSpPr>
            <a:xfrm>
              <a:off x="3394374" y="1384437"/>
              <a:ext cx="1061215" cy="1061359"/>
              <a:chOff x="4926840" y="1732375"/>
              <a:chExt cx="1656097" cy="1656098"/>
            </a:xfrm>
          </p:grpSpPr>
          <p:sp>
            <p:nvSpPr>
              <p:cNvPr id="36" name="任意多边形 35"/>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椭圆 36"/>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椭圆 37"/>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1" name="Group 909"/>
            <p:cNvGrpSpPr>
              <a:grpSpLocks noChangeAspect="1"/>
            </p:cNvGrpSpPr>
            <p:nvPr/>
          </p:nvGrpSpPr>
          <p:grpSpPr bwMode="auto">
            <a:xfrm>
              <a:off x="3772384" y="1784959"/>
              <a:ext cx="305196" cy="260315"/>
              <a:chOff x="6090" y="1175"/>
              <a:chExt cx="265" cy="226"/>
            </a:xfrm>
            <a:solidFill>
              <a:srgbClr val="FFB850"/>
            </a:solidFill>
            <a:effectLst/>
          </p:grpSpPr>
          <p:sp>
            <p:nvSpPr>
              <p:cNvPr id="32" name="Freeform 910"/>
              <p:cNvSpPr/>
              <p:nvPr/>
            </p:nvSpPr>
            <p:spPr bwMode="auto">
              <a:xfrm>
                <a:off x="6129" y="1269"/>
                <a:ext cx="56" cy="96"/>
              </a:xfrm>
              <a:custGeom>
                <a:avLst/>
                <a:gdLst>
                  <a:gd name="T0" fmla="*/ 2 w 23"/>
                  <a:gd name="T1" fmla="*/ 40 h 40"/>
                  <a:gd name="T2" fmla="*/ 21 w 23"/>
                  <a:gd name="T3" fmla="*/ 40 h 40"/>
                  <a:gd name="T4" fmla="*/ 23 w 23"/>
                  <a:gd name="T5" fmla="*/ 38 h 40"/>
                  <a:gd name="T6" fmla="*/ 23 w 23"/>
                  <a:gd name="T7" fmla="*/ 2 h 40"/>
                  <a:gd name="T8" fmla="*/ 21 w 23"/>
                  <a:gd name="T9" fmla="*/ 0 h 40"/>
                  <a:gd name="T10" fmla="*/ 2 w 23"/>
                  <a:gd name="T11" fmla="*/ 0 h 40"/>
                  <a:gd name="T12" fmla="*/ 0 w 23"/>
                  <a:gd name="T13" fmla="*/ 2 h 40"/>
                  <a:gd name="T14" fmla="*/ 0 w 23"/>
                  <a:gd name="T15" fmla="*/ 38 h 40"/>
                  <a:gd name="T16" fmla="*/ 2 w 23"/>
                  <a:gd name="T17"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40">
                    <a:moveTo>
                      <a:pt x="2" y="40"/>
                    </a:moveTo>
                    <a:cubicBezTo>
                      <a:pt x="21" y="40"/>
                      <a:pt x="21" y="40"/>
                      <a:pt x="21" y="40"/>
                    </a:cubicBezTo>
                    <a:cubicBezTo>
                      <a:pt x="22" y="40"/>
                      <a:pt x="23" y="39"/>
                      <a:pt x="23" y="38"/>
                    </a:cubicBezTo>
                    <a:cubicBezTo>
                      <a:pt x="23" y="2"/>
                      <a:pt x="23" y="2"/>
                      <a:pt x="23" y="2"/>
                    </a:cubicBezTo>
                    <a:cubicBezTo>
                      <a:pt x="23" y="1"/>
                      <a:pt x="22" y="0"/>
                      <a:pt x="21" y="0"/>
                    </a:cubicBezTo>
                    <a:cubicBezTo>
                      <a:pt x="2" y="0"/>
                      <a:pt x="2" y="0"/>
                      <a:pt x="2" y="0"/>
                    </a:cubicBezTo>
                    <a:cubicBezTo>
                      <a:pt x="1" y="0"/>
                      <a:pt x="0" y="1"/>
                      <a:pt x="0" y="2"/>
                    </a:cubicBezTo>
                    <a:cubicBezTo>
                      <a:pt x="0" y="38"/>
                      <a:pt x="0" y="38"/>
                      <a:pt x="0" y="38"/>
                    </a:cubicBezTo>
                    <a:cubicBezTo>
                      <a:pt x="0" y="39"/>
                      <a:pt x="1" y="40"/>
                      <a:pt x="2" y="40"/>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911"/>
              <p:cNvSpPr/>
              <p:nvPr/>
            </p:nvSpPr>
            <p:spPr bwMode="auto">
              <a:xfrm>
                <a:off x="6209" y="1235"/>
                <a:ext cx="54" cy="130"/>
              </a:xfrm>
              <a:custGeom>
                <a:avLst/>
                <a:gdLst>
                  <a:gd name="T0" fmla="*/ 2 w 22"/>
                  <a:gd name="T1" fmla="*/ 54 h 54"/>
                  <a:gd name="T2" fmla="*/ 20 w 22"/>
                  <a:gd name="T3" fmla="*/ 54 h 54"/>
                  <a:gd name="T4" fmla="*/ 22 w 22"/>
                  <a:gd name="T5" fmla="*/ 52 h 54"/>
                  <a:gd name="T6" fmla="*/ 22 w 22"/>
                  <a:gd name="T7" fmla="*/ 2 h 54"/>
                  <a:gd name="T8" fmla="*/ 20 w 22"/>
                  <a:gd name="T9" fmla="*/ 0 h 54"/>
                  <a:gd name="T10" fmla="*/ 2 w 22"/>
                  <a:gd name="T11" fmla="*/ 0 h 54"/>
                  <a:gd name="T12" fmla="*/ 0 w 22"/>
                  <a:gd name="T13" fmla="*/ 2 h 54"/>
                  <a:gd name="T14" fmla="*/ 0 w 22"/>
                  <a:gd name="T15" fmla="*/ 52 h 54"/>
                  <a:gd name="T16" fmla="*/ 2 w 22"/>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54">
                    <a:moveTo>
                      <a:pt x="2" y="54"/>
                    </a:moveTo>
                    <a:cubicBezTo>
                      <a:pt x="20" y="54"/>
                      <a:pt x="20" y="54"/>
                      <a:pt x="20" y="54"/>
                    </a:cubicBezTo>
                    <a:cubicBezTo>
                      <a:pt x="21" y="54"/>
                      <a:pt x="22" y="53"/>
                      <a:pt x="22" y="52"/>
                    </a:cubicBezTo>
                    <a:cubicBezTo>
                      <a:pt x="22" y="2"/>
                      <a:pt x="22" y="2"/>
                      <a:pt x="22" y="2"/>
                    </a:cubicBezTo>
                    <a:cubicBezTo>
                      <a:pt x="22" y="1"/>
                      <a:pt x="21" y="0"/>
                      <a:pt x="20" y="0"/>
                    </a:cubicBezTo>
                    <a:cubicBezTo>
                      <a:pt x="2" y="0"/>
                      <a:pt x="2" y="0"/>
                      <a:pt x="2" y="0"/>
                    </a:cubicBezTo>
                    <a:cubicBezTo>
                      <a:pt x="1" y="0"/>
                      <a:pt x="0" y="1"/>
                      <a:pt x="0" y="2"/>
                    </a:cubicBezTo>
                    <a:cubicBezTo>
                      <a:pt x="0" y="52"/>
                      <a:pt x="0" y="52"/>
                      <a:pt x="0" y="52"/>
                    </a:cubicBezTo>
                    <a:cubicBezTo>
                      <a:pt x="0" y="53"/>
                      <a:pt x="1" y="54"/>
                      <a:pt x="2" y="54"/>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912"/>
              <p:cNvSpPr/>
              <p:nvPr/>
            </p:nvSpPr>
            <p:spPr bwMode="auto">
              <a:xfrm>
                <a:off x="6287" y="1207"/>
                <a:ext cx="56" cy="158"/>
              </a:xfrm>
              <a:custGeom>
                <a:avLst/>
                <a:gdLst>
                  <a:gd name="T0" fmla="*/ 2 w 23"/>
                  <a:gd name="T1" fmla="*/ 66 h 66"/>
                  <a:gd name="T2" fmla="*/ 21 w 23"/>
                  <a:gd name="T3" fmla="*/ 66 h 66"/>
                  <a:gd name="T4" fmla="*/ 23 w 23"/>
                  <a:gd name="T5" fmla="*/ 64 h 66"/>
                  <a:gd name="T6" fmla="*/ 23 w 23"/>
                  <a:gd name="T7" fmla="*/ 2 h 66"/>
                  <a:gd name="T8" fmla="*/ 21 w 23"/>
                  <a:gd name="T9" fmla="*/ 0 h 66"/>
                  <a:gd name="T10" fmla="*/ 2 w 23"/>
                  <a:gd name="T11" fmla="*/ 0 h 66"/>
                  <a:gd name="T12" fmla="*/ 0 w 23"/>
                  <a:gd name="T13" fmla="*/ 2 h 66"/>
                  <a:gd name="T14" fmla="*/ 0 w 23"/>
                  <a:gd name="T15" fmla="*/ 64 h 66"/>
                  <a:gd name="T16" fmla="*/ 2 w 23"/>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66">
                    <a:moveTo>
                      <a:pt x="2" y="66"/>
                    </a:moveTo>
                    <a:cubicBezTo>
                      <a:pt x="21" y="66"/>
                      <a:pt x="21" y="66"/>
                      <a:pt x="21" y="66"/>
                    </a:cubicBezTo>
                    <a:cubicBezTo>
                      <a:pt x="22" y="66"/>
                      <a:pt x="23" y="65"/>
                      <a:pt x="23" y="64"/>
                    </a:cubicBezTo>
                    <a:cubicBezTo>
                      <a:pt x="23" y="2"/>
                      <a:pt x="23" y="2"/>
                      <a:pt x="23" y="2"/>
                    </a:cubicBezTo>
                    <a:cubicBezTo>
                      <a:pt x="23" y="1"/>
                      <a:pt x="22" y="0"/>
                      <a:pt x="21" y="0"/>
                    </a:cubicBezTo>
                    <a:cubicBezTo>
                      <a:pt x="2" y="0"/>
                      <a:pt x="2" y="0"/>
                      <a:pt x="2" y="0"/>
                    </a:cubicBezTo>
                    <a:cubicBezTo>
                      <a:pt x="1" y="0"/>
                      <a:pt x="0" y="1"/>
                      <a:pt x="0" y="2"/>
                    </a:cubicBezTo>
                    <a:cubicBezTo>
                      <a:pt x="0" y="64"/>
                      <a:pt x="0" y="64"/>
                      <a:pt x="0" y="64"/>
                    </a:cubicBezTo>
                    <a:cubicBezTo>
                      <a:pt x="0" y="65"/>
                      <a:pt x="1" y="66"/>
                      <a:pt x="2" y="66"/>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913"/>
              <p:cNvSpPr/>
              <p:nvPr/>
            </p:nvSpPr>
            <p:spPr bwMode="auto">
              <a:xfrm>
                <a:off x="6090" y="1175"/>
                <a:ext cx="265" cy="226"/>
              </a:xfrm>
              <a:custGeom>
                <a:avLst/>
                <a:gdLst>
                  <a:gd name="T0" fmla="*/ 104 w 109"/>
                  <a:gd name="T1" fmla="*/ 85 h 94"/>
                  <a:gd name="T2" fmla="*/ 9 w 109"/>
                  <a:gd name="T3" fmla="*/ 85 h 94"/>
                  <a:gd name="T4" fmla="*/ 9 w 109"/>
                  <a:gd name="T5" fmla="*/ 85 h 94"/>
                  <a:gd name="T6" fmla="*/ 9 w 109"/>
                  <a:gd name="T7" fmla="*/ 4 h 94"/>
                  <a:gd name="T8" fmla="*/ 4 w 109"/>
                  <a:gd name="T9" fmla="*/ 0 h 94"/>
                  <a:gd name="T10" fmla="*/ 0 w 109"/>
                  <a:gd name="T11" fmla="*/ 4 h 94"/>
                  <a:gd name="T12" fmla="*/ 0 w 109"/>
                  <a:gd name="T13" fmla="*/ 85 h 94"/>
                  <a:gd name="T14" fmla="*/ 9 w 109"/>
                  <a:gd name="T15" fmla="*/ 94 h 94"/>
                  <a:gd name="T16" fmla="*/ 104 w 109"/>
                  <a:gd name="T17" fmla="*/ 94 h 94"/>
                  <a:gd name="T18" fmla="*/ 109 w 109"/>
                  <a:gd name="T19" fmla="*/ 90 h 94"/>
                  <a:gd name="T20" fmla="*/ 104 w 109"/>
                  <a:gd name="T21" fmla="*/ 85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94">
                    <a:moveTo>
                      <a:pt x="104" y="85"/>
                    </a:moveTo>
                    <a:cubicBezTo>
                      <a:pt x="9" y="85"/>
                      <a:pt x="9" y="85"/>
                      <a:pt x="9" y="85"/>
                    </a:cubicBezTo>
                    <a:cubicBezTo>
                      <a:pt x="9" y="85"/>
                      <a:pt x="9" y="85"/>
                      <a:pt x="9" y="85"/>
                    </a:cubicBezTo>
                    <a:cubicBezTo>
                      <a:pt x="9" y="4"/>
                      <a:pt x="9" y="4"/>
                      <a:pt x="9" y="4"/>
                    </a:cubicBezTo>
                    <a:cubicBezTo>
                      <a:pt x="9" y="2"/>
                      <a:pt x="7" y="0"/>
                      <a:pt x="4" y="0"/>
                    </a:cubicBezTo>
                    <a:cubicBezTo>
                      <a:pt x="2" y="0"/>
                      <a:pt x="0" y="2"/>
                      <a:pt x="0" y="4"/>
                    </a:cubicBezTo>
                    <a:cubicBezTo>
                      <a:pt x="0" y="85"/>
                      <a:pt x="0" y="85"/>
                      <a:pt x="0" y="85"/>
                    </a:cubicBezTo>
                    <a:cubicBezTo>
                      <a:pt x="0" y="90"/>
                      <a:pt x="4" y="94"/>
                      <a:pt x="9" y="94"/>
                    </a:cubicBezTo>
                    <a:cubicBezTo>
                      <a:pt x="104" y="94"/>
                      <a:pt x="104" y="94"/>
                      <a:pt x="104" y="94"/>
                    </a:cubicBezTo>
                    <a:cubicBezTo>
                      <a:pt x="107" y="94"/>
                      <a:pt x="109" y="92"/>
                      <a:pt x="109" y="90"/>
                    </a:cubicBezTo>
                    <a:cubicBezTo>
                      <a:pt x="109" y="87"/>
                      <a:pt x="107" y="85"/>
                      <a:pt x="104" y="85"/>
                    </a:cubicBezTo>
                    <a:close/>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39" name="组合 38"/>
          <p:cNvGrpSpPr/>
          <p:nvPr/>
        </p:nvGrpSpPr>
        <p:grpSpPr>
          <a:xfrm>
            <a:off x="6253333" y="2346557"/>
            <a:ext cx="1414953" cy="1415145"/>
            <a:chOff x="4689999" y="1384437"/>
            <a:chExt cx="1061215" cy="1061359"/>
          </a:xfrm>
        </p:grpSpPr>
        <p:grpSp>
          <p:nvGrpSpPr>
            <p:cNvPr id="40" name="组合 39"/>
            <p:cNvGrpSpPr/>
            <p:nvPr/>
          </p:nvGrpSpPr>
          <p:grpSpPr>
            <a:xfrm>
              <a:off x="4689999" y="1384437"/>
              <a:ext cx="1061215" cy="1061359"/>
              <a:chOff x="4926840" y="1732375"/>
              <a:chExt cx="1656097" cy="1656098"/>
            </a:xfrm>
          </p:grpSpPr>
          <p:sp>
            <p:nvSpPr>
              <p:cNvPr id="42" name="任意多边形 41"/>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椭圆 42"/>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椭圆 43"/>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Freeform 53"/>
            <p:cNvSpPr>
              <a:spLocks noEditPoints="1"/>
            </p:cNvSpPr>
            <p:nvPr/>
          </p:nvSpPr>
          <p:spPr bwMode="auto">
            <a:xfrm>
              <a:off x="5031764" y="1726249"/>
              <a:ext cx="377685" cy="377736"/>
            </a:xfrm>
            <a:custGeom>
              <a:avLst/>
              <a:gdLst>
                <a:gd name="T0" fmla="*/ 166 w 449"/>
                <a:gd name="T1" fmla="*/ 362 h 449"/>
                <a:gd name="T2" fmla="*/ 211 w 449"/>
                <a:gd name="T3" fmla="*/ 317 h 449"/>
                <a:gd name="T4" fmla="*/ 237 w 449"/>
                <a:gd name="T5" fmla="*/ 407 h 449"/>
                <a:gd name="T6" fmla="*/ 302 w 449"/>
                <a:gd name="T7" fmla="*/ 313 h 449"/>
                <a:gd name="T8" fmla="*/ 294 w 449"/>
                <a:gd name="T9" fmla="*/ 393 h 449"/>
                <a:gd name="T10" fmla="*/ 395 w 449"/>
                <a:gd name="T11" fmla="*/ 289 h 449"/>
                <a:gd name="T12" fmla="*/ 294 w 449"/>
                <a:gd name="T13" fmla="*/ 393 h 449"/>
                <a:gd name="T14" fmla="*/ 95 w 449"/>
                <a:gd name="T15" fmla="*/ 353 h 449"/>
                <a:gd name="T16" fmla="*/ 121 w 449"/>
                <a:gd name="T17" fmla="*/ 309 h 449"/>
                <a:gd name="T18" fmla="*/ 237 w 449"/>
                <a:gd name="T19" fmla="*/ 293 h 449"/>
                <a:gd name="T20" fmla="*/ 311 w 449"/>
                <a:gd name="T21" fmla="*/ 191 h 449"/>
                <a:gd name="T22" fmla="*/ 307 w 449"/>
                <a:gd name="T23" fmla="*/ 287 h 449"/>
                <a:gd name="T24" fmla="*/ 211 w 449"/>
                <a:gd name="T25" fmla="*/ 293 h 449"/>
                <a:gd name="T26" fmla="*/ 137 w 449"/>
                <a:gd name="T27" fmla="*/ 226 h 449"/>
                <a:gd name="T28" fmla="*/ 211 w 449"/>
                <a:gd name="T29" fmla="*/ 196 h 449"/>
                <a:gd name="T30" fmla="*/ 333 w 449"/>
                <a:gd name="T31" fmla="*/ 282 h 449"/>
                <a:gd name="T32" fmla="*/ 335 w 449"/>
                <a:gd name="T33" fmla="*/ 188 h 449"/>
                <a:gd name="T34" fmla="*/ 407 w 449"/>
                <a:gd name="T35" fmla="*/ 224 h 449"/>
                <a:gd name="T36" fmla="*/ 116 w 449"/>
                <a:gd name="T37" fmla="*/ 281 h 449"/>
                <a:gd name="T38" fmla="*/ 41 w 449"/>
                <a:gd name="T39" fmla="*/ 224 h 449"/>
                <a:gd name="T40" fmla="*/ 114 w 449"/>
                <a:gd name="T41" fmla="*/ 188 h 449"/>
                <a:gd name="T42" fmla="*/ 116 w 449"/>
                <a:gd name="T43" fmla="*/ 281 h 449"/>
                <a:gd name="T44" fmla="*/ 59 w 449"/>
                <a:gd name="T45" fmla="*/ 146 h 449"/>
                <a:gd name="T46" fmla="*/ 158 w 449"/>
                <a:gd name="T47" fmla="*/ 55 h 449"/>
                <a:gd name="T48" fmla="*/ 331 w 449"/>
                <a:gd name="T49" fmla="*/ 164 h 449"/>
                <a:gd name="T50" fmla="*/ 390 w 449"/>
                <a:gd name="T51" fmla="*/ 147 h 449"/>
                <a:gd name="T52" fmla="*/ 211 w 449"/>
                <a:gd name="T53" fmla="*/ 171 h 449"/>
                <a:gd name="T54" fmla="*/ 210 w 449"/>
                <a:gd name="T55" fmla="*/ 43 h 449"/>
                <a:gd name="T56" fmla="*/ 211 w 449"/>
                <a:gd name="T57" fmla="*/ 171 h 449"/>
                <a:gd name="T58" fmla="*/ 237 w 449"/>
                <a:gd name="T59" fmla="*/ 43 h 449"/>
                <a:gd name="T60" fmla="*/ 308 w 449"/>
                <a:gd name="T61" fmla="*/ 167 h 449"/>
                <a:gd name="T62" fmla="*/ 225 w 449"/>
                <a:gd name="T63" fmla="*/ 0 h 449"/>
                <a:gd name="T64" fmla="*/ 225 w 449"/>
                <a:gd name="T65" fmla="*/ 449 h 449"/>
                <a:gd name="T66" fmla="*/ 225 w 449"/>
                <a:gd name="T67" fmla="*/ 0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9" h="449">
                  <a:moveTo>
                    <a:pt x="211" y="407"/>
                  </a:moveTo>
                  <a:cubicBezTo>
                    <a:pt x="192" y="407"/>
                    <a:pt x="176" y="387"/>
                    <a:pt x="166" y="362"/>
                  </a:cubicBezTo>
                  <a:cubicBezTo>
                    <a:pt x="158" y="347"/>
                    <a:pt x="151" y="331"/>
                    <a:pt x="147" y="313"/>
                  </a:cubicBezTo>
                  <a:cubicBezTo>
                    <a:pt x="168" y="315"/>
                    <a:pt x="189" y="317"/>
                    <a:pt x="211" y="317"/>
                  </a:cubicBezTo>
                  <a:cubicBezTo>
                    <a:pt x="211" y="407"/>
                    <a:pt x="211" y="407"/>
                    <a:pt x="211" y="407"/>
                  </a:cubicBezTo>
                  <a:moveTo>
                    <a:pt x="237" y="407"/>
                  </a:moveTo>
                  <a:cubicBezTo>
                    <a:pt x="237" y="317"/>
                    <a:pt x="237" y="317"/>
                    <a:pt x="237" y="317"/>
                  </a:cubicBezTo>
                  <a:cubicBezTo>
                    <a:pt x="259" y="317"/>
                    <a:pt x="280" y="315"/>
                    <a:pt x="302" y="313"/>
                  </a:cubicBezTo>
                  <a:cubicBezTo>
                    <a:pt x="293" y="344"/>
                    <a:pt x="273" y="407"/>
                    <a:pt x="237" y="407"/>
                  </a:cubicBezTo>
                  <a:moveTo>
                    <a:pt x="294" y="393"/>
                  </a:moveTo>
                  <a:cubicBezTo>
                    <a:pt x="311" y="370"/>
                    <a:pt x="320" y="343"/>
                    <a:pt x="328" y="310"/>
                  </a:cubicBezTo>
                  <a:cubicBezTo>
                    <a:pt x="354" y="304"/>
                    <a:pt x="377" y="297"/>
                    <a:pt x="395" y="289"/>
                  </a:cubicBezTo>
                  <a:cubicBezTo>
                    <a:pt x="386" y="313"/>
                    <a:pt x="373" y="335"/>
                    <a:pt x="354" y="353"/>
                  </a:cubicBezTo>
                  <a:cubicBezTo>
                    <a:pt x="337" y="371"/>
                    <a:pt x="315" y="384"/>
                    <a:pt x="294" y="393"/>
                  </a:cubicBezTo>
                  <a:moveTo>
                    <a:pt x="154" y="393"/>
                  </a:moveTo>
                  <a:cubicBezTo>
                    <a:pt x="133" y="384"/>
                    <a:pt x="112" y="371"/>
                    <a:pt x="95" y="353"/>
                  </a:cubicBezTo>
                  <a:cubicBezTo>
                    <a:pt x="75" y="335"/>
                    <a:pt x="62" y="312"/>
                    <a:pt x="52" y="286"/>
                  </a:cubicBezTo>
                  <a:cubicBezTo>
                    <a:pt x="68" y="295"/>
                    <a:pt x="93" y="303"/>
                    <a:pt x="121" y="309"/>
                  </a:cubicBezTo>
                  <a:cubicBezTo>
                    <a:pt x="128" y="342"/>
                    <a:pt x="138" y="371"/>
                    <a:pt x="154" y="393"/>
                  </a:cubicBezTo>
                  <a:moveTo>
                    <a:pt x="237" y="293"/>
                  </a:moveTo>
                  <a:cubicBezTo>
                    <a:pt x="237" y="196"/>
                    <a:pt x="237" y="196"/>
                    <a:pt x="237" y="196"/>
                  </a:cubicBezTo>
                  <a:cubicBezTo>
                    <a:pt x="263" y="195"/>
                    <a:pt x="287" y="193"/>
                    <a:pt x="311" y="191"/>
                  </a:cubicBezTo>
                  <a:cubicBezTo>
                    <a:pt x="311" y="203"/>
                    <a:pt x="311" y="214"/>
                    <a:pt x="311" y="226"/>
                  </a:cubicBezTo>
                  <a:cubicBezTo>
                    <a:pt x="311" y="247"/>
                    <a:pt x="311" y="268"/>
                    <a:pt x="307" y="287"/>
                  </a:cubicBezTo>
                  <a:cubicBezTo>
                    <a:pt x="284" y="290"/>
                    <a:pt x="261" y="292"/>
                    <a:pt x="237" y="293"/>
                  </a:cubicBezTo>
                  <a:moveTo>
                    <a:pt x="211" y="293"/>
                  </a:moveTo>
                  <a:cubicBezTo>
                    <a:pt x="187" y="292"/>
                    <a:pt x="165" y="290"/>
                    <a:pt x="141" y="286"/>
                  </a:cubicBezTo>
                  <a:cubicBezTo>
                    <a:pt x="138" y="268"/>
                    <a:pt x="137" y="246"/>
                    <a:pt x="137" y="226"/>
                  </a:cubicBezTo>
                  <a:cubicBezTo>
                    <a:pt x="137" y="214"/>
                    <a:pt x="138" y="203"/>
                    <a:pt x="138" y="191"/>
                  </a:cubicBezTo>
                  <a:cubicBezTo>
                    <a:pt x="161" y="193"/>
                    <a:pt x="186" y="195"/>
                    <a:pt x="211" y="196"/>
                  </a:cubicBezTo>
                  <a:cubicBezTo>
                    <a:pt x="211" y="293"/>
                    <a:pt x="211" y="293"/>
                    <a:pt x="211" y="293"/>
                  </a:cubicBezTo>
                  <a:moveTo>
                    <a:pt x="333" y="282"/>
                  </a:moveTo>
                  <a:cubicBezTo>
                    <a:pt x="335" y="265"/>
                    <a:pt x="336" y="245"/>
                    <a:pt x="336" y="226"/>
                  </a:cubicBezTo>
                  <a:cubicBezTo>
                    <a:pt x="336" y="212"/>
                    <a:pt x="336" y="201"/>
                    <a:pt x="335" y="188"/>
                  </a:cubicBezTo>
                  <a:cubicBezTo>
                    <a:pt x="363" y="185"/>
                    <a:pt x="386" y="177"/>
                    <a:pt x="399" y="171"/>
                  </a:cubicBezTo>
                  <a:cubicBezTo>
                    <a:pt x="405" y="188"/>
                    <a:pt x="407" y="207"/>
                    <a:pt x="407" y="224"/>
                  </a:cubicBezTo>
                  <a:cubicBezTo>
                    <a:pt x="407" y="254"/>
                    <a:pt x="405" y="270"/>
                    <a:pt x="333" y="282"/>
                  </a:cubicBezTo>
                  <a:moveTo>
                    <a:pt x="116" y="281"/>
                  </a:moveTo>
                  <a:cubicBezTo>
                    <a:pt x="75" y="274"/>
                    <a:pt x="52" y="260"/>
                    <a:pt x="43" y="250"/>
                  </a:cubicBezTo>
                  <a:cubicBezTo>
                    <a:pt x="41" y="242"/>
                    <a:pt x="41" y="233"/>
                    <a:pt x="41" y="224"/>
                  </a:cubicBezTo>
                  <a:cubicBezTo>
                    <a:pt x="41" y="206"/>
                    <a:pt x="44" y="187"/>
                    <a:pt x="49" y="171"/>
                  </a:cubicBezTo>
                  <a:cubicBezTo>
                    <a:pt x="64" y="177"/>
                    <a:pt x="82" y="182"/>
                    <a:pt x="114" y="188"/>
                  </a:cubicBezTo>
                  <a:cubicBezTo>
                    <a:pt x="113" y="201"/>
                    <a:pt x="112" y="212"/>
                    <a:pt x="112" y="226"/>
                  </a:cubicBezTo>
                  <a:cubicBezTo>
                    <a:pt x="112" y="245"/>
                    <a:pt x="113" y="264"/>
                    <a:pt x="116" y="281"/>
                  </a:cubicBezTo>
                  <a:moveTo>
                    <a:pt x="117" y="164"/>
                  </a:moveTo>
                  <a:cubicBezTo>
                    <a:pt x="76" y="153"/>
                    <a:pt x="65" y="152"/>
                    <a:pt x="59" y="146"/>
                  </a:cubicBezTo>
                  <a:cubicBezTo>
                    <a:pt x="68" y="128"/>
                    <a:pt x="79" y="110"/>
                    <a:pt x="95" y="96"/>
                  </a:cubicBezTo>
                  <a:cubicBezTo>
                    <a:pt x="114" y="76"/>
                    <a:pt x="135" y="66"/>
                    <a:pt x="158" y="55"/>
                  </a:cubicBezTo>
                  <a:cubicBezTo>
                    <a:pt x="138" y="83"/>
                    <a:pt x="124" y="119"/>
                    <a:pt x="117" y="164"/>
                  </a:cubicBezTo>
                  <a:moveTo>
                    <a:pt x="331" y="164"/>
                  </a:moveTo>
                  <a:cubicBezTo>
                    <a:pt x="324" y="119"/>
                    <a:pt x="311" y="81"/>
                    <a:pt x="291" y="54"/>
                  </a:cubicBezTo>
                  <a:cubicBezTo>
                    <a:pt x="333" y="69"/>
                    <a:pt x="370" y="104"/>
                    <a:pt x="390" y="147"/>
                  </a:cubicBezTo>
                  <a:cubicBezTo>
                    <a:pt x="384" y="151"/>
                    <a:pt x="369" y="157"/>
                    <a:pt x="331" y="164"/>
                  </a:cubicBezTo>
                  <a:moveTo>
                    <a:pt x="211" y="171"/>
                  </a:moveTo>
                  <a:cubicBezTo>
                    <a:pt x="187" y="171"/>
                    <a:pt x="164" y="169"/>
                    <a:pt x="141" y="167"/>
                  </a:cubicBezTo>
                  <a:cubicBezTo>
                    <a:pt x="152" y="104"/>
                    <a:pt x="178" y="55"/>
                    <a:pt x="210" y="43"/>
                  </a:cubicBezTo>
                  <a:cubicBezTo>
                    <a:pt x="210" y="43"/>
                    <a:pt x="211" y="43"/>
                    <a:pt x="211" y="43"/>
                  </a:cubicBezTo>
                  <a:cubicBezTo>
                    <a:pt x="211" y="171"/>
                    <a:pt x="211" y="171"/>
                    <a:pt x="211" y="171"/>
                  </a:cubicBezTo>
                  <a:moveTo>
                    <a:pt x="237" y="171"/>
                  </a:moveTo>
                  <a:cubicBezTo>
                    <a:pt x="237" y="43"/>
                    <a:pt x="237" y="43"/>
                    <a:pt x="237" y="43"/>
                  </a:cubicBezTo>
                  <a:cubicBezTo>
                    <a:pt x="242" y="43"/>
                    <a:pt x="249" y="48"/>
                    <a:pt x="255" y="52"/>
                  </a:cubicBezTo>
                  <a:cubicBezTo>
                    <a:pt x="279" y="74"/>
                    <a:pt x="299" y="117"/>
                    <a:pt x="308" y="167"/>
                  </a:cubicBezTo>
                  <a:cubicBezTo>
                    <a:pt x="284" y="169"/>
                    <a:pt x="261" y="171"/>
                    <a:pt x="237" y="171"/>
                  </a:cubicBezTo>
                  <a:moveTo>
                    <a:pt x="225" y="0"/>
                  </a:moveTo>
                  <a:cubicBezTo>
                    <a:pt x="100" y="0"/>
                    <a:pt x="0" y="100"/>
                    <a:pt x="0" y="224"/>
                  </a:cubicBezTo>
                  <a:cubicBezTo>
                    <a:pt x="0" y="349"/>
                    <a:pt x="100" y="449"/>
                    <a:pt x="225" y="449"/>
                  </a:cubicBezTo>
                  <a:cubicBezTo>
                    <a:pt x="350" y="449"/>
                    <a:pt x="449" y="349"/>
                    <a:pt x="449" y="224"/>
                  </a:cubicBezTo>
                  <a:cubicBezTo>
                    <a:pt x="449" y="100"/>
                    <a:pt x="350" y="0"/>
                    <a:pt x="225"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5" name="组合 44"/>
          <p:cNvGrpSpPr/>
          <p:nvPr/>
        </p:nvGrpSpPr>
        <p:grpSpPr>
          <a:xfrm>
            <a:off x="4525833" y="4086993"/>
            <a:ext cx="1414953" cy="1415145"/>
            <a:chOff x="3394374" y="2689764"/>
            <a:chExt cx="1061215" cy="1061359"/>
          </a:xfrm>
        </p:grpSpPr>
        <p:grpSp>
          <p:nvGrpSpPr>
            <p:cNvPr id="46" name="组合 45"/>
            <p:cNvGrpSpPr/>
            <p:nvPr/>
          </p:nvGrpSpPr>
          <p:grpSpPr>
            <a:xfrm>
              <a:off x="3394374" y="2689764"/>
              <a:ext cx="1061215" cy="1061359"/>
              <a:chOff x="4926840" y="1732375"/>
              <a:chExt cx="1656097" cy="1656098"/>
            </a:xfrm>
          </p:grpSpPr>
          <p:sp>
            <p:nvSpPr>
              <p:cNvPr id="51" name="任意多边形 50"/>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2" name="椭圆 51"/>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椭圆 52"/>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7" name="Group 46"/>
            <p:cNvGrpSpPr>
              <a:grpSpLocks noChangeAspect="1"/>
            </p:cNvGrpSpPr>
            <p:nvPr/>
          </p:nvGrpSpPr>
          <p:grpSpPr bwMode="auto">
            <a:xfrm>
              <a:off x="3703465" y="3092811"/>
              <a:ext cx="443033" cy="274322"/>
              <a:chOff x="3098" y="1701"/>
              <a:chExt cx="1486" cy="920"/>
            </a:xfrm>
            <a:solidFill>
              <a:srgbClr val="663A77"/>
            </a:solidFill>
          </p:grpSpPr>
          <p:sp>
            <p:nvSpPr>
              <p:cNvPr id="48" name="Freeform 47"/>
              <p:cNvSpPr/>
              <p:nvPr/>
            </p:nvSpPr>
            <p:spPr bwMode="auto">
              <a:xfrm>
                <a:off x="3468" y="1701"/>
                <a:ext cx="746" cy="920"/>
              </a:xfrm>
              <a:custGeom>
                <a:avLst/>
                <a:gdLst>
                  <a:gd name="T0" fmla="*/ 157 w 314"/>
                  <a:gd name="T1" fmla="*/ 0 h 386"/>
                  <a:gd name="T2" fmla="*/ 68 w 314"/>
                  <a:gd name="T3" fmla="*/ 89 h 386"/>
                  <a:gd name="T4" fmla="*/ 127 w 314"/>
                  <a:gd name="T5" fmla="*/ 172 h 386"/>
                  <a:gd name="T6" fmla="*/ 103 w 314"/>
                  <a:gd name="T7" fmla="*/ 172 h 386"/>
                  <a:gd name="T8" fmla="*/ 16 w 314"/>
                  <a:gd name="T9" fmla="*/ 320 h 386"/>
                  <a:gd name="T10" fmla="*/ 28 w 314"/>
                  <a:gd name="T11" fmla="*/ 386 h 386"/>
                  <a:gd name="T12" fmla="*/ 132 w 314"/>
                  <a:gd name="T13" fmla="*/ 386 h 386"/>
                  <a:gd name="T14" fmla="*/ 154 w 314"/>
                  <a:gd name="T15" fmla="*/ 203 h 386"/>
                  <a:gd name="T16" fmla="*/ 132 w 314"/>
                  <a:gd name="T17" fmla="*/ 180 h 386"/>
                  <a:gd name="T18" fmla="*/ 182 w 314"/>
                  <a:gd name="T19" fmla="*/ 180 h 386"/>
                  <a:gd name="T20" fmla="*/ 160 w 314"/>
                  <a:gd name="T21" fmla="*/ 203 h 386"/>
                  <a:gd name="T22" fmla="*/ 182 w 314"/>
                  <a:gd name="T23" fmla="*/ 386 h 386"/>
                  <a:gd name="T24" fmla="*/ 286 w 314"/>
                  <a:gd name="T25" fmla="*/ 386 h 386"/>
                  <a:gd name="T26" fmla="*/ 298 w 314"/>
                  <a:gd name="T27" fmla="*/ 320 h 386"/>
                  <a:gd name="T28" fmla="*/ 211 w 314"/>
                  <a:gd name="T29" fmla="*/ 172 h 386"/>
                  <a:gd name="T30" fmla="*/ 187 w 314"/>
                  <a:gd name="T31" fmla="*/ 172 h 386"/>
                  <a:gd name="T32" fmla="*/ 246 w 314"/>
                  <a:gd name="T33" fmla="*/ 89 h 386"/>
                  <a:gd name="T34" fmla="*/ 157 w 314"/>
                  <a:gd name="T35" fmla="*/ 0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14" h="386">
                    <a:moveTo>
                      <a:pt x="157" y="0"/>
                    </a:moveTo>
                    <a:cubicBezTo>
                      <a:pt x="108" y="0"/>
                      <a:pt x="68" y="40"/>
                      <a:pt x="68" y="89"/>
                    </a:cubicBezTo>
                    <a:cubicBezTo>
                      <a:pt x="68" y="127"/>
                      <a:pt x="93" y="160"/>
                      <a:pt x="127" y="172"/>
                    </a:cubicBezTo>
                    <a:cubicBezTo>
                      <a:pt x="103" y="172"/>
                      <a:pt x="103" y="172"/>
                      <a:pt x="103" y="172"/>
                    </a:cubicBezTo>
                    <a:cubicBezTo>
                      <a:pt x="55" y="172"/>
                      <a:pt x="26" y="291"/>
                      <a:pt x="16" y="320"/>
                    </a:cubicBezTo>
                    <a:cubicBezTo>
                      <a:pt x="0" y="363"/>
                      <a:pt x="28" y="386"/>
                      <a:pt x="28" y="386"/>
                    </a:cubicBezTo>
                    <a:cubicBezTo>
                      <a:pt x="132" y="386"/>
                      <a:pt x="132" y="386"/>
                      <a:pt x="132" y="386"/>
                    </a:cubicBezTo>
                    <a:cubicBezTo>
                      <a:pt x="154" y="203"/>
                      <a:pt x="154" y="203"/>
                      <a:pt x="154" y="203"/>
                    </a:cubicBezTo>
                    <a:cubicBezTo>
                      <a:pt x="132" y="180"/>
                      <a:pt x="132" y="180"/>
                      <a:pt x="132" y="180"/>
                    </a:cubicBezTo>
                    <a:cubicBezTo>
                      <a:pt x="182" y="180"/>
                      <a:pt x="182" y="180"/>
                      <a:pt x="182" y="180"/>
                    </a:cubicBezTo>
                    <a:cubicBezTo>
                      <a:pt x="160" y="203"/>
                      <a:pt x="160" y="203"/>
                      <a:pt x="160" y="203"/>
                    </a:cubicBezTo>
                    <a:cubicBezTo>
                      <a:pt x="182" y="386"/>
                      <a:pt x="182" y="386"/>
                      <a:pt x="182" y="386"/>
                    </a:cubicBezTo>
                    <a:cubicBezTo>
                      <a:pt x="286" y="386"/>
                      <a:pt x="286" y="386"/>
                      <a:pt x="286" y="386"/>
                    </a:cubicBezTo>
                    <a:cubicBezTo>
                      <a:pt x="286" y="386"/>
                      <a:pt x="314" y="363"/>
                      <a:pt x="298" y="320"/>
                    </a:cubicBezTo>
                    <a:cubicBezTo>
                      <a:pt x="288" y="291"/>
                      <a:pt x="259" y="172"/>
                      <a:pt x="211" y="172"/>
                    </a:cubicBezTo>
                    <a:cubicBezTo>
                      <a:pt x="187" y="172"/>
                      <a:pt x="187" y="172"/>
                      <a:pt x="187" y="172"/>
                    </a:cubicBezTo>
                    <a:cubicBezTo>
                      <a:pt x="221" y="160"/>
                      <a:pt x="246" y="127"/>
                      <a:pt x="246" y="89"/>
                    </a:cubicBezTo>
                    <a:cubicBezTo>
                      <a:pt x="246" y="40"/>
                      <a:pt x="206" y="0"/>
                      <a:pt x="157"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9" name="Freeform 48"/>
              <p:cNvSpPr/>
              <p:nvPr/>
            </p:nvSpPr>
            <p:spPr bwMode="auto">
              <a:xfrm>
                <a:off x="3098" y="1871"/>
                <a:ext cx="475" cy="750"/>
              </a:xfrm>
              <a:custGeom>
                <a:avLst/>
                <a:gdLst>
                  <a:gd name="T0" fmla="*/ 128 w 200"/>
                  <a:gd name="T1" fmla="*/ 0 h 315"/>
                  <a:gd name="T2" fmla="*/ 55 w 200"/>
                  <a:gd name="T3" fmla="*/ 73 h 315"/>
                  <a:gd name="T4" fmla="*/ 103 w 200"/>
                  <a:gd name="T5" fmla="*/ 141 h 315"/>
                  <a:gd name="T6" fmla="*/ 84 w 200"/>
                  <a:gd name="T7" fmla="*/ 141 h 315"/>
                  <a:gd name="T8" fmla="*/ 13 w 200"/>
                  <a:gd name="T9" fmla="*/ 261 h 315"/>
                  <a:gd name="T10" fmla="*/ 23 w 200"/>
                  <a:gd name="T11" fmla="*/ 315 h 315"/>
                  <a:gd name="T12" fmla="*/ 108 w 200"/>
                  <a:gd name="T13" fmla="*/ 315 h 315"/>
                  <a:gd name="T14" fmla="*/ 126 w 200"/>
                  <a:gd name="T15" fmla="*/ 166 h 315"/>
                  <a:gd name="T16" fmla="*/ 107 w 200"/>
                  <a:gd name="T17" fmla="*/ 147 h 315"/>
                  <a:gd name="T18" fmla="*/ 149 w 200"/>
                  <a:gd name="T19" fmla="*/ 147 h 315"/>
                  <a:gd name="T20" fmla="*/ 130 w 200"/>
                  <a:gd name="T21" fmla="*/ 166 h 315"/>
                  <a:gd name="T22" fmla="*/ 148 w 200"/>
                  <a:gd name="T23" fmla="*/ 315 h 315"/>
                  <a:gd name="T24" fmla="*/ 168 w 200"/>
                  <a:gd name="T25" fmla="*/ 315 h 315"/>
                  <a:gd name="T26" fmla="*/ 161 w 200"/>
                  <a:gd name="T27" fmla="*/ 245 h 315"/>
                  <a:gd name="T28" fmla="*/ 166 w 200"/>
                  <a:gd name="T29" fmla="*/ 228 h 315"/>
                  <a:gd name="T30" fmla="*/ 194 w 200"/>
                  <a:gd name="T31" fmla="*/ 152 h 315"/>
                  <a:gd name="T32" fmla="*/ 172 w 200"/>
                  <a:gd name="T33" fmla="*/ 141 h 315"/>
                  <a:gd name="T34" fmla="*/ 152 w 200"/>
                  <a:gd name="T35" fmla="*/ 141 h 315"/>
                  <a:gd name="T36" fmla="*/ 200 w 200"/>
                  <a:gd name="T37" fmla="*/ 73 h 315"/>
                  <a:gd name="T38" fmla="*/ 128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128" y="0"/>
                    </a:moveTo>
                    <a:cubicBezTo>
                      <a:pt x="88" y="0"/>
                      <a:pt x="55" y="33"/>
                      <a:pt x="55" y="73"/>
                    </a:cubicBezTo>
                    <a:cubicBezTo>
                      <a:pt x="55" y="104"/>
                      <a:pt x="76" y="131"/>
                      <a:pt x="103" y="141"/>
                    </a:cubicBezTo>
                    <a:cubicBezTo>
                      <a:pt x="84" y="141"/>
                      <a:pt x="84" y="141"/>
                      <a:pt x="84" y="141"/>
                    </a:cubicBezTo>
                    <a:cubicBezTo>
                      <a:pt x="45" y="141"/>
                      <a:pt x="21" y="238"/>
                      <a:pt x="13" y="261"/>
                    </a:cubicBezTo>
                    <a:cubicBezTo>
                      <a:pt x="0" y="296"/>
                      <a:pt x="23" y="315"/>
                      <a:pt x="23" y="315"/>
                    </a:cubicBezTo>
                    <a:cubicBezTo>
                      <a:pt x="108" y="315"/>
                      <a:pt x="108" y="315"/>
                      <a:pt x="108" y="315"/>
                    </a:cubicBezTo>
                    <a:cubicBezTo>
                      <a:pt x="126" y="166"/>
                      <a:pt x="126" y="166"/>
                      <a:pt x="126" y="166"/>
                    </a:cubicBezTo>
                    <a:cubicBezTo>
                      <a:pt x="107" y="147"/>
                      <a:pt x="107" y="147"/>
                      <a:pt x="107" y="147"/>
                    </a:cubicBezTo>
                    <a:cubicBezTo>
                      <a:pt x="149" y="147"/>
                      <a:pt x="149" y="147"/>
                      <a:pt x="149" y="147"/>
                    </a:cubicBezTo>
                    <a:cubicBezTo>
                      <a:pt x="130" y="166"/>
                      <a:pt x="130" y="166"/>
                      <a:pt x="130" y="166"/>
                    </a:cubicBezTo>
                    <a:cubicBezTo>
                      <a:pt x="148" y="315"/>
                      <a:pt x="148" y="315"/>
                      <a:pt x="148" y="315"/>
                    </a:cubicBezTo>
                    <a:cubicBezTo>
                      <a:pt x="168" y="315"/>
                      <a:pt x="168" y="315"/>
                      <a:pt x="168" y="315"/>
                    </a:cubicBezTo>
                    <a:cubicBezTo>
                      <a:pt x="160" y="303"/>
                      <a:pt x="149" y="279"/>
                      <a:pt x="161" y="245"/>
                    </a:cubicBezTo>
                    <a:cubicBezTo>
                      <a:pt x="162" y="241"/>
                      <a:pt x="164" y="235"/>
                      <a:pt x="166" y="228"/>
                    </a:cubicBezTo>
                    <a:cubicBezTo>
                      <a:pt x="173" y="207"/>
                      <a:pt x="182" y="178"/>
                      <a:pt x="194" y="152"/>
                    </a:cubicBezTo>
                    <a:cubicBezTo>
                      <a:pt x="188" y="145"/>
                      <a:pt x="180" y="141"/>
                      <a:pt x="172" y="141"/>
                    </a:cubicBezTo>
                    <a:cubicBezTo>
                      <a:pt x="152" y="141"/>
                      <a:pt x="152" y="141"/>
                      <a:pt x="152" y="141"/>
                    </a:cubicBezTo>
                    <a:cubicBezTo>
                      <a:pt x="180" y="131"/>
                      <a:pt x="200" y="104"/>
                      <a:pt x="200" y="73"/>
                    </a:cubicBezTo>
                    <a:cubicBezTo>
                      <a:pt x="200" y="33"/>
                      <a:pt x="168" y="0"/>
                      <a:pt x="128"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Freeform 49"/>
              <p:cNvSpPr/>
              <p:nvPr/>
            </p:nvSpPr>
            <p:spPr bwMode="auto">
              <a:xfrm>
                <a:off x="4110" y="1871"/>
                <a:ext cx="474" cy="750"/>
              </a:xfrm>
              <a:custGeom>
                <a:avLst/>
                <a:gdLst>
                  <a:gd name="T0" fmla="*/ 72 w 200"/>
                  <a:gd name="T1" fmla="*/ 0 h 315"/>
                  <a:gd name="T2" fmla="*/ 0 w 200"/>
                  <a:gd name="T3" fmla="*/ 73 h 315"/>
                  <a:gd name="T4" fmla="*/ 48 w 200"/>
                  <a:gd name="T5" fmla="*/ 141 h 315"/>
                  <a:gd name="T6" fmla="*/ 28 w 200"/>
                  <a:gd name="T7" fmla="*/ 141 h 315"/>
                  <a:gd name="T8" fmla="*/ 6 w 200"/>
                  <a:gd name="T9" fmla="*/ 152 h 315"/>
                  <a:gd name="T10" fmla="*/ 34 w 200"/>
                  <a:gd name="T11" fmla="*/ 228 h 315"/>
                  <a:gd name="T12" fmla="*/ 39 w 200"/>
                  <a:gd name="T13" fmla="*/ 245 h 315"/>
                  <a:gd name="T14" fmla="*/ 32 w 200"/>
                  <a:gd name="T15" fmla="*/ 315 h 315"/>
                  <a:gd name="T16" fmla="*/ 52 w 200"/>
                  <a:gd name="T17" fmla="*/ 315 h 315"/>
                  <a:gd name="T18" fmla="*/ 70 w 200"/>
                  <a:gd name="T19" fmla="*/ 166 h 315"/>
                  <a:gd name="T20" fmla="*/ 52 w 200"/>
                  <a:gd name="T21" fmla="*/ 147 h 315"/>
                  <a:gd name="T22" fmla="*/ 93 w 200"/>
                  <a:gd name="T23" fmla="*/ 147 h 315"/>
                  <a:gd name="T24" fmla="*/ 74 w 200"/>
                  <a:gd name="T25" fmla="*/ 166 h 315"/>
                  <a:gd name="T26" fmla="*/ 92 w 200"/>
                  <a:gd name="T27" fmla="*/ 315 h 315"/>
                  <a:gd name="T28" fmla="*/ 178 w 200"/>
                  <a:gd name="T29" fmla="*/ 315 h 315"/>
                  <a:gd name="T30" fmla="*/ 187 w 200"/>
                  <a:gd name="T31" fmla="*/ 261 h 315"/>
                  <a:gd name="T32" fmla="*/ 116 w 200"/>
                  <a:gd name="T33" fmla="*/ 141 h 315"/>
                  <a:gd name="T34" fmla="*/ 97 w 200"/>
                  <a:gd name="T35" fmla="*/ 141 h 315"/>
                  <a:gd name="T36" fmla="*/ 145 w 200"/>
                  <a:gd name="T37" fmla="*/ 73 h 315"/>
                  <a:gd name="T38" fmla="*/ 72 w 200"/>
                  <a:gd name="T39" fmla="*/ 0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0" h="315">
                    <a:moveTo>
                      <a:pt x="72" y="0"/>
                    </a:moveTo>
                    <a:cubicBezTo>
                      <a:pt x="32" y="0"/>
                      <a:pt x="0" y="33"/>
                      <a:pt x="0" y="73"/>
                    </a:cubicBezTo>
                    <a:cubicBezTo>
                      <a:pt x="0" y="104"/>
                      <a:pt x="20" y="131"/>
                      <a:pt x="48" y="141"/>
                    </a:cubicBezTo>
                    <a:cubicBezTo>
                      <a:pt x="28" y="141"/>
                      <a:pt x="28" y="141"/>
                      <a:pt x="28" y="141"/>
                    </a:cubicBezTo>
                    <a:cubicBezTo>
                      <a:pt x="20" y="141"/>
                      <a:pt x="13" y="145"/>
                      <a:pt x="6" y="152"/>
                    </a:cubicBezTo>
                    <a:cubicBezTo>
                      <a:pt x="18" y="178"/>
                      <a:pt x="27" y="207"/>
                      <a:pt x="34" y="228"/>
                    </a:cubicBezTo>
                    <a:cubicBezTo>
                      <a:pt x="36" y="235"/>
                      <a:pt x="38" y="241"/>
                      <a:pt x="39" y="245"/>
                    </a:cubicBezTo>
                    <a:cubicBezTo>
                      <a:pt x="52" y="279"/>
                      <a:pt x="40" y="303"/>
                      <a:pt x="32" y="315"/>
                    </a:cubicBezTo>
                    <a:cubicBezTo>
                      <a:pt x="52" y="315"/>
                      <a:pt x="52" y="315"/>
                      <a:pt x="52" y="315"/>
                    </a:cubicBezTo>
                    <a:cubicBezTo>
                      <a:pt x="70" y="166"/>
                      <a:pt x="70" y="166"/>
                      <a:pt x="70" y="166"/>
                    </a:cubicBezTo>
                    <a:cubicBezTo>
                      <a:pt x="52" y="147"/>
                      <a:pt x="52" y="147"/>
                      <a:pt x="52" y="147"/>
                    </a:cubicBezTo>
                    <a:cubicBezTo>
                      <a:pt x="93" y="147"/>
                      <a:pt x="93" y="147"/>
                      <a:pt x="93" y="147"/>
                    </a:cubicBezTo>
                    <a:cubicBezTo>
                      <a:pt x="74" y="166"/>
                      <a:pt x="74" y="166"/>
                      <a:pt x="74" y="166"/>
                    </a:cubicBezTo>
                    <a:cubicBezTo>
                      <a:pt x="92" y="315"/>
                      <a:pt x="92" y="315"/>
                      <a:pt x="92" y="315"/>
                    </a:cubicBezTo>
                    <a:cubicBezTo>
                      <a:pt x="178" y="315"/>
                      <a:pt x="178" y="315"/>
                      <a:pt x="178" y="315"/>
                    </a:cubicBezTo>
                    <a:cubicBezTo>
                      <a:pt x="178" y="315"/>
                      <a:pt x="200" y="296"/>
                      <a:pt x="187" y="261"/>
                    </a:cubicBezTo>
                    <a:cubicBezTo>
                      <a:pt x="179" y="238"/>
                      <a:pt x="156" y="141"/>
                      <a:pt x="116" y="141"/>
                    </a:cubicBezTo>
                    <a:cubicBezTo>
                      <a:pt x="97" y="141"/>
                      <a:pt x="97" y="141"/>
                      <a:pt x="97" y="141"/>
                    </a:cubicBezTo>
                    <a:cubicBezTo>
                      <a:pt x="125" y="131"/>
                      <a:pt x="145" y="104"/>
                      <a:pt x="145" y="73"/>
                    </a:cubicBezTo>
                    <a:cubicBezTo>
                      <a:pt x="145" y="33"/>
                      <a:pt x="112" y="0"/>
                      <a:pt x="72" y="0"/>
                    </a:cubicBezTo>
                  </a:path>
                </a:pathLst>
              </a:cu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4" name="组合 53"/>
          <p:cNvGrpSpPr/>
          <p:nvPr/>
        </p:nvGrpSpPr>
        <p:grpSpPr>
          <a:xfrm>
            <a:off x="6253333" y="4086993"/>
            <a:ext cx="1414953" cy="1415145"/>
            <a:chOff x="4689999" y="2689764"/>
            <a:chExt cx="1061215" cy="1061359"/>
          </a:xfrm>
        </p:grpSpPr>
        <p:grpSp>
          <p:nvGrpSpPr>
            <p:cNvPr id="55" name="组合 54"/>
            <p:cNvGrpSpPr/>
            <p:nvPr/>
          </p:nvGrpSpPr>
          <p:grpSpPr>
            <a:xfrm>
              <a:off x="4689999" y="2689764"/>
              <a:ext cx="1061215" cy="1061359"/>
              <a:chOff x="4926840" y="1732375"/>
              <a:chExt cx="1656097" cy="1656098"/>
            </a:xfrm>
          </p:grpSpPr>
          <p:sp>
            <p:nvSpPr>
              <p:cNvPr id="57" name="任意多边形 56"/>
              <p:cNvSpPr/>
              <p:nvPr/>
            </p:nvSpPr>
            <p:spPr>
              <a:xfrm>
                <a:off x="4926840" y="1732375"/>
                <a:ext cx="1656097" cy="1656098"/>
              </a:xfrm>
              <a:custGeom>
                <a:avLst/>
                <a:gdLst>
                  <a:gd name="connsiteX0" fmla="*/ 734066 w 1656097"/>
                  <a:gd name="connsiteY0" fmla="*/ 0 h 1656098"/>
                  <a:gd name="connsiteX1" fmla="*/ 922032 w 1656097"/>
                  <a:gd name="connsiteY1" fmla="*/ 0 h 1656098"/>
                  <a:gd name="connsiteX2" fmla="*/ 958682 w 1656097"/>
                  <a:gd name="connsiteY2" fmla="*/ 170987 h 1656098"/>
                  <a:gd name="connsiteX3" fmla="*/ 967537 w 1656097"/>
                  <a:gd name="connsiteY3" fmla="*/ 172338 h 1656098"/>
                  <a:gd name="connsiteX4" fmla="*/ 1042604 w 1656097"/>
                  <a:gd name="connsiteY4" fmla="*/ 194634 h 1656098"/>
                  <a:gd name="connsiteX5" fmla="*/ 1160682 w 1656097"/>
                  <a:gd name="connsiteY5" fmla="*/ 63947 h 1656098"/>
                  <a:gd name="connsiteX6" fmla="*/ 1323465 w 1656097"/>
                  <a:gd name="connsiteY6" fmla="*/ 157929 h 1656098"/>
                  <a:gd name="connsiteX7" fmla="*/ 1271151 w 1656097"/>
                  <a:gd name="connsiteY7" fmla="*/ 319877 h 1656098"/>
                  <a:gd name="connsiteX8" fmla="*/ 1280994 w 1656097"/>
                  <a:gd name="connsiteY8" fmla="*/ 327054 h 1656098"/>
                  <a:gd name="connsiteX9" fmla="*/ 1333335 w 1656097"/>
                  <a:gd name="connsiteY9" fmla="*/ 377405 h 1656098"/>
                  <a:gd name="connsiteX10" fmla="*/ 1338950 w 1656097"/>
                  <a:gd name="connsiteY10" fmla="*/ 384065 h 1656098"/>
                  <a:gd name="connsiteX11" fmla="*/ 1498169 w 1656097"/>
                  <a:gd name="connsiteY11" fmla="*/ 332634 h 1656098"/>
                  <a:gd name="connsiteX12" fmla="*/ 1592152 w 1656097"/>
                  <a:gd name="connsiteY12" fmla="*/ 495417 h 1656098"/>
                  <a:gd name="connsiteX13" fmla="*/ 1473528 w 1656097"/>
                  <a:gd name="connsiteY13" fmla="*/ 602595 h 1656098"/>
                  <a:gd name="connsiteX14" fmla="*/ 1483127 w 1656097"/>
                  <a:gd name="connsiteY14" fmla="*/ 626411 h 1656098"/>
                  <a:gd name="connsiteX15" fmla="*/ 1501984 w 1656097"/>
                  <a:gd name="connsiteY15" fmla="*/ 701032 h 1656098"/>
                  <a:gd name="connsiteX16" fmla="*/ 1656097 w 1656097"/>
                  <a:gd name="connsiteY16" fmla="*/ 734067 h 1656098"/>
                  <a:gd name="connsiteX17" fmla="*/ 1656097 w 1656097"/>
                  <a:gd name="connsiteY17" fmla="*/ 922032 h 1656098"/>
                  <a:gd name="connsiteX18" fmla="*/ 1511749 w 1656097"/>
                  <a:gd name="connsiteY18" fmla="*/ 952973 h 1656098"/>
                  <a:gd name="connsiteX19" fmla="*/ 1506114 w 1656097"/>
                  <a:gd name="connsiteY19" fmla="*/ 989892 h 1656098"/>
                  <a:gd name="connsiteX20" fmla="*/ 1491538 w 1656097"/>
                  <a:gd name="connsiteY20" fmla="*/ 1048074 h 1656098"/>
                  <a:gd name="connsiteX21" fmla="*/ 1485827 w 1656097"/>
                  <a:gd name="connsiteY21" fmla="*/ 1064617 h 1656098"/>
                  <a:gd name="connsiteX22" fmla="*/ 1592152 w 1656097"/>
                  <a:gd name="connsiteY22" fmla="*/ 1160683 h 1656098"/>
                  <a:gd name="connsiteX23" fmla="*/ 1498169 w 1656097"/>
                  <a:gd name="connsiteY23" fmla="*/ 1323465 h 1656098"/>
                  <a:gd name="connsiteX24" fmla="*/ 1367507 w 1656097"/>
                  <a:gd name="connsiteY24" fmla="*/ 1281258 h 1656098"/>
                  <a:gd name="connsiteX25" fmla="*/ 1351398 w 1656097"/>
                  <a:gd name="connsiteY25" fmla="*/ 1303350 h 1656098"/>
                  <a:gd name="connsiteX26" fmla="*/ 1301049 w 1656097"/>
                  <a:gd name="connsiteY26" fmla="*/ 1355691 h 1656098"/>
                  <a:gd name="connsiteX27" fmla="*/ 1282493 w 1656097"/>
                  <a:gd name="connsiteY27" fmla="*/ 1371332 h 1656098"/>
                  <a:gd name="connsiteX28" fmla="*/ 1323465 w 1656097"/>
                  <a:gd name="connsiteY28" fmla="*/ 1498169 h 1656098"/>
                  <a:gd name="connsiteX29" fmla="*/ 1160682 w 1656097"/>
                  <a:gd name="connsiteY29" fmla="*/ 1592152 h 1656098"/>
                  <a:gd name="connsiteX30" fmla="*/ 1074277 w 1656097"/>
                  <a:gd name="connsiteY30" fmla="*/ 1496521 h 1656098"/>
                  <a:gd name="connsiteX31" fmla="*/ 1052042 w 1656097"/>
                  <a:gd name="connsiteY31" fmla="*/ 1505484 h 1656098"/>
                  <a:gd name="connsiteX32" fmla="*/ 948719 w 1656097"/>
                  <a:gd name="connsiteY32" fmla="*/ 1531593 h 1656098"/>
                  <a:gd name="connsiteX33" fmla="*/ 922032 w 1656097"/>
                  <a:gd name="connsiteY33" fmla="*/ 1656098 h 1656098"/>
                  <a:gd name="connsiteX34" fmla="*/ 734066 w 1656097"/>
                  <a:gd name="connsiteY34" fmla="*/ 1656098 h 1656098"/>
                  <a:gd name="connsiteX35" fmla="*/ 707323 w 1656097"/>
                  <a:gd name="connsiteY35" fmla="*/ 1531333 h 1656098"/>
                  <a:gd name="connsiteX36" fmla="*/ 688561 w 1656097"/>
                  <a:gd name="connsiteY36" fmla="*/ 1528470 h 1656098"/>
                  <a:gd name="connsiteX37" fmla="*/ 581645 w 1656097"/>
                  <a:gd name="connsiteY37" fmla="*/ 1496716 h 1656098"/>
                  <a:gd name="connsiteX38" fmla="*/ 495416 w 1656097"/>
                  <a:gd name="connsiteY38" fmla="*/ 1592152 h 1656098"/>
                  <a:gd name="connsiteX39" fmla="*/ 332634 w 1656097"/>
                  <a:gd name="connsiteY39" fmla="*/ 1498169 h 1656098"/>
                  <a:gd name="connsiteX40" fmla="*/ 373389 w 1656097"/>
                  <a:gd name="connsiteY40" fmla="*/ 1372000 h 1656098"/>
                  <a:gd name="connsiteX41" fmla="*/ 293970 w 1656097"/>
                  <a:gd name="connsiteY41" fmla="*/ 1290661 h 1656098"/>
                  <a:gd name="connsiteX42" fmla="*/ 287662 w 1656097"/>
                  <a:gd name="connsiteY42" fmla="*/ 1281558 h 1656098"/>
                  <a:gd name="connsiteX43" fmla="*/ 157930 w 1656097"/>
                  <a:gd name="connsiteY43" fmla="*/ 1323465 h 1656098"/>
                  <a:gd name="connsiteX44" fmla="*/ 63947 w 1656097"/>
                  <a:gd name="connsiteY44" fmla="*/ 1160683 h 1656098"/>
                  <a:gd name="connsiteX45" fmla="*/ 170348 w 1656097"/>
                  <a:gd name="connsiteY45" fmla="*/ 1064548 h 1656098"/>
                  <a:gd name="connsiteX46" fmla="*/ 159896 w 1656097"/>
                  <a:gd name="connsiteY46" fmla="*/ 1031651 h 1656098"/>
                  <a:gd name="connsiteX47" fmla="*/ 144063 w 1656097"/>
                  <a:gd name="connsiteY47" fmla="*/ 952912 h 1656098"/>
                  <a:gd name="connsiteX48" fmla="*/ 0 w 1656097"/>
                  <a:gd name="connsiteY48" fmla="*/ 922032 h 1656098"/>
                  <a:gd name="connsiteX49" fmla="*/ 0 w 1656097"/>
                  <a:gd name="connsiteY49" fmla="*/ 734067 h 1656098"/>
                  <a:gd name="connsiteX50" fmla="*/ 152682 w 1656097"/>
                  <a:gd name="connsiteY50" fmla="*/ 701339 h 1656098"/>
                  <a:gd name="connsiteX51" fmla="*/ 159896 w 1656097"/>
                  <a:gd name="connsiteY51" fmla="*/ 669158 h 1656098"/>
                  <a:gd name="connsiteX52" fmla="*/ 182923 w 1656097"/>
                  <a:gd name="connsiteY52" fmla="*/ 602913 h 1656098"/>
                  <a:gd name="connsiteX53" fmla="*/ 63947 w 1656097"/>
                  <a:gd name="connsiteY53" fmla="*/ 495417 h 1656098"/>
                  <a:gd name="connsiteX54" fmla="*/ 157930 w 1656097"/>
                  <a:gd name="connsiteY54" fmla="*/ 332634 h 1656098"/>
                  <a:gd name="connsiteX55" fmla="*/ 318389 w 1656097"/>
                  <a:gd name="connsiteY55" fmla="*/ 384465 h 1656098"/>
                  <a:gd name="connsiteX56" fmla="*/ 353537 w 1656097"/>
                  <a:gd name="connsiteY56" fmla="*/ 346539 h 1656098"/>
                  <a:gd name="connsiteX57" fmla="*/ 385166 w 1656097"/>
                  <a:gd name="connsiteY57" fmla="*/ 320558 h 1656098"/>
                  <a:gd name="connsiteX58" fmla="*/ 332634 w 1656097"/>
                  <a:gd name="connsiteY58" fmla="*/ 157929 h 1656098"/>
                  <a:gd name="connsiteX59" fmla="*/ 495416 w 1656097"/>
                  <a:gd name="connsiteY59" fmla="*/ 63947 h 1656098"/>
                  <a:gd name="connsiteX60" fmla="*/ 612546 w 1656097"/>
                  <a:gd name="connsiteY60" fmla="*/ 193585 h 1656098"/>
                  <a:gd name="connsiteX61" fmla="*/ 688561 w 1656097"/>
                  <a:gd name="connsiteY61" fmla="*/ 172338 h 1656098"/>
                  <a:gd name="connsiteX62" fmla="*/ 697415 w 1656097"/>
                  <a:gd name="connsiteY62" fmla="*/ 170987 h 1656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656097" h="1656098">
                    <a:moveTo>
                      <a:pt x="734066" y="0"/>
                    </a:moveTo>
                    <a:lnTo>
                      <a:pt x="922032" y="0"/>
                    </a:lnTo>
                    <a:lnTo>
                      <a:pt x="958682" y="170987"/>
                    </a:lnTo>
                    <a:lnTo>
                      <a:pt x="967537" y="172338"/>
                    </a:lnTo>
                    <a:lnTo>
                      <a:pt x="1042604" y="194634"/>
                    </a:lnTo>
                    <a:lnTo>
                      <a:pt x="1160682" y="63947"/>
                    </a:lnTo>
                    <a:lnTo>
                      <a:pt x="1323465" y="157929"/>
                    </a:lnTo>
                    <a:lnTo>
                      <a:pt x="1271151" y="319877"/>
                    </a:lnTo>
                    <a:lnTo>
                      <a:pt x="1280994" y="327054"/>
                    </a:lnTo>
                    <a:cubicBezTo>
                      <a:pt x="1299308" y="342918"/>
                      <a:pt x="1316780" y="359726"/>
                      <a:pt x="1333335" y="377405"/>
                    </a:cubicBezTo>
                    <a:lnTo>
                      <a:pt x="1338950" y="384065"/>
                    </a:lnTo>
                    <a:lnTo>
                      <a:pt x="1498169" y="332634"/>
                    </a:lnTo>
                    <a:lnTo>
                      <a:pt x="1592152" y="495417"/>
                    </a:lnTo>
                    <a:lnTo>
                      <a:pt x="1473528" y="602595"/>
                    </a:lnTo>
                    <a:lnTo>
                      <a:pt x="1483127" y="626411"/>
                    </a:lnTo>
                    <a:lnTo>
                      <a:pt x="1501984" y="701032"/>
                    </a:lnTo>
                    <a:lnTo>
                      <a:pt x="1656097" y="734067"/>
                    </a:lnTo>
                    <a:lnTo>
                      <a:pt x="1656097" y="922032"/>
                    </a:lnTo>
                    <a:lnTo>
                      <a:pt x="1511749" y="952973"/>
                    </a:lnTo>
                    <a:lnTo>
                      <a:pt x="1506114" y="989892"/>
                    </a:lnTo>
                    <a:cubicBezTo>
                      <a:pt x="1502081" y="1009604"/>
                      <a:pt x="1497209" y="1029011"/>
                      <a:pt x="1491538" y="1048074"/>
                    </a:cubicBezTo>
                    <a:lnTo>
                      <a:pt x="1485827" y="1064617"/>
                    </a:lnTo>
                    <a:lnTo>
                      <a:pt x="1592152" y="1160683"/>
                    </a:lnTo>
                    <a:lnTo>
                      <a:pt x="1498169" y="1323465"/>
                    </a:lnTo>
                    <a:lnTo>
                      <a:pt x="1367507" y="1281258"/>
                    </a:lnTo>
                    <a:lnTo>
                      <a:pt x="1351398" y="1303350"/>
                    </a:lnTo>
                    <a:cubicBezTo>
                      <a:pt x="1335535" y="1321664"/>
                      <a:pt x="1318727" y="1339136"/>
                      <a:pt x="1301049" y="1355691"/>
                    </a:cubicBezTo>
                    <a:lnTo>
                      <a:pt x="1282493" y="1371332"/>
                    </a:lnTo>
                    <a:lnTo>
                      <a:pt x="1323465" y="1498169"/>
                    </a:lnTo>
                    <a:lnTo>
                      <a:pt x="1160682" y="1592152"/>
                    </a:lnTo>
                    <a:lnTo>
                      <a:pt x="1074277" y="1496521"/>
                    </a:lnTo>
                    <a:lnTo>
                      <a:pt x="1052042" y="1505484"/>
                    </a:lnTo>
                    <a:lnTo>
                      <a:pt x="948719" y="1531593"/>
                    </a:lnTo>
                    <a:lnTo>
                      <a:pt x="922032" y="1656098"/>
                    </a:lnTo>
                    <a:lnTo>
                      <a:pt x="734066" y="1656098"/>
                    </a:lnTo>
                    <a:lnTo>
                      <a:pt x="707323" y="1531333"/>
                    </a:lnTo>
                    <a:lnTo>
                      <a:pt x="688561" y="1528470"/>
                    </a:lnTo>
                    <a:lnTo>
                      <a:pt x="581645" y="1496716"/>
                    </a:lnTo>
                    <a:lnTo>
                      <a:pt x="495416" y="1592152"/>
                    </a:lnTo>
                    <a:lnTo>
                      <a:pt x="332634" y="1498169"/>
                    </a:lnTo>
                    <a:lnTo>
                      <a:pt x="373389" y="1372000"/>
                    </a:lnTo>
                    <a:lnTo>
                      <a:pt x="293970" y="1290661"/>
                    </a:lnTo>
                    <a:lnTo>
                      <a:pt x="287662" y="1281558"/>
                    </a:lnTo>
                    <a:lnTo>
                      <a:pt x="157930" y="1323465"/>
                    </a:lnTo>
                    <a:lnTo>
                      <a:pt x="63947" y="1160683"/>
                    </a:lnTo>
                    <a:lnTo>
                      <a:pt x="170348" y="1064548"/>
                    </a:lnTo>
                    <a:lnTo>
                      <a:pt x="159896" y="1031651"/>
                    </a:lnTo>
                    <a:lnTo>
                      <a:pt x="144063" y="952912"/>
                    </a:lnTo>
                    <a:lnTo>
                      <a:pt x="0" y="922032"/>
                    </a:lnTo>
                    <a:lnTo>
                      <a:pt x="0" y="734067"/>
                    </a:lnTo>
                    <a:lnTo>
                      <a:pt x="152682" y="701339"/>
                    </a:lnTo>
                    <a:lnTo>
                      <a:pt x="159896" y="669158"/>
                    </a:lnTo>
                    <a:lnTo>
                      <a:pt x="182923" y="602913"/>
                    </a:lnTo>
                    <a:lnTo>
                      <a:pt x="63947" y="495417"/>
                    </a:lnTo>
                    <a:lnTo>
                      <a:pt x="157930" y="332634"/>
                    </a:lnTo>
                    <a:lnTo>
                      <a:pt x="318389" y="384465"/>
                    </a:lnTo>
                    <a:lnTo>
                      <a:pt x="353537" y="346539"/>
                    </a:lnTo>
                    <a:lnTo>
                      <a:pt x="385166" y="320558"/>
                    </a:lnTo>
                    <a:lnTo>
                      <a:pt x="332634" y="157929"/>
                    </a:lnTo>
                    <a:lnTo>
                      <a:pt x="495416" y="63947"/>
                    </a:lnTo>
                    <a:lnTo>
                      <a:pt x="612546" y="193585"/>
                    </a:lnTo>
                    <a:lnTo>
                      <a:pt x="688561" y="172338"/>
                    </a:lnTo>
                    <a:lnTo>
                      <a:pt x="697415" y="170987"/>
                    </a:lnTo>
                    <a:close/>
                  </a:path>
                </a:pathLst>
              </a:custGeom>
              <a:gradFill>
                <a:gsLst>
                  <a:gs pos="0">
                    <a:schemeClr val="bg1"/>
                  </a:gs>
                  <a:gs pos="100000">
                    <a:srgbClr val="E2E2E2"/>
                  </a:gs>
                </a:gsLst>
                <a:lin ang="2700000" scaled="1"/>
              </a:gradFill>
              <a:ln>
                <a:noFill/>
              </a:ln>
              <a:effectLst>
                <a:outerShdw blurRad="190500" dist="889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5189938" y="1995474"/>
                <a:ext cx="1129900" cy="1129900"/>
              </a:xfrm>
              <a:prstGeom prst="ellipse">
                <a:avLst/>
              </a:prstGeom>
              <a:solidFill>
                <a:schemeClr val="accent1">
                  <a:lumMod val="100000"/>
                </a:schemeClr>
              </a:solidFill>
              <a:ln w="22225">
                <a:gradFill flip="none" rotWithShape="1">
                  <a:gsLst>
                    <a:gs pos="0">
                      <a:srgbClr val="CDCDCD"/>
                    </a:gs>
                    <a:gs pos="100000">
                      <a:schemeClr val="bg1"/>
                    </a:gs>
                  </a:gsLst>
                  <a:lin ang="2700000" scaled="1"/>
                  <a:tileRect/>
                </a:gradFill>
              </a:ln>
              <a:effectLst>
                <a:innerShdw blurRad="88900" dist="38100" dir="13500000">
                  <a:prstClr val="black">
                    <a:alpha val="4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椭圆 58"/>
              <p:cNvSpPr/>
              <p:nvPr/>
            </p:nvSpPr>
            <p:spPr>
              <a:xfrm>
                <a:off x="5266822" y="2076686"/>
                <a:ext cx="976134" cy="976135"/>
              </a:xfrm>
              <a:prstGeom prst="ellipse">
                <a:avLst/>
              </a:prstGeom>
              <a:gradFill>
                <a:gsLst>
                  <a:gs pos="0">
                    <a:schemeClr val="bg1">
                      <a:lumMod val="85000"/>
                    </a:schemeClr>
                  </a:gs>
                  <a:gs pos="100000">
                    <a:schemeClr val="bg1"/>
                  </a:gs>
                </a:gsLst>
                <a:lin ang="2700000" scaled="1"/>
              </a:gradFill>
              <a:ln w="19050">
                <a:gradFill flip="none" rotWithShape="1">
                  <a:gsLst>
                    <a:gs pos="100000">
                      <a:srgbClr val="CDCDCD"/>
                    </a:gs>
                    <a:gs pos="0">
                      <a:schemeClr val="bg1"/>
                    </a:gs>
                  </a:gsLst>
                  <a:lin ang="2700000" scaled="1"/>
                  <a:tileRect/>
                </a:gradFill>
              </a:ln>
              <a:effectLst>
                <a:outerShdw blurRad="88900" dist="381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56" name="Freeform 57"/>
            <p:cNvSpPr>
              <a:spLocks noEditPoints="1"/>
            </p:cNvSpPr>
            <p:nvPr/>
          </p:nvSpPr>
          <p:spPr bwMode="auto">
            <a:xfrm>
              <a:off x="5037070" y="3046056"/>
              <a:ext cx="367075" cy="367832"/>
            </a:xfrm>
            <a:custGeom>
              <a:avLst/>
              <a:gdLst>
                <a:gd name="T0" fmla="*/ 145 w 437"/>
                <a:gd name="T1" fmla="*/ 119 h 437"/>
                <a:gd name="T2" fmla="*/ 126 w 437"/>
                <a:gd name="T3" fmla="*/ 159 h 437"/>
                <a:gd name="T4" fmla="*/ 197 w 437"/>
                <a:gd name="T5" fmla="*/ 237 h 437"/>
                <a:gd name="T6" fmla="*/ 214 w 437"/>
                <a:gd name="T7" fmla="*/ 245 h 437"/>
                <a:gd name="T8" fmla="*/ 276 w 437"/>
                <a:gd name="T9" fmla="*/ 245 h 437"/>
                <a:gd name="T10" fmla="*/ 276 w 437"/>
                <a:gd name="T11" fmla="*/ 196 h 437"/>
                <a:gd name="T12" fmla="*/ 225 w 437"/>
                <a:gd name="T13" fmla="*/ 196 h 437"/>
                <a:gd name="T14" fmla="*/ 161 w 437"/>
                <a:gd name="T15" fmla="*/ 126 h 437"/>
                <a:gd name="T16" fmla="*/ 145 w 437"/>
                <a:gd name="T17" fmla="*/ 119 h 437"/>
                <a:gd name="T18" fmla="*/ 219 w 437"/>
                <a:gd name="T19" fmla="*/ 388 h 437"/>
                <a:gd name="T20" fmla="*/ 48 w 437"/>
                <a:gd name="T21" fmla="*/ 218 h 437"/>
                <a:gd name="T22" fmla="*/ 219 w 437"/>
                <a:gd name="T23" fmla="*/ 48 h 437"/>
                <a:gd name="T24" fmla="*/ 388 w 437"/>
                <a:gd name="T25" fmla="*/ 218 h 437"/>
                <a:gd name="T26" fmla="*/ 219 w 437"/>
                <a:gd name="T27" fmla="*/ 388 h 437"/>
                <a:gd name="T28" fmla="*/ 219 w 437"/>
                <a:gd name="T29" fmla="*/ 0 h 437"/>
                <a:gd name="T30" fmla="*/ 0 w 437"/>
                <a:gd name="T31" fmla="*/ 218 h 437"/>
                <a:gd name="T32" fmla="*/ 219 w 437"/>
                <a:gd name="T33" fmla="*/ 437 h 437"/>
                <a:gd name="T34" fmla="*/ 437 w 437"/>
                <a:gd name="T35" fmla="*/ 218 h 437"/>
                <a:gd name="T36" fmla="*/ 219 w 437"/>
                <a:gd name="T37" fmla="*/ 0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7" h="437">
                  <a:moveTo>
                    <a:pt x="145" y="119"/>
                  </a:moveTo>
                  <a:cubicBezTo>
                    <a:pt x="127" y="119"/>
                    <a:pt x="110" y="142"/>
                    <a:pt x="126" y="159"/>
                  </a:cubicBezTo>
                  <a:cubicBezTo>
                    <a:pt x="197" y="237"/>
                    <a:pt x="197" y="237"/>
                    <a:pt x="197" y="237"/>
                  </a:cubicBezTo>
                  <a:cubicBezTo>
                    <a:pt x="201" y="242"/>
                    <a:pt x="207" y="245"/>
                    <a:pt x="214" y="245"/>
                  </a:cubicBezTo>
                  <a:cubicBezTo>
                    <a:pt x="276" y="245"/>
                    <a:pt x="276" y="245"/>
                    <a:pt x="276" y="245"/>
                  </a:cubicBezTo>
                  <a:cubicBezTo>
                    <a:pt x="306" y="245"/>
                    <a:pt x="309" y="196"/>
                    <a:pt x="276" y="196"/>
                  </a:cubicBezTo>
                  <a:cubicBezTo>
                    <a:pt x="225" y="196"/>
                    <a:pt x="225" y="196"/>
                    <a:pt x="225" y="196"/>
                  </a:cubicBezTo>
                  <a:cubicBezTo>
                    <a:pt x="161" y="126"/>
                    <a:pt x="161" y="126"/>
                    <a:pt x="161" y="126"/>
                  </a:cubicBezTo>
                  <a:cubicBezTo>
                    <a:pt x="156" y="121"/>
                    <a:pt x="151" y="119"/>
                    <a:pt x="145" y="119"/>
                  </a:cubicBezTo>
                  <a:moveTo>
                    <a:pt x="219" y="388"/>
                  </a:moveTo>
                  <a:cubicBezTo>
                    <a:pt x="124" y="388"/>
                    <a:pt x="48" y="312"/>
                    <a:pt x="48" y="218"/>
                  </a:cubicBezTo>
                  <a:cubicBezTo>
                    <a:pt x="48" y="124"/>
                    <a:pt x="124" y="48"/>
                    <a:pt x="219" y="48"/>
                  </a:cubicBezTo>
                  <a:cubicBezTo>
                    <a:pt x="313" y="48"/>
                    <a:pt x="388" y="124"/>
                    <a:pt x="388" y="218"/>
                  </a:cubicBezTo>
                  <a:cubicBezTo>
                    <a:pt x="388" y="312"/>
                    <a:pt x="313" y="388"/>
                    <a:pt x="219" y="388"/>
                  </a:cubicBezTo>
                  <a:moveTo>
                    <a:pt x="219" y="0"/>
                  </a:moveTo>
                  <a:cubicBezTo>
                    <a:pt x="98" y="0"/>
                    <a:pt x="0" y="97"/>
                    <a:pt x="0" y="218"/>
                  </a:cubicBezTo>
                  <a:cubicBezTo>
                    <a:pt x="0" y="339"/>
                    <a:pt x="98" y="437"/>
                    <a:pt x="219" y="437"/>
                  </a:cubicBezTo>
                  <a:cubicBezTo>
                    <a:pt x="339" y="437"/>
                    <a:pt x="437" y="339"/>
                    <a:pt x="437" y="218"/>
                  </a:cubicBezTo>
                  <a:cubicBezTo>
                    <a:pt x="437" y="97"/>
                    <a:pt x="339" y="0"/>
                    <a:pt x="219" y="0"/>
                  </a:cubicBezTo>
                </a:path>
              </a:pathLst>
            </a:custGeom>
            <a:solidFill>
              <a:schemeClr val="accent1">
                <a:lumMod val="100000"/>
              </a:schemeClr>
            </a:solidFill>
            <a:ln>
              <a:noFill/>
            </a:ln>
          </p:spPr>
          <p:txBody>
            <a:bodyPr vert="horz" wrap="square" lIns="91452" tIns="45727" rIns="91452" bIns="45727"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4" name="组合 73"/>
          <p:cNvGrpSpPr/>
          <p:nvPr/>
        </p:nvGrpSpPr>
        <p:grpSpPr>
          <a:xfrm>
            <a:off x="1687929" y="1805619"/>
            <a:ext cx="2130114" cy="930175"/>
            <a:chOff x="874712" y="3408258"/>
            <a:chExt cx="2371844" cy="930175"/>
          </a:xfrm>
        </p:grpSpPr>
        <p:sp>
          <p:nvSpPr>
            <p:cNvPr id="75" name="矩形 74"/>
            <p:cNvSpPr/>
            <p:nvPr/>
          </p:nvSpPr>
          <p:spPr>
            <a:xfrm>
              <a:off x="874712" y="3750964"/>
              <a:ext cx="2371844" cy="587469"/>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77" name="组合 76"/>
          <p:cNvGrpSpPr/>
          <p:nvPr/>
        </p:nvGrpSpPr>
        <p:grpSpPr>
          <a:xfrm>
            <a:off x="8668493" y="1805619"/>
            <a:ext cx="2130114" cy="1176515"/>
            <a:chOff x="874712" y="3408258"/>
            <a:chExt cx="2371844" cy="1176515"/>
          </a:xfrm>
        </p:grpSpPr>
        <p:sp>
          <p:nvSpPr>
            <p:cNvPr id="78" name="矩形 77"/>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0" name="组合 79"/>
          <p:cNvGrpSpPr/>
          <p:nvPr/>
        </p:nvGrpSpPr>
        <p:grpSpPr>
          <a:xfrm>
            <a:off x="1687929" y="4738544"/>
            <a:ext cx="2130114" cy="1176515"/>
            <a:chOff x="874712" y="3408258"/>
            <a:chExt cx="2371844" cy="1176515"/>
          </a:xfrm>
        </p:grpSpPr>
        <p:sp>
          <p:nvSpPr>
            <p:cNvPr id="81" name="矩形 80"/>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grpSp>
        <p:nvGrpSpPr>
          <p:cNvPr id="83" name="组合 82"/>
          <p:cNvGrpSpPr/>
          <p:nvPr/>
        </p:nvGrpSpPr>
        <p:grpSpPr>
          <a:xfrm>
            <a:off x="8668493" y="4738544"/>
            <a:ext cx="2130114" cy="1176515"/>
            <a:chOff x="874712" y="3408258"/>
            <a:chExt cx="2371844" cy="1176515"/>
          </a:xfrm>
        </p:grpSpPr>
        <p:sp>
          <p:nvSpPr>
            <p:cNvPr id="84" name="矩形 83"/>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5" name="矩形 84"/>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输入内容</a:t>
              </a:r>
            </a:p>
          </p:txBody>
        </p:sp>
      </p:grpSp>
      <p:sp>
        <p:nvSpPr>
          <p:cNvPr id="73" name="Text Box 4">
            <a:extLst>
              <a:ext uri="{FF2B5EF4-FFF2-40B4-BE49-F238E27FC236}">
                <a16:creationId xmlns:a16="http://schemas.microsoft.com/office/drawing/2014/main" id="{B16AEE5F-788B-4A4D-A6A3-094100145FC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9" name="Half Frame 12">
            <a:extLst>
              <a:ext uri="{FF2B5EF4-FFF2-40B4-BE49-F238E27FC236}">
                <a16:creationId xmlns:a16="http://schemas.microsoft.com/office/drawing/2014/main" id="{2E437D89-C9F9-324B-8120-D57B545E0187}"/>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90" name="直线连接符 89">
            <a:extLst>
              <a:ext uri="{FF2B5EF4-FFF2-40B4-BE49-F238E27FC236}">
                <a16:creationId xmlns:a16="http://schemas.microsoft.com/office/drawing/2014/main" id="{949EC08C-DB4D-B447-A476-EBEDC34A5D7C}"/>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14:presetBounceEnd="81000">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14:bounceEnd="81000">
                                          <p:cBhvr additive="base">
                                            <p:cTn id="94" dur="1000" fill="hold"/>
                                            <p:tgtEl>
                                              <p:spTgt spid="73"/>
                                            </p:tgtEl>
                                            <p:attrNameLst>
                                              <p:attrName>ppt_x</p:attrName>
                                            </p:attrNameLst>
                                          </p:cBhvr>
                                          <p:tavLst>
                                            <p:tav tm="0">
                                              <p:val>
                                                <p:strVal val="#ppt_x"/>
                                              </p:val>
                                            </p:tav>
                                            <p:tav tm="100000">
                                              <p:val>
                                                <p:strVal val="#ppt_x"/>
                                              </p:val>
                                            </p:tav>
                                          </p:tavLst>
                                        </p:anim>
                                        <p:anim calcmode="lin" valueType="num" p14:bounceEnd="81000">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800" fill="hold"/>
                                            <p:tgtEl>
                                              <p:spTgt spid="24"/>
                                            </p:tgtEl>
                                            <p:attrNameLst>
                                              <p:attrName>ppt_w</p:attrName>
                                            </p:attrNameLst>
                                          </p:cBhvr>
                                          <p:tavLst>
                                            <p:tav tm="0">
                                              <p:val>
                                                <p:fltVal val="0"/>
                                              </p:val>
                                            </p:tav>
                                            <p:tav tm="100000">
                                              <p:val>
                                                <p:strVal val="#ppt_w"/>
                                              </p:val>
                                            </p:tav>
                                          </p:tavLst>
                                        </p:anim>
                                        <p:anim calcmode="lin" valueType="num">
                                          <p:cBhvr>
                                            <p:cTn id="8" dur="800" fill="hold"/>
                                            <p:tgtEl>
                                              <p:spTgt spid="24"/>
                                            </p:tgtEl>
                                            <p:attrNameLst>
                                              <p:attrName>ppt_h</p:attrName>
                                            </p:attrNameLst>
                                          </p:cBhvr>
                                          <p:tavLst>
                                            <p:tav tm="0">
                                              <p:val>
                                                <p:fltVal val="0"/>
                                              </p:val>
                                            </p:tav>
                                            <p:tav tm="100000">
                                              <p:val>
                                                <p:strVal val="#ppt_h"/>
                                              </p:val>
                                            </p:tav>
                                          </p:tavLst>
                                        </p:anim>
                                        <p:animEffect transition="in" filter="fade">
                                          <p:cBhvr>
                                            <p:cTn id="9" dur="800"/>
                                            <p:tgtEl>
                                              <p:spTgt spid="24"/>
                                            </p:tgtEl>
                                          </p:cBhvr>
                                        </p:animEffect>
                                      </p:childTnLst>
                                    </p:cTn>
                                  </p:par>
                                  <p:par>
                                    <p:cTn id="10" presetID="31" presetClass="entr" presetSubtype="0" fill="hold" nodeType="withEffect">
                                      <p:stCondLst>
                                        <p:cond delay="700"/>
                                      </p:stCondLst>
                                      <p:childTnLst>
                                        <p:set>
                                          <p:cBhvr>
                                            <p:cTn id="11" dur="1" fill="hold">
                                              <p:stCondLst>
                                                <p:cond delay="0"/>
                                              </p:stCondLst>
                                            </p:cTn>
                                            <p:tgtEl>
                                              <p:spTgt spid="29"/>
                                            </p:tgtEl>
                                            <p:attrNameLst>
                                              <p:attrName>style.visibility</p:attrName>
                                            </p:attrNameLst>
                                          </p:cBhvr>
                                          <p:to>
                                            <p:strVal val="visible"/>
                                          </p:to>
                                        </p:set>
                                        <p:anim calcmode="lin" valueType="num">
                                          <p:cBhvr>
                                            <p:cTn id="12" dur="1000" fill="hold"/>
                                            <p:tgtEl>
                                              <p:spTgt spid="29"/>
                                            </p:tgtEl>
                                            <p:attrNameLst>
                                              <p:attrName>ppt_w</p:attrName>
                                            </p:attrNameLst>
                                          </p:cBhvr>
                                          <p:tavLst>
                                            <p:tav tm="0">
                                              <p:val>
                                                <p:fltVal val="0"/>
                                              </p:val>
                                            </p:tav>
                                            <p:tav tm="100000">
                                              <p:val>
                                                <p:strVal val="#ppt_w"/>
                                              </p:val>
                                            </p:tav>
                                          </p:tavLst>
                                        </p:anim>
                                        <p:anim calcmode="lin" valueType="num">
                                          <p:cBhvr>
                                            <p:cTn id="13" dur="1000" fill="hold"/>
                                            <p:tgtEl>
                                              <p:spTgt spid="29"/>
                                            </p:tgtEl>
                                            <p:attrNameLst>
                                              <p:attrName>ppt_h</p:attrName>
                                            </p:attrNameLst>
                                          </p:cBhvr>
                                          <p:tavLst>
                                            <p:tav tm="0">
                                              <p:val>
                                                <p:fltVal val="0"/>
                                              </p:val>
                                            </p:tav>
                                            <p:tav tm="100000">
                                              <p:val>
                                                <p:strVal val="#ppt_h"/>
                                              </p:val>
                                            </p:tav>
                                          </p:tavLst>
                                        </p:anim>
                                        <p:anim calcmode="lin" valueType="num">
                                          <p:cBhvr>
                                            <p:cTn id="14" dur="1000" fill="hold"/>
                                            <p:tgtEl>
                                              <p:spTgt spid="29"/>
                                            </p:tgtEl>
                                            <p:attrNameLst>
                                              <p:attrName>style.rotation</p:attrName>
                                            </p:attrNameLst>
                                          </p:cBhvr>
                                          <p:tavLst>
                                            <p:tav tm="0">
                                              <p:val>
                                                <p:fltVal val="90"/>
                                              </p:val>
                                            </p:tav>
                                            <p:tav tm="100000">
                                              <p:val>
                                                <p:fltVal val="0"/>
                                              </p:val>
                                            </p:tav>
                                          </p:tavLst>
                                        </p:anim>
                                        <p:animEffect transition="in" filter="fade">
                                          <p:cBhvr>
                                            <p:cTn id="15" dur="1000"/>
                                            <p:tgtEl>
                                              <p:spTgt spid="29"/>
                                            </p:tgtEl>
                                          </p:cBhvr>
                                        </p:animEffect>
                                      </p:childTnLst>
                                    </p:cTn>
                                  </p:par>
                                  <p:par>
                                    <p:cTn id="16" presetID="31" presetClass="entr" presetSubtype="0" fill="hold" nodeType="withEffect">
                                      <p:stCondLst>
                                        <p:cond delay="700"/>
                                      </p:stCondLst>
                                      <p:childTnLst>
                                        <p:set>
                                          <p:cBhvr>
                                            <p:cTn id="17" dur="1" fill="hold">
                                              <p:stCondLst>
                                                <p:cond delay="0"/>
                                              </p:stCondLst>
                                            </p:cTn>
                                            <p:tgtEl>
                                              <p:spTgt spid="39"/>
                                            </p:tgtEl>
                                            <p:attrNameLst>
                                              <p:attrName>style.visibility</p:attrName>
                                            </p:attrNameLst>
                                          </p:cBhvr>
                                          <p:to>
                                            <p:strVal val="visible"/>
                                          </p:to>
                                        </p:set>
                                        <p:anim calcmode="lin" valueType="num">
                                          <p:cBhvr>
                                            <p:cTn id="18" dur="1000" fill="hold"/>
                                            <p:tgtEl>
                                              <p:spTgt spid="39"/>
                                            </p:tgtEl>
                                            <p:attrNameLst>
                                              <p:attrName>ppt_w</p:attrName>
                                            </p:attrNameLst>
                                          </p:cBhvr>
                                          <p:tavLst>
                                            <p:tav tm="0">
                                              <p:val>
                                                <p:fltVal val="0"/>
                                              </p:val>
                                            </p:tav>
                                            <p:tav tm="100000">
                                              <p:val>
                                                <p:strVal val="#ppt_w"/>
                                              </p:val>
                                            </p:tav>
                                          </p:tavLst>
                                        </p:anim>
                                        <p:anim calcmode="lin" valueType="num">
                                          <p:cBhvr>
                                            <p:cTn id="19" dur="1000" fill="hold"/>
                                            <p:tgtEl>
                                              <p:spTgt spid="39"/>
                                            </p:tgtEl>
                                            <p:attrNameLst>
                                              <p:attrName>ppt_h</p:attrName>
                                            </p:attrNameLst>
                                          </p:cBhvr>
                                          <p:tavLst>
                                            <p:tav tm="0">
                                              <p:val>
                                                <p:fltVal val="0"/>
                                              </p:val>
                                            </p:tav>
                                            <p:tav tm="100000">
                                              <p:val>
                                                <p:strVal val="#ppt_h"/>
                                              </p:val>
                                            </p:tav>
                                          </p:tavLst>
                                        </p:anim>
                                        <p:anim calcmode="lin" valueType="num">
                                          <p:cBhvr>
                                            <p:cTn id="20" dur="1000" fill="hold"/>
                                            <p:tgtEl>
                                              <p:spTgt spid="39"/>
                                            </p:tgtEl>
                                            <p:attrNameLst>
                                              <p:attrName>style.rotation</p:attrName>
                                            </p:attrNameLst>
                                          </p:cBhvr>
                                          <p:tavLst>
                                            <p:tav tm="0">
                                              <p:val>
                                                <p:fltVal val="90"/>
                                              </p:val>
                                            </p:tav>
                                            <p:tav tm="100000">
                                              <p:val>
                                                <p:fltVal val="0"/>
                                              </p:val>
                                            </p:tav>
                                          </p:tavLst>
                                        </p:anim>
                                        <p:animEffect transition="in" filter="fade">
                                          <p:cBhvr>
                                            <p:cTn id="21" dur="1000"/>
                                            <p:tgtEl>
                                              <p:spTgt spid="39"/>
                                            </p:tgtEl>
                                          </p:cBhvr>
                                        </p:animEffect>
                                      </p:childTnLst>
                                    </p:cTn>
                                  </p:par>
                                  <p:par>
                                    <p:cTn id="22" presetID="31" presetClass="entr" presetSubtype="0" fill="hold" nodeType="withEffect">
                                      <p:stCondLst>
                                        <p:cond delay="70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 calcmode="lin" valueType="num">
                                          <p:cBhvr>
                                            <p:cTn id="26" dur="1000" fill="hold"/>
                                            <p:tgtEl>
                                              <p:spTgt spid="45"/>
                                            </p:tgtEl>
                                            <p:attrNameLst>
                                              <p:attrName>style.rotation</p:attrName>
                                            </p:attrNameLst>
                                          </p:cBhvr>
                                          <p:tavLst>
                                            <p:tav tm="0">
                                              <p:val>
                                                <p:fltVal val="90"/>
                                              </p:val>
                                            </p:tav>
                                            <p:tav tm="100000">
                                              <p:val>
                                                <p:fltVal val="0"/>
                                              </p:val>
                                            </p:tav>
                                          </p:tavLst>
                                        </p:anim>
                                        <p:animEffect transition="in" filter="fade">
                                          <p:cBhvr>
                                            <p:cTn id="27" dur="1000"/>
                                            <p:tgtEl>
                                              <p:spTgt spid="45"/>
                                            </p:tgtEl>
                                          </p:cBhvr>
                                        </p:animEffect>
                                      </p:childTnLst>
                                    </p:cTn>
                                  </p:par>
                                  <p:par>
                                    <p:cTn id="28" presetID="31" presetClass="entr" presetSubtype="0" fill="hold" nodeType="withEffect">
                                      <p:stCondLst>
                                        <p:cond delay="700"/>
                                      </p:stCondLst>
                                      <p:childTnLst>
                                        <p:set>
                                          <p:cBhvr>
                                            <p:cTn id="29" dur="1" fill="hold">
                                              <p:stCondLst>
                                                <p:cond delay="0"/>
                                              </p:stCondLst>
                                            </p:cTn>
                                            <p:tgtEl>
                                              <p:spTgt spid="54"/>
                                            </p:tgtEl>
                                            <p:attrNameLst>
                                              <p:attrName>style.visibility</p:attrName>
                                            </p:attrNameLst>
                                          </p:cBhvr>
                                          <p:to>
                                            <p:strVal val="visible"/>
                                          </p:to>
                                        </p:set>
                                        <p:anim calcmode="lin" valueType="num">
                                          <p:cBhvr>
                                            <p:cTn id="30" dur="1000" fill="hold"/>
                                            <p:tgtEl>
                                              <p:spTgt spid="54"/>
                                            </p:tgtEl>
                                            <p:attrNameLst>
                                              <p:attrName>ppt_w</p:attrName>
                                            </p:attrNameLst>
                                          </p:cBhvr>
                                          <p:tavLst>
                                            <p:tav tm="0">
                                              <p:val>
                                                <p:fltVal val="0"/>
                                              </p:val>
                                            </p:tav>
                                            <p:tav tm="100000">
                                              <p:val>
                                                <p:strVal val="#ppt_w"/>
                                              </p:val>
                                            </p:tav>
                                          </p:tavLst>
                                        </p:anim>
                                        <p:anim calcmode="lin" valueType="num">
                                          <p:cBhvr>
                                            <p:cTn id="31" dur="1000" fill="hold"/>
                                            <p:tgtEl>
                                              <p:spTgt spid="54"/>
                                            </p:tgtEl>
                                            <p:attrNameLst>
                                              <p:attrName>ppt_h</p:attrName>
                                            </p:attrNameLst>
                                          </p:cBhvr>
                                          <p:tavLst>
                                            <p:tav tm="0">
                                              <p:val>
                                                <p:fltVal val="0"/>
                                              </p:val>
                                            </p:tav>
                                            <p:tav tm="100000">
                                              <p:val>
                                                <p:strVal val="#ppt_h"/>
                                              </p:val>
                                            </p:tav>
                                          </p:tavLst>
                                        </p:anim>
                                        <p:anim calcmode="lin" valueType="num">
                                          <p:cBhvr>
                                            <p:cTn id="32" dur="1000" fill="hold"/>
                                            <p:tgtEl>
                                              <p:spTgt spid="54"/>
                                            </p:tgtEl>
                                            <p:attrNameLst>
                                              <p:attrName>style.rotation</p:attrName>
                                            </p:attrNameLst>
                                          </p:cBhvr>
                                          <p:tavLst>
                                            <p:tav tm="0">
                                              <p:val>
                                                <p:fltVal val="90"/>
                                              </p:val>
                                            </p:tav>
                                            <p:tav tm="100000">
                                              <p:val>
                                                <p:fltVal val="0"/>
                                              </p:val>
                                            </p:tav>
                                          </p:tavLst>
                                        </p:anim>
                                        <p:animEffect transition="in" filter="fade">
                                          <p:cBhvr>
                                            <p:cTn id="33" dur="1000"/>
                                            <p:tgtEl>
                                              <p:spTgt spid="54"/>
                                            </p:tgtEl>
                                          </p:cBhvr>
                                        </p:animEffect>
                                      </p:childTnLst>
                                    </p:cTn>
                                  </p:par>
                                  <p:par>
                                    <p:cTn id="34" presetID="6" presetClass="entr" presetSubtype="32" fill="hold" nodeType="withEffect">
                                      <p:stCondLst>
                                        <p:cond delay="700"/>
                                      </p:stCondLst>
                                      <p:childTnLst>
                                        <p:set>
                                          <p:cBhvr>
                                            <p:cTn id="35" dur="1" fill="hold">
                                              <p:stCondLst>
                                                <p:cond delay="0"/>
                                              </p:stCondLst>
                                            </p:cTn>
                                            <p:tgtEl>
                                              <p:spTgt spid="5"/>
                                            </p:tgtEl>
                                            <p:attrNameLst>
                                              <p:attrName>style.visibility</p:attrName>
                                            </p:attrNameLst>
                                          </p:cBhvr>
                                          <p:to>
                                            <p:strVal val="visible"/>
                                          </p:to>
                                        </p:set>
                                        <p:animEffect transition="in" filter="circle(out)">
                                          <p:cBhvr>
                                            <p:cTn id="36" dur="2000"/>
                                            <p:tgtEl>
                                              <p:spTgt spid="5"/>
                                            </p:tgtEl>
                                          </p:cBhvr>
                                        </p:animEffect>
                                      </p:childTnLst>
                                    </p:cTn>
                                  </p:par>
                                  <p:par>
                                    <p:cTn id="37" presetID="22" presetClass="entr" presetSubtype="4" fill="hold" nodeType="withEffect">
                                      <p:stCondLst>
                                        <p:cond delay="270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500"/>
                                            <p:tgtEl>
                                              <p:spTgt spid="8"/>
                                            </p:tgtEl>
                                          </p:cBhvr>
                                        </p:animEffect>
                                      </p:childTnLst>
                                    </p:cTn>
                                  </p:par>
                                </p:childTnLst>
                              </p:cTn>
                            </p:par>
                            <p:par>
                              <p:cTn id="40" fill="hold">
                                <p:stCondLst>
                                  <p:cond delay="1000"/>
                                </p:stCondLst>
                                <p:childTnLst>
                                  <p:par>
                                    <p:cTn id="41" presetID="53" presetClass="entr" presetSubtype="16" fill="hold" grpId="0" nodeType="afterEffect">
                                      <p:stCondLst>
                                        <p:cond delay="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childTnLst>
                              </p:cTn>
                            </p:par>
                            <p:par>
                              <p:cTn id="46" fill="hold">
                                <p:stCondLst>
                                  <p:cond delay="1500"/>
                                </p:stCondLst>
                                <p:childTnLst>
                                  <p:par>
                                    <p:cTn id="47" presetID="22" presetClass="entr" presetSubtype="8" fill="hold"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500"/>
                                            <p:tgtEl>
                                              <p:spTgt spid="11"/>
                                            </p:tgtEl>
                                          </p:cBhvr>
                                        </p:animEffect>
                                      </p:childTnLst>
                                    </p:cTn>
                                  </p:par>
                                </p:childTnLst>
                              </p:cTn>
                            </p:par>
                            <p:par>
                              <p:cTn id="50" fill="hold">
                                <p:stCondLst>
                                  <p:cond delay="2000"/>
                                </p:stCondLst>
                                <p:childTnLst>
                                  <p:par>
                                    <p:cTn id="51" presetID="53" presetClass="entr" presetSubtype="16" fill="hold" grpId="0" nodeType="afterEffect">
                                      <p:stCondLst>
                                        <p:cond delay="0"/>
                                      </p:stCondLst>
                                      <p:childTnLst>
                                        <p:set>
                                          <p:cBhvr>
                                            <p:cTn id="52" dur="1" fill="hold">
                                              <p:stCondLst>
                                                <p:cond delay="0"/>
                                              </p:stCondLst>
                                            </p:cTn>
                                            <p:tgtEl>
                                              <p:spTgt spid="22"/>
                                            </p:tgtEl>
                                            <p:attrNameLst>
                                              <p:attrName>style.visibility</p:attrName>
                                            </p:attrNameLst>
                                          </p:cBhvr>
                                          <p:to>
                                            <p:strVal val="visible"/>
                                          </p:to>
                                        </p:set>
                                        <p:anim calcmode="lin" valueType="num">
                                          <p:cBhvr>
                                            <p:cTn id="53" dur="500" fill="hold"/>
                                            <p:tgtEl>
                                              <p:spTgt spid="22"/>
                                            </p:tgtEl>
                                            <p:attrNameLst>
                                              <p:attrName>ppt_w</p:attrName>
                                            </p:attrNameLst>
                                          </p:cBhvr>
                                          <p:tavLst>
                                            <p:tav tm="0">
                                              <p:val>
                                                <p:fltVal val="0"/>
                                              </p:val>
                                            </p:tav>
                                            <p:tav tm="100000">
                                              <p:val>
                                                <p:strVal val="#ppt_w"/>
                                              </p:val>
                                            </p:tav>
                                          </p:tavLst>
                                        </p:anim>
                                        <p:anim calcmode="lin" valueType="num">
                                          <p:cBhvr>
                                            <p:cTn id="54" dur="500" fill="hold"/>
                                            <p:tgtEl>
                                              <p:spTgt spid="22"/>
                                            </p:tgtEl>
                                            <p:attrNameLst>
                                              <p:attrName>ppt_h</p:attrName>
                                            </p:attrNameLst>
                                          </p:cBhvr>
                                          <p:tavLst>
                                            <p:tav tm="0">
                                              <p:val>
                                                <p:fltVal val="0"/>
                                              </p:val>
                                            </p:tav>
                                            <p:tav tm="100000">
                                              <p:val>
                                                <p:strVal val="#ppt_h"/>
                                              </p:val>
                                            </p:tav>
                                          </p:tavLst>
                                        </p:anim>
                                        <p:animEffect transition="in" filter="fade">
                                          <p:cBhvr>
                                            <p:cTn id="55" dur="500"/>
                                            <p:tgtEl>
                                              <p:spTgt spid="22"/>
                                            </p:tgtEl>
                                          </p:cBhvr>
                                        </p:animEffect>
                                      </p:childTnLst>
                                    </p:cTn>
                                  </p:par>
                                </p:childTnLst>
                              </p:cTn>
                            </p:par>
                            <p:par>
                              <p:cTn id="56" fill="hold">
                                <p:stCondLst>
                                  <p:cond delay="2500"/>
                                </p:stCondLst>
                                <p:childTnLst>
                                  <p:par>
                                    <p:cTn id="57" presetID="22" presetClass="entr" presetSubtype="1" fill="hold" nodeType="afterEffect">
                                      <p:stCondLst>
                                        <p:cond delay="0"/>
                                      </p:stCondLst>
                                      <p:childTnLst>
                                        <p:set>
                                          <p:cBhvr>
                                            <p:cTn id="58" dur="1" fill="hold">
                                              <p:stCondLst>
                                                <p:cond delay="0"/>
                                              </p:stCondLst>
                                            </p:cTn>
                                            <p:tgtEl>
                                              <p:spTgt spid="14"/>
                                            </p:tgtEl>
                                            <p:attrNameLst>
                                              <p:attrName>style.visibility</p:attrName>
                                            </p:attrNameLst>
                                          </p:cBhvr>
                                          <p:to>
                                            <p:strVal val="visible"/>
                                          </p:to>
                                        </p:set>
                                        <p:animEffect transition="in" filter="wipe(up)">
                                          <p:cBhvr>
                                            <p:cTn id="59" dur="500"/>
                                            <p:tgtEl>
                                              <p:spTgt spid="14"/>
                                            </p:tgtEl>
                                          </p:cBhvr>
                                        </p:animEffect>
                                      </p:childTnLst>
                                    </p:cTn>
                                  </p:par>
                                </p:childTnLst>
                              </p:cTn>
                            </p:par>
                            <p:par>
                              <p:cTn id="60" fill="hold">
                                <p:stCondLst>
                                  <p:cond delay="3000"/>
                                </p:stCondLst>
                                <p:childTnLst>
                                  <p:par>
                                    <p:cTn id="61" presetID="53" presetClass="entr" presetSubtype="16" fill="hold" grpId="0" nodeType="afterEffect">
                                      <p:stCondLst>
                                        <p:cond delay="0"/>
                                      </p:stCondLst>
                                      <p:childTnLst>
                                        <p:set>
                                          <p:cBhvr>
                                            <p:cTn id="62" dur="1" fill="hold">
                                              <p:stCondLst>
                                                <p:cond delay="0"/>
                                              </p:stCondLst>
                                            </p:cTn>
                                            <p:tgtEl>
                                              <p:spTgt spid="21"/>
                                            </p:tgtEl>
                                            <p:attrNameLst>
                                              <p:attrName>style.visibility</p:attrName>
                                            </p:attrNameLst>
                                          </p:cBhvr>
                                          <p:to>
                                            <p:strVal val="visible"/>
                                          </p:to>
                                        </p:set>
                                        <p:anim calcmode="lin" valueType="num">
                                          <p:cBhvr>
                                            <p:cTn id="63" dur="500" fill="hold"/>
                                            <p:tgtEl>
                                              <p:spTgt spid="21"/>
                                            </p:tgtEl>
                                            <p:attrNameLst>
                                              <p:attrName>ppt_w</p:attrName>
                                            </p:attrNameLst>
                                          </p:cBhvr>
                                          <p:tavLst>
                                            <p:tav tm="0">
                                              <p:val>
                                                <p:fltVal val="0"/>
                                              </p:val>
                                            </p:tav>
                                            <p:tav tm="100000">
                                              <p:val>
                                                <p:strVal val="#ppt_w"/>
                                              </p:val>
                                            </p:tav>
                                          </p:tavLst>
                                        </p:anim>
                                        <p:anim calcmode="lin" valueType="num">
                                          <p:cBhvr>
                                            <p:cTn id="64" dur="500" fill="hold"/>
                                            <p:tgtEl>
                                              <p:spTgt spid="21"/>
                                            </p:tgtEl>
                                            <p:attrNameLst>
                                              <p:attrName>ppt_h</p:attrName>
                                            </p:attrNameLst>
                                          </p:cBhvr>
                                          <p:tavLst>
                                            <p:tav tm="0">
                                              <p:val>
                                                <p:fltVal val="0"/>
                                              </p:val>
                                            </p:tav>
                                            <p:tav tm="100000">
                                              <p:val>
                                                <p:strVal val="#ppt_h"/>
                                              </p:val>
                                            </p:tav>
                                          </p:tavLst>
                                        </p:anim>
                                        <p:animEffect transition="in" filter="fade">
                                          <p:cBhvr>
                                            <p:cTn id="65" dur="500"/>
                                            <p:tgtEl>
                                              <p:spTgt spid="21"/>
                                            </p:tgtEl>
                                          </p:cBhvr>
                                        </p:animEffect>
                                      </p:childTnLst>
                                    </p:cTn>
                                  </p:par>
                                </p:childTnLst>
                              </p:cTn>
                            </p:par>
                            <p:par>
                              <p:cTn id="66" fill="hold">
                                <p:stCondLst>
                                  <p:cond delay="3500"/>
                                </p:stCondLst>
                                <p:childTnLst>
                                  <p:par>
                                    <p:cTn id="67" presetID="22" presetClass="entr" presetSubtype="4" fill="hold" nodeType="afterEffect">
                                      <p:stCondLst>
                                        <p:cond delay="0"/>
                                      </p:stCondLst>
                                      <p:childTnLst>
                                        <p:set>
                                          <p:cBhvr>
                                            <p:cTn id="68" dur="1" fill="hold">
                                              <p:stCondLst>
                                                <p:cond delay="0"/>
                                              </p:stCondLst>
                                            </p:cTn>
                                            <p:tgtEl>
                                              <p:spTgt spid="17"/>
                                            </p:tgtEl>
                                            <p:attrNameLst>
                                              <p:attrName>style.visibility</p:attrName>
                                            </p:attrNameLst>
                                          </p:cBhvr>
                                          <p:to>
                                            <p:strVal val="visible"/>
                                          </p:to>
                                        </p:set>
                                        <p:animEffect transition="in" filter="wipe(down)">
                                          <p:cBhvr>
                                            <p:cTn id="69" dur="500"/>
                                            <p:tgtEl>
                                              <p:spTgt spid="17"/>
                                            </p:tgtEl>
                                          </p:cBhvr>
                                        </p:animEffect>
                                      </p:childTnLst>
                                    </p:cTn>
                                  </p:par>
                                </p:childTnLst>
                              </p:cTn>
                            </p:par>
                            <p:par>
                              <p:cTn id="70" fill="hold">
                                <p:stCondLst>
                                  <p:cond delay="4000"/>
                                </p:stCondLst>
                                <p:childTnLst>
                                  <p:par>
                                    <p:cTn id="71" presetID="53" presetClass="entr" presetSubtype="16" fill="hold" grpId="0" nodeType="after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p:cTn id="73" dur="500" fill="hold"/>
                                            <p:tgtEl>
                                              <p:spTgt spid="23"/>
                                            </p:tgtEl>
                                            <p:attrNameLst>
                                              <p:attrName>ppt_w</p:attrName>
                                            </p:attrNameLst>
                                          </p:cBhvr>
                                          <p:tavLst>
                                            <p:tav tm="0">
                                              <p:val>
                                                <p:fltVal val="0"/>
                                              </p:val>
                                            </p:tav>
                                            <p:tav tm="100000">
                                              <p:val>
                                                <p:strVal val="#ppt_w"/>
                                              </p:val>
                                            </p:tav>
                                          </p:tavLst>
                                        </p:anim>
                                        <p:anim calcmode="lin" valueType="num">
                                          <p:cBhvr>
                                            <p:cTn id="74" dur="500" fill="hold"/>
                                            <p:tgtEl>
                                              <p:spTgt spid="23"/>
                                            </p:tgtEl>
                                            <p:attrNameLst>
                                              <p:attrName>ppt_h</p:attrName>
                                            </p:attrNameLst>
                                          </p:cBhvr>
                                          <p:tavLst>
                                            <p:tav tm="0">
                                              <p:val>
                                                <p:fltVal val="0"/>
                                              </p:val>
                                            </p:tav>
                                            <p:tav tm="100000">
                                              <p:val>
                                                <p:strVal val="#ppt_h"/>
                                              </p:val>
                                            </p:tav>
                                          </p:tavLst>
                                        </p:anim>
                                        <p:animEffect transition="in" filter="fade">
                                          <p:cBhvr>
                                            <p:cTn id="75" dur="500"/>
                                            <p:tgtEl>
                                              <p:spTgt spid="23"/>
                                            </p:tgtEl>
                                          </p:cBhvr>
                                        </p:animEffect>
                                      </p:childTnLst>
                                    </p:cTn>
                                  </p:par>
                                  <p:par>
                                    <p:cTn id="76" presetID="2" presetClass="entr" presetSubtype="2" decel="100000" fill="hold" nodeType="withEffect">
                                      <p:stCondLst>
                                        <p:cond delay="0"/>
                                      </p:stCondLst>
                                      <p:childTnLst>
                                        <p:set>
                                          <p:cBhvr>
                                            <p:cTn id="77" dur="1" fill="hold">
                                              <p:stCondLst>
                                                <p:cond delay="0"/>
                                              </p:stCondLst>
                                            </p:cTn>
                                            <p:tgtEl>
                                              <p:spTgt spid="74"/>
                                            </p:tgtEl>
                                            <p:attrNameLst>
                                              <p:attrName>style.visibility</p:attrName>
                                            </p:attrNameLst>
                                          </p:cBhvr>
                                          <p:to>
                                            <p:strVal val="visible"/>
                                          </p:to>
                                        </p:set>
                                        <p:anim calcmode="lin" valueType="num">
                                          <p:cBhvr additive="base">
                                            <p:cTn id="78" dur="1000" fill="hold"/>
                                            <p:tgtEl>
                                              <p:spTgt spid="74"/>
                                            </p:tgtEl>
                                            <p:attrNameLst>
                                              <p:attrName>ppt_x</p:attrName>
                                            </p:attrNameLst>
                                          </p:cBhvr>
                                          <p:tavLst>
                                            <p:tav tm="0">
                                              <p:val>
                                                <p:strVal val="1+#ppt_w/2"/>
                                              </p:val>
                                            </p:tav>
                                            <p:tav tm="100000">
                                              <p:val>
                                                <p:strVal val="#ppt_x"/>
                                              </p:val>
                                            </p:tav>
                                          </p:tavLst>
                                        </p:anim>
                                        <p:anim calcmode="lin" valueType="num">
                                          <p:cBhvr additive="base">
                                            <p:cTn id="79" dur="1000" fill="hold"/>
                                            <p:tgtEl>
                                              <p:spTgt spid="74"/>
                                            </p:tgtEl>
                                            <p:attrNameLst>
                                              <p:attrName>ppt_y</p:attrName>
                                            </p:attrNameLst>
                                          </p:cBhvr>
                                          <p:tavLst>
                                            <p:tav tm="0">
                                              <p:val>
                                                <p:strVal val="#ppt_y"/>
                                              </p:val>
                                            </p:tav>
                                            <p:tav tm="100000">
                                              <p:val>
                                                <p:strVal val="#ppt_y"/>
                                              </p:val>
                                            </p:tav>
                                          </p:tavLst>
                                        </p:anim>
                                      </p:childTnLst>
                                    </p:cTn>
                                  </p:par>
                                  <p:par>
                                    <p:cTn id="80" presetID="2" presetClass="entr" presetSubtype="2" decel="100000" fill="hold" nodeType="withEffect">
                                      <p:stCondLst>
                                        <p:cond delay="0"/>
                                      </p:stCondLst>
                                      <p:childTnLst>
                                        <p:set>
                                          <p:cBhvr>
                                            <p:cTn id="81" dur="1" fill="hold">
                                              <p:stCondLst>
                                                <p:cond delay="0"/>
                                              </p:stCondLst>
                                            </p:cTn>
                                            <p:tgtEl>
                                              <p:spTgt spid="77"/>
                                            </p:tgtEl>
                                            <p:attrNameLst>
                                              <p:attrName>style.visibility</p:attrName>
                                            </p:attrNameLst>
                                          </p:cBhvr>
                                          <p:to>
                                            <p:strVal val="visible"/>
                                          </p:to>
                                        </p:set>
                                        <p:anim calcmode="lin" valueType="num">
                                          <p:cBhvr additive="base">
                                            <p:cTn id="82" dur="1000" fill="hold"/>
                                            <p:tgtEl>
                                              <p:spTgt spid="77"/>
                                            </p:tgtEl>
                                            <p:attrNameLst>
                                              <p:attrName>ppt_x</p:attrName>
                                            </p:attrNameLst>
                                          </p:cBhvr>
                                          <p:tavLst>
                                            <p:tav tm="0">
                                              <p:val>
                                                <p:strVal val="1+#ppt_w/2"/>
                                              </p:val>
                                            </p:tav>
                                            <p:tav tm="100000">
                                              <p:val>
                                                <p:strVal val="#ppt_x"/>
                                              </p:val>
                                            </p:tav>
                                          </p:tavLst>
                                        </p:anim>
                                        <p:anim calcmode="lin" valueType="num">
                                          <p:cBhvr additive="base">
                                            <p:cTn id="83" dur="1000" fill="hold"/>
                                            <p:tgtEl>
                                              <p:spTgt spid="77"/>
                                            </p:tgtEl>
                                            <p:attrNameLst>
                                              <p:attrName>ppt_y</p:attrName>
                                            </p:attrNameLst>
                                          </p:cBhvr>
                                          <p:tavLst>
                                            <p:tav tm="0">
                                              <p:val>
                                                <p:strVal val="#ppt_y"/>
                                              </p:val>
                                            </p:tav>
                                            <p:tav tm="100000">
                                              <p:val>
                                                <p:strVal val="#ppt_y"/>
                                              </p:val>
                                            </p:tav>
                                          </p:tavLst>
                                        </p:anim>
                                      </p:childTnLst>
                                    </p:cTn>
                                  </p:par>
                                  <p:par>
                                    <p:cTn id="84" presetID="2" presetClass="entr" presetSubtype="2" decel="100000" fill="hold" nodeType="withEffect">
                                      <p:stCondLst>
                                        <p:cond delay="0"/>
                                      </p:stCondLst>
                                      <p:childTnLst>
                                        <p:set>
                                          <p:cBhvr>
                                            <p:cTn id="85" dur="1" fill="hold">
                                              <p:stCondLst>
                                                <p:cond delay="0"/>
                                              </p:stCondLst>
                                            </p:cTn>
                                            <p:tgtEl>
                                              <p:spTgt spid="80"/>
                                            </p:tgtEl>
                                            <p:attrNameLst>
                                              <p:attrName>style.visibility</p:attrName>
                                            </p:attrNameLst>
                                          </p:cBhvr>
                                          <p:to>
                                            <p:strVal val="visible"/>
                                          </p:to>
                                        </p:set>
                                        <p:anim calcmode="lin" valueType="num">
                                          <p:cBhvr additive="base">
                                            <p:cTn id="86" dur="1000" fill="hold"/>
                                            <p:tgtEl>
                                              <p:spTgt spid="80"/>
                                            </p:tgtEl>
                                            <p:attrNameLst>
                                              <p:attrName>ppt_x</p:attrName>
                                            </p:attrNameLst>
                                          </p:cBhvr>
                                          <p:tavLst>
                                            <p:tav tm="0">
                                              <p:val>
                                                <p:strVal val="1+#ppt_w/2"/>
                                              </p:val>
                                            </p:tav>
                                            <p:tav tm="100000">
                                              <p:val>
                                                <p:strVal val="#ppt_x"/>
                                              </p:val>
                                            </p:tav>
                                          </p:tavLst>
                                        </p:anim>
                                        <p:anim calcmode="lin" valueType="num">
                                          <p:cBhvr additive="base">
                                            <p:cTn id="87" dur="1000" fill="hold"/>
                                            <p:tgtEl>
                                              <p:spTgt spid="80"/>
                                            </p:tgtEl>
                                            <p:attrNameLst>
                                              <p:attrName>ppt_y</p:attrName>
                                            </p:attrNameLst>
                                          </p:cBhvr>
                                          <p:tavLst>
                                            <p:tav tm="0">
                                              <p:val>
                                                <p:strVal val="#ppt_y"/>
                                              </p:val>
                                            </p:tav>
                                            <p:tav tm="100000">
                                              <p:val>
                                                <p:strVal val="#ppt_y"/>
                                              </p:val>
                                            </p:tav>
                                          </p:tavLst>
                                        </p:anim>
                                      </p:childTnLst>
                                    </p:cTn>
                                  </p:par>
                                  <p:par>
                                    <p:cTn id="88" presetID="2" presetClass="entr" presetSubtype="2" decel="100000" fill="hold" nodeType="withEffect">
                                      <p:stCondLst>
                                        <p:cond delay="0"/>
                                      </p:stCondLst>
                                      <p:childTnLst>
                                        <p:set>
                                          <p:cBhvr>
                                            <p:cTn id="89" dur="1" fill="hold">
                                              <p:stCondLst>
                                                <p:cond delay="0"/>
                                              </p:stCondLst>
                                            </p:cTn>
                                            <p:tgtEl>
                                              <p:spTgt spid="83"/>
                                            </p:tgtEl>
                                            <p:attrNameLst>
                                              <p:attrName>style.visibility</p:attrName>
                                            </p:attrNameLst>
                                          </p:cBhvr>
                                          <p:to>
                                            <p:strVal val="visible"/>
                                          </p:to>
                                        </p:set>
                                        <p:anim calcmode="lin" valueType="num">
                                          <p:cBhvr additive="base">
                                            <p:cTn id="90" dur="1000" fill="hold"/>
                                            <p:tgtEl>
                                              <p:spTgt spid="83"/>
                                            </p:tgtEl>
                                            <p:attrNameLst>
                                              <p:attrName>ppt_x</p:attrName>
                                            </p:attrNameLst>
                                          </p:cBhvr>
                                          <p:tavLst>
                                            <p:tav tm="0">
                                              <p:val>
                                                <p:strVal val="1+#ppt_w/2"/>
                                              </p:val>
                                            </p:tav>
                                            <p:tav tm="100000">
                                              <p:val>
                                                <p:strVal val="#ppt_x"/>
                                              </p:val>
                                            </p:tav>
                                          </p:tavLst>
                                        </p:anim>
                                        <p:anim calcmode="lin" valueType="num">
                                          <p:cBhvr additive="base">
                                            <p:cTn id="91" dur="1000" fill="hold"/>
                                            <p:tgtEl>
                                              <p:spTgt spid="83"/>
                                            </p:tgtEl>
                                            <p:attrNameLst>
                                              <p:attrName>ppt_y</p:attrName>
                                            </p:attrNameLst>
                                          </p:cBhvr>
                                          <p:tavLst>
                                            <p:tav tm="0">
                                              <p:val>
                                                <p:strVal val="#ppt_y"/>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73"/>
                                            </p:tgtEl>
                                            <p:attrNameLst>
                                              <p:attrName>style.visibility</p:attrName>
                                            </p:attrNameLst>
                                          </p:cBhvr>
                                          <p:to>
                                            <p:strVal val="visible"/>
                                          </p:to>
                                        </p:set>
                                        <p:anim calcmode="lin" valueType="num">
                                          <p:cBhvr additive="base">
                                            <p:cTn id="94" dur="1000" fill="hold"/>
                                            <p:tgtEl>
                                              <p:spTgt spid="73"/>
                                            </p:tgtEl>
                                            <p:attrNameLst>
                                              <p:attrName>ppt_x</p:attrName>
                                            </p:attrNameLst>
                                          </p:cBhvr>
                                          <p:tavLst>
                                            <p:tav tm="0">
                                              <p:val>
                                                <p:strVal val="#ppt_x"/>
                                              </p:val>
                                            </p:tav>
                                            <p:tav tm="100000">
                                              <p:val>
                                                <p:strVal val="#ppt_x"/>
                                              </p:val>
                                            </p:tav>
                                          </p:tavLst>
                                        </p:anim>
                                        <p:anim calcmode="lin" valueType="num">
                                          <p:cBhvr additive="base">
                                            <p:cTn id="95" dur="1000" fill="hold"/>
                                            <p:tgtEl>
                                              <p:spTgt spid="73"/>
                                            </p:tgtEl>
                                            <p:attrNameLst>
                                              <p:attrName>ppt_y</p:attrName>
                                            </p:attrNameLst>
                                          </p:cBhvr>
                                          <p:tavLst>
                                            <p:tav tm="0">
                                              <p:val>
                                                <p:strVal val="0-#ppt_h/2"/>
                                              </p:val>
                                            </p:tav>
                                            <p:tav tm="100000">
                                              <p:val>
                                                <p:strVal val="#ppt_y"/>
                                              </p:val>
                                            </p:tav>
                                          </p:tavLst>
                                        </p:anim>
                                      </p:childTnLst>
                                    </p:cTn>
                                  </p:par>
                                </p:childTnLst>
                              </p:cTn>
                            </p:par>
                            <p:par>
                              <p:cTn id="96" fill="hold">
                                <p:stCondLst>
                                  <p:cond delay="5000"/>
                                </p:stCondLst>
                                <p:childTnLst>
                                  <p:par>
                                    <p:cTn id="97" presetID="22" presetClass="entr" presetSubtype="8" fill="hold" nodeType="afterEffect">
                                      <p:stCondLst>
                                        <p:cond delay="0"/>
                                      </p:stCondLst>
                                      <p:childTnLst>
                                        <p:set>
                                          <p:cBhvr>
                                            <p:cTn id="98" dur="1" fill="hold">
                                              <p:stCondLst>
                                                <p:cond delay="0"/>
                                              </p:stCondLst>
                                            </p:cTn>
                                            <p:tgtEl>
                                              <p:spTgt spid="89"/>
                                            </p:tgtEl>
                                            <p:attrNameLst>
                                              <p:attrName>style.visibility</p:attrName>
                                            </p:attrNameLst>
                                          </p:cBhvr>
                                          <p:to>
                                            <p:strVal val="visible"/>
                                          </p:to>
                                        </p:set>
                                        <p:animEffect transition="in" filter="wipe(left)">
                                          <p:cBhvr>
                                            <p:cTn id="99" dur="5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73" grpId="0"/>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55673" y="1999124"/>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1157095" y="2291061"/>
            <a:ext cx="828061" cy="828060"/>
            <a:chOff x="304800" y="673100"/>
            <a:chExt cx="4000500" cy="4000500"/>
          </a:xfrm>
          <a:effectLst>
            <a:outerShdw blurRad="444500" dist="254000" dir="8100000" algn="tr" rotWithShape="0">
              <a:prstClr val="black">
                <a:alpha val="50000"/>
              </a:prstClr>
            </a:outerShdw>
          </a:effectLst>
        </p:grpSpPr>
        <p:sp>
          <p:nvSpPr>
            <p:cNvPr id="10" name="同心圆 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2" name="Group 41"/>
          <p:cNvGrpSpPr/>
          <p:nvPr/>
        </p:nvGrpSpPr>
        <p:grpSpPr bwMode="auto">
          <a:xfrm>
            <a:off x="2108013" y="2291059"/>
            <a:ext cx="1944228" cy="1066336"/>
            <a:chOff x="0" y="0"/>
            <a:chExt cx="2419" cy="1343"/>
          </a:xfrm>
        </p:grpSpPr>
        <p:sp>
          <p:nvSpPr>
            <p:cNvPr id="1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1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5" name="Freeform 9"/>
          <p:cNvSpPr>
            <a:spLocks noEditPoints="1"/>
          </p:cNvSpPr>
          <p:nvPr/>
        </p:nvSpPr>
        <p:spPr bwMode="auto">
          <a:xfrm>
            <a:off x="1348421" y="2545384"/>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6" name="组合 15"/>
          <p:cNvGrpSpPr/>
          <p:nvPr/>
        </p:nvGrpSpPr>
        <p:grpSpPr>
          <a:xfrm>
            <a:off x="4731806" y="1999124"/>
            <a:ext cx="3334836" cy="1509992"/>
            <a:chOff x="4304043" y="1286668"/>
            <a:chExt cx="3837944" cy="2757793"/>
          </a:xfrm>
          <a:effectLst>
            <a:outerShdw blurRad="381000" dist="254000" dir="8100000" algn="tr" rotWithShape="0">
              <a:prstClr val="black">
                <a:alpha val="40000"/>
              </a:prstClr>
            </a:outerShdw>
          </a:effectLst>
        </p:grpSpPr>
        <p:sp>
          <p:nvSpPr>
            <p:cNvPr id="17" name="圆角矩形 1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圆角矩形 1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4933228" y="2291061"/>
            <a:ext cx="828061" cy="828060"/>
            <a:chOff x="304800" y="673100"/>
            <a:chExt cx="4000500" cy="4000500"/>
          </a:xfrm>
          <a:effectLst>
            <a:outerShdw blurRad="444500" dist="254000" dir="810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椭圆 2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2" name="Group 41"/>
          <p:cNvGrpSpPr/>
          <p:nvPr/>
        </p:nvGrpSpPr>
        <p:grpSpPr bwMode="auto">
          <a:xfrm>
            <a:off x="5884146" y="2291059"/>
            <a:ext cx="1944228" cy="1066336"/>
            <a:chOff x="0" y="0"/>
            <a:chExt cx="2419" cy="1343"/>
          </a:xfrm>
        </p:grpSpPr>
        <p:sp>
          <p:nvSpPr>
            <p:cNvPr id="2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2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5" name="Freeform 8"/>
          <p:cNvSpPr>
            <a:spLocks noEditPoints="1"/>
          </p:cNvSpPr>
          <p:nvPr/>
        </p:nvSpPr>
        <p:spPr bwMode="auto">
          <a:xfrm>
            <a:off x="5184281" y="2599067"/>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6" name="组合 25"/>
          <p:cNvGrpSpPr/>
          <p:nvPr/>
        </p:nvGrpSpPr>
        <p:grpSpPr>
          <a:xfrm>
            <a:off x="955673" y="3946457"/>
            <a:ext cx="3334836" cy="1509992"/>
            <a:chOff x="4304043" y="1286668"/>
            <a:chExt cx="3837944" cy="2757793"/>
          </a:xfrm>
          <a:effectLst>
            <a:outerShdw blurRad="381000" dist="254000" dir="8100000" algn="tr" rotWithShape="0">
              <a:prstClr val="black">
                <a:alpha val="40000"/>
              </a:prstClr>
            </a:outerShdw>
          </a:effectLst>
        </p:grpSpPr>
        <p:sp>
          <p:nvSpPr>
            <p:cNvPr id="27" name="圆角矩形 2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圆角矩形 2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9" name="组合 28"/>
          <p:cNvGrpSpPr/>
          <p:nvPr/>
        </p:nvGrpSpPr>
        <p:grpSpPr>
          <a:xfrm>
            <a:off x="1157095" y="4238394"/>
            <a:ext cx="828061" cy="828060"/>
            <a:chOff x="304800" y="673100"/>
            <a:chExt cx="4000500" cy="4000500"/>
          </a:xfrm>
          <a:effectLst>
            <a:outerShdw blurRad="444500" dist="254000" dir="8100000" algn="tr" rotWithShape="0">
              <a:prstClr val="black">
                <a:alpha val="50000"/>
              </a:prstClr>
            </a:outerShdw>
          </a:effectLst>
        </p:grpSpPr>
        <p:sp>
          <p:nvSpPr>
            <p:cNvPr id="30" name="同心圆 2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1" name="椭圆 3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2" name="Group 41"/>
          <p:cNvGrpSpPr/>
          <p:nvPr/>
        </p:nvGrpSpPr>
        <p:grpSpPr bwMode="auto">
          <a:xfrm>
            <a:off x="2108013" y="4238392"/>
            <a:ext cx="1944228" cy="1066336"/>
            <a:chOff x="0" y="0"/>
            <a:chExt cx="2419" cy="1343"/>
          </a:xfrm>
        </p:grpSpPr>
        <p:sp>
          <p:nvSpPr>
            <p:cNvPr id="3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3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35" name="Freeform 7"/>
          <p:cNvSpPr/>
          <p:nvPr/>
        </p:nvSpPr>
        <p:spPr bwMode="auto">
          <a:xfrm>
            <a:off x="1337754" y="4453885"/>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6" name="组合 35"/>
          <p:cNvGrpSpPr/>
          <p:nvPr/>
        </p:nvGrpSpPr>
        <p:grpSpPr>
          <a:xfrm>
            <a:off x="4733475" y="3946457"/>
            <a:ext cx="3334836" cy="1509992"/>
            <a:chOff x="4304043" y="1286668"/>
            <a:chExt cx="3837944" cy="2757793"/>
          </a:xfrm>
          <a:effectLst>
            <a:outerShdw blurRad="381000" dist="254000" dir="8100000" algn="tr" rotWithShape="0">
              <a:prstClr val="black">
                <a:alpha val="40000"/>
              </a:prstClr>
            </a:outerShdw>
          </a:effectLst>
        </p:grpSpPr>
        <p:sp>
          <p:nvSpPr>
            <p:cNvPr id="37" name="圆角矩形 36"/>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圆角矩形 37"/>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9" name="组合 38"/>
          <p:cNvGrpSpPr/>
          <p:nvPr/>
        </p:nvGrpSpPr>
        <p:grpSpPr>
          <a:xfrm>
            <a:off x="4934898" y="4238394"/>
            <a:ext cx="828061" cy="828060"/>
            <a:chOff x="304800" y="673100"/>
            <a:chExt cx="4000500" cy="4000500"/>
          </a:xfrm>
          <a:effectLst>
            <a:outerShdw blurRad="444500" dist="254000" dir="8100000" algn="tr" rotWithShape="0">
              <a:prstClr val="black">
                <a:alpha val="50000"/>
              </a:prstClr>
            </a:outerShdw>
          </a:effectLst>
        </p:grpSpPr>
        <p:sp>
          <p:nvSpPr>
            <p:cNvPr id="40" name="同心圆 3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2" name="Group 41"/>
          <p:cNvGrpSpPr/>
          <p:nvPr/>
        </p:nvGrpSpPr>
        <p:grpSpPr bwMode="auto">
          <a:xfrm>
            <a:off x="5885815" y="4238392"/>
            <a:ext cx="1944228" cy="1066336"/>
            <a:chOff x="0" y="0"/>
            <a:chExt cx="2419" cy="1343"/>
          </a:xfrm>
        </p:grpSpPr>
        <p:sp>
          <p:nvSpPr>
            <p:cNvPr id="43"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输入标题</a:t>
              </a:r>
              <a:endPar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44"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5" name="Freeform 6"/>
          <p:cNvSpPr>
            <a:spLocks noEditPoints="1"/>
          </p:cNvSpPr>
          <p:nvPr/>
        </p:nvSpPr>
        <p:spPr bwMode="auto">
          <a:xfrm>
            <a:off x="5188700" y="4482531"/>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2" name="Text Box 4">
            <a:extLst>
              <a:ext uri="{FF2B5EF4-FFF2-40B4-BE49-F238E27FC236}">
                <a16:creationId xmlns:a16="http://schemas.microsoft.com/office/drawing/2014/main" id="{D49AEB41-C099-084C-9CDE-DFAE98027830}"/>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4" name="Half Frame 12">
            <a:extLst>
              <a:ext uri="{FF2B5EF4-FFF2-40B4-BE49-F238E27FC236}">
                <a16:creationId xmlns:a16="http://schemas.microsoft.com/office/drawing/2014/main" id="{5B6AE22C-A93E-0C43-9143-3CAAB0B91D5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5" name="直线连接符 54">
            <a:extLst>
              <a:ext uri="{FF2B5EF4-FFF2-40B4-BE49-F238E27FC236}">
                <a16:creationId xmlns:a16="http://schemas.microsoft.com/office/drawing/2014/main" id="{1E0C2BEA-5C8D-2340-897C-2DFF8AB01F6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591286AB-A6D8-1F4B-805F-EB8F3F9326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25039" y="2127066"/>
            <a:ext cx="2253956" cy="1347364"/>
          </a:xfrm>
          <a:prstGeom prst="roundRect">
            <a:avLst/>
          </a:prstGeom>
        </p:spPr>
      </p:pic>
      <p:pic>
        <p:nvPicPr>
          <p:cNvPr id="46" name="图片 45">
            <a:extLst>
              <a:ext uri="{FF2B5EF4-FFF2-40B4-BE49-F238E27FC236}">
                <a16:creationId xmlns:a16="http://schemas.microsoft.com/office/drawing/2014/main" id="{355133DB-289F-0741-BA62-9EC5A854E9A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8825039" y="4036227"/>
            <a:ext cx="2253956" cy="1375852"/>
          </a:xfrm>
          <a:prstGeom prst="roundRect">
            <a:avLst/>
          </a:prstGeom>
        </p:spPr>
      </p:pic>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14:bounceEnd="81000">
                                          <p:cBhvr additive="base">
                                            <p:cTn id="86"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anim calcmode="lin" valueType="num">
                                          <p:cBhvr>
                                            <p:cTn id="14" dur="500" fill="hold"/>
                                            <p:tgtEl>
                                              <p:spTgt spid="15"/>
                                            </p:tgtEl>
                                            <p:attrNameLst>
                                              <p:attrName>ppt_x</p:attrName>
                                            </p:attrNameLst>
                                          </p:cBhvr>
                                          <p:tavLst>
                                            <p:tav tm="0">
                                              <p:val>
                                                <p:strVal val="#ppt_x"/>
                                              </p:val>
                                            </p:tav>
                                            <p:tav tm="100000">
                                              <p:val>
                                                <p:strVal val="#ppt_x"/>
                                              </p:val>
                                            </p:tav>
                                          </p:tavLst>
                                        </p:anim>
                                        <p:anim calcmode="lin" valueType="num">
                                          <p:cBhvr>
                                            <p:cTn id="15" dur="500" fill="hold"/>
                                            <p:tgtEl>
                                              <p:spTgt spid="15"/>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p:cTn id="27" dur="500" fill="hold"/>
                                            <p:tgtEl>
                                              <p:spTgt spid="19"/>
                                            </p:tgtEl>
                                            <p:attrNameLst>
                                              <p:attrName>ppt_w</p:attrName>
                                            </p:attrNameLst>
                                          </p:cBhvr>
                                          <p:tavLst>
                                            <p:tav tm="0">
                                              <p:val>
                                                <p:fltVal val="0"/>
                                              </p:val>
                                            </p:tav>
                                            <p:tav tm="100000">
                                              <p:val>
                                                <p:strVal val="#ppt_w"/>
                                              </p:val>
                                            </p:tav>
                                          </p:tavLst>
                                        </p:anim>
                                        <p:anim calcmode="lin" valueType="num">
                                          <p:cBhvr>
                                            <p:cTn id="28" dur="500" fill="hold"/>
                                            <p:tgtEl>
                                              <p:spTgt spid="19"/>
                                            </p:tgtEl>
                                            <p:attrNameLst>
                                              <p:attrName>ppt_h</p:attrName>
                                            </p:attrNameLst>
                                          </p:cBhvr>
                                          <p:tavLst>
                                            <p:tav tm="0">
                                              <p:val>
                                                <p:fltVal val="0"/>
                                              </p:val>
                                            </p:tav>
                                            <p:tav tm="100000">
                                              <p:val>
                                                <p:strVal val="#ppt_h"/>
                                              </p:val>
                                            </p:tav>
                                          </p:tavLst>
                                        </p:anim>
                                        <p:animEffect transition="in" filter="fade">
                                          <p:cBhvr>
                                            <p:cTn id="29" dur="500"/>
                                            <p:tgtEl>
                                              <p:spTgt spid="19"/>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anim calcmode="lin" valueType="num">
                                          <p:cBhvr>
                                            <p:cTn id="34" dur="500" fill="hold"/>
                                            <p:tgtEl>
                                              <p:spTgt spid="25"/>
                                            </p:tgtEl>
                                            <p:attrNameLst>
                                              <p:attrName>ppt_x</p:attrName>
                                            </p:attrNameLst>
                                          </p:cBhvr>
                                          <p:tavLst>
                                            <p:tav tm="0">
                                              <p:val>
                                                <p:strVal val="#ppt_x"/>
                                              </p:val>
                                            </p:tav>
                                            <p:tav tm="100000">
                                              <p:val>
                                                <p:strVal val="#ppt_x"/>
                                              </p:val>
                                            </p:tav>
                                          </p:tavLst>
                                        </p:anim>
                                        <p:anim calcmode="lin" valueType="num">
                                          <p:cBhvr>
                                            <p:cTn id="35" dur="500" fill="hold"/>
                                            <p:tgtEl>
                                              <p:spTgt spid="25"/>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wipe(right)">
                                          <p:cBhvr>
                                            <p:cTn id="39" dur="500"/>
                                            <p:tgtEl>
                                              <p:spTgt spid="16"/>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wipe(left)">
                                          <p:cBhvr>
                                            <p:cTn id="43" dur="500"/>
                                            <p:tgtEl>
                                              <p:spTgt spid="22"/>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9"/>
                                            </p:tgtEl>
                                            <p:attrNameLst>
                                              <p:attrName>style.visibility</p:attrName>
                                            </p:attrNameLst>
                                          </p:cBhvr>
                                          <p:to>
                                            <p:strVal val="visible"/>
                                          </p:to>
                                        </p:set>
                                        <p:anim calcmode="lin" valueType="num">
                                          <p:cBhvr>
                                            <p:cTn id="47" dur="500" fill="hold"/>
                                            <p:tgtEl>
                                              <p:spTgt spid="29"/>
                                            </p:tgtEl>
                                            <p:attrNameLst>
                                              <p:attrName>ppt_w</p:attrName>
                                            </p:attrNameLst>
                                          </p:cBhvr>
                                          <p:tavLst>
                                            <p:tav tm="0">
                                              <p:val>
                                                <p:fltVal val="0"/>
                                              </p:val>
                                            </p:tav>
                                            <p:tav tm="100000">
                                              <p:val>
                                                <p:strVal val="#ppt_w"/>
                                              </p:val>
                                            </p:tav>
                                          </p:tavLst>
                                        </p:anim>
                                        <p:anim calcmode="lin" valueType="num">
                                          <p:cBhvr>
                                            <p:cTn id="48" dur="500" fill="hold"/>
                                            <p:tgtEl>
                                              <p:spTgt spid="29"/>
                                            </p:tgtEl>
                                            <p:attrNameLst>
                                              <p:attrName>ppt_h</p:attrName>
                                            </p:attrNameLst>
                                          </p:cBhvr>
                                          <p:tavLst>
                                            <p:tav tm="0">
                                              <p:val>
                                                <p:fltVal val="0"/>
                                              </p:val>
                                            </p:tav>
                                            <p:tav tm="100000">
                                              <p:val>
                                                <p:strVal val="#ppt_h"/>
                                              </p:val>
                                            </p:tav>
                                          </p:tavLst>
                                        </p:anim>
                                        <p:animEffect transition="in" filter="fade">
                                          <p:cBhvr>
                                            <p:cTn id="49" dur="500"/>
                                            <p:tgtEl>
                                              <p:spTgt spid="29"/>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5"/>
                                            </p:tgtEl>
                                            <p:attrNameLst>
                                              <p:attrName>style.visibility</p:attrName>
                                            </p:attrNameLst>
                                          </p:cBhvr>
                                          <p:to>
                                            <p:strVal val="visible"/>
                                          </p:to>
                                        </p:set>
                                        <p:animEffect transition="in" filter="fade">
                                          <p:cBhvr>
                                            <p:cTn id="53" dur="500"/>
                                            <p:tgtEl>
                                              <p:spTgt spid="35"/>
                                            </p:tgtEl>
                                          </p:cBhvr>
                                        </p:animEffect>
                                        <p:anim calcmode="lin" valueType="num">
                                          <p:cBhvr>
                                            <p:cTn id="54" dur="500" fill="hold"/>
                                            <p:tgtEl>
                                              <p:spTgt spid="35"/>
                                            </p:tgtEl>
                                            <p:attrNameLst>
                                              <p:attrName>ppt_x</p:attrName>
                                            </p:attrNameLst>
                                          </p:cBhvr>
                                          <p:tavLst>
                                            <p:tav tm="0">
                                              <p:val>
                                                <p:strVal val="#ppt_x"/>
                                              </p:val>
                                            </p:tav>
                                            <p:tav tm="100000">
                                              <p:val>
                                                <p:strVal val="#ppt_x"/>
                                              </p:val>
                                            </p:tav>
                                          </p:tavLst>
                                        </p:anim>
                                        <p:anim calcmode="lin" valueType="num">
                                          <p:cBhvr>
                                            <p:cTn id="55" dur="500" fill="hold"/>
                                            <p:tgtEl>
                                              <p:spTgt spid="35"/>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6"/>
                                            </p:tgtEl>
                                            <p:attrNameLst>
                                              <p:attrName>style.visibility</p:attrName>
                                            </p:attrNameLst>
                                          </p:cBhvr>
                                          <p:to>
                                            <p:strVal val="visible"/>
                                          </p:to>
                                        </p:set>
                                        <p:animEffect transition="in" filter="wipe(right)">
                                          <p:cBhvr>
                                            <p:cTn id="59" dur="500"/>
                                            <p:tgtEl>
                                              <p:spTgt spid="26"/>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wipe(left)">
                                          <p:cBhvr>
                                            <p:cTn id="63" dur="500"/>
                                            <p:tgtEl>
                                              <p:spTgt spid="32"/>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p:cTn id="67" dur="500" fill="hold"/>
                                            <p:tgtEl>
                                              <p:spTgt spid="39"/>
                                            </p:tgtEl>
                                            <p:attrNameLst>
                                              <p:attrName>ppt_w</p:attrName>
                                            </p:attrNameLst>
                                          </p:cBhvr>
                                          <p:tavLst>
                                            <p:tav tm="0">
                                              <p:val>
                                                <p:fltVal val="0"/>
                                              </p:val>
                                            </p:tav>
                                            <p:tav tm="100000">
                                              <p:val>
                                                <p:strVal val="#ppt_w"/>
                                              </p:val>
                                            </p:tav>
                                          </p:tavLst>
                                        </p:anim>
                                        <p:anim calcmode="lin" valueType="num">
                                          <p:cBhvr>
                                            <p:cTn id="68" dur="500" fill="hold"/>
                                            <p:tgtEl>
                                              <p:spTgt spid="39"/>
                                            </p:tgtEl>
                                            <p:attrNameLst>
                                              <p:attrName>ppt_h</p:attrName>
                                            </p:attrNameLst>
                                          </p:cBhvr>
                                          <p:tavLst>
                                            <p:tav tm="0">
                                              <p:val>
                                                <p:fltVal val="0"/>
                                              </p:val>
                                            </p:tav>
                                            <p:tav tm="100000">
                                              <p:val>
                                                <p:strVal val="#ppt_h"/>
                                              </p:val>
                                            </p:tav>
                                          </p:tavLst>
                                        </p:anim>
                                        <p:animEffect transition="in" filter="fade">
                                          <p:cBhvr>
                                            <p:cTn id="69" dur="500"/>
                                            <p:tgtEl>
                                              <p:spTgt spid="39"/>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5"/>
                                            </p:tgtEl>
                                            <p:attrNameLst>
                                              <p:attrName>style.visibility</p:attrName>
                                            </p:attrNameLst>
                                          </p:cBhvr>
                                          <p:to>
                                            <p:strVal val="visible"/>
                                          </p:to>
                                        </p:set>
                                        <p:animEffect transition="in" filter="fade">
                                          <p:cBhvr>
                                            <p:cTn id="73" dur="500"/>
                                            <p:tgtEl>
                                              <p:spTgt spid="45"/>
                                            </p:tgtEl>
                                          </p:cBhvr>
                                        </p:animEffect>
                                        <p:anim calcmode="lin" valueType="num">
                                          <p:cBhvr>
                                            <p:cTn id="74" dur="500" fill="hold"/>
                                            <p:tgtEl>
                                              <p:spTgt spid="45"/>
                                            </p:tgtEl>
                                            <p:attrNameLst>
                                              <p:attrName>ppt_x</p:attrName>
                                            </p:attrNameLst>
                                          </p:cBhvr>
                                          <p:tavLst>
                                            <p:tav tm="0">
                                              <p:val>
                                                <p:strVal val="#ppt_x"/>
                                              </p:val>
                                            </p:tav>
                                            <p:tav tm="100000">
                                              <p:val>
                                                <p:strVal val="#ppt_x"/>
                                              </p:val>
                                            </p:tav>
                                          </p:tavLst>
                                        </p:anim>
                                        <p:anim calcmode="lin" valueType="num">
                                          <p:cBhvr>
                                            <p:cTn id="75" dur="500" fill="hold"/>
                                            <p:tgtEl>
                                              <p:spTgt spid="45"/>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6"/>
                                            </p:tgtEl>
                                            <p:attrNameLst>
                                              <p:attrName>style.visibility</p:attrName>
                                            </p:attrNameLst>
                                          </p:cBhvr>
                                          <p:to>
                                            <p:strVal val="visible"/>
                                          </p:to>
                                        </p:set>
                                        <p:animEffect transition="in" filter="wipe(right)">
                                          <p:cBhvr>
                                            <p:cTn id="79" dur="500"/>
                                            <p:tgtEl>
                                              <p:spTgt spid="36"/>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wipe(left)">
                                          <p:cBhvr>
                                            <p:cTn id="83" dur="500"/>
                                            <p:tgtEl>
                                              <p:spTgt spid="42"/>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2"/>
                                            </p:tgtEl>
                                            <p:attrNameLst>
                                              <p:attrName>style.visibility</p:attrName>
                                            </p:attrNameLst>
                                          </p:cBhvr>
                                          <p:to>
                                            <p:strVal val="visible"/>
                                          </p:to>
                                        </p:set>
                                        <p:anim calcmode="lin" valueType="num">
                                          <p:cBhvr additive="base">
                                            <p:cTn id="86" dur="1000" fill="hold"/>
                                            <p:tgtEl>
                                              <p:spTgt spid="52"/>
                                            </p:tgtEl>
                                            <p:attrNameLst>
                                              <p:attrName>ppt_x</p:attrName>
                                            </p:attrNameLst>
                                          </p:cBhvr>
                                          <p:tavLst>
                                            <p:tav tm="0">
                                              <p:val>
                                                <p:strVal val="#ppt_x"/>
                                              </p:val>
                                            </p:tav>
                                            <p:tav tm="100000">
                                              <p:val>
                                                <p:strVal val="#ppt_x"/>
                                              </p:val>
                                            </p:tav>
                                          </p:tavLst>
                                        </p:anim>
                                        <p:anim calcmode="lin" valueType="num">
                                          <p:cBhvr additive="base">
                                            <p:cTn id="87" dur="1000" fill="hold"/>
                                            <p:tgtEl>
                                              <p:spTgt spid="52"/>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4"/>
                                            </p:tgtEl>
                                            <p:attrNameLst>
                                              <p:attrName>style.visibility</p:attrName>
                                            </p:attrNameLst>
                                          </p:cBhvr>
                                          <p:to>
                                            <p:strVal val="visible"/>
                                          </p:to>
                                        </p:set>
                                        <p:animEffect transition="in" filter="wipe(left)">
                                          <p:cBhvr>
                                            <p:cTn id="9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P spid="35" grpId="0" animBg="1"/>
          <p:bldP spid="45" grpId="0" animBg="1"/>
          <p:bldP spid="52"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组合 42"/>
          <p:cNvGrpSpPr/>
          <p:nvPr/>
        </p:nvGrpSpPr>
        <p:grpSpPr>
          <a:xfrm>
            <a:off x="4183949" y="2021649"/>
            <a:ext cx="1982604" cy="2858999"/>
            <a:chOff x="2475798" y="1342260"/>
            <a:chExt cx="1982604" cy="2858998"/>
          </a:xfrm>
        </p:grpSpPr>
        <p:grpSp>
          <p:nvGrpSpPr>
            <p:cNvPr id="44" name="组合 43"/>
            <p:cNvGrpSpPr/>
            <p:nvPr/>
          </p:nvGrpSpPr>
          <p:grpSpPr>
            <a:xfrm>
              <a:off x="2475798" y="1342260"/>
              <a:ext cx="1982604" cy="2858998"/>
              <a:chOff x="3319399" y="1670050"/>
              <a:chExt cx="2398950" cy="3459388"/>
            </a:xfrm>
          </p:grpSpPr>
          <p:sp>
            <p:nvSpPr>
              <p:cNvPr id="47" name="圆角矩形 46"/>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48" name="组合 47"/>
              <p:cNvGrpSpPr/>
              <p:nvPr/>
            </p:nvGrpSpPr>
            <p:grpSpPr>
              <a:xfrm>
                <a:off x="3547324" y="1670050"/>
                <a:ext cx="1943100" cy="1943100"/>
                <a:chOff x="5124450" y="2171700"/>
                <a:chExt cx="1943100" cy="1943100"/>
              </a:xfrm>
            </p:grpSpPr>
            <p:sp>
              <p:nvSpPr>
                <p:cNvPr id="52" name="椭圆 51"/>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3" name="椭圆 52"/>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9" name="圆角矩形 48"/>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0" name="椭圆 49"/>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1" name="椭圆 50"/>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AC660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45"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46" name="文本框 45"/>
            <p:cNvSpPr txBox="1"/>
            <p:nvPr/>
          </p:nvSpPr>
          <p:spPr>
            <a:xfrm>
              <a:off x="3123837" y="1883584"/>
              <a:ext cx="686527"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01</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54" name="组合 53"/>
          <p:cNvGrpSpPr/>
          <p:nvPr/>
        </p:nvGrpSpPr>
        <p:grpSpPr>
          <a:xfrm>
            <a:off x="6025449" y="2021649"/>
            <a:ext cx="1982604" cy="2858999"/>
            <a:chOff x="2475798" y="1342260"/>
            <a:chExt cx="1982604" cy="2858998"/>
          </a:xfrm>
        </p:grpSpPr>
        <p:grpSp>
          <p:nvGrpSpPr>
            <p:cNvPr id="55" name="组合 54"/>
            <p:cNvGrpSpPr/>
            <p:nvPr/>
          </p:nvGrpSpPr>
          <p:grpSpPr>
            <a:xfrm>
              <a:off x="2475798" y="1342260"/>
              <a:ext cx="1982604" cy="2858998"/>
              <a:chOff x="3319399" y="1670050"/>
              <a:chExt cx="2398950" cy="3459388"/>
            </a:xfrm>
          </p:grpSpPr>
          <p:sp>
            <p:nvSpPr>
              <p:cNvPr id="58" name="圆角矩形 57"/>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59" name="组合 58"/>
              <p:cNvGrpSpPr/>
              <p:nvPr/>
            </p:nvGrpSpPr>
            <p:grpSpPr>
              <a:xfrm>
                <a:off x="3547324" y="1670050"/>
                <a:ext cx="1943100" cy="1943100"/>
                <a:chOff x="5124450" y="2171700"/>
                <a:chExt cx="1943100" cy="1943100"/>
              </a:xfrm>
            </p:grpSpPr>
            <p:sp>
              <p:nvSpPr>
                <p:cNvPr id="63" name="椭圆 62"/>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4" name="椭圆 63"/>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0" name="圆角矩形 59"/>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1" name="椭圆 60"/>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2" name="椭圆 61"/>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004850">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56"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3115806" y="1883584"/>
              <a:ext cx="702588"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02</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65" name="组合 64"/>
          <p:cNvGrpSpPr/>
          <p:nvPr/>
        </p:nvGrpSpPr>
        <p:grpSpPr>
          <a:xfrm>
            <a:off x="4183949" y="3875849"/>
            <a:ext cx="1982604" cy="2858999"/>
            <a:chOff x="2475798" y="1342260"/>
            <a:chExt cx="1982604" cy="2858998"/>
          </a:xfrm>
        </p:grpSpPr>
        <p:grpSp>
          <p:nvGrpSpPr>
            <p:cNvPr id="66" name="组合 65"/>
            <p:cNvGrpSpPr/>
            <p:nvPr/>
          </p:nvGrpSpPr>
          <p:grpSpPr>
            <a:xfrm>
              <a:off x="2475798" y="1342260"/>
              <a:ext cx="1982604" cy="2858998"/>
              <a:chOff x="3319399" y="1670050"/>
              <a:chExt cx="2398950" cy="3459388"/>
            </a:xfrm>
          </p:grpSpPr>
          <p:sp>
            <p:nvSpPr>
              <p:cNvPr id="69" name="圆角矩形 68"/>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70" name="组合 69"/>
              <p:cNvGrpSpPr/>
              <p:nvPr/>
            </p:nvGrpSpPr>
            <p:grpSpPr>
              <a:xfrm>
                <a:off x="3547324" y="1670050"/>
                <a:ext cx="1943100" cy="1943100"/>
                <a:chOff x="5124450" y="2171700"/>
                <a:chExt cx="1943100" cy="1943100"/>
              </a:xfrm>
            </p:grpSpPr>
            <p:sp>
              <p:nvSpPr>
                <p:cNvPr id="74" name="椭圆 73"/>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5" name="椭圆 74"/>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1" name="圆角矩形 70"/>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2" name="椭圆 71"/>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3" name="椭圆 72"/>
              <p:cNvSpPr/>
              <p:nvPr/>
            </p:nvSpPr>
            <p:spPr>
              <a:xfrm>
                <a:off x="4027130" y="2149856"/>
                <a:ext cx="983488" cy="983488"/>
              </a:xfrm>
              <a:prstGeom prst="ellipse">
                <a:avLst/>
              </a:prstGeom>
              <a:solidFill>
                <a:schemeClr val="accent1">
                  <a:lumMod val="100000"/>
                </a:schemeClr>
              </a:solidFill>
              <a:ln>
                <a:noFill/>
              </a:ln>
              <a:effectLst>
                <a:innerShdw blurRad="304800" dist="63500" dir="5400000">
                  <a:srgbClr val="7B131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67"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68" name="文本框 67"/>
            <p:cNvSpPr txBox="1"/>
            <p:nvPr/>
          </p:nvSpPr>
          <p:spPr>
            <a:xfrm>
              <a:off x="3110783" y="1883584"/>
              <a:ext cx="712635"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03</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76" name="组合 75"/>
          <p:cNvGrpSpPr/>
          <p:nvPr/>
        </p:nvGrpSpPr>
        <p:grpSpPr>
          <a:xfrm>
            <a:off x="6025449" y="3875849"/>
            <a:ext cx="1982604" cy="2858999"/>
            <a:chOff x="2475798" y="1342260"/>
            <a:chExt cx="1982604" cy="2858998"/>
          </a:xfrm>
        </p:grpSpPr>
        <p:grpSp>
          <p:nvGrpSpPr>
            <p:cNvPr id="77" name="组合 76"/>
            <p:cNvGrpSpPr/>
            <p:nvPr/>
          </p:nvGrpSpPr>
          <p:grpSpPr>
            <a:xfrm>
              <a:off x="2475798" y="1342260"/>
              <a:ext cx="1982604" cy="2858998"/>
              <a:chOff x="3319399" y="1670050"/>
              <a:chExt cx="2398950" cy="3459388"/>
            </a:xfrm>
          </p:grpSpPr>
          <p:sp>
            <p:nvSpPr>
              <p:cNvPr id="80" name="圆角矩形 79"/>
              <p:cNvSpPr/>
              <p:nvPr/>
            </p:nvSpPr>
            <p:spPr>
              <a:xfrm>
                <a:off x="3319399" y="2109144"/>
                <a:ext cx="2398950" cy="3020294"/>
              </a:xfrm>
              <a:prstGeom prst="roundRect">
                <a:avLst>
                  <a:gd name="adj" fmla="val 39823"/>
                </a:avLst>
              </a:prstGeom>
              <a:gradFill>
                <a:gsLst>
                  <a:gs pos="52000">
                    <a:srgbClr val="797979">
                      <a:alpha val="30000"/>
                    </a:srgbClr>
                  </a:gs>
                  <a:gs pos="0">
                    <a:schemeClr val="tx1">
                      <a:alpha val="30000"/>
                    </a:schemeClr>
                  </a:gs>
                  <a:gs pos="100000">
                    <a:srgbClr val="F2F2F2">
                      <a:alpha val="0"/>
                    </a:srgbClr>
                  </a:gs>
                </a:gsLst>
                <a:lin ang="5400000" scaled="1"/>
              </a:gradFill>
              <a:ln>
                <a:noFill/>
              </a:ln>
              <a:effectLst>
                <a:softEdge rad="254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nvGrpSpPr>
              <p:cNvPr id="81" name="组合 80"/>
              <p:cNvGrpSpPr/>
              <p:nvPr/>
            </p:nvGrpSpPr>
            <p:grpSpPr>
              <a:xfrm>
                <a:off x="3547324" y="1670050"/>
                <a:ext cx="1943100" cy="1943100"/>
                <a:chOff x="5124450" y="2171700"/>
                <a:chExt cx="1943100" cy="1943100"/>
              </a:xfrm>
            </p:grpSpPr>
            <p:sp>
              <p:nvSpPr>
                <p:cNvPr id="85" name="椭圆 84"/>
                <p:cNvSpPr/>
                <p:nvPr/>
              </p:nvSpPr>
              <p:spPr>
                <a:xfrm>
                  <a:off x="5124450" y="2171700"/>
                  <a:ext cx="1943100" cy="1943100"/>
                </a:xfrm>
                <a:prstGeom prst="ellipse">
                  <a:avLst/>
                </a:prstGeom>
                <a:gradFill flip="none" rotWithShape="1">
                  <a:gsLst>
                    <a:gs pos="100000">
                      <a:schemeClr val="bg1">
                        <a:lumMod val="85000"/>
                      </a:schemeClr>
                    </a:gs>
                    <a:gs pos="0">
                      <a:schemeClr val="bg1"/>
                    </a:gs>
                  </a:gsLst>
                  <a:lin ang="5400000" scaled="1"/>
                  <a:tileRect/>
                </a:gradFill>
                <a:ln>
                  <a:noFill/>
                </a:ln>
                <a:effectLst>
                  <a:outerShdw blurRad="381000" dist="1778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6" name="椭圆 85"/>
                <p:cNvSpPr/>
                <p:nvPr/>
              </p:nvSpPr>
              <p:spPr>
                <a:xfrm>
                  <a:off x="5124450" y="2171700"/>
                  <a:ext cx="1943100" cy="1943100"/>
                </a:xfrm>
                <a:prstGeom prst="ellipse">
                  <a:avLst/>
                </a:prstGeom>
                <a:gradFill flip="none" rotWithShape="1">
                  <a:gsLst>
                    <a:gs pos="100000">
                      <a:srgbClr val="D9D9D9"/>
                    </a:gs>
                    <a:gs pos="46000">
                      <a:srgbClr val="F7F7F7"/>
                    </a:gs>
                    <a:gs pos="0">
                      <a:srgbClr val="FBFBFB"/>
                    </a:gs>
                  </a:gsLst>
                  <a:lin ang="5400000" scaled="1"/>
                  <a:tileRect/>
                </a:gradFill>
                <a:ln>
                  <a:noFill/>
                </a:ln>
                <a:effectLst>
                  <a:innerShdw blurRad="508000" dist="76200" dir="54000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82" name="圆角矩形 81"/>
              <p:cNvSpPr/>
              <p:nvPr/>
            </p:nvSpPr>
            <p:spPr>
              <a:xfrm>
                <a:off x="3911123" y="2165096"/>
                <a:ext cx="1215503" cy="2437384"/>
              </a:xfrm>
              <a:prstGeom prst="roundRect">
                <a:avLst>
                  <a:gd name="adj" fmla="val 39823"/>
                </a:avLst>
              </a:prstGeom>
              <a:gradFill>
                <a:gsLst>
                  <a:gs pos="38000">
                    <a:srgbClr val="797979">
                      <a:alpha val="38000"/>
                    </a:srgbClr>
                  </a:gs>
                  <a:gs pos="0">
                    <a:schemeClr val="tx1">
                      <a:alpha val="40000"/>
                    </a:schemeClr>
                  </a:gs>
                  <a:gs pos="100000">
                    <a:srgbClr val="F2F2F2">
                      <a:alpha val="0"/>
                    </a:srgbClr>
                  </a:gs>
                </a:gsLst>
                <a:lin ang="5400000" scaled="1"/>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3" name="椭圆 82"/>
              <p:cNvSpPr/>
              <p:nvPr/>
            </p:nvSpPr>
            <p:spPr>
              <a:xfrm>
                <a:off x="4027130" y="2149856"/>
                <a:ext cx="983488" cy="983488"/>
              </a:xfrm>
              <a:prstGeom prst="ellipse">
                <a:avLst/>
              </a:prstGeom>
              <a:gradFill>
                <a:gsLst>
                  <a:gs pos="100000">
                    <a:srgbClr val="01ACBE"/>
                  </a:gs>
                  <a:gs pos="53000">
                    <a:srgbClr val="01C4D9"/>
                  </a:gs>
                  <a:gs pos="0">
                    <a:srgbClr val="5EEFFE"/>
                  </a:gs>
                </a:gsLst>
                <a:lin ang="5400000" scaled="1"/>
              </a:gradFill>
              <a:ln>
                <a:noFill/>
              </a:ln>
              <a:effectLst>
                <a:outerShdw blurRad="152400" dist="76200" dir="5400000" algn="t" rotWithShape="0">
                  <a:prstClr val="black">
                    <a:alpha val="1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84" name="椭圆 83"/>
              <p:cNvSpPr/>
              <p:nvPr/>
            </p:nvSpPr>
            <p:spPr>
              <a:xfrm>
                <a:off x="4042846" y="2149856"/>
                <a:ext cx="983488" cy="983488"/>
              </a:xfrm>
              <a:prstGeom prst="ellipse">
                <a:avLst/>
              </a:prstGeom>
              <a:solidFill>
                <a:schemeClr val="accent1">
                  <a:lumMod val="100000"/>
                </a:schemeClr>
              </a:solidFill>
              <a:ln>
                <a:noFill/>
              </a:ln>
              <a:effectLst>
                <a:innerShdw blurRad="304800" dist="63500" dir="5400000">
                  <a:srgbClr val="392143">
                    <a:alpha val="49804"/>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grpSp>
        <p:sp>
          <p:nvSpPr>
            <p:cNvPr id="78" name="椭圆 67"/>
            <p:cNvSpPr/>
            <p:nvPr/>
          </p:nvSpPr>
          <p:spPr>
            <a:xfrm>
              <a:off x="3213697" y="1790714"/>
              <a:ext cx="506805" cy="189589"/>
            </a:xfrm>
            <a:custGeom>
              <a:avLst/>
              <a:gdLst>
                <a:gd name="connsiteX0" fmla="*/ 0 w 812800"/>
                <a:gd name="connsiteY0" fmla="*/ 406400 h 812800"/>
                <a:gd name="connsiteX1" fmla="*/ 406400 w 812800"/>
                <a:gd name="connsiteY1" fmla="*/ 0 h 812800"/>
                <a:gd name="connsiteX2" fmla="*/ 812800 w 812800"/>
                <a:gd name="connsiteY2" fmla="*/ 406400 h 812800"/>
                <a:gd name="connsiteX3" fmla="*/ 406400 w 812800"/>
                <a:gd name="connsiteY3" fmla="*/ 812800 h 812800"/>
                <a:gd name="connsiteX4" fmla="*/ 0 w 812800"/>
                <a:gd name="connsiteY4" fmla="*/ 406400 h 812800"/>
                <a:gd name="connsiteX0-1" fmla="*/ 0 w 812800"/>
                <a:gd name="connsiteY0-2" fmla="*/ 406400 h 457199"/>
                <a:gd name="connsiteX1-3" fmla="*/ 406400 w 812800"/>
                <a:gd name="connsiteY1-4" fmla="*/ 0 h 457199"/>
                <a:gd name="connsiteX2-5" fmla="*/ 812800 w 812800"/>
                <a:gd name="connsiteY2-6" fmla="*/ 406400 h 457199"/>
                <a:gd name="connsiteX3-7" fmla="*/ 0 w 812800"/>
                <a:gd name="connsiteY3-8" fmla="*/ 406400 h 457199"/>
                <a:gd name="connsiteX0-9" fmla="*/ 0 w 812800"/>
                <a:gd name="connsiteY0-10" fmla="*/ 406400 h 421420"/>
                <a:gd name="connsiteX1-11" fmla="*/ 406400 w 812800"/>
                <a:gd name="connsiteY1-12" fmla="*/ 0 h 421420"/>
                <a:gd name="connsiteX2-13" fmla="*/ 812800 w 812800"/>
                <a:gd name="connsiteY2-14" fmla="*/ 406400 h 421420"/>
                <a:gd name="connsiteX3-15" fmla="*/ 0 w 812800"/>
                <a:gd name="connsiteY3-16" fmla="*/ 406400 h 421420"/>
                <a:gd name="connsiteX0-17" fmla="*/ 0 w 812800"/>
                <a:gd name="connsiteY0-18" fmla="*/ 406400 h 406400"/>
                <a:gd name="connsiteX1-19" fmla="*/ 406400 w 812800"/>
                <a:gd name="connsiteY1-20" fmla="*/ 0 h 406400"/>
                <a:gd name="connsiteX2-21" fmla="*/ 812800 w 812800"/>
                <a:gd name="connsiteY2-22" fmla="*/ 406400 h 406400"/>
                <a:gd name="connsiteX3-23" fmla="*/ 0 w 812800"/>
                <a:gd name="connsiteY3-24" fmla="*/ 406400 h 406400"/>
                <a:gd name="connsiteX0-25" fmla="*/ 0 w 812800"/>
                <a:gd name="connsiteY0-26" fmla="*/ 406400 h 406400"/>
                <a:gd name="connsiteX1-27" fmla="*/ 406400 w 812800"/>
                <a:gd name="connsiteY1-28" fmla="*/ 0 h 406400"/>
                <a:gd name="connsiteX2-29" fmla="*/ 812800 w 812800"/>
                <a:gd name="connsiteY2-30" fmla="*/ 406400 h 406400"/>
                <a:gd name="connsiteX3-31" fmla="*/ 0 w 812800"/>
                <a:gd name="connsiteY3-32" fmla="*/ 406400 h 406400"/>
                <a:gd name="connsiteX0-33" fmla="*/ 0 w 812800"/>
                <a:gd name="connsiteY0-34" fmla="*/ 406400 h 406400"/>
                <a:gd name="connsiteX1-35" fmla="*/ 406400 w 812800"/>
                <a:gd name="connsiteY1-36" fmla="*/ 0 h 406400"/>
                <a:gd name="connsiteX2-37" fmla="*/ 812800 w 812800"/>
                <a:gd name="connsiteY2-38" fmla="*/ 406400 h 406400"/>
                <a:gd name="connsiteX3-39" fmla="*/ 0 w 812800"/>
                <a:gd name="connsiteY3-40" fmla="*/ 406400 h 406400"/>
              </a:gdLst>
              <a:ahLst/>
              <a:cxnLst>
                <a:cxn ang="0">
                  <a:pos x="connsiteX0-1" y="connsiteY0-2"/>
                </a:cxn>
                <a:cxn ang="0">
                  <a:pos x="connsiteX1-3" y="connsiteY1-4"/>
                </a:cxn>
                <a:cxn ang="0">
                  <a:pos x="connsiteX2-5" y="connsiteY2-6"/>
                </a:cxn>
                <a:cxn ang="0">
                  <a:pos x="connsiteX3-7" y="connsiteY3-8"/>
                </a:cxn>
              </a:cxnLst>
              <a:rect l="l" t="t" r="r" b="b"/>
              <a:pathLst>
                <a:path w="812800" h="406400">
                  <a:moveTo>
                    <a:pt x="0" y="406400"/>
                  </a:moveTo>
                  <a:cubicBezTo>
                    <a:pt x="0" y="181951"/>
                    <a:pt x="181951" y="0"/>
                    <a:pt x="406400" y="0"/>
                  </a:cubicBezTo>
                  <a:cubicBezTo>
                    <a:pt x="630849" y="0"/>
                    <a:pt x="812800" y="181951"/>
                    <a:pt x="812800" y="406400"/>
                  </a:cubicBezTo>
                  <a:cubicBezTo>
                    <a:pt x="501227" y="268393"/>
                    <a:pt x="281093" y="253153"/>
                    <a:pt x="0" y="406400"/>
                  </a:cubicBezTo>
                  <a:close/>
                </a:path>
              </a:pathLst>
            </a:custGeom>
            <a:solidFill>
              <a:schemeClr val="bg1">
                <a:alpha val="3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bg1"/>
                </a:solidFill>
                <a:latin typeface="微软雅黑" panose="020B0503020204020204" pitchFamily="34" charset="-122"/>
                <a:ea typeface="微软雅黑" panose="020B0503020204020204" pitchFamily="34" charset="-122"/>
              </a:endParaRPr>
            </a:p>
          </p:txBody>
        </p:sp>
        <p:sp>
          <p:nvSpPr>
            <p:cNvPr id="79" name="文本框 78"/>
            <p:cNvSpPr txBox="1"/>
            <p:nvPr/>
          </p:nvSpPr>
          <p:spPr>
            <a:xfrm>
              <a:off x="3110782" y="1883584"/>
              <a:ext cx="738612" cy="523220"/>
            </a:xfrm>
            <a:prstGeom prst="rect">
              <a:avLst/>
            </a:prstGeom>
            <a:noFill/>
          </p:spPr>
          <p:txBody>
            <a:bodyPr wrap="square" rtlCol="0">
              <a:spAutoFit/>
            </a:bodyPr>
            <a:lstStyle/>
            <a:p>
              <a:pPr algn="ctr"/>
              <a:r>
                <a:rPr lang="en-US" altLang="zh-CN" sz="2800" dirty="0">
                  <a:solidFill>
                    <a:schemeClr val="bg1"/>
                  </a:solidFill>
                  <a:latin typeface="微软雅黑" panose="020B0503020204020204" pitchFamily="34" charset="-122"/>
                  <a:ea typeface="微软雅黑" panose="020B0503020204020204" pitchFamily="34" charset="-122"/>
                </a:rPr>
                <a:t>04</a:t>
              </a:r>
              <a:endParaRPr lang="zh-CN" altLang="en-US" sz="2800" dirty="0">
                <a:solidFill>
                  <a:schemeClr val="bg1"/>
                </a:solidFill>
                <a:latin typeface="微软雅黑" panose="020B0503020204020204" pitchFamily="34" charset="-122"/>
                <a:ea typeface="微软雅黑" panose="020B0503020204020204" pitchFamily="34" charset="-122"/>
              </a:endParaRPr>
            </a:p>
          </p:txBody>
        </p:sp>
      </p:grpSp>
      <p:grpSp>
        <p:nvGrpSpPr>
          <p:cNvPr id="87" name="组合 86"/>
          <p:cNvGrpSpPr/>
          <p:nvPr/>
        </p:nvGrpSpPr>
        <p:grpSpPr>
          <a:xfrm flipH="1" flipV="1">
            <a:off x="2288475" y="1692419"/>
            <a:ext cx="2438687" cy="732476"/>
            <a:chOff x="5246304" y="4593021"/>
            <a:chExt cx="2438687" cy="732476"/>
          </a:xfrm>
        </p:grpSpPr>
        <p:sp>
          <p:nvSpPr>
            <p:cNvPr id="88" name="椭圆 87"/>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89" name="任意多边形 88"/>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0" name="组合 89"/>
          <p:cNvGrpSpPr/>
          <p:nvPr/>
        </p:nvGrpSpPr>
        <p:grpSpPr>
          <a:xfrm flipH="1">
            <a:off x="2288475" y="5138299"/>
            <a:ext cx="2438687" cy="732476"/>
            <a:chOff x="5246304" y="4593021"/>
            <a:chExt cx="2438687" cy="732476"/>
          </a:xfrm>
        </p:grpSpPr>
        <p:sp>
          <p:nvSpPr>
            <p:cNvPr id="91" name="椭圆 90"/>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2" name="任意多边形 91"/>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3" name="组合 92"/>
          <p:cNvGrpSpPr/>
          <p:nvPr/>
        </p:nvGrpSpPr>
        <p:grpSpPr>
          <a:xfrm flipV="1">
            <a:off x="7443705" y="1692419"/>
            <a:ext cx="2438687" cy="732476"/>
            <a:chOff x="5246304" y="4593021"/>
            <a:chExt cx="2438687" cy="732476"/>
          </a:xfrm>
        </p:grpSpPr>
        <p:sp>
          <p:nvSpPr>
            <p:cNvPr id="94" name="椭圆 93"/>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5" name="任意多边形 94"/>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96" name="组合 95"/>
          <p:cNvGrpSpPr/>
          <p:nvPr/>
        </p:nvGrpSpPr>
        <p:grpSpPr>
          <a:xfrm>
            <a:off x="7443705" y="5138299"/>
            <a:ext cx="2438687" cy="732476"/>
            <a:chOff x="5246304" y="4593021"/>
            <a:chExt cx="2438687" cy="732476"/>
          </a:xfrm>
        </p:grpSpPr>
        <p:sp>
          <p:nvSpPr>
            <p:cNvPr id="97" name="椭圆 96"/>
            <p:cNvSpPr/>
            <p:nvPr/>
          </p:nvSpPr>
          <p:spPr>
            <a:xfrm>
              <a:off x="5246304" y="4593021"/>
              <a:ext cx="118623" cy="118623"/>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98" name="任意多边形 97"/>
            <p:cNvSpPr/>
            <p:nvPr/>
          </p:nvSpPr>
          <p:spPr>
            <a:xfrm>
              <a:off x="5335429" y="4686869"/>
              <a:ext cx="2349562" cy="638628"/>
            </a:xfrm>
            <a:custGeom>
              <a:avLst/>
              <a:gdLst>
                <a:gd name="connsiteX0" fmla="*/ 0 w 2815771"/>
                <a:gd name="connsiteY0" fmla="*/ 0 h 638628"/>
                <a:gd name="connsiteX1" fmla="*/ 725714 w 2815771"/>
                <a:gd name="connsiteY1" fmla="*/ 638628 h 638628"/>
                <a:gd name="connsiteX2" fmla="*/ 2815771 w 2815771"/>
                <a:gd name="connsiteY2" fmla="*/ 638628 h 638628"/>
              </a:gdLst>
              <a:ahLst/>
              <a:cxnLst>
                <a:cxn ang="0">
                  <a:pos x="connsiteX0" y="connsiteY0"/>
                </a:cxn>
                <a:cxn ang="0">
                  <a:pos x="connsiteX1" y="connsiteY1"/>
                </a:cxn>
                <a:cxn ang="0">
                  <a:pos x="connsiteX2" y="connsiteY2"/>
                </a:cxn>
              </a:cxnLst>
              <a:rect l="l" t="t" r="r" b="b"/>
              <a:pathLst>
                <a:path w="2815771" h="638628">
                  <a:moveTo>
                    <a:pt x="0" y="0"/>
                  </a:moveTo>
                  <a:lnTo>
                    <a:pt x="725714" y="638628"/>
                  </a:lnTo>
                  <a:lnTo>
                    <a:pt x="2815771" y="638628"/>
                  </a:lnTo>
                </a:path>
              </a:pathLst>
            </a:custGeom>
            <a:noFill/>
            <a:ln w="190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35" name="组合 134"/>
          <p:cNvGrpSpPr/>
          <p:nvPr/>
        </p:nvGrpSpPr>
        <p:grpSpPr>
          <a:xfrm>
            <a:off x="1375413" y="1805619"/>
            <a:ext cx="2130114" cy="598490"/>
            <a:chOff x="874712" y="3408258"/>
            <a:chExt cx="2371844" cy="598490"/>
          </a:xfrm>
        </p:grpSpPr>
        <p:sp>
          <p:nvSpPr>
            <p:cNvPr id="136" name="矩形 135"/>
            <p:cNvSpPr/>
            <p:nvPr/>
          </p:nvSpPr>
          <p:spPr>
            <a:xfrm>
              <a:off x="874712" y="3677812"/>
              <a:ext cx="2371844" cy="328936"/>
            </a:xfrm>
            <a:prstGeom prst="rect">
              <a:avLst/>
            </a:prstGeom>
          </p:spPr>
          <p:txBody>
            <a:bodyPr wrap="square">
              <a:spAutoFit/>
              <a:scene3d>
                <a:camera prst="orthographicFront"/>
                <a:lightRig rig="threePt" dir="t"/>
              </a:scene3d>
              <a:sp3d contourW="12700"/>
            </a:bodyPr>
            <a:lstStyle/>
            <a:p>
              <a:pPr>
                <a:lnSpc>
                  <a:spcPct val="120000"/>
                </a:lnSpc>
              </a:pPr>
              <a:endParaRPr lang="en-US" altLang="zh-CN" sz="1400" dirty="0">
                <a:latin typeface="微软雅黑" panose="020B0503020204020204" pitchFamily="34" charset="-122"/>
                <a:ea typeface="微软雅黑" panose="020B0503020204020204" pitchFamily="34" charset="-122"/>
              </a:endParaRPr>
            </a:p>
          </p:txBody>
        </p:sp>
        <p:sp>
          <p:nvSpPr>
            <p:cNvPr id="137" name="矩形 136"/>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38" name="组合 137"/>
          <p:cNvGrpSpPr/>
          <p:nvPr/>
        </p:nvGrpSpPr>
        <p:grpSpPr>
          <a:xfrm>
            <a:off x="8355977" y="1805619"/>
            <a:ext cx="2130114" cy="1176515"/>
            <a:chOff x="874712" y="3408258"/>
            <a:chExt cx="2371844" cy="1176515"/>
          </a:xfrm>
        </p:grpSpPr>
        <p:sp>
          <p:nvSpPr>
            <p:cNvPr id="139" name="矩形 138"/>
            <p:cNvSpPr/>
            <p:nvPr/>
          </p:nvSpPr>
          <p:spPr>
            <a:xfrm>
              <a:off x="874712" y="3738772"/>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0" name="矩形 139"/>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1" name="组合 140"/>
          <p:cNvGrpSpPr/>
          <p:nvPr/>
        </p:nvGrpSpPr>
        <p:grpSpPr>
          <a:xfrm>
            <a:off x="1375413" y="4653200"/>
            <a:ext cx="2130114" cy="1188707"/>
            <a:chOff x="874712" y="3408258"/>
            <a:chExt cx="2371844" cy="1188707"/>
          </a:xfrm>
        </p:grpSpPr>
        <p:sp>
          <p:nvSpPr>
            <p:cNvPr id="142" name="矩形 141"/>
            <p:cNvSpPr/>
            <p:nvPr/>
          </p:nvSpPr>
          <p:spPr>
            <a:xfrm>
              <a:off x="874712" y="3750964"/>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3" name="矩形 142"/>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grpSp>
        <p:nvGrpSpPr>
          <p:cNvPr id="144" name="组合 143"/>
          <p:cNvGrpSpPr/>
          <p:nvPr/>
        </p:nvGrpSpPr>
        <p:grpSpPr>
          <a:xfrm>
            <a:off x="8355977" y="4677584"/>
            <a:ext cx="2130114" cy="1164323"/>
            <a:chOff x="874712" y="3408258"/>
            <a:chExt cx="2371844" cy="1164323"/>
          </a:xfrm>
        </p:grpSpPr>
        <p:sp>
          <p:nvSpPr>
            <p:cNvPr id="145" name="矩形 144"/>
            <p:cNvSpPr/>
            <p:nvPr/>
          </p:nvSpPr>
          <p:spPr>
            <a:xfrm>
              <a:off x="874712" y="3726580"/>
              <a:ext cx="237184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46" name="矩形 14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latin typeface="微软雅黑" panose="020B0503020204020204" pitchFamily="34" charset="-122"/>
                  <a:ea typeface="微软雅黑" panose="020B0503020204020204" pitchFamily="34" charset="-122"/>
                </a:rPr>
                <a:t>输入标题</a:t>
              </a:r>
            </a:p>
          </p:txBody>
        </p:sp>
      </p:grpSp>
      <p:sp>
        <p:nvSpPr>
          <p:cNvPr id="99" name="矩形 98">
            <a:extLst>
              <a:ext uri="{FF2B5EF4-FFF2-40B4-BE49-F238E27FC236}">
                <a16:creationId xmlns:a16="http://schemas.microsoft.com/office/drawing/2014/main" id="{007A8C00-7EBB-B848-B987-D1D9F479D6B0}"/>
              </a:ext>
            </a:extLst>
          </p:cNvPr>
          <p:cNvSpPr/>
          <p:nvPr/>
        </p:nvSpPr>
        <p:spPr>
          <a:xfrm>
            <a:off x="1358263" y="2166608"/>
            <a:ext cx="2130114" cy="846001"/>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p:txBody>
      </p:sp>
      <p:sp>
        <p:nvSpPr>
          <p:cNvPr id="104" name="Text Box 4">
            <a:extLst>
              <a:ext uri="{FF2B5EF4-FFF2-40B4-BE49-F238E27FC236}">
                <a16:creationId xmlns:a16="http://schemas.microsoft.com/office/drawing/2014/main" id="{796082F9-9A11-AD43-94B5-B7E25828E3DA}"/>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5" name="Half Frame 12">
            <a:extLst>
              <a:ext uri="{FF2B5EF4-FFF2-40B4-BE49-F238E27FC236}">
                <a16:creationId xmlns:a16="http://schemas.microsoft.com/office/drawing/2014/main" id="{FAC51A8B-C1F8-3547-B07E-ADB28F03EDF6}"/>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06" name="直线连接符 105">
            <a:extLst>
              <a:ext uri="{FF2B5EF4-FFF2-40B4-BE49-F238E27FC236}">
                <a16:creationId xmlns:a16="http://schemas.microsoft.com/office/drawing/2014/main" id="{1DA72B35-E965-E247-8DDD-E0182F80B5C2}"/>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14:presetBounceEnd="40000">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14:bounceEnd="40000">
                                          <p:cBhvr additive="base">
                                            <p:cTn id="7" dur="1250" fill="hold"/>
                                            <p:tgtEl>
                                              <p:spTgt spid="43"/>
                                            </p:tgtEl>
                                            <p:attrNameLst>
                                              <p:attrName>ppt_x</p:attrName>
                                            </p:attrNameLst>
                                          </p:cBhvr>
                                          <p:tavLst>
                                            <p:tav tm="0">
                                              <p:val>
                                                <p:strVal val="0-#ppt_w/2"/>
                                              </p:val>
                                            </p:tav>
                                            <p:tav tm="100000">
                                              <p:val>
                                                <p:strVal val="#ppt_x"/>
                                              </p:val>
                                            </p:tav>
                                          </p:tavLst>
                                        </p:anim>
                                        <p:anim calcmode="lin" valueType="num" p14:bounceEnd="40000">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14:presetBounceEnd="40000">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14:bounceEnd="40000">
                                          <p:cBhvr additive="base">
                                            <p:cTn id="11" dur="1250" fill="hold"/>
                                            <p:tgtEl>
                                              <p:spTgt spid="54"/>
                                            </p:tgtEl>
                                            <p:attrNameLst>
                                              <p:attrName>ppt_x</p:attrName>
                                            </p:attrNameLst>
                                          </p:cBhvr>
                                          <p:tavLst>
                                            <p:tav tm="0">
                                              <p:val>
                                                <p:strVal val="0-#ppt_w/2"/>
                                              </p:val>
                                            </p:tav>
                                            <p:tav tm="100000">
                                              <p:val>
                                                <p:strVal val="#ppt_x"/>
                                              </p:val>
                                            </p:tav>
                                          </p:tavLst>
                                        </p:anim>
                                        <p:anim calcmode="lin" valueType="num" p14:bounceEnd="40000">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14:presetBounceEnd="40000">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14:bounceEnd="40000">
                                          <p:cBhvr additive="base">
                                            <p:cTn id="15" dur="1250" fill="hold"/>
                                            <p:tgtEl>
                                              <p:spTgt spid="65"/>
                                            </p:tgtEl>
                                            <p:attrNameLst>
                                              <p:attrName>ppt_x</p:attrName>
                                            </p:attrNameLst>
                                          </p:cBhvr>
                                          <p:tavLst>
                                            <p:tav tm="0">
                                              <p:val>
                                                <p:strVal val="0-#ppt_w/2"/>
                                              </p:val>
                                            </p:tav>
                                            <p:tav tm="100000">
                                              <p:val>
                                                <p:strVal val="#ppt_x"/>
                                              </p:val>
                                            </p:tav>
                                          </p:tavLst>
                                        </p:anim>
                                        <p:anim calcmode="lin" valueType="num" p14:bounceEnd="40000">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14:bounceEnd="40000">
                                          <p:cBhvr additive="base">
                                            <p:cTn id="19" dur="1250" fill="hold"/>
                                            <p:tgtEl>
                                              <p:spTgt spid="76"/>
                                            </p:tgtEl>
                                            <p:attrNameLst>
                                              <p:attrName>ppt_x</p:attrName>
                                            </p:attrNameLst>
                                          </p:cBhvr>
                                          <p:tavLst>
                                            <p:tav tm="0">
                                              <p:val>
                                                <p:strVal val="0-#ppt_w/2"/>
                                              </p:val>
                                            </p:tav>
                                            <p:tav tm="100000">
                                              <p:val>
                                                <p:strVal val="#ppt_x"/>
                                              </p:val>
                                            </p:tav>
                                          </p:tavLst>
                                        </p:anim>
                                        <p:anim calcmode="lin" valueType="num" p14:bounceEnd="40000">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14:presetBounceEnd="81000">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14:bounceEnd="81000">
                                          <p:cBhvr additive="base">
                                            <p:cTn id="52" dur="1000" fill="hold"/>
                                            <p:tgtEl>
                                              <p:spTgt spid="104"/>
                                            </p:tgtEl>
                                            <p:attrNameLst>
                                              <p:attrName>ppt_x</p:attrName>
                                            </p:attrNameLst>
                                          </p:cBhvr>
                                          <p:tavLst>
                                            <p:tav tm="0">
                                              <p:val>
                                                <p:strVal val="#ppt_x"/>
                                              </p:val>
                                            </p:tav>
                                            <p:tav tm="100000">
                                              <p:val>
                                                <p:strVal val="#ppt_x"/>
                                              </p:val>
                                            </p:tav>
                                          </p:tavLst>
                                        </p:anim>
                                        <p:anim calcmode="lin" valueType="num" p14:bounceEnd="81000">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1250" fill="hold"/>
                                            <p:tgtEl>
                                              <p:spTgt spid="43"/>
                                            </p:tgtEl>
                                            <p:attrNameLst>
                                              <p:attrName>ppt_x</p:attrName>
                                            </p:attrNameLst>
                                          </p:cBhvr>
                                          <p:tavLst>
                                            <p:tav tm="0">
                                              <p:val>
                                                <p:strVal val="0-#ppt_w/2"/>
                                              </p:val>
                                            </p:tav>
                                            <p:tav tm="100000">
                                              <p:val>
                                                <p:strVal val="#ppt_x"/>
                                              </p:val>
                                            </p:tav>
                                          </p:tavLst>
                                        </p:anim>
                                        <p:anim calcmode="lin" valueType="num">
                                          <p:cBhvr additive="base">
                                            <p:cTn id="8" dur="1250" fill="hold"/>
                                            <p:tgtEl>
                                              <p:spTgt spid="43"/>
                                            </p:tgtEl>
                                            <p:attrNameLst>
                                              <p:attrName>ppt_y</p:attrName>
                                            </p:attrNameLst>
                                          </p:cBhvr>
                                          <p:tavLst>
                                            <p:tav tm="0">
                                              <p:val>
                                                <p:strVal val="#ppt_y"/>
                                              </p:val>
                                            </p:tav>
                                            <p:tav tm="100000">
                                              <p:val>
                                                <p:strVal val="#ppt_y"/>
                                              </p:val>
                                            </p:tav>
                                          </p:tavLst>
                                        </p:anim>
                                      </p:childTnLst>
                                    </p:cTn>
                                  </p:par>
                                  <p:par>
                                    <p:cTn id="9" presetID="2" presetClass="entr" presetSubtype="8" accel="40000" fill="hold" nodeType="withEffect">
                                      <p:stCondLst>
                                        <p:cond delay="250"/>
                                      </p:stCondLst>
                                      <p:childTnLst>
                                        <p:set>
                                          <p:cBhvr>
                                            <p:cTn id="10" dur="1" fill="hold">
                                              <p:stCondLst>
                                                <p:cond delay="0"/>
                                              </p:stCondLst>
                                            </p:cTn>
                                            <p:tgtEl>
                                              <p:spTgt spid="54"/>
                                            </p:tgtEl>
                                            <p:attrNameLst>
                                              <p:attrName>style.visibility</p:attrName>
                                            </p:attrNameLst>
                                          </p:cBhvr>
                                          <p:to>
                                            <p:strVal val="visible"/>
                                          </p:to>
                                        </p:set>
                                        <p:anim calcmode="lin" valueType="num">
                                          <p:cBhvr additive="base">
                                            <p:cTn id="11" dur="1250" fill="hold"/>
                                            <p:tgtEl>
                                              <p:spTgt spid="54"/>
                                            </p:tgtEl>
                                            <p:attrNameLst>
                                              <p:attrName>ppt_x</p:attrName>
                                            </p:attrNameLst>
                                          </p:cBhvr>
                                          <p:tavLst>
                                            <p:tav tm="0">
                                              <p:val>
                                                <p:strVal val="0-#ppt_w/2"/>
                                              </p:val>
                                            </p:tav>
                                            <p:tav tm="100000">
                                              <p:val>
                                                <p:strVal val="#ppt_x"/>
                                              </p:val>
                                            </p:tav>
                                          </p:tavLst>
                                        </p:anim>
                                        <p:anim calcmode="lin" valueType="num">
                                          <p:cBhvr additive="base">
                                            <p:cTn id="12" dur="1250" fill="hold"/>
                                            <p:tgtEl>
                                              <p:spTgt spid="54"/>
                                            </p:tgtEl>
                                            <p:attrNameLst>
                                              <p:attrName>ppt_y</p:attrName>
                                            </p:attrNameLst>
                                          </p:cBhvr>
                                          <p:tavLst>
                                            <p:tav tm="0">
                                              <p:val>
                                                <p:strVal val="#ppt_y"/>
                                              </p:val>
                                            </p:tav>
                                            <p:tav tm="100000">
                                              <p:val>
                                                <p:strVal val="#ppt_y"/>
                                              </p:val>
                                            </p:tav>
                                          </p:tavLst>
                                        </p:anim>
                                      </p:childTnLst>
                                    </p:cTn>
                                  </p:par>
                                  <p:par>
                                    <p:cTn id="13" presetID="2" presetClass="entr" presetSubtype="8" accel="40000" fill="hold" nodeType="withEffect">
                                      <p:stCondLst>
                                        <p:cond delay="50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1250" fill="hold"/>
                                            <p:tgtEl>
                                              <p:spTgt spid="65"/>
                                            </p:tgtEl>
                                            <p:attrNameLst>
                                              <p:attrName>ppt_x</p:attrName>
                                            </p:attrNameLst>
                                          </p:cBhvr>
                                          <p:tavLst>
                                            <p:tav tm="0">
                                              <p:val>
                                                <p:strVal val="0-#ppt_w/2"/>
                                              </p:val>
                                            </p:tav>
                                            <p:tav tm="100000">
                                              <p:val>
                                                <p:strVal val="#ppt_x"/>
                                              </p:val>
                                            </p:tav>
                                          </p:tavLst>
                                        </p:anim>
                                        <p:anim calcmode="lin" valueType="num">
                                          <p:cBhvr additive="base">
                                            <p:cTn id="16" dur="1250" fill="hold"/>
                                            <p:tgtEl>
                                              <p:spTgt spid="65"/>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76"/>
                                            </p:tgtEl>
                                            <p:attrNameLst>
                                              <p:attrName>style.visibility</p:attrName>
                                            </p:attrNameLst>
                                          </p:cBhvr>
                                          <p:to>
                                            <p:strVal val="visible"/>
                                          </p:to>
                                        </p:set>
                                        <p:anim calcmode="lin" valueType="num">
                                          <p:cBhvr additive="base">
                                            <p:cTn id="19" dur="1250" fill="hold"/>
                                            <p:tgtEl>
                                              <p:spTgt spid="76"/>
                                            </p:tgtEl>
                                            <p:attrNameLst>
                                              <p:attrName>ppt_x</p:attrName>
                                            </p:attrNameLst>
                                          </p:cBhvr>
                                          <p:tavLst>
                                            <p:tav tm="0">
                                              <p:val>
                                                <p:strVal val="0-#ppt_w/2"/>
                                              </p:val>
                                            </p:tav>
                                            <p:tav tm="100000">
                                              <p:val>
                                                <p:strVal val="#ppt_x"/>
                                              </p:val>
                                            </p:tav>
                                          </p:tavLst>
                                        </p:anim>
                                        <p:anim calcmode="lin" valueType="num">
                                          <p:cBhvr additive="base">
                                            <p:cTn id="20" dur="1250" fill="hold"/>
                                            <p:tgtEl>
                                              <p:spTgt spid="76"/>
                                            </p:tgtEl>
                                            <p:attrNameLst>
                                              <p:attrName>ppt_y</p:attrName>
                                            </p:attrNameLst>
                                          </p:cBhvr>
                                          <p:tavLst>
                                            <p:tav tm="0">
                                              <p:val>
                                                <p:strVal val="#ppt_y"/>
                                              </p:val>
                                            </p:tav>
                                            <p:tav tm="100000">
                                              <p:val>
                                                <p:strVal val="#ppt_y"/>
                                              </p:val>
                                            </p:tav>
                                          </p:tavLst>
                                        </p:anim>
                                      </p:childTnLst>
                                    </p:cTn>
                                  </p:par>
                                </p:childTnLst>
                              </p:cTn>
                            </p:par>
                            <p:par>
                              <p:cTn id="21" fill="hold">
                                <p:stCondLst>
                                  <p:cond delay="2000"/>
                                </p:stCondLst>
                                <p:childTnLst>
                                  <p:par>
                                    <p:cTn id="22" presetID="22" presetClass="entr" presetSubtype="2" fill="hold" nodeType="afterEffect">
                                      <p:stCondLst>
                                        <p:cond delay="0"/>
                                      </p:stCondLst>
                                      <p:childTnLst>
                                        <p:set>
                                          <p:cBhvr>
                                            <p:cTn id="23" dur="1" fill="hold">
                                              <p:stCondLst>
                                                <p:cond delay="0"/>
                                              </p:stCondLst>
                                            </p:cTn>
                                            <p:tgtEl>
                                              <p:spTgt spid="87"/>
                                            </p:tgtEl>
                                            <p:attrNameLst>
                                              <p:attrName>style.visibility</p:attrName>
                                            </p:attrNameLst>
                                          </p:cBhvr>
                                          <p:to>
                                            <p:strVal val="visible"/>
                                          </p:to>
                                        </p:set>
                                        <p:animEffect transition="in" filter="wipe(right)">
                                          <p:cBhvr>
                                            <p:cTn id="24" dur="500"/>
                                            <p:tgtEl>
                                              <p:spTgt spid="87"/>
                                            </p:tgtEl>
                                          </p:cBhvr>
                                        </p:animEffect>
                                      </p:childTnLst>
                                    </p:cTn>
                                  </p:par>
                                  <p:par>
                                    <p:cTn id="25" presetID="22" presetClass="entr" presetSubtype="2" fill="hold" nodeType="withEffect">
                                      <p:stCondLst>
                                        <p:cond delay="0"/>
                                      </p:stCondLst>
                                      <p:childTnLst>
                                        <p:set>
                                          <p:cBhvr>
                                            <p:cTn id="26" dur="1" fill="hold">
                                              <p:stCondLst>
                                                <p:cond delay="0"/>
                                              </p:stCondLst>
                                            </p:cTn>
                                            <p:tgtEl>
                                              <p:spTgt spid="90"/>
                                            </p:tgtEl>
                                            <p:attrNameLst>
                                              <p:attrName>style.visibility</p:attrName>
                                            </p:attrNameLst>
                                          </p:cBhvr>
                                          <p:to>
                                            <p:strVal val="visible"/>
                                          </p:to>
                                        </p:set>
                                        <p:animEffect transition="in" filter="wipe(right)">
                                          <p:cBhvr>
                                            <p:cTn id="27" dur="500"/>
                                            <p:tgtEl>
                                              <p:spTgt spid="90"/>
                                            </p:tgtEl>
                                          </p:cBhvr>
                                        </p:animEffect>
                                      </p:childTnLst>
                                    </p:cTn>
                                  </p:par>
                                  <p:par>
                                    <p:cTn id="28" presetID="22" presetClass="entr" presetSubtype="8" fill="hold" nodeType="withEffect">
                                      <p:stCondLst>
                                        <p:cond delay="0"/>
                                      </p:stCondLst>
                                      <p:childTnLst>
                                        <p:set>
                                          <p:cBhvr>
                                            <p:cTn id="29" dur="1" fill="hold">
                                              <p:stCondLst>
                                                <p:cond delay="0"/>
                                              </p:stCondLst>
                                            </p:cTn>
                                            <p:tgtEl>
                                              <p:spTgt spid="93"/>
                                            </p:tgtEl>
                                            <p:attrNameLst>
                                              <p:attrName>style.visibility</p:attrName>
                                            </p:attrNameLst>
                                          </p:cBhvr>
                                          <p:to>
                                            <p:strVal val="visible"/>
                                          </p:to>
                                        </p:set>
                                        <p:animEffect transition="in" filter="wipe(left)">
                                          <p:cBhvr>
                                            <p:cTn id="30" dur="500"/>
                                            <p:tgtEl>
                                              <p:spTgt spid="93"/>
                                            </p:tgtEl>
                                          </p:cBhvr>
                                        </p:animEffect>
                                      </p:childTnLst>
                                    </p:cTn>
                                  </p:par>
                                  <p:par>
                                    <p:cTn id="31" presetID="22" presetClass="entr" presetSubtype="8" fill="hold" nodeType="withEffect">
                                      <p:stCondLst>
                                        <p:cond delay="0"/>
                                      </p:stCondLst>
                                      <p:childTnLst>
                                        <p:set>
                                          <p:cBhvr>
                                            <p:cTn id="32" dur="1" fill="hold">
                                              <p:stCondLst>
                                                <p:cond delay="0"/>
                                              </p:stCondLst>
                                            </p:cTn>
                                            <p:tgtEl>
                                              <p:spTgt spid="96"/>
                                            </p:tgtEl>
                                            <p:attrNameLst>
                                              <p:attrName>style.visibility</p:attrName>
                                            </p:attrNameLst>
                                          </p:cBhvr>
                                          <p:to>
                                            <p:strVal val="visible"/>
                                          </p:to>
                                        </p:set>
                                        <p:animEffect transition="in" filter="wipe(left)">
                                          <p:cBhvr>
                                            <p:cTn id="33" dur="500"/>
                                            <p:tgtEl>
                                              <p:spTgt spid="96"/>
                                            </p:tgtEl>
                                          </p:cBhvr>
                                        </p:animEffect>
                                      </p:childTnLst>
                                    </p:cTn>
                                  </p:par>
                                  <p:par>
                                    <p:cTn id="34" presetID="2" presetClass="entr" presetSubtype="2" decel="100000" fill="hold" nodeType="withEffect">
                                      <p:stCondLst>
                                        <p:cond delay="0"/>
                                      </p:stCondLst>
                                      <p:childTnLst>
                                        <p:set>
                                          <p:cBhvr>
                                            <p:cTn id="35" dur="1" fill="hold">
                                              <p:stCondLst>
                                                <p:cond delay="0"/>
                                              </p:stCondLst>
                                            </p:cTn>
                                            <p:tgtEl>
                                              <p:spTgt spid="135"/>
                                            </p:tgtEl>
                                            <p:attrNameLst>
                                              <p:attrName>style.visibility</p:attrName>
                                            </p:attrNameLst>
                                          </p:cBhvr>
                                          <p:to>
                                            <p:strVal val="visible"/>
                                          </p:to>
                                        </p:set>
                                        <p:anim calcmode="lin" valueType="num">
                                          <p:cBhvr additive="base">
                                            <p:cTn id="36" dur="1000" fill="hold"/>
                                            <p:tgtEl>
                                              <p:spTgt spid="135"/>
                                            </p:tgtEl>
                                            <p:attrNameLst>
                                              <p:attrName>ppt_x</p:attrName>
                                            </p:attrNameLst>
                                          </p:cBhvr>
                                          <p:tavLst>
                                            <p:tav tm="0">
                                              <p:val>
                                                <p:strVal val="1+#ppt_w/2"/>
                                              </p:val>
                                            </p:tav>
                                            <p:tav tm="100000">
                                              <p:val>
                                                <p:strVal val="#ppt_x"/>
                                              </p:val>
                                            </p:tav>
                                          </p:tavLst>
                                        </p:anim>
                                        <p:anim calcmode="lin" valueType="num">
                                          <p:cBhvr additive="base">
                                            <p:cTn id="37" dur="1000" fill="hold"/>
                                            <p:tgtEl>
                                              <p:spTgt spid="135"/>
                                            </p:tgtEl>
                                            <p:attrNameLst>
                                              <p:attrName>ppt_y</p:attrName>
                                            </p:attrNameLst>
                                          </p:cBhvr>
                                          <p:tavLst>
                                            <p:tav tm="0">
                                              <p:val>
                                                <p:strVal val="#ppt_y"/>
                                              </p:val>
                                            </p:tav>
                                            <p:tav tm="100000">
                                              <p:val>
                                                <p:strVal val="#ppt_y"/>
                                              </p:val>
                                            </p:tav>
                                          </p:tavLst>
                                        </p:anim>
                                      </p:childTnLst>
                                    </p:cTn>
                                  </p:par>
                                  <p:par>
                                    <p:cTn id="38" presetID="2" presetClass="entr" presetSubtype="2" decel="100000" fill="hold" nodeType="withEffect">
                                      <p:stCondLst>
                                        <p:cond delay="0"/>
                                      </p:stCondLst>
                                      <p:childTnLst>
                                        <p:set>
                                          <p:cBhvr>
                                            <p:cTn id="39" dur="1" fill="hold">
                                              <p:stCondLst>
                                                <p:cond delay="0"/>
                                              </p:stCondLst>
                                            </p:cTn>
                                            <p:tgtEl>
                                              <p:spTgt spid="138"/>
                                            </p:tgtEl>
                                            <p:attrNameLst>
                                              <p:attrName>style.visibility</p:attrName>
                                            </p:attrNameLst>
                                          </p:cBhvr>
                                          <p:to>
                                            <p:strVal val="visible"/>
                                          </p:to>
                                        </p:set>
                                        <p:anim calcmode="lin" valueType="num">
                                          <p:cBhvr additive="base">
                                            <p:cTn id="40" dur="1000" fill="hold"/>
                                            <p:tgtEl>
                                              <p:spTgt spid="138"/>
                                            </p:tgtEl>
                                            <p:attrNameLst>
                                              <p:attrName>ppt_x</p:attrName>
                                            </p:attrNameLst>
                                          </p:cBhvr>
                                          <p:tavLst>
                                            <p:tav tm="0">
                                              <p:val>
                                                <p:strVal val="1+#ppt_w/2"/>
                                              </p:val>
                                            </p:tav>
                                            <p:tav tm="100000">
                                              <p:val>
                                                <p:strVal val="#ppt_x"/>
                                              </p:val>
                                            </p:tav>
                                          </p:tavLst>
                                        </p:anim>
                                        <p:anim calcmode="lin" valueType="num">
                                          <p:cBhvr additive="base">
                                            <p:cTn id="41" dur="1000" fill="hold"/>
                                            <p:tgtEl>
                                              <p:spTgt spid="138"/>
                                            </p:tgtEl>
                                            <p:attrNameLst>
                                              <p:attrName>ppt_y</p:attrName>
                                            </p:attrNameLst>
                                          </p:cBhvr>
                                          <p:tavLst>
                                            <p:tav tm="0">
                                              <p:val>
                                                <p:strVal val="#ppt_y"/>
                                              </p:val>
                                            </p:tav>
                                            <p:tav tm="100000">
                                              <p:val>
                                                <p:strVal val="#ppt_y"/>
                                              </p:val>
                                            </p:tav>
                                          </p:tavLst>
                                        </p:anim>
                                      </p:childTnLst>
                                    </p:cTn>
                                  </p:par>
                                  <p:par>
                                    <p:cTn id="42" presetID="2" presetClass="entr" presetSubtype="2" decel="100000" fill="hold" nodeType="withEffect">
                                      <p:stCondLst>
                                        <p:cond delay="0"/>
                                      </p:stCondLst>
                                      <p:childTnLst>
                                        <p:set>
                                          <p:cBhvr>
                                            <p:cTn id="43" dur="1" fill="hold">
                                              <p:stCondLst>
                                                <p:cond delay="0"/>
                                              </p:stCondLst>
                                            </p:cTn>
                                            <p:tgtEl>
                                              <p:spTgt spid="141"/>
                                            </p:tgtEl>
                                            <p:attrNameLst>
                                              <p:attrName>style.visibility</p:attrName>
                                            </p:attrNameLst>
                                          </p:cBhvr>
                                          <p:to>
                                            <p:strVal val="visible"/>
                                          </p:to>
                                        </p:set>
                                        <p:anim calcmode="lin" valueType="num">
                                          <p:cBhvr additive="base">
                                            <p:cTn id="44" dur="1000" fill="hold"/>
                                            <p:tgtEl>
                                              <p:spTgt spid="141"/>
                                            </p:tgtEl>
                                            <p:attrNameLst>
                                              <p:attrName>ppt_x</p:attrName>
                                            </p:attrNameLst>
                                          </p:cBhvr>
                                          <p:tavLst>
                                            <p:tav tm="0">
                                              <p:val>
                                                <p:strVal val="1+#ppt_w/2"/>
                                              </p:val>
                                            </p:tav>
                                            <p:tav tm="100000">
                                              <p:val>
                                                <p:strVal val="#ppt_x"/>
                                              </p:val>
                                            </p:tav>
                                          </p:tavLst>
                                        </p:anim>
                                        <p:anim calcmode="lin" valueType="num">
                                          <p:cBhvr additive="base">
                                            <p:cTn id="45" dur="1000" fill="hold"/>
                                            <p:tgtEl>
                                              <p:spTgt spid="141"/>
                                            </p:tgtEl>
                                            <p:attrNameLst>
                                              <p:attrName>ppt_y</p:attrName>
                                            </p:attrNameLst>
                                          </p:cBhvr>
                                          <p:tavLst>
                                            <p:tav tm="0">
                                              <p:val>
                                                <p:strVal val="#ppt_y"/>
                                              </p:val>
                                            </p:tav>
                                            <p:tav tm="100000">
                                              <p:val>
                                                <p:strVal val="#ppt_y"/>
                                              </p:val>
                                            </p:tav>
                                          </p:tavLst>
                                        </p:anim>
                                      </p:childTnLst>
                                    </p:cTn>
                                  </p:par>
                                  <p:par>
                                    <p:cTn id="46" presetID="2" presetClass="entr" presetSubtype="2" decel="100000" fill="hold" nodeType="withEffect">
                                      <p:stCondLst>
                                        <p:cond delay="0"/>
                                      </p:stCondLst>
                                      <p:childTnLst>
                                        <p:set>
                                          <p:cBhvr>
                                            <p:cTn id="47" dur="1" fill="hold">
                                              <p:stCondLst>
                                                <p:cond delay="0"/>
                                              </p:stCondLst>
                                            </p:cTn>
                                            <p:tgtEl>
                                              <p:spTgt spid="144"/>
                                            </p:tgtEl>
                                            <p:attrNameLst>
                                              <p:attrName>style.visibility</p:attrName>
                                            </p:attrNameLst>
                                          </p:cBhvr>
                                          <p:to>
                                            <p:strVal val="visible"/>
                                          </p:to>
                                        </p:set>
                                        <p:anim calcmode="lin" valueType="num">
                                          <p:cBhvr additive="base">
                                            <p:cTn id="48" dur="1000" fill="hold"/>
                                            <p:tgtEl>
                                              <p:spTgt spid="144"/>
                                            </p:tgtEl>
                                            <p:attrNameLst>
                                              <p:attrName>ppt_x</p:attrName>
                                            </p:attrNameLst>
                                          </p:cBhvr>
                                          <p:tavLst>
                                            <p:tav tm="0">
                                              <p:val>
                                                <p:strVal val="1+#ppt_w/2"/>
                                              </p:val>
                                            </p:tav>
                                            <p:tav tm="100000">
                                              <p:val>
                                                <p:strVal val="#ppt_x"/>
                                              </p:val>
                                            </p:tav>
                                          </p:tavLst>
                                        </p:anim>
                                        <p:anim calcmode="lin" valueType="num">
                                          <p:cBhvr additive="base">
                                            <p:cTn id="49" dur="1000" fill="hold"/>
                                            <p:tgtEl>
                                              <p:spTgt spid="144"/>
                                            </p:tgtEl>
                                            <p:attrNameLst>
                                              <p:attrName>ppt_y</p:attrName>
                                            </p:attrNameLst>
                                          </p:cBhvr>
                                          <p:tavLst>
                                            <p:tav tm="0">
                                              <p:val>
                                                <p:strVal val="#ppt_y"/>
                                              </p:val>
                                            </p:tav>
                                            <p:tav tm="100000">
                                              <p:val>
                                                <p:strVal val="#ppt_y"/>
                                              </p:val>
                                            </p:tav>
                                          </p:tavLst>
                                        </p:anim>
                                      </p:childTnLst>
                                    </p:cTn>
                                  </p:par>
                                  <p:par>
                                    <p:cTn id="50" presetID="2" presetClass="entr" presetSubtype="1" fill="hold" grpId="0" nodeType="withEffect">
                                      <p:stCondLst>
                                        <p:cond delay="0"/>
                                      </p:stCondLst>
                                      <p:childTnLst>
                                        <p:set>
                                          <p:cBhvr>
                                            <p:cTn id="51" dur="1" fill="hold">
                                              <p:stCondLst>
                                                <p:cond delay="0"/>
                                              </p:stCondLst>
                                            </p:cTn>
                                            <p:tgtEl>
                                              <p:spTgt spid="104"/>
                                            </p:tgtEl>
                                            <p:attrNameLst>
                                              <p:attrName>style.visibility</p:attrName>
                                            </p:attrNameLst>
                                          </p:cBhvr>
                                          <p:to>
                                            <p:strVal val="visible"/>
                                          </p:to>
                                        </p:set>
                                        <p:anim calcmode="lin" valueType="num">
                                          <p:cBhvr additive="base">
                                            <p:cTn id="52" dur="1000" fill="hold"/>
                                            <p:tgtEl>
                                              <p:spTgt spid="104"/>
                                            </p:tgtEl>
                                            <p:attrNameLst>
                                              <p:attrName>ppt_x</p:attrName>
                                            </p:attrNameLst>
                                          </p:cBhvr>
                                          <p:tavLst>
                                            <p:tav tm="0">
                                              <p:val>
                                                <p:strVal val="#ppt_x"/>
                                              </p:val>
                                            </p:tav>
                                            <p:tav tm="100000">
                                              <p:val>
                                                <p:strVal val="#ppt_x"/>
                                              </p:val>
                                            </p:tav>
                                          </p:tavLst>
                                        </p:anim>
                                        <p:anim calcmode="lin" valueType="num">
                                          <p:cBhvr additive="base">
                                            <p:cTn id="53" dur="1000" fill="hold"/>
                                            <p:tgtEl>
                                              <p:spTgt spid="104"/>
                                            </p:tgtEl>
                                            <p:attrNameLst>
                                              <p:attrName>ppt_y</p:attrName>
                                            </p:attrNameLst>
                                          </p:cBhvr>
                                          <p:tavLst>
                                            <p:tav tm="0">
                                              <p:val>
                                                <p:strVal val="0-#ppt_h/2"/>
                                              </p:val>
                                            </p:tav>
                                            <p:tav tm="100000">
                                              <p:val>
                                                <p:strVal val="#ppt_y"/>
                                              </p:val>
                                            </p:tav>
                                          </p:tavLst>
                                        </p:anim>
                                      </p:childTnLst>
                                    </p:cTn>
                                  </p:par>
                                </p:childTnLst>
                              </p:cTn>
                            </p:par>
                            <p:par>
                              <p:cTn id="54" fill="hold">
                                <p:stCondLst>
                                  <p:cond delay="3000"/>
                                </p:stCondLst>
                                <p:childTnLst>
                                  <p:par>
                                    <p:cTn id="55" presetID="22" presetClass="entr" presetSubtype="8" fill="hold" nodeType="afterEffect">
                                      <p:stCondLst>
                                        <p:cond delay="0"/>
                                      </p:stCondLst>
                                      <p:childTnLst>
                                        <p:set>
                                          <p:cBhvr>
                                            <p:cTn id="56" dur="1" fill="hold">
                                              <p:stCondLst>
                                                <p:cond delay="0"/>
                                              </p:stCondLst>
                                            </p:cTn>
                                            <p:tgtEl>
                                              <p:spTgt spid="105"/>
                                            </p:tgtEl>
                                            <p:attrNameLst>
                                              <p:attrName>style.visibility</p:attrName>
                                            </p:attrNameLst>
                                          </p:cBhvr>
                                          <p:to>
                                            <p:strVal val="visible"/>
                                          </p:to>
                                        </p:set>
                                        <p:animEffect transition="in" filter="wipe(left)">
                                          <p:cBhvr>
                                            <p:cTn id="5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请在此输入您的标题</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568810"/>
          </a:xfrm>
          <a:prstGeom prst="rect">
            <a:avLst/>
          </a:prstGeom>
          <a:noFill/>
        </p:spPr>
        <p:txBody>
          <a:bodyPr wrap="square" rtlCol="0">
            <a:spAutoFit/>
          </a:bodyPr>
          <a:lstStyle/>
          <a:p>
            <a:pPr lvl="0" algn="ctr">
              <a:lnSpc>
                <a:spcPct val="150000"/>
              </a:lnSpc>
            </a:pP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rPr>
              <a:t>Enter a text description related to the title Enter a text description related to the title Enter a text description related to the title</a:t>
            </a: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8879821F-F09C-47CB-A4A0-2E5E6250B8CF}"/>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02</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907667296"/>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1873901"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任意多边形 4"/>
          <p:cNvSpPr/>
          <p:nvPr/>
        </p:nvSpPr>
        <p:spPr>
          <a:xfrm>
            <a:off x="5146048"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任意多边形 5"/>
          <p:cNvSpPr/>
          <p:nvPr/>
        </p:nvSpPr>
        <p:spPr>
          <a:xfrm>
            <a:off x="8418194" y="2778827"/>
            <a:ext cx="2690937" cy="2066456"/>
          </a:xfrm>
          <a:custGeom>
            <a:avLst/>
            <a:gdLst>
              <a:gd name="connsiteX0" fmla="*/ 640385 w 3801979"/>
              <a:gd name="connsiteY0" fmla="*/ 209624 h 2919663"/>
              <a:gd name="connsiteX1" fmla="*/ 223641 w 3801979"/>
              <a:gd name="connsiteY1" fmla="*/ 626368 h 2919663"/>
              <a:gd name="connsiteX2" fmla="*/ 223641 w 3801979"/>
              <a:gd name="connsiteY2" fmla="*/ 2293293 h 2919663"/>
              <a:gd name="connsiteX3" fmla="*/ 640385 w 3801979"/>
              <a:gd name="connsiteY3" fmla="*/ 2710037 h 2919663"/>
              <a:gd name="connsiteX4" fmla="*/ 3161592 w 3801979"/>
              <a:gd name="connsiteY4" fmla="*/ 2710037 h 2919663"/>
              <a:gd name="connsiteX5" fmla="*/ 3578336 w 3801979"/>
              <a:gd name="connsiteY5" fmla="*/ 2293293 h 2919663"/>
              <a:gd name="connsiteX6" fmla="*/ 3578336 w 3801979"/>
              <a:gd name="connsiteY6" fmla="*/ 626368 h 2919663"/>
              <a:gd name="connsiteX7" fmla="*/ 3161592 w 3801979"/>
              <a:gd name="connsiteY7" fmla="*/ 209624 h 2919663"/>
              <a:gd name="connsiteX8" fmla="*/ 486620 w 3801979"/>
              <a:gd name="connsiteY8" fmla="*/ 0 h 2919663"/>
              <a:gd name="connsiteX9" fmla="*/ 3315359 w 3801979"/>
              <a:gd name="connsiteY9" fmla="*/ 0 h 2919663"/>
              <a:gd name="connsiteX10" fmla="*/ 3801979 w 3801979"/>
              <a:gd name="connsiteY10" fmla="*/ 486620 h 2919663"/>
              <a:gd name="connsiteX11" fmla="*/ 3801979 w 3801979"/>
              <a:gd name="connsiteY11" fmla="*/ 2433043 h 2919663"/>
              <a:gd name="connsiteX12" fmla="*/ 3315359 w 3801979"/>
              <a:gd name="connsiteY12" fmla="*/ 2919663 h 2919663"/>
              <a:gd name="connsiteX13" fmla="*/ 486620 w 3801979"/>
              <a:gd name="connsiteY13" fmla="*/ 2919663 h 2919663"/>
              <a:gd name="connsiteX14" fmla="*/ 0 w 3801979"/>
              <a:gd name="connsiteY14" fmla="*/ 2433043 h 2919663"/>
              <a:gd name="connsiteX15" fmla="*/ 0 w 3801979"/>
              <a:gd name="connsiteY15" fmla="*/ 486620 h 2919663"/>
              <a:gd name="connsiteX16" fmla="*/ 486620 w 3801979"/>
              <a:gd name="connsiteY16" fmla="*/ 0 h 291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01979" h="2919663">
                <a:moveTo>
                  <a:pt x="640385" y="209624"/>
                </a:moveTo>
                <a:cubicBezTo>
                  <a:pt x="410224" y="209624"/>
                  <a:pt x="223641" y="396207"/>
                  <a:pt x="223641" y="626368"/>
                </a:cubicBezTo>
                <a:lnTo>
                  <a:pt x="223641" y="2293293"/>
                </a:lnTo>
                <a:cubicBezTo>
                  <a:pt x="223641" y="2523454"/>
                  <a:pt x="410224" y="2710037"/>
                  <a:pt x="640385" y="2710037"/>
                </a:cubicBezTo>
                <a:lnTo>
                  <a:pt x="3161592" y="2710037"/>
                </a:lnTo>
                <a:cubicBezTo>
                  <a:pt x="3391753" y="2710037"/>
                  <a:pt x="3578336" y="2523454"/>
                  <a:pt x="3578336" y="2293293"/>
                </a:cubicBezTo>
                <a:lnTo>
                  <a:pt x="3578336" y="626368"/>
                </a:lnTo>
                <a:cubicBezTo>
                  <a:pt x="3578336" y="396207"/>
                  <a:pt x="3391753" y="209624"/>
                  <a:pt x="3161592" y="209624"/>
                </a:cubicBezTo>
                <a:close/>
                <a:moveTo>
                  <a:pt x="486620" y="0"/>
                </a:moveTo>
                <a:lnTo>
                  <a:pt x="3315359" y="0"/>
                </a:lnTo>
                <a:cubicBezTo>
                  <a:pt x="3584112" y="0"/>
                  <a:pt x="3801979" y="217867"/>
                  <a:pt x="3801979" y="486620"/>
                </a:cubicBezTo>
                <a:lnTo>
                  <a:pt x="3801979" y="2433043"/>
                </a:lnTo>
                <a:cubicBezTo>
                  <a:pt x="3801979" y="2701796"/>
                  <a:pt x="3584112" y="2919663"/>
                  <a:pt x="3315359" y="2919663"/>
                </a:cubicBezTo>
                <a:lnTo>
                  <a:pt x="486620" y="2919663"/>
                </a:lnTo>
                <a:cubicBezTo>
                  <a:pt x="217867" y="2919663"/>
                  <a:pt x="0" y="2701796"/>
                  <a:pt x="0" y="2433043"/>
                </a:cubicBezTo>
                <a:lnTo>
                  <a:pt x="0" y="486620"/>
                </a:lnTo>
                <a:cubicBezTo>
                  <a:pt x="0" y="217867"/>
                  <a:pt x="217867" y="0"/>
                  <a:pt x="486620" y="0"/>
                </a:cubicBezTo>
                <a:close/>
              </a:path>
            </a:pathLst>
          </a:cu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1702981" y="2232959"/>
            <a:ext cx="2767968" cy="523220"/>
            <a:chOff x="1703707" y="2041007"/>
            <a:chExt cx="2767968" cy="523219"/>
          </a:xfrm>
        </p:grpSpPr>
        <p:sp>
          <p:nvSpPr>
            <p:cNvPr id="8" name="文本框 7"/>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0" name="组合 9"/>
          <p:cNvGrpSpPr/>
          <p:nvPr/>
        </p:nvGrpSpPr>
        <p:grpSpPr>
          <a:xfrm>
            <a:off x="5010959" y="2232959"/>
            <a:ext cx="2767968" cy="523220"/>
            <a:chOff x="1703707" y="2041007"/>
            <a:chExt cx="2767968" cy="523219"/>
          </a:xfrm>
        </p:grpSpPr>
        <p:sp>
          <p:nvSpPr>
            <p:cNvPr id="11" name="文本框 10"/>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3" name="组合 12"/>
          <p:cNvGrpSpPr/>
          <p:nvPr/>
        </p:nvGrpSpPr>
        <p:grpSpPr>
          <a:xfrm>
            <a:off x="8267927" y="2232959"/>
            <a:ext cx="2767968" cy="523220"/>
            <a:chOff x="1703707" y="2041007"/>
            <a:chExt cx="2767968" cy="523219"/>
          </a:xfrm>
        </p:grpSpPr>
        <p:sp>
          <p:nvSpPr>
            <p:cNvPr id="14" name="文本框 13"/>
            <p:cNvSpPr txBox="1"/>
            <p:nvPr/>
          </p:nvSpPr>
          <p:spPr>
            <a:xfrm>
              <a:off x="1703707" y="2041007"/>
              <a:ext cx="1030515" cy="523219"/>
            </a:xfrm>
            <a:prstGeom prst="rect">
              <a:avLst/>
            </a:prstGeom>
            <a:noFill/>
          </p:spPr>
          <p:txBody>
            <a:bodyPr wrap="square" rtlCol="0">
              <a:spAutoFit/>
            </a:bodyPr>
            <a:lstStyle/>
            <a:p>
              <a:pPr algn="ctr"/>
              <a:r>
                <a:rPr lang="en-US" altLang="zh-CN" sz="2800" dirty="0">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28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385682" y="2077312"/>
              <a:ext cx="2085993" cy="460374"/>
            </a:xfrm>
            <a:prstGeom prst="rect">
              <a:avLst/>
            </a:prstGeom>
            <a:noFill/>
          </p:spPr>
          <p:txBody>
            <a:bodyPr wrap="square" rtlCol="0">
              <a:spAutoFit/>
            </a:bodyPr>
            <a:lstStyle/>
            <a:p>
              <a:r>
                <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16" name="组合 15"/>
          <p:cNvGrpSpPr/>
          <p:nvPr/>
        </p:nvGrpSpPr>
        <p:grpSpPr>
          <a:xfrm>
            <a:off x="1108117" y="3196263"/>
            <a:ext cx="1128795" cy="1091228"/>
            <a:chOff x="1108117" y="2967663"/>
            <a:chExt cx="1128795" cy="1091228"/>
          </a:xfrm>
        </p:grpSpPr>
        <p:grpSp>
          <p:nvGrpSpPr>
            <p:cNvPr id="17" name="组合 16"/>
            <p:cNvGrpSpPr/>
            <p:nvPr/>
          </p:nvGrpSpPr>
          <p:grpSpPr>
            <a:xfrm>
              <a:off x="1108117" y="2967663"/>
              <a:ext cx="1128795" cy="1091228"/>
              <a:chOff x="4565675" y="764773"/>
              <a:chExt cx="2003843" cy="1937151"/>
            </a:xfrm>
          </p:grpSpPr>
          <p:sp>
            <p:nvSpPr>
              <p:cNvPr id="26" name="椭圆 25"/>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7" name="椭圆 26"/>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8" name="椭圆 27"/>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9" name="任意多边形 28"/>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prstClr val="white"/>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18" name="组合 17"/>
            <p:cNvGrpSpPr/>
            <p:nvPr/>
          </p:nvGrpSpPr>
          <p:grpSpPr>
            <a:xfrm>
              <a:off x="1425357" y="3383593"/>
              <a:ext cx="382345" cy="337558"/>
              <a:chOff x="10044251" y="4522834"/>
              <a:chExt cx="745082" cy="657806"/>
            </a:xfrm>
            <a:solidFill>
              <a:schemeClr val="bg1"/>
            </a:solidFill>
            <a:effectLst/>
          </p:grpSpPr>
          <p:sp>
            <p:nvSpPr>
              <p:cNvPr id="19" name="Oval 423"/>
              <p:cNvSpPr>
                <a:spLocks noChangeArrowheads="1"/>
              </p:cNvSpPr>
              <p:nvPr/>
            </p:nvSpPr>
            <p:spPr bwMode="auto">
              <a:xfrm>
                <a:off x="10603243" y="4610108"/>
                <a:ext cx="173829" cy="2012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0" name="Freeform 424"/>
              <p:cNvSpPr/>
              <p:nvPr/>
            </p:nvSpPr>
            <p:spPr bwMode="auto">
              <a:xfrm>
                <a:off x="10567179" y="4817837"/>
                <a:ext cx="222154" cy="298610"/>
              </a:xfrm>
              <a:custGeom>
                <a:avLst/>
                <a:gdLst>
                  <a:gd name="T0" fmla="*/ 65 w 130"/>
                  <a:gd name="T1" fmla="*/ 3 h 175"/>
                  <a:gd name="T2" fmla="*/ 52 w 130"/>
                  <a:gd name="T3" fmla="*/ 89 h 175"/>
                  <a:gd name="T4" fmla="*/ 14 w 130"/>
                  <a:gd name="T5" fmla="*/ 112 h 175"/>
                  <a:gd name="T6" fmla="*/ 14 w 130"/>
                  <a:gd name="T7" fmla="*/ 78 h 175"/>
                  <a:gd name="T8" fmla="*/ 65 w 130"/>
                  <a:gd name="T9" fmla="*/ 3 h 175"/>
                  <a:gd name="T10" fmla="*/ 9 w 130"/>
                  <a:gd name="T11" fmla="*/ 58 h 175"/>
                  <a:gd name="T12" fmla="*/ 0 w 130"/>
                  <a:gd name="T13" fmla="*/ 89 h 175"/>
                  <a:gd name="T14" fmla="*/ 0 w 130"/>
                  <a:gd name="T15" fmla="*/ 137 h 175"/>
                  <a:gd name="T16" fmla="*/ 7 w 130"/>
                  <a:gd name="T17" fmla="*/ 160 h 175"/>
                  <a:gd name="T18" fmla="*/ 65 w 130"/>
                  <a:gd name="T19" fmla="*/ 175 h 175"/>
                  <a:gd name="T20" fmla="*/ 130 w 130"/>
                  <a:gd name="T21" fmla="*/ 149 h 175"/>
                  <a:gd name="T22" fmla="*/ 130 w 130"/>
                  <a:gd name="T23" fmla="*/ 45 h 175"/>
                  <a:gd name="T24" fmla="*/ 65 w 130"/>
                  <a:gd name="T25" fmla="*/ 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0" h="175">
                    <a:moveTo>
                      <a:pt x="65" y="3"/>
                    </a:moveTo>
                    <a:cubicBezTo>
                      <a:pt x="52" y="89"/>
                      <a:pt x="52" y="89"/>
                      <a:pt x="52" y="89"/>
                    </a:cubicBezTo>
                    <a:cubicBezTo>
                      <a:pt x="14" y="112"/>
                      <a:pt x="14" y="112"/>
                      <a:pt x="14" y="112"/>
                    </a:cubicBezTo>
                    <a:cubicBezTo>
                      <a:pt x="14" y="78"/>
                      <a:pt x="14" y="78"/>
                      <a:pt x="14" y="78"/>
                    </a:cubicBezTo>
                    <a:cubicBezTo>
                      <a:pt x="65" y="3"/>
                      <a:pt x="65" y="3"/>
                      <a:pt x="65" y="3"/>
                    </a:cubicBezTo>
                    <a:cubicBezTo>
                      <a:pt x="35" y="3"/>
                      <a:pt x="18" y="33"/>
                      <a:pt x="9" y="58"/>
                    </a:cubicBezTo>
                    <a:cubicBezTo>
                      <a:pt x="3" y="75"/>
                      <a:pt x="0" y="89"/>
                      <a:pt x="0" y="89"/>
                    </a:cubicBezTo>
                    <a:cubicBezTo>
                      <a:pt x="0" y="89"/>
                      <a:pt x="0" y="116"/>
                      <a:pt x="0" y="137"/>
                    </a:cubicBezTo>
                    <a:cubicBezTo>
                      <a:pt x="0" y="146"/>
                      <a:pt x="2" y="153"/>
                      <a:pt x="7" y="160"/>
                    </a:cubicBezTo>
                    <a:cubicBezTo>
                      <a:pt x="14" y="169"/>
                      <a:pt x="31" y="175"/>
                      <a:pt x="65" y="175"/>
                    </a:cubicBezTo>
                    <a:cubicBezTo>
                      <a:pt x="122" y="175"/>
                      <a:pt x="130" y="149"/>
                      <a:pt x="130" y="149"/>
                    </a:cubicBezTo>
                    <a:cubicBezTo>
                      <a:pt x="130" y="149"/>
                      <a:pt x="130" y="89"/>
                      <a:pt x="130" y="45"/>
                    </a:cubicBezTo>
                    <a:cubicBezTo>
                      <a:pt x="130" y="0"/>
                      <a:pt x="65" y="3"/>
                      <a:pt x="6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1" name="Freeform 425"/>
              <p:cNvSpPr/>
              <p:nvPr/>
            </p:nvSpPr>
            <p:spPr bwMode="auto">
              <a:xfrm>
                <a:off x="10229620" y="5001763"/>
                <a:ext cx="362082" cy="178877"/>
              </a:xfrm>
              <a:custGeom>
                <a:avLst/>
                <a:gdLst>
                  <a:gd name="T0" fmla="*/ 187 w 212"/>
                  <a:gd name="T1" fmla="*/ 55 h 105"/>
                  <a:gd name="T2" fmla="*/ 178 w 212"/>
                  <a:gd name="T3" fmla="*/ 0 h 105"/>
                  <a:gd name="T4" fmla="*/ 110 w 212"/>
                  <a:gd name="T5" fmla="*/ 20 h 105"/>
                  <a:gd name="T6" fmla="*/ 44 w 212"/>
                  <a:gd name="T7" fmla="*/ 0 h 105"/>
                  <a:gd name="T8" fmla="*/ 30 w 212"/>
                  <a:gd name="T9" fmla="*/ 56 h 105"/>
                  <a:gd name="T10" fmla="*/ 0 w 212"/>
                  <a:gd name="T11" fmla="*/ 72 h 105"/>
                  <a:gd name="T12" fmla="*/ 110 w 212"/>
                  <a:gd name="T13" fmla="*/ 105 h 105"/>
                  <a:gd name="T14" fmla="*/ 212 w 212"/>
                  <a:gd name="T15" fmla="*/ 72 h 105"/>
                  <a:gd name="T16" fmla="*/ 187 w 212"/>
                  <a:gd name="T17" fmla="*/ 5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2" h="105">
                    <a:moveTo>
                      <a:pt x="187" y="55"/>
                    </a:moveTo>
                    <a:cubicBezTo>
                      <a:pt x="173" y="33"/>
                      <a:pt x="178" y="0"/>
                      <a:pt x="178" y="0"/>
                    </a:cubicBezTo>
                    <a:cubicBezTo>
                      <a:pt x="178" y="0"/>
                      <a:pt x="156" y="20"/>
                      <a:pt x="110" y="20"/>
                    </a:cubicBezTo>
                    <a:cubicBezTo>
                      <a:pt x="64" y="20"/>
                      <a:pt x="44" y="0"/>
                      <a:pt x="44" y="0"/>
                    </a:cubicBezTo>
                    <a:cubicBezTo>
                      <a:pt x="44" y="0"/>
                      <a:pt x="49" y="34"/>
                      <a:pt x="30" y="56"/>
                    </a:cubicBezTo>
                    <a:cubicBezTo>
                      <a:pt x="23" y="64"/>
                      <a:pt x="14" y="70"/>
                      <a:pt x="0" y="72"/>
                    </a:cubicBezTo>
                    <a:cubicBezTo>
                      <a:pt x="0" y="72"/>
                      <a:pt x="32" y="105"/>
                      <a:pt x="110" y="105"/>
                    </a:cubicBezTo>
                    <a:cubicBezTo>
                      <a:pt x="187" y="105"/>
                      <a:pt x="212" y="72"/>
                      <a:pt x="212" y="72"/>
                    </a:cubicBezTo>
                    <a:cubicBezTo>
                      <a:pt x="200" y="70"/>
                      <a:pt x="193" y="63"/>
                      <a:pt x="187"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2" name="Freeform 426"/>
              <p:cNvSpPr/>
              <p:nvPr/>
            </p:nvSpPr>
            <p:spPr bwMode="auto">
              <a:xfrm>
                <a:off x="10275782" y="4701711"/>
                <a:ext cx="283463" cy="256054"/>
              </a:xfrm>
              <a:custGeom>
                <a:avLst/>
                <a:gdLst>
                  <a:gd name="T0" fmla="*/ 75 w 166"/>
                  <a:gd name="T1" fmla="*/ 150 h 150"/>
                  <a:gd name="T2" fmla="*/ 91 w 166"/>
                  <a:gd name="T3" fmla="*/ 150 h 150"/>
                  <a:gd name="T4" fmla="*/ 166 w 166"/>
                  <a:gd name="T5" fmla="*/ 125 h 150"/>
                  <a:gd name="T6" fmla="*/ 166 w 166"/>
                  <a:gd name="T7" fmla="*/ 122 h 150"/>
                  <a:gd name="T8" fmla="*/ 166 w 166"/>
                  <a:gd name="T9" fmla="*/ 59 h 150"/>
                  <a:gd name="T10" fmla="*/ 108 w 166"/>
                  <a:gd name="T11" fmla="*/ 0 h 150"/>
                  <a:gd name="T12" fmla="*/ 108 w 166"/>
                  <a:gd name="T13" fmla="*/ 0 h 150"/>
                  <a:gd name="T14" fmla="*/ 83 w 166"/>
                  <a:gd name="T15" fmla="*/ 10 h 150"/>
                  <a:gd name="T16" fmla="*/ 102 w 166"/>
                  <a:gd name="T17" fmla="*/ 82 h 150"/>
                  <a:gd name="T18" fmla="*/ 83 w 166"/>
                  <a:gd name="T19" fmla="*/ 111 h 150"/>
                  <a:gd name="T20" fmla="*/ 63 w 166"/>
                  <a:gd name="T21" fmla="*/ 82 h 150"/>
                  <a:gd name="T22" fmla="*/ 83 w 166"/>
                  <a:gd name="T23" fmla="*/ 10 h 150"/>
                  <a:gd name="T24" fmla="*/ 58 w 166"/>
                  <a:gd name="T25" fmla="*/ 0 h 150"/>
                  <a:gd name="T26" fmla="*/ 0 w 166"/>
                  <a:gd name="T27" fmla="*/ 59 h 150"/>
                  <a:gd name="T28" fmla="*/ 0 w 166"/>
                  <a:gd name="T29" fmla="*/ 122 h 150"/>
                  <a:gd name="T30" fmla="*/ 0 w 166"/>
                  <a:gd name="T31" fmla="*/ 123 h 150"/>
                  <a:gd name="T32" fmla="*/ 75 w 166"/>
                  <a:gd name="T33"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6" h="150">
                    <a:moveTo>
                      <a:pt x="75" y="150"/>
                    </a:moveTo>
                    <a:cubicBezTo>
                      <a:pt x="91" y="150"/>
                      <a:pt x="91" y="150"/>
                      <a:pt x="91" y="150"/>
                    </a:cubicBezTo>
                    <a:cubicBezTo>
                      <a:pt x="150" y="150"/>
                      <a:pt x="163" y="132"/>
                      <a:pt x="166" y="125"/>
                    </a:cubicBezTo>
                    <a:cubicBezTo>
                      <a:pt x="166" y="123"/>
                      <a:pt x="166" y="122"/>
                      <a:pt x="166" y="122"/>
                    </a:cubicBezTo>
                    <a:cubicBezTo>
                      <a:pt x="166" y="122"/>
                      <a:pt x="166" y="113"/>
                      <a:pt x="166" y="59"/>
                    </a:cubicBezTo>
                    <a:cubicBezTo>
                      <a:pt x="166" y="22"/>
                      <a:pt x="130" y="6"/>
                      <a:pt x="108" y="0"/>
                    </a:cubicBezTo>
                    <a:cubicBezTo>
                      <a:pt x="108" y="0"/>
                      <a:pt x="108" y="0"/>
                      <a:pt x="108" y="0"/>
                    </a:cubicBezTo>
                    <a:cubicBezTo>
                      <a:pt x="83" y="10"/>
                      <a:pt x="83" y="10"/>
                      <a:pt x="83" y="10"/>
                    </a:cubicBezTo>
                    <a:cubicBezTo>
                      <a:pt x="102" y="82"/>
                      <a:pt x="102" y="82"/>
                      <a:pt x="102" y="82"/>
                    </a:cubicBezTo>
                    <a:cubicBezTo>
                      <a:pt x="83" y="111"/>
                      <a:pt x="83" y="111"/>
                      <a:pt x="83" y="111"/>
                    </a:cubicBezTo>
                    <a:cubicBezTo>
                      <a:pt x="63" y="82"/>
                      <a:pt x="63" y="82"/>
                      <a:pt x="63" y="82"/>
                    </a:cubicBezTo>
                    <a:cubicBezTo>
                      <a:pt x="83" y="10"/>
                      <a:pt x="83" y="10"/>
                      <a:pt x="83" y="10"/>
                    </a:cubicBezTo>
                    <a:cubicBezTo>
                      <a:pt x="58" y="0"/>
                      <a:pt x="58" y="0"/>
                      <a:pt x="58" y="0"/>
                    </a:cubicBezTo>
                    <a:cubicBezTo>
                      <a:pt x="36" y="6"/>
                      <a:pt x="0" y="22"/>
                      <a:pt x="0" y="59"/>
                    </a:cubicBezTo>
                    <a:cubicBezTo>
                      <a:pt x="0" y="113"/>
                      <a:pt x="0" y="122"/>
                      <a:pt x="0" y="122"/>
                    </a:cubicBezTo>
                    <a:cubicBezTo>
                      <a:pt x="0" y="122"/>
                      <a:pt x="0" y="123"/>
                      <a:pt x="0" y="123"/>
                    </a:cubicBezTo>
                    <a:cubicBezTo>
                      <a:pt x="1" y="127"/>
                      <a:pt x="9" y="150"/>
                      <a:pt x="75" y="15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3" name="Oval 427"/>
              <p:cNvSpPr>
                <a:spLocks noChangeArrowheads="1"/>
              </p:cNvSpPr>
              <p:nvPr/>
            </p:nvSpPr>
            <p:spPr bwMode="auto">
              <a:xfrm>
                <a:off x="10345746" y="4522834"/>
                <a:ext cx="143535" cy="16733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4" name="Freeform 428"/>
              <p:cNvSpPr/>
              <p:nvPr/>
            </p:nvSpPr>
            <p:spPr bwMode="auto">
              <a:xfrm>
                <a:off x="10044251" y="4816394"/>
                <a:ext cx="219990" cy="297889"/>
              </a:xfrm>
              <a:custGeom>
                <a:avLst/>
                <a:gdLst>
                  <a:gd name="T0" fmla="*/ 129 w 129"/>
                  <a:gd name="T1" fmla="*/ 138 h 175"/>
                  <a:gd name="T2" fmla="*/ 129 w 129"/>
                  <a:gd name="T3" fmla="*/ 89 h 175"/>
                  <a:gd name="T4" fmla="*/ 121 w 129"/>
                  <a:gd name="T5" fmla="*/ 58 h 175"/>
                  <a:gd name="T6" fmla="*/ 65 w 129"/>
                  <a:gd name="T7" fmla="*/ 3 h 175"/>
                  <a:gd name="T8" fmla="*/ 116 w 129"/>
                  <a:gd name="T9" fmla="*/ 78 h 175"/>
                  <a:gd name="T10" fmla="*/ 116 w 129"/>
                  <a:gd name="T11" fmla="*/ 113 h 175"/>
                  <a:gd name="T12" fmla="*/ 78 w 129"/>
                  <a:gd name="T13" fmla="*/ 89 h 175"/>
                  <a:gd name="T14" fmla="*/ 65 w 129"/>
                  <a:gd name="T15" fmla="*/ 3 h 175"/>
                  <a:gd name="T16" fmla="*/ 0 w 129"/>
                  <a:gd name="T17" fmla="*/ 45 h 175"/>
                  <a:gd name="T18" fmla="*/ 0 w 129"/>
                  <a:gd name="T19" fmla="*/ 149 h 175"/>
                  <a:gd name="T20" fmla="*/ 65 w 129"/>
                  <a:gd name="T21" fmla="*/ 175 h 175"/>
                  <a:gd name="T22" fmla="*/ 122 w 129"/>
                  <a:gd name="T23" fmla="*/ 161 h 175"/>
                  <a:gd name="T24" fmla="*/ 129 w 129"/>
                  <a:gd name="T25" fmla="*/ 138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175">
                    <a:moveTo>
                      <a:pt x="129" y="138"/>
                    </a:moveTo>
                    <a:cubicBezTo>
                      <a:pt x="129" y="117"/>
                      <a:pt x="129" y="89"/>
                      <a:pt x="129" y="89"/>
                    </a:cubicBezTo>
                    <a:cubicBezTo>
                      <a:pt x="129" y="89"/>
                      <a:pt x="127" y="75"/>
                      <a:pt x="121" y="58"/>
                    </a:cubicBezTo>
                    <a:cubicBezTo>
                      <a:pt x="112" y="33"/>
                      <a:pt x="95" y="3"/>
                      <a:pt x="65" y="3"/>
                    </a:cubicBezTo>
                    <a:cubicBezTo>
                      <a:pt x="116" y="78"/>
                      <a:pt x="116" y="78"/>
                      <a:pt x="116" y="78"/>
                    </a:cubicBezTo>
                    <a:cubicBezTo>
                      <a:pt x="116" y="113"/>
                      <a:pt x="116" y="113"/>
                      <a:pt x="116" y="113"/>
                    </a:cubicBezTo>
                    <a:cubicBezTo>
                      <a:pt x="78" y="89"/>
                      <a:pt x="78" y="89"/>
                      <a:pt x="78" y="89"/>
                    </a:cubicBezTo>
                    <a:cubicBezTo>
                      <a:pt x="65" y="3"/>
                      <a:pt x="65" y="3"/>
                      <a:pt x="65" y="3"/>
                    </a:cubicBezTo>
                    <a:cubicBezTo>
                      <a:pt x="65" y="3"/>
                      <a:pt x="0" y="0"/>
                      <a:pt x="0" y="45"/>
                    </a:cubicBezTo>
                    <a:cubicBezTo>
                      <a:pt x="0" y="90"/>
                      <a:pt x="0" y="149"/>
                      <a:pt x="0" y="149"/>
                    </a:cubicBezTo>
                    <a:cubicBezTo>
                      <a:pt x="0" y="149"/>
                      <a:pt x="8" y="175"/>
                      <a:pt x="65" y="175"/>
                    </a:cubicBezTo>
                    <a:cubicBezTo>
                      <a:pt x="97" y="175"/>
                      <a:pt x="114" y="170"/>
                      <a:pt x="122" y="161"/>
                    </a:cubicBezTo>
                    <a:cubicBezTo>
                      <a:pt x="128" y="155"/>
                      <a:pt x="129" y="147"/>
                      <a:pt x="129" y="1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sp>
            <p:nvSpPr>
              <p:cNvPr id="25" name="Oval 429"/>
              <p:cNvSpPr>
                <a:spLocks noChangeArrowheads="1"/>
              </p:cNvSpPr>
              <p:nvPr/>
            </p:nvSpPr>
            <p:spPr bwMode="auto">
              <a:xfrm>
                <a:off x="10055791" y="4607944"/>
                <a:ext cx="173829" cy="20340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latin typeface="微软雅黑" panose="020B0503020204020204" pitchFamily="34" charset="-122"/>
                  <a:ea typeface="微软雅黑" panose="020B0503020204020204" pitchFamily="34" charset="-122"/>
                </a:endParaRPr>
              </a:p>
            </p:txBody>
          </p:sp>
        </p:grpSp>
      </p:grpSp>
      <p:grpSp>
        <p:nvGrpSpPr>
          <p:cNvPr id="30" name="组合 29"/>
          <p:cNvGrpSpPr/>
          <p:nvPr/>
        </p:nvGrpSpPr>
        <p:grpSpPr>
          <a:xfrm>
            <a:off x="4291045" y="3196263"/>
            <a:ext cx="1128795" cy="1091228"/>
            <a:chOff x="4291044" y="2967663"/>
            <a:chExt cx="1128795" cy="1091228"/>
          </a:xfrm>
        </p:grpSpPr>
        <p:grpSp>
          <p:nvGrpSpPr>
            <p:cNvPr id="31" name="组合 30"/>
            <p:cNvGrpSpPr/>
            <p:nvPr/>
          </p:nvGrpSpPr>
          <p:grpSpPr>
            <a:xfrm>
              <a:off x="4291044" y="2967663"/>
              <a:ext cx="1128795" cy="1091228"/>
              <a:chOff x="4565675" y="764773"/>
              <a:chExt cx="2003843" cy="1937151"/>
            </a:xfrm>
          </p:grpSpPr>
          <p:sp>
            <p:nvSpPr>
              <p:cNvPr id="49" name="椭圆 48"/>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0" name="椭圆 49"/>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1" name="椭圆 50"/>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2" name="任意多边形 51"/>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32" name="组合 31"/>
            <p:cNvGrpSpPr/>
            <p:nvPr/>
          </p:nvGrpSpPr>
          <p:grpSpPr>
            <a:xfrm>
              <a:off x="4608433" y="3368167"/>
              <a:ext cx="372722" cy="337930"/>
              <a:chOff x="10054349" y="2685014"/>
              <a:chExt cx="726328" cy="658528"/>
            </a:xfrm>
            <a:solidFill>
              <a:schemeClr val="bg1"/>
            </a:solidFill>
            <a:effectLst/>
          </p:grpSpPr>
          <p:sp>
            <p:nvSpPr>
              <p:cNvPr id="33" name="Oval 440"/>
              <p:cNvSpPr>
                <a:spLocks noChangeArrowheads="1"/>
              </p:cNvSpPr>
              <p:nvPr/>
            </p:nvSpPr>
            <p:spPr bwMode="auto">
              <a:xfrm>
                <a:off x="10639307"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441"/>
              <p:cNvSpPr/>
              <p:nvPr/>
            </p:nvSpPr>
            <p:spPr bwMode="auto">
              <a:xfrm>
                <a:off x="10606849" y="2685014"/>
                <a:ext cx="119011" cy="119732"/>
              </a:xfrm>
              <a:custGeom>
                <a:avLst/>
                <a:gdLst>
                  <a:gd name="T0" fmla="*/ 55 w 70"/>
                  <a:gd name="T1" fmla="*/ 70 h 70"/>
                  <a:gd name="T2" fmla="*/ 70 w 70"/>
                  <a:gd name="T3" fmla="*/ 70 h 70"/>
                  <a:gd name="T4" fmla="*/ 0 w 70"/>
                  <a:gd name="T5" fmla="*/ 0 h 70"/>
                  <a:gd name="T6" fmla="*/ 0 w 70"/>
                  <a:gd name="T7" fmla="*/ 14 h 70"/>
                  <a:gd name="T8" fmla="*/ 55 w 70"/>
                  <a:gd name="T9" fmla="*/ 70 h 70"/>
                </a:gdLst>
                <a:ahLst/>
                <a:cxnLst>
                  <a:cxn ang="0">
                    <a:pos x="T0" y="T1"/>
                  </a:cxn>
                  <a:cxn ang="0">
                    <a:pos x="T2" y="T3"/>
                  </a:cxn>
                  <a:cxn ang="0">
                    <a:pos x="T4" y="T5"/>
                  </a:cxn>
                  <a:cxn ang="0">
                    <a:pos x="T6" y="T7"/>
                  </a:cxn>
                  <a:cxn ang="0">
                    <a:pos x="T8" y="T9"/>
                  </a:cxn>
                </a:cxnLst>
                <a:rect l="0" t="0" r="r" b="b"/>
                <a:pathLst>
                  <a:path w="70" h="70">
                    <a:moveTo>
                      <a:pt x="55" y="70"/>
                    </a:moveTo>
                    <a:cubicBezTo>
                      <a:pt x="70" y="70"/>
                      <a:pt x="70" y="70"/>
                      <a:pt x="70" y="70"/>
                    </a:cubicBezTo>
                    <a:cubicBezTo>
                      <a:pt x="70" y="31"/>
                      <a:pt x="39" y="0"/>
                      <a:pt x="0" y="0"/>
                    </a:cubicBezTo>
                    <a:cubicBezTo>
                      <a:pt x="0" y="14"/>
                      <a:pt x="0" y="14"/>
                      <a:pt x="0" y="14"/>
                    </a:cubicBezTo>
                    <a:cubicBezTo>
                      <a:pt x="31" y="14"/>
                      <a:pt x="55" y="39"/>
                      <a:pt x="55"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442"/>
              <p:cNvSpPr/>
              <p:nvPr/>
            </p:nvSpPr>
            <p:spPr bwMode="auto">
              <a:xfrm>
                <a:off x="10606849" y="2727569"/>
                <a:ext cx="76456" cy="77177"/>
              </a:xfrm>
              <a:custGeom>
                <a:avLst/>
                <a:gdLst>
                  <a:gd name="T0" fmla="*/ 33 w 45"/>
                  <a:gd name="T1" fmla="*/ 45 h 45"/>
                  <a:gd name="T2" fmla="*/ 45 w 45"/>
                  <a:gd name="T3" fmla="*/ 45 h 45"/>
                  <a:gd name="T4" fmla="*/ 0 w 45"/>
                  <a:gd name="T5" fmla="*/ 0 h 45"/>
                  <a:gd name="T6" fmla="*/ 0 w 45"/>
                  <a:gd name="T7" fmla="*/ 12 h 45"/>
                  <a:gd name="T8" fmla="*/ 33 w 45"/>
                  <a:gd name="T9" fmla="*/ 45 h 45"/>
                </a:gdLst>
                <a:ahLst/>
                <a:cxnLst>
                  <a:cxn ang="0">
                    <a:pos x="T0" y="T1"/>
                  </a:cxn>
                  <a:cxn ang="0">
                    <a:pos x="T2" y="T3"/>
                  </a:cxn>
                  <a:cxn ang="0">
                    <a:pos x="T4" y="T5"/>
                  </a:cxn>
                  <a:cxn ang="0">
                    <a:pos x="T6" y="T7"/>
                  </a:cxn>
                  <a:cxn ang="0">
                    <a:pos x="T8" y="T9"/>
                  </a:cxn>
                </a:cxnLst>
                <a:rect l="0" t="0" r="r" b="b"/>
                <a:pathLst>
                  <a:path w="45" h="45">
                    <a:moveTo>
                      <a:pt x="33" y="45"/>
                    </a:moveTo>
                    <a:cubicBezTo>
                      <a:pt x="45" y="45"/>
                      <a:pt x="45" y="45"/>
                      <a:pt x="45" y="45"/>
                    </a:cubicBezTo>
                    <a:cubicBezTo>
                      <a:pt x="45" y="20"/>
                      <a:pt x="25" y="0"/>
                      <a:pt x="0" y="0"/>
                    </a:cubicBezTo>
                    <a:cubicBezTo>
                      <a:pt x="0" y="12"/>
                      <a:pt x="0" y="12"/>
                      <a:pt x="0" y="12"/>
                    </a:cubicBezTo>
                    <a:cubicBezTo>
                      <a:pt x="18" y="12"/>
                      <a:pt x="33" y="27"/>
                      <a:pt x="33" y="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Freeform 443"/>
              <p:cNvSpPr/>
              <p:nvPr/>
            </p:nvSpPr>
            <p:spPr bwMode="auto">
              <a:xfrm>
                <a:off x="10606849" y="2762190"/>
                <a:ext cx="42556" cy="42556"/>
              </a:xfrm>
              <a:custGeom>
                <a:avLst/>
                <a:gdLst>
                  <a:gd name="T0" fmla="*/ 13 w 25"/>
                  <a:gd name="T1" fmla="*/ 25 h 25"/>
                  <a:gd name="T2" fmla="*/ 25 w 25"/>
                  <a:gd name="T3" fmla="*/ 25 h 25"/>
                  <a:gd name="T4" fmla="*/ 0 w 25"/>
                  <a:gd name="T5" fmla="*/ 0 h 25"/>
                  <a:gd name="T6" fmla="*/ 0 w 25"/>
                  <a:gd name="T7" fmla="*/ 12 h 25"/>
                  <a:gd name="T8" fmla="*/ 13 w 25"/>
                  <a:gd name="T9" fmla="*/ 25 h 25"/>
                </a:gdLst>
                <a:ahLst/>
                <a:cxnLst>
                  <a:cxn ang="0">
                    <a:pos x="T0" y="T1"/>
                  </a:cxn>
                  <a:cxn ang="0">
                    <a:pos x="T2" y="T3"/>
                  </a:cxn>
                  <a:cxn ang="0">
                    <a:pos x="T4" y="T5"/>
                  </a:cxn>
                  <a:cxn ang="0">
                    <a:pos x="T6" y="T7"/>
                  </a:cxn>
                  <a:cxn ang="0">
                    <a:pos x="T8" y="T9"/>
                  </a:cxn>
                </a:cxnLst>
                <a:rect l="0" t="0" r="r" b="b"/>
                <a:pathLst>
                  <a:path w="25" h="25">
                    <a:moveTo>
                      <a:pt x="13" y="25"/>
                    </a:moveTo>
                    <a:cubicBezTo>
                      <a:pt x="25" y="25"/>
                      <a:pt x="25" y="25"/>
                      <a:pt x="25" y="25"/>
                    </a:cubicBezTo>
                    <a:cubicBezTo>
                      <a:pt x="25" y="11"/>
                      <a:pt x="14" y="0"/>
                      <a:pt x="0" y="0"/>
                    </a:cubicBezTo>
                    <a:cubicBezTo>
                      <a:pt x="0" y="12"/>
                      <a:pt x="0" y="12"/>
                      <a:pt x="0" y="12"/>
                    </a:cubicBezTo>
                    <a:cubicBezTo>
                      <a:pt x="7" y="12"/>
                      <a:pt x="13" y="18"/>
                      <a:pt x="13"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Freeform 444"/>
              <p:cNvSpPr/>
              <p:nvPr/>
            </p:nvSpPr>
            <p:spPr bwMode="auto">
              <a:xfrm>
                <a:off x="10611898" y="3114896"/>
                <a:ext cx="168779" cy="228646"/>
              </a:xfrm>
              <a:custGeom>
                <a:avLst/>
                <a:gdLst>
                  <a:gd name="T0" fmla="*/ 49 w 99"/>
                  <a:gd name="T1" fmla="*/ 2 h 134"/>
                  <a:gd name="T2" fmla="*/ 40 w 99"/>
                  <a:gd name="T3" fmla="*/ 68 h 134"/>
                  <a:gd name="T4" fmla="*/ 10 w 99"/>
                  <a:gd name="T5" fmla="*/ 87 h 134"/>
                  <a:gd name="T6" fmla="*/ 10 w 99"/>
                  <a:gd name="T7" fmla="*/ 60 h 134"/>
                  <a:gd name="T8" fmla="*/ 49 w 99"/>
                  <a:gd name="T9" fmla="*/ 2 h 134"/>
                  <a:gd name="T10" fmla="*/ 0 w 99"/>
                  <a:gd name="T11" fmla="*/ 68 h 134"/>
                  <a:gd name="T12" fmla="*/ 0 w 99"/>
                  <a:gd name="T13" fmla="*/ 106 h 134"/>
                  <a:gd name="T14" fmla="*/ 49 w 99"/>
                  <a:gd name="T15" fmla="*/ 134 h 134"/>
                  <a:gd name="T16" fmla="*/ 99 w 99"/>
                  <a:gd name="T17" fmla="*/ 115 h 134"/>
                  <a:gd name="T18" fmla="*/ 99 w 99"/>
                  <a:gd name="T19" fmla="*/ 35 h 134"/>
                  <a:gd name="T20" fmla="*/ 49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49" y="2"/>
                    </a:moveTo>
                    <a:cubicBezTo>
                      <a:pt x="40" y="68"/>
                      <a:pt x="40" y="68"/>
                      <a:pt x="40" y="68"/>
                    </a:cubicBezTo>
                    <a:cubicBezTo>
                      <a:pt x="10" y="87"/>
                      <a:pt x="10" y="87"/>
                      <a:pt x="10" y="87"/>
                    </a:cubicBezTo>
                    <a:cubicBezTo>
                      <a:pt x="10" y="60"/>
                      <a:pt x="10" y="60"/>
                      <a:pt x="10" y="60"/>
                    </a:cubicBezTo>
                    <a:cubicBezTo>
                      <a:pt x="49" y="2"/>
                      <a:pt x="49" y="2"/>
                      <a:pt x="49" y="2"/>
                    </a:cubicBezTo>
                    <a:cubicBezTo>
                      <a:pt x="11" y="2"/>
                      <a:pt x="0" y="68"/>
                      <a:pt x="0" y="68"/>
                    </a:cubicBezTo>
                    <a:cubicBezTo>
                      <a:pt x="0" y="68"/>
                      <a:pt x="0" y="90"/>
                      <a:pt x="0" y="106"/>
                    </a:cubicBezTo>
                    <a:cubicBezTo>
                      <a:pt x="0" y="122"/>
                      <a:pt x="5" y="134"/>
                      <a:pt x="49" y="134"/>
                    </a:cubicBezTo>
                    <a:cubicBezTo>
                      <a:pt x="94" y="134"/>
                      <a:pt x="99" y="115"/>
                      <a:pt x="99" y="115"/>
                    </a:cubicBezTo>
                    <a:cubicBezTo>
                      <a:pt x="99" y="115"/>
                      <a:pt x="99" y="69"/>
                      <a:pt x="99" y="35"/>
                    </a:cubicBezTo>
                    <a:cubicBezTo>
                      <a:pt x="99" y="0"/>
                      <a:pt x="49" y="2"/>
                      <a:pt x="49"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45"/>
              <p:cNvSpPr/>
              <p:nvPr/>
            </p:nvSpPr>
            <p:spPr bwMode="auto">
              <a:xfrm>
                <a:off x="10344303" y="3058636"/>
                <a:ext cx="170222" cy="22360"/>
              </a:xfrm>
              <a:custGeom>
                <a:avLst/>
                <a:gdLst>
                  <a:gd name="T0" fmla="*/ 94 w 100"/>
                  <a:gd name="T1" fmla="*/ 0 h 13"/>
                  <a:gd name="T2" fmla="*/ 7 w 100"/>
                  <a:gd name="T3" fmla="*/ 0 h 13"/>
                  <a:gd name="T4" fmla="*/ 2 w 100"/>
                  <a:gd name="T5" fmla="*/ 2 h 13"/>
                  <a:gd name="T6" fmla="*/ 0 w 100"/>
                  <a:gd name="T7" fmla="*/ 6 h 13"/>
                  <a:gd name="T8" fmla="*/ 7 w 100"/>
                  <a:gd name="T9" fmla="*/ 13 h 13"/>
                  <a:gd name="T10" fmla="*/ 94 w 100"/>
                  <a:gd name="T11" fmla="*/ 13 h 13"/>
                  <a:gd name="T12" fmla="*/ 100 w 100"/>
                  <a:gd name="T13" fmla="*/ 6 h 13"/>
                  <a:gd name="T14" fmla="*/ 94 w 100"/>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0" h="13">
                    <a:moveTo>
                      <a:pt x="94" y="0"/>
                    </a:moveTo>
                    <a:cubicBezTo>
                      <a:pt x="7" y="0"/>
                      <a:pt x="7" y="0"/>
                      <a:pt x="7" y="0"/>
                    </a:cubicBezTo>
                    <a:cubicBezTo>
                      <a:pt x="5" y="0"/>
                      <a:pt x="4" y="0"/>
                      <a:pt x="2" y="2"/>
                    </a:cubicBezTo>
                    <a:cubicBezTo>
                      <a:pt x="1" y="3"/>
                      <a:pt x="0" y="4"/>
                      <a:pt x="0" y="6"/>
                    </a:cubicBezTo>
                    <a:cubicBezTo>
                      <a:pt x="0" y="10"/>
                      <a:pt x="3" y="13"/>
                      <a:pt x="7" y="13"/>
                    </a:cubicBezTo>
                    <a:cubicBezTo>
                      <a:pt x="94" y="13"/>
                      <a:pt x="94" y="13"/>
                      <a:pt x="94" y="13"/>
                    </a:cubicBezTo>
                    <a:cubicBezTo>
                      <a:pt x="97" y="13"/>
                      <a:pt x="100" y="10"/>
                      <a:pt x="100" y="6"/>
                    </a:cubicBezTo>
                    <a:cubicBezTo>
                      <a:pt x="100" y="3"/>
                      <a:pt x="97" y="0"/>
                      <a:pt x="9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46"/>
              <p:cNvSpPr/>
              <p:nvPr/>
            </p:nvSpPr>
            <p:spPr bwMode="auto">
              <a:xfrm>
                <a:off x="10465478" y="2847301"/>
                <a:ext cx="56260" cy="64915"/>
              </a:xfrm>
              <a:custGeom>
                <a:avLst/>
                <a:gdLst>
                  <a:gd name="T0" fmla="*/ 17 w 33"/>
                  <a:gd name="T1" fmla="*/ 38 h 38"/>
                  <a:gd name="T2" fmla="*/ 33 w 33"/>
                  <a:gd name="T3" fmla="*/ 24 h 38"/>
                  <a:gd name="T4" fmla="*/ 33 w 33"/>
                  <a:gd name="T5" fmla="*/ 19 h 38"/>
                  <a:gd name="T6" fmla="*/ 18 w 33"/>
                  <a:gd name="T7" fmla="*/ 0 h 38"/>
                  <a:gd name="T8" fmla="*/ 17 w 33"/>
                  <a:gd name="T9" fmla="*/ 0 h 38"/>
                  <a:gd name="T10" fmla="*/ 0 w 33"/>
                  <a:gd name="T11" fmla="*/ 19 h 38"/>
                  <a:gd name="T12" fmla="*/ 17 w 3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33" h="38">
                    <a:moveTo>
                      <a:pt x="17" y="38"/>
                    </a:moveTo>
                    <a:cubicBezTo>
                      <a:pt x="24" y="38"/>
                      <a:pt x="31" y="32"/>
                      <a:pt x="33" y="24"/>
                    </a:cubicBezTo>
                    <a:cubicBezTo>
                      <a:pt x="33" y="22"/>
                      <a:pt x="33" y="21"/>
                      <a:pt x="33" y="19"/>
                    </a:cubicBezTo>
                    <a:cubicBezTo>
                      <a:pt x="33" y="9"/>
                      <a:pt x="26" y="0"/>
                      <a:pt x="18" y="0"/>
                    </a:cubicBezTo>
                    <a:cubicBezTo>
                      <a:pt x="17" y="0"/>
                      <a:pt x="17" y="0"/>
                      <a:pt x="17" y="0"/>
                    </a:cubicBezTo>
                    <a:cubicBezTo>
                      <a:pt x="7" y="0"/>
                      <a:pt x="0" y="8"/>
                      <a:pt x="0" y="19"/>
                    </a:cubicBezTo>
                    <a:cubicBezTo>
                      <a:pt x="0" y="30"/>
                      <a:pt x="7" y="38"/>
                      <a:pt x="17"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47"/>
              <p:cNvSpPr/>
              <p:nvPr/>
            </p:nvSpPr>
            <p:spPr bwMode="auto">
              <a:xfrm>
                <a:off x="10434463" y="2918708"/>
                <a:ext cx="117569" cy="68522"/>
              </a:xfrm>
              <a:custGeom>
                <a:avLst/>
                <a:gdLst>
                  <a:gd name="T0" fmla="*/ 50 w 69"/>
                  <a:gd name="T1" fmla="*/ 0 h 40"/>
                  <a:gd name="T2" fmla="*/ 36 w 69"/>
                  <a:gd name="T3" fmla="*/ 5 h 40"/>
                  <a:gd name="T4" fmla="*/ 42 w 69"/>
                  <a:gd name="T5" fmla="*/ 25 h 40"/>
                  <a:gd name="T6" fmla="*/ 36 w 69"/>
                  <a:gd name="T7" fmla="*/ 35 h 40"/>
                  <a:gd name="T8" fmla="*/ 29 w 69"/>
                  <a:gd name="T9" fmla="*/ 25 h 40"/>
                  <a:gd name="T10" fmla="*/ 36 w 69"/>
                  <a:gd name="T11" fmla="*/ 5 h 40"/>
                  <a:gd name="T12" fmla="*/ 19 w 69"/>
                  <a:gd name="T13" fmla="*/ 0 h 40"/>
                  <a:gd name="T14" fmla="*/ 0 w 69"/>
                  <a:gd name="T15" fmla="*/ 20 h 40"/>
                  <a:gd name="T16" fmla="*/ 0 w 69"/>
                  <a:gd name="T17" fmla="*/ 40 h 40"/>
                  <a:gd name="T18" fmla="*/ 32 w 69"/>
                  <a:gd name="T19" fmla="*/ 40 h 40"/>
                  <a:gd name="T20" fmla="*/ 37 w 69"/>
                  <a:gd name="T21" fmla="*/ 40 h 40"/>
                  <a:gd name="T22" fmla="*/ 69 w 69"/>
                  <a:gd name="T23" fmla="*/ 40 h 40"/>
                  <a:gd name="T24" fmla="*/ 69 w 69"/>
                  <a:gd name="T25" fmla="*/ 20 h 40"/>
                  <a:gd name="T26" fmla="*/ 50 w 69"/>
                  <a:gd name="T2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 h="40">
                    <a:moveTo>
                      <a:pt x="50" y="0"/>
                    </a:moveTo>
                    <a:cubicBezTo>
                      <a:pt x="36" y="5"/>
                      <a:pt x="36" y="5"/>
                      <a:pt x="36" y="5"/>
                    </a:cubicBezTo>
                    <a:cubicBezTo>
                      <a:pt x="42" y="25"/>
                      <a:pt x="42" y="25"/>
                      <a:pt x="42" y="25"/>
                    </a:cubicBezTo>
                    <a:cubicBezTo>
                      <a:pt x="36" y="35"/>
                      <a:pt x="36" y="35"/>
                      <a:pt x="36" y="35"/>
                    </a:cubicBezTo>
                    <a:cubicBezTo>
                      <a:pt x="29" y="25"/>
                      <a:pt x="29" y="25"/>
                      <a:pt x="29" y="25"/>
                    </a:cubicBezTo>
                    <a:cubicBezTo>
                      <a:pt x="36" y="5"/>
                      <a:pt x="36" y="5"/>
                      <a:pt x="36" y="5"/>
                    </a:cubicBezTo>
                    <a:cubicBezTo>
                      <a:pt x="19" y="0"/>
                      <a:pt x="19" y="0"/>
                      <a:pt x="19" y="0"/>
                    </a:cubicBezTo>
                    <a:cubicBezTo>
                      <a:pt x="10" y="3"/>
                      <a:pt x="0" y="8"/>
                      <a:pt x="0" y="20"/>
                    </a:cubicBezTo>
                    <a:cubicBezTo>
                      <a:pt x="0" y="40"/>
                      <a:pt x="0" y="40"/>
                      <a:pt x="0" y="40"/>
                    </a:cubicBezTo>
                    <a:cubicBezTo>
                      <a:pt x="32" y="40"/>
                      <a:pt x="32" y="40"/>
                      <a:pt x="32" y="40"/>
                    </a:cubicBezTo>
                    <a:cubicBezTo>
                      <a:pt x="37" y="40"/>
                      <a:pt x="37" y="40"/>
                      <a:pt x="37" y="40"/>
                    </a:cubicBezTo>
                    <a:cubicBezTo>
                      <a:pt x="69" y="40"/>
                      <a:pt x="69" y="40"/>
                      <a:pt x="69" y="40"/>
                    </a:cubicBezTo>
                    <a:cubicBezTo>
                      <a:pt x="69" y="40"/>
                      <a:pt x="69" y="40"/>
                      <a:pt x="69" y="20"/>
                    </a:cubicBezTo>
                    <a:cubicBezTo>
                      <a:pt x="69" y="8"/>
                      <a:pt x="59" y="3"/>
                      <a:pt x="5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Freeform 448"/>
              <p:cNvSpPr/>
              <p:nvPr/>
            </p:nvSpPr>
            <p:spPr bwMode="auto">
              <a:xfrm>
                <a:off x="10280831" y="2814844"/>
                <a:ext cx="119732" cy="196188"/>
              </a:xfrm>
              <a:custGeom>
                <a:avLst/>
                <a:gdLst>
                  <a:gd name="T0" fmla="*/ 66 w 70"/>
                  <a:gd name="T1" fmla="*/ 0 h 115"/>
                  <a:gd name="T2" fmla="*/ 61 w 70"/>
                  <a:gd name="T3" fmla="*/ 4 h 115"/>
                  <a:gd name="T4" fmla="*/ 61 w 70"/>
                  <a:gd name="T5" fmla="*/ 56 h 115"/>
                  <a:gd name="T6" fmla="*/ 3 w 70"/>
                  <a:gd name="T7" fmla="*/ 56 h 115"/>
                  <a:gd name="T8" fmla="*/ 1 w 70"/>
                  <a:gd name="T9" fmla="*/ 57 h 115"/>
                  <a:gd name="T10" fmla="*/ 0 w 70"/>
                  <a:gd name="T11" fmla="*/ 61 h 115"/>
                  <a:gd name="T12" fmla="*/ 3 w 70"/>
                  <a:gd name="T13" fmla="*/ 65 h 115"/>
                  <a:gd name="T14" fmla="*/ 29 w 70"/>
                  <a:gd name="T15" fmla="*/ 65 h 115"/>
                  <a:gd name="T16" fmla="*/ 61 w 70"/>
                  <a:gd name="T17" fmla="*/ 65 h 115"/>
                  <a:gd name="T18" fmla="*/ 61 w 70"/>
                  <a:gd name="T19" fmla="*/ 111 h 115"/>
                  <a:gd name="T20" fmla="*/ 63 w 70"/>
                  <a:gd name="T21" fmla="*/ 114 h 115"/>
                  <a:gd name="T22" fmla="*/ 66 w 70"/>
                  <a:gd name="T23" fmla="*/ 115 h 115"/>
                  <a:gd name="T24" fmla="*/ 70 w 70"/>
                  <a:gd name="T25" fmla="*/ 111 h 115"/>
                  <a:gd name="T26" fmla="*/ 70 w 70"/>
                  <a:gd name="T27" fmla="*/ 61 h 115"/>
                  <a:gd name="T28" fmla="*/ 70 w 70"/>
                  <a:gd name="T29" fmla="*/ 4 h 115"/>
                  <a:gd name="T30" fmla="*/ 69 w 70"/>
                  <a:gd name="T31" fmla="*/ 1 h 115"/>
                  <a:gd name="T32" fmla="*/ 66 w 70"/>
                  <a:gd name="T33"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 h="115">
                    <a:moveTo>
                      <a:pt x="66" y="0"/>
                    </a:moveTo>
                    <a:cubicBezTo>
                      <a:pt x="63" y="0"/>
                      <a:pt x="61" y="2"/>
                      <a:pt x="61" y="4"/>
                    </a:cubicBezTo>
                    <a:cubicBezTo>
                      <a:pt x="61" y="56"/>
                      <a:pt x="61" y="56"/>
                      <a:pt x="61" y="56"/>
                    </a:cubicBezTo>
                    <a:cubicBezTo>
                      <a:pt x="3" y="56"/>
                      <a:pt x="3" y="56"/>
                      <a:pt x="3" y="56"/>
                    </a:cubicBezTo>
                    <a:cubicBezTo>
                      <a:pt x="2" y="56"/>
                      <a:pt x="1" y="57"/>
                      <a:pt x="1" y="57"/>
                    </a:cubicBezTo>
                    <a:cubicBezTo>
                      <a:pt x="0" y="58"/>
                      <a:pt x="0" y="59"/>
                      <a:pt x="0" y="61"/>
                    </a:cubicBezTo>
                    <a:cubicBezTo>
                      <a:pt x="0" y="63"/>
                      <a:pt x="1" y="65"/>
                      <a:pt x="3" y="65"/>
                    </a:cubicBezTo>
                    <a:cubicBezTo>
                      <a:pt x="29" y="65"/>
                      <a:pt x="29" y="65"/>
                      <a:pt x="29" y="65"/>
                    </a:cubicBezTo>
                    <a:cubicBezTo>
                      <a:pt x="61" y="65"/>
                      <a:pt x="61" y="65"/>
                      <a:pt x="61" y="65"/>
                    </a:cubicBezTo>
                    <a:cubicBezTo>
                      <a:pt x="61" y="111"/>
                      <a:pt x="61" y="111"/>
                      <a:pt x="61" y="111"/>
                    </a:cubicBezTo>
                    <a:cubicBezTo>
                      <a:pt x="61" y="112"/>
                      <a:pt x="62" y="113"/>
                      <a:pt x="63" y="114"/>
                    </a:cubicBezTo>
                    <a:cubicBezTo>
                      <a:pt x="63" y="115"/>
                      <a:pt x="65" y="115"/>
                      <a:pt x="66" y="115"/>
                    </a:cubicBezTo>
                    <a:cubicBezTo>
                      <a:pt x="68" y="115"/>
                      <a:pt x="70" y="113"/>
                      <a:pt x="70" y="111"/>
                    </a:cubicBezTo>
                    <a:cubicBezTo>
                      <a:pt x="70" y="61"/>
                      <a:pt x="70" y="61"/>
                      <a:pt x="70" y="61"/>
                    </a:cubicBezTo>
                    <a:cubicBezTo>
                      <a:pt x="70" y="4"/>
                      <a:pt x="70" y="4"/>
                      <a:pt x="70" y="4"/>
                    </a:cubicBezTo>
                    <a:cubicBezTo>
                      <a:pt x="70" y="3"/>
                      <a:pt x="70" y="2"/>
                      <a:pt x="69" y="1"/>
                    </a:cubicBezTo>
                    <a:cubicBezTo>
                      <a:pt x="68" y="0"/>
                      <a:pt x="67" y="0"/>
                      <a:pt x="66"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Freeform 449"/>
              <p:cNvSpPr/>
              <p:nvPr/>
            </p:nvSpPr>
            <p:spPr bwMode="auto">
              <a:xfrm>
                <a:off x="10298141" y="2974968"/>
                <a:ext cx="62752" cy="37507"/>
              </a:xfrm>
              <a:custGeom>
                <a:avLst/>
                <a:gdLst>
                  <a:gd name="T0" fmla="*/ 27 w 37"/>
                  <a:gd name="T1" fmla="*/ 0 h 22"/>
                  <a:gd name="T2" fmla="*/ 19 w 37"/>
                  <a:gd name="T3" fmla="*/ 3 h 22"/>
                  <a:gd name="T4" fmla="*/ 23 w 37"/>
                  <a:gd name="T5" fmla="*/ 14 h 22"/>
                  <a:gd name="T6" fmla="*/ 19 w 37"/>
                  <a:gd name="T7" fmla="*/ 19 h 22"/>
                  <a:gd name="T8" fmla="*/ 15 w 37"/>
                  <a:gd name="T9" fmla="*/ 14 h 22"/>
                  <a:gd name="T10" fmla="*/ 19 w 37"/>
                  <a:gd name="T11" fmla="*/ 3 h 22"/>
                  <a:gd name="T12" fmla="*/ 15 w 37"/>
                  <a:gd name="T13" fmla="*/ 2 h 22"/>
                  <a:gd name="T14" fmla="*/ 10 w 37"/>
                  <a:gd name="T15" fmla="*/ 0 h 22"/>
                  <a:gd name="T16" fmla="*/ 0 w 37"/>
                  <a:gd name="T17" fmla="*/ 11 h 22"/>
                  <a:gd name="T18" fmla="*/ 0 w 37"/>
                  <a:gd name="T19" fmla="*/ 22 h 22"/>
                  <a:gd name="T20" fmla="*/ 17 w 37"/>
                  <a:gd name="T21" fmla="*/ 22 h 22"/>
                  <a:gd name="T22" fmla="*/ 19 w 37"/>
                  <a:gd name="T23" fmla="*/ 22 h 22"/>
                  <a:gd name="T24" fmla="*/ 20 w 37"/>
                  <a:gd name="T25" fmla="*/ 22 h 22"/>
                  <a:gd name="T26" fmla="*/ 37 w 37"/>
                  <a:gd name="T27" fmla="*/ 22 h 22"/>
                  <a:gd name="T28" fmla="*/ 37 w 37"/>
                  <a:gd name="T29" fmla="*/ 11 h 22"/>
                  <a:gd name="T30" fmla="*/ 27 w 37"/>
                  <a:gd name="T31"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22">
                    <a:moveTo>
                      <a:pt x="27" y="0"/>
                    </a:moveTo>
                    <a:cubicBezTo>
                      <a:pt x="19" y="3"/>
                      <a:pt x="19" y="3"/>
                      <a:pt x="19" y="3"/>
                    </a:cubicBezTo>
                    <a:cubicBezTo>
                      <a:pt x="23" y="14"/>
                      <a:pt x="23" y="14"/>
                      <a:pt x="23" y="14"/>
                    </a:cubicBezTo>
                    <a:cubicBezTo>
                      <a:pt x="19" y="19"/>
                      <a:pt x="19" y="19"/>
                      <a:pt x="19" y="19"/>
                    </a:cubicBezTo>
                    <a:cubicBezTo>
                      <a:pt x="15" y="14"/>
                      <a:pt x="15" y="14"/>
                      <a:pt x="15" y="14"/>
                    </a:cubicBezTo>
                    <a:cubicBezTo>
                      <a:pt x="19" y="3"/>
                      <a:pt x="19" y="3"/>
                      <a:pt x="19" y="3"/>
                    </a:cubicBezTo>
                    <a:cubicBezTo>
                      <a:pt x="15" y="2"/>
                      <a:pt x="15" y="2"/>
                      <a:pt x="15" y="2"/>
                    </a:cubicBezTo>
                    <a:cubicBezTo>
                      <a:pt x="10" y="0"/>
                      <a:pt x="10" y="0"/>
                      <a:pt x="10" y="0"/>
                    </a:cubicBezTo>
                    <a:cubicBezTo>
                      <a:pt x="5" y="2"/>
                      <a:pt x="0" y="5"/>
                      <a:pt x="0" y="11"/>
                    </a:cubicBezTo>
                    <a:cubicBezTo>
                      <a:pt x="0" y="22"/>
                      <a:pt x="0" y="22"/>
                      <a:pt x="0" y="22"/>
                    </a:cubicBezTo>
                    <a:cubicBezTo>
                      <a:pt x="17" y="22"/>
                      <a:pt x="17" y="22"/>
                      <a:pt x="17" y="22"/>
                    </a:cubicBezTo>
                    <a:cubicBezTo>
                      <a:pt x="19" y="22"/>
                      <a:pt x="19" y="22"/>
                      <a:pt x="19" y="22"/>
                    </a:cubicBezTo>
                    <a:cubicBezTo>
                      <a:pt x="20" y="22"/>
                      <a:pt x="20" y="22"/>
                      <a:pt x="20" y="22"/>
                    </a:cubicBezTo>
                    <a:cubicBezTo>
                      <a:pt x="37" y="22"/>
                      <a:pt x="37" y="22"/>
                      <a:pt x="37" y="22"/>
                    </a:cubicBezTo>
                    <a:cubicBezTo>
                      <a:pt x="37" y="22"/>
                      <a:pt x="37" y="22"/>
                      <a:pt x="37" y="11"/>
                    </a:cubicBezTo>
                    <a:cubicBezTo>
                      <a:pt x="37" y="5"/>
                      <a:pt x="32" y="2"/>
                      <a:pt x="2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Freeform 450"/>
              <p:cNvSpPr/>
              <p:nvPr/>
            </p:nvSpPr>
            <p:spPr bwMode="auto">
              <a:xfrm>
                <a:off x="10313288" y="2936019"/>
                <a:ext cx="32458" cy="35343"/>
              </a:xfrm>
              <a:custGeom>
                <a:avLst/>
                <a:gdLst>
                  <a:gd name="T0" fmla="*/ 8 w 19"/>
                  <a:gd name="T1" fmla="*/ 21 h 21"/>
                  <a:gd name="T2" fmla="*/ 10 w 19"/>
                  <a:gd name="T3" fmla="*/ 21 h 21"/>
                  <a:gd name="T4" fmla="*/ 19 w 19"/>
                  <a:gd name="T5" fmla="*/ 10 h 21"/>
                  <a:gd name="T6" fmla="*/ 10 w 19"/>
                  <a:gd name="T7" fmla="*/ 0 h 21"/>
                  <a:gd name="T8" fmla="*/ 0 w 19"/>
                  <a:gd name="T9" fmla="*/ 10 h 21"/>
                  <a:gd name="T10" fmla="*/ 8 w 19"/>
                  <a:gd name="T11" fmla="*/ 21 h 21"/>
                </a:gdLst>
                <a:ahLst/>
                <a:cxnLst>
                  <a:cxn ang="0">
                    <a:pos x="T0" y="T1"/>
                  </a:cxn>
                  <a:cxn ang="0">
                    <a:pos x="T2" y="T3"/>
                  </a:cxn>
                  <a:cxn ang="0">
                    <a:pos x="T4" y="T5"/>
                  </a:cxn>
                  <a:cxn ang="0">
                    <a:pos x="T6" y="T7"/>
                  </a:cxn>
                  <a:cxn ang="0">
                    <a:pos x="T8" y="T9"/>
                  </a:cxn>
                  <a:cxn ang="0">
                    <a:pos x="T10" y="T11"/>
                  </a:cxn>
                </a:cxnLst>
                <a:rect l="0" t="0" r="r" b="b"/>
                <a:pathLst>
                  <a:path w="19" h="21">
                    <a:moveTo>
                      <a:pt x="8" y="21"/>
                    </a:moveTo>
                    <a:cubicBezTo>
                      <a:pt x="8" y="21"/>
                      <a:pt x="9" y="21"/>
                      <a:pt x="10" y="21"/>
                    </a:cubicBezTo>
                    <a:cubicBezTo>
                      <a:pt x="15" y="21"/>
                      <a:pt x="19" y="16"/>
                      <a:pt x="19" y="10"/>
                    </a:cubicBezTo>
                    <a:cubicBezTo>
                      <a:pt x="19" y="4"/>
                      <a:pt x="15" y="0"/>
                      <a:pt x="10" y="0"/>
                    </a:cubicBezTo>
                    <a:cubicBezTo>
                      <a:pt x="4" y="0"/>
                      <a:pt x="0" y="4"/>
                      <a:pt x="0" y="10"/>
                    </a:cubicBezTo>
                    <a:cubicBezTo>
                      <a:pt x="0" y="15"/>
                      <a:pt x="3" y="20"/>
                      <a:pt x="8" y="2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4" name="Oval 451"/>
              <p:cNvSpPr>
                <a:spLocks noChangeArrowheads="1"/>
              </p:cNvSpPr>
              <p:nvPr/>
            </p:nvSpPr>
            <p:spPr bwMode="auto">
              <a:xfrm>
                <a:off x="10313288" y="2816286"/>
                <a:ext cx="31015" cy="3750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Freeform 452"/>
              <p:cNvSpPr/>
              <p:nvPr/>
            </p:nvSpPr>
            <p:spPr bwMode="auto">
              <a:xfrm>
                <a:off x="10296699" y="2857399"/>
                <a:ext cx="64194" cy="36064"/>
              </a:xfrm>
              <a:custGeom>
                <a:avLst/>
                <a:gdLst>
                  <a:gd name="T0" fmla="*/ 20 w 38"/>
                  <a:gd name="T1" fmla="*/ 21 h 21"/>
                  <a:gd name="T2" fmla="*/ 20 w 38"/>
                  <a:gd name="T3" fmla="*/ 21 h 21"/>
                  <a:gd name="T4" fmla="*/ 38 w 38"/>
                  <a:gd name="T5" fmla="*/ 21 h 21"/>
                  <a:gd name="T6" fmla="*/ 38 w 38"/>
                  <a:gd name="T7" fmla="*/ 10 h 21"/>
                  <a:gd name="T8" fmla="*/ 28 w 38"/>
                  <a:gd name="T9" fmla="*/ 0 h 21"/>
                  <a:gd name="T10" fmla="*/ 20 w 38"/>
                  <a:gd name="T11" fmla="*/ 3 h 21"/>
                  <a:gd name="T12" fmla="*/ 23 w 38"/>
                  <a:gd name="T13" fmla="*/ 13 h 21"/>
                  <a:gd name="T14" fmla="*/ 20 w 38"/>
                  <a:gd name="T15" fmla="*/ 19 h 21"/>
                  <a:gd name="T16" fmla="*/ 16 w 38"/>
                  <a:gd name="T17" fmla="*/ 13 h 21"/>
                  <a:gd name="T18" fmla="*/ 20 w 38"/>
                  <a:gd name="T19" fmla="*/ 3 h 21"/>
                  <a:gd name="T20" fmla="*/ 10 w 38"/>
                  <a:gd name="T21" fmla="*/ 0 h 21"/>
                  <a:gd name="T22" fmla="*/ 0 w 38"/>
                  <a:gd name="T23" fmla="*/ 10 h 21"/>
                  <a:gd name="T24" fmla="*/ 0 w 38"/>
                  <a:gd name="T25" fmla="*/ 21 h 21"/>
                  <a:gd name="T26" fmla="*/ 18 w 38"/>
                  <a:gd name="T27" fmla="*/ 21 h 21"/>
                  <a:gd name="T28" fmla="*/ 20 w 38"/>
                  <a:gd name="T29" fmla="*/ 2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 h="21">
                    <a:moveTo>
                      <a:pt x="20" y="21"/>
                    </a:moveTo>
                    <a:cubicBezTo>
                      <a:pt x="20" y="21"/>
                      <a:pt x="20" y="21"/>
                      <a:pt x="20" y="21"/>
                    </a:cubicBezTo>
                    <a:cubicBezTo>
                      <a:pt x="38" y="21"/>
                      <a:pt x="38" y="21"/>
                      <a:pt x="38" y="21"/>
                    </a:cubicBezTo>
                    <a:cubicBezTo>
                      <a:pt x="38" y="21"/>
                      <a:pt x="38" y="21"/>
                      <a:pt x="38" y="10"/>
                    </a:cubicBezTo>
                    <a:cubicBezTo>
                      <a:pt x="38" y="4"/>
                      <a:pt x="32" y="1"/>
                      <a:pt x="28" y="0"/>
                    </a:cubicBezTo>
                    <a:cubicBezTo>
                      <a:pt x="20" y="3"/>
                      <a:pt x="20" y="3"/>
                      <a:pt x="20" y="3"/>
                    </a:cubicBezTo>
                    <a:cubicBezTo>
                      <a:pt x="23" y="13"/>
                      <a:pt x="23" y="13"/>
                      <a:pt x="23" y="13"/>
                    </a:cubicBezTo>
                    <a:cubicBezTo>
                      <a:pt x="20" y="19"/>
                      <a:pt x="20" y="19"/>
                      <a:pt x="20" y="19"/>
                    </a:cubicBezTo>
                    <a:cubicBezTo>
                      <a:pt x="16" y="13"/>
                      <a:pt x="16" y="13"/>
                      <a:pt x="16" y="13"/>
                    </a:cubicBezTo>
                    <a:cubicBezTo>
                      <a:pt x="20" y="3"/>
                      <a:pt x="20" y="3"/>
                      <a:pt x="20" y="3"/>
                    </a:cubicBezTo>
                    <a:cubicBezTo>
                      <a:pt x="10" y="0"/>
                      <a:pt x="10" y="0"/>
                      <a:pt x="10" y="0"/>
                    </a:cubicBezTo>
                    <a:cubicBezTo>
                      <a:pt x="6" y="1"/>
                      <a:pt x="0" y="4"/>
                      <a:pt x="0" y="10"/>
                    </a:cubicBezTo>
                    <a:cubicBezTo>
                      <a:pt x="0" y="21"/>
                      <a:pt x="0" y="21"/>
                      <a:pt x="0" y="21"/>
                    </a:cubicBezTo>
                    <a:cubicBezTo>
                      <a:pt x="18" y="21"/>
                      <a:pt x="18" y="21"/>
                      <a:pt x="18" y="21"/>
                    </a:cubicBezTo>
                    <a:lnTo>
                      <a:pt x="20"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Freeform 453"/>
              <p:cNvSpPr>
                <a:spLocks noEditPoints="1"/>
              </p:cNvSpPr>
              <p:nvPr/>
            </p:nvSpPr>
            <p:spPr bwMode="auto">
              <a:xfrm>
                <a:off x="10238275" y="2785993"/>
                <a:ext cx="383721" cy="262546"/>
              </a:xfrm>
              <a:custGeom>
                <a:avLst/>
                <a:gdLst>
                  <a:gd name="T0" fmla="*/ 225 w 225"/>
                  <a:gd name="T1" fmla="*/ 137 h 154"/>
                  <a:gd name="T2" fmla="*/ 225 w 225"/>
                  <a:gd name="T3" fmla="*/ 80 h 154"/>
                  <a:gd name="T4" fmla="*/ 225 w 225"/>
                  <a:gd name="T5" fmla="*/ 66 h 154"/>
                  <a:gd name="T6" fmla="*/ 225 w 225"/>
                  <a:gd name="T7" fmla="*/ 56 h 154"/>
                  <a:gd name="T8" fmla="*/ 225 w 225"/>
                  <a:gd name="T9" fmla="*/ 42 h 154"/>
                  <a:gd name="T10" fmla="*/ 225 w 225"/>
                  <a:gd name="T11" fmla="*/ 35 h 154"/>
                  <a:gd name="T12" fmla="*/ 225 w 225"/>
                  <a:gd name="T13" fmla="*/ 21 h 154"/>
                  <a:gd name="T14" fmla="*/ 225 w 225"/>
                  <a:gd name="T15" fmla="*/ 18 h 154"/>
                  <a:gd name="T16" fmla="*/ 223 w 225"/>
                  <a:gd name="T17" fmla="*/ 11 h 154"/>
                  <a:gd name="T18" fmla="*/ 216 w 225"/>
                  <a:gd name="T19" fmla="*/ 3 h 154"/>
                  <a:gd name="T20" fmla="*/ 209 w 225"/>
                  <a:gd name="T21" fmla="*/ 0 h 154"/>
                  <a:gd name="T22" fmla="*/ 207 w 225"/>
                  <a:gd name="T23" fmla="*/ 0 h 154"/>
                  <a:gd name="T24" fmla="*/ 193 w 225"/>
                  <a:gd name="T25" fmla="*/ 0 h 154"/>
                  <a:gd name="T26" fmla="*/ 185 w 225"/>
                  <a:gd name="T27" fmla="*/ 0 h 154"/>
                  <a:gd name="T28" fmla="*/ 172 w 225"/>
                  <a:gd name="T29" fmla="*/ 0 h 154"/>
                  <a:gd name="T30" fmla="*/ 161 w 225"/>
                  <a:gd name="T31" fmla="*/ 0 h 154"/>
                  <a:gd name="T32" fmla="*/ 147 w 225"/>
                  <a:gd name="T33" fmla="*/ 0 h 154"/>
                  <a:gd name="T34" fmla="*/ 18 w 225"/>
                  <a:gd name="T35" fmla="*/ 0 h 154"/>
                  <a:gd name="T36" fmla="*/ 0 w 225"/>
                  <a:gd name="T37" fmla="*/ 18 h 154"/>
                  <a:gd name="T38" fmla="*/ 0 w 225"/>
                  <a:gd name="T39" fmla="*/ 137 h 154"/>
                  <a:gd name="T40" fmla="*/ 18 w 225"/>
                  <a:gd name="T41" fmla="*/ 154 h 154"/>
                  <a:gd name="T42" fmla="*/ 207 w 225"/>
                  <a:gd name="T43" fmla="*/ 154 h 154"/>
                  <a:gd name="T44" fmla="*/ 225 w 225"/>
                  <a:gd name="T45" fmla="*/ 137 h 154"/>
                  <a:gd name="T46" fmla="*/ 211 w 225"/>
                  <a:gd name="T47" fmla="*/ 126 h 154"/>
                  <a:gd name="T48" fmla="*/ 196 w 225"/>
                  <a:gd name="T49" fmla="*/ 141 h 154"/>
                  <a:gd name="T50" fmla="*/ 55 w 225"/>
                  <a:gd name="T51" fmla="*/ 141 h 154"/>
                  <a:gd name="T52" fmla="*/ 29 w 225"/>
                  <a:gd name="T53" fmla="*/ 141 h 154"/>
                  <a:gd name="T54" fmla="*/ 13 w 225"/>
                  <a:gd name="T55" fmla="*/ 126 h 154"/>
                  <a:gd name="T56" fmla="*/ 13 w 225"/>
                  <a:gd name="T57" fmla="*/ 26 h 154"/>
                  <a:gd name="T58" fmla="*/ 29 w 225"/>
                  <a:gd name="T59" fmla="*/ 11 h 154"/>
                  <a:gd name="T60" fmla="*/ 91 w 225"/>
                  <a:gd name="T61" fmla="*/ 11 h 154"/>
                  <a:gd name="T62" fmla="*/ 146 w 225"/>
                  <a:gd name="T63" fmla="*/ 11 h 154"/>
                  <a:gd name="T64" fmla="*/ 160 w 225"/>
                  <a:gd name="T65" fmla="*/ 11 h 154"/>
                  <a:gd name="T66" fmla="*/ 170 w 225"/>
                  <a:gd name="T67" fmla="*/ 11 h 154"/>
                  <a:gd name="T68" fmla="*/ 183 w 225"/>
                  <a:gd name="T69" fmla="*/ 11 h 154"/>
                  <a:gd name="T70" fmla="*/ 191 w 225"/>
                  <a:gd name="T71" fmla="*/ 11 h 154"/>
                  <a:gd name="T72" fmla="*/ 196 w 225"/>
                  <a:gd name="T73" fmla="*/ 11 h 154"/>
                  <a:gd name="T74" fmla="*/ 203 w 225"/>
                  <a:gd name="T75" fmla="*/ 13 h 154"/>
                  <a:gd name="T76" fmla="*/ 211 w 225"/>
                  <a:gd name="T77" fmla="*/ 23 h 154"/>
                  <a:gd name="T78" fmla="*/ 211 w 225"/>
                  <a:gd name="T79" fmla="*/ 26 h 154"/>
                  <a:gd name="T80" fmla="*/ 211 w 225"/>
                  <a:gd name="T81" fmla="*/ 36 h 154"/>
                  <a:gd name="T82" fmla="*/ 211 w 225"/>
                  <a:gd name="T83" fmla="*/ 43 h 154"/>
                  <a:gd name="T84" fmla="*/ 211 w 225"/>
                  <a:gd name="T85" fmla="*/ 57 h 154"/>
                  <a:gd name="T86" fmla="*/ 211 w 225"/>
                  <a:gd name="T87" fmla="*/ 66 h 154"/>
                  <a:gd name="T88" fmla="*/ 211 w 225"/>
                  <a:gd name="T89" fmla="*/ 81 h 154"/>
                  <a:gd name="T90" fmla="*/ 211 w 225"/>
                  <a:gd name="T91" fmla="*/ 12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25" h="154">
                    <a:moveTo>
                      <a:pt x="225" y="137"/>
                    </a:moveTo>
                    <a:cubicBezTo>
                      <a:pt x="225" y="80"/>
                      <a:pt x="225" y="80"/>
                      <a:pt x="225" y="80"/>
                    </a:cubicBezTo>
                    <a:cubicBezTo>
                      <a:pt x="225" y="66"/>
                      <a:pt x="225" y="66"/>
                      <a:pt x="225" y="66"/>
                    </a:cubicBezTo>
                    <a:cubicBezTo>
                      <a:pt x="225" y="56"/>
                      <a:pt x="225" y="56"/>
                      <a:pt x="225" y="56"/>
                    </a:cubicBezTo>
                    <a:cubicBezTo>
                      <a:pt x="225" y="42"/>
                      <a:pt x="225" y="42"/>
                      <a:pt x="225" y="42"/>
                    </a:cubicBezTo>
                    <a:cubicBezTo>
                      <a:pt x="225" y="35"/>
                      <a:pt x="225" y="35"/>
                      <a:pt x="225" y="35"/>
                    </a:cubicBezTo>
                    <a:cubicBezTo>
                      <a:pt x="225" y="21"/>
                      <a:pt x="225" y="21"/>
                      <a:pt x="225" y="21"/>
                    </a:cubicBezTo>
                    <a:cubicBezTo>
                      <a:pt x="225" y="18"/>
                      <a:pt x="225" y="18"/>
                      <a:pt x="225" y="18"/>
                    </a:cubicBezTo>
                    <a:cubicBezTo>
                      <a:pt x="225" y="15"/>
                      <a:pt x="224" y="13"/>
                      <a:pt x="223" y="11"/>
                    </a:cubicBezTo>
                    <a:cubicBezTo>
                      <a:pt x="222" y="7"/>
                      <a:pt x="219" y="5"/>
                      <a:pt x="216" y="3"/>
                    </a:cubicBezTo>
                    <a:cubicBezTo>
                      <a:pt x="214" y="1"/>
                      <a:pt x="212" y="1"/>
                      <a:pt x="209" y="0"/>
                    </a:cubicBezTo>
                    <a:cubicBezTo>
                      <a:pt x="208" y="0"/>
                      <a:pt x="208" y="0"/>
                      <a:pt x="207" y="0"/>
                    </a:cubicBezTo>
                    <a:cubicBezTo>
                      <a:pt x="193" y="0"/>
                      <a:pt x="193" y="0"/>
                      <a:pt x="193" y="0"/>
                    </a:cubicBezTo>
                    <a:cubicBezTo>
                      <a:pt x="185" y="0"/>
                      <a:pt x="185" y="0"/>
                      <a:pt x="185" y="0"/>
                    </a:cubicBezTo>
                    <a:cubicBezTo>
                      <a:pt x="172" y="0"/>
                      <a:pt x="172" y="0"/>
                      <a:pt x="172" y="0"/>
                    </a:cubicBezTo>
                    <a:cubicBezTo>
                      <a:pt x="161" y="0"/>
                      <a:pt x="161" y="0"/>
                      <a:pt x="161" y="0"/>
                    </a:cubicBezTo>
                    <a:cubicBezTo>
                      <a:pt x="147" y="0"/>
                      <a:pt x="147" y="0"/>
                      <a:pt x="147" y="0"/>
                    </a:cubicBezTo>
                    <a:cubicBezTo>
                      <a:pt x="18" y="0"/>
                      <a:pt x="18" y="0"/>
                      <a:pt x="18" y="0"/>
                    </a:cubicBezTo>
                    <a:cubicBezTo>
                      <a:pt x="8" y="0"/>
                      <a:pt x="0" y="8"/>
                      <a:pt x="0" y="18"/>
                    </a:cubicBezTo>
                    <a:cubicBezTo>
                      <a:pt x="0" y="137"/>
                      <a:pt x="0" y="137"/>
                      <a:pt x="0" y="137"/>
                    </a:cubicBezTo>
                    <a:cubicBezTo>
                      <a:pt x="0" y="146"/>
                      <a:pt x="8" y="154"/>
                      <a:pt x="18" y="154"/>
                    </a:cubicBezTo>
                    <a:cubicBezTo>
                      <a:pt x="207" y="154"/>
                      <a:pt x="207" y="154"/>
                      <a:pt x="207" y="154"/>
                    </a:cubicBezTo>
                    <a:cubicBezTo>
                      <a:pt x="217" y="154"/>
                      <a:pt x="225" y="146"/>
                      <a:pt x="225" y="137"/>
                    </a:cubicBezTo>
                    <a:close/>
                    <a:moveTo>
                      <a:pt x="211" y="126"/>
                    </a:moveTo>
                    <a:cubicBezTo>
                      <a:pt x="211" y="135"/>
                      <a:pt x="204" y="141"/>
                      <a:pt x="196" y="141"/>
                    </a:cubicBezTo>
                    <a:cubicBezTo>
                      <a:pt x="55" y="141"/>
                      <a:pt x="55" y="141"/>
                      <a:pt x="55" y="141"/>
                    </a:cubicBezTo>
                    <a:cubicBezTo>
                      <a:pt x="29" y="141"/>
                      <a:pt x="29" y="141"/>
                      <a:pt x="29" y="141"/>
                    </a:cubicBezTo>
                    <a:cubicBezTo>
                      <a:pt x="20" y="141"/>
                      <a:pt x="13" y="135"/>
                      <a:pt x="13" y="126"/>
                    </a:cubicBezTo>
                    <a:cubicBezTo>
                      <a:pt x="13" y="26"/>
                      <a:pt x="13" y="26"/>
                      <a:pt x="13" y="26"/>
                    </a:cubicBezTo>
                    <a:cubicBezTo>
                      <a:pt x="13" y="18"/>
                      <a:pt x="20" y="11"/>
                      <a:pt x="29" y="11"/>
                    </a:cubicBezTo>
                    <a:cubicBezTo>
                      <a:pt x="91" y="11"/>
                      <a:pt x="91" y="11"/>
                      <a:pt x="91" y="11"/>
                    </a:cubicBezTo>
                    <a:cubicBezTo>
                      <a:pt x="146" y="11"/>
                      <a:pt x="146" y="11"/>
                      <a:pt x="146" y="11"/>
                    </a:cubicBezTo>
                    <a:cubicBezTo>
                      <a:pt x="160" y="11"/>
                      <a:pt x="160" y="11"/>
                      <a:pt x="160" y="11"/>
                    </a:cubicBezTo>
                    <a:cubicBezTo>
                      <a:pt x="170" y="11"/>
                      <a:pt x="170" y="11"/>
                      <a:pt x="170" y="11"/>
                    </a:cubicBezTo>
                    <a:cubicBezTo>
                      <a:pt x="183" y="11"/>
                      <a:pt x="183" y="11"/>
                      <a:pt x="183" y="11"/>
                    </a:cubicBezTo>
                    <a:cubicBezTo>
                      <a:pt x="191" y="11"/>
                      <a:pt x="191" y="11"/>
                      <a:pt x="191" y="11"/>
                    </a:cubicBezTo>
                    <a:cubicBezTo>
                      <a:pt x="196" y="11"/>
                      <a:pt x="196" y="11"/>
                      <a:pt x="196" y="11"/>
                    </a:cubicBezTo>
                    <a:cubicBezTo>
                      <a:pt x="198" y="11"/>
                      <a:pt x="201" y="12"/>
                      <a:pt x="203" y="13"/>
                    </a:cubicBezTo>
                    <a:cubicBezTo>
                      <a:pt x="207" y="15"/>
                      <a:pt x="210" y="19"/>
                      <a:pt x="211" y="23"/>
                    </a:cubicBezTo>
                    <a:cubicBezTo>
                      <a:pt x="211" y="24"/>
                      <a:pt x="211" y="25"/>
                      <a:pt x="211" y="26"/>
                    </a:cubicBezTo>
                    <a:cubicBezTo>
                      <a:pt x="211" y="36"/>
                      <a:pt x="211" y="36"/>
                      <a:pt x="211" y="36"/>
                    </a:cubicBezTo>
                    <a:cubicBezTo>
                      <a:pt x="211" y="43"/>
                      <a:pt x="211" y="43"/>
                      <a:pt x="211" y="43"/>
                    </a:cubicBezTo>
                    <a:cubicBezTo>
                      <a:pt x="211" y="57"/>
                      <a:pt x="211" y="57"/>
                      <a:pt x="211" y="57"/>
                    </a:cubicBezTo>
                    <a:cubicBezTo>
                      <a:pt x="211" y="66"/>
                      <a:pt x="211" y="66"/>
                      <a:pt x="211" y="66"/>
                    </a:cubicBezTo>
                    <a:cubicBezTo>
                      <a:pt x="211" y="81"/>
                      <a:pt x="211" y="81"/>
                      <a:pt x="211" y="81"/>
                    </a:cubicBezTo>
                    <a:lnTo>
                      <a:pt x="211" y="1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Freeform 454"/>
              <p:cNvSpPr/>
              <p:nvPr/>
            </p:nvSpPr>
            <p:spPr bwMode="auto">
              <a:xfrm>
                <a:off x="10054349" y="3114896"/>
                <a:ext cx="168779" cy="228646"/>
              </a:xfrm>
              <a:custGeom>
                <a:avLst/>
                <a:gdLst>
                  <a:gd name="T0" fmla="*/ 50 w 99"/>
                  <a:gd name="T1" fmla="*/ 2 h 134"/>
                  <a:gd name="T2" fmla="*/ 89 w 99"/>
                  <a:gd name="T3" fmla="*/ 59 h 134"/>
                  <a:gd name="T4" fmla="*/ 89 w 99"/>
                  <a:gd name="T5" fmla="*/ 86 h 134"/>
                  <a:gd name="T6" fmla="*/ 59 w 99"/>
                  <a:gd name="T7" fmla="*/ 68 h 134"/>
                  <a:gd name="T8" fmla="*/ 50 w 99"/>
                  <a:gd name="T9" fmla="*/ 2 h 134"/>
                  <a:gd name="T10" fmla="*/ 0 w 99"/>
                  <a:gd name="T11" fmla="*/ 34 h 134"/>
                  <a:gd name="T12" fmla="*/ 0 w 99"/>
                  <a:gd name="T13" fmla="*/ 114 h 134"/>
                  <a:gd name="T14" fmla="*/ 50 w 99"/>
                  <a:gd name="T15" fmla="*/ 134 h 134"/>
                  <a:gd name="T16" fmla="*/ 99 w 99"/>
                  <a:gd name="T17" fmla="*/ 105 h 134"/>
                  <a:gd name="T18" fmla="*/ 99 w 99"/>
                  <a:gd name="T19" fmla="*/ 68 h 134"/>
                  <a:gd name="T20" fmla="*/ 50 w 99"/>
                  <a:gd name="T21" fmla="*/ 2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50" y="2"/>
                    </a:moveTo>
                    <a:cubicBezTo>
                      <a:pt x="89" y="59"/>
                      <a:pt x="89" y="59"/>
                      <a:pt x="89" y="59"/>
                    </a:cubicBezTo>
                    <a:cubicBezTo>
                      <a:pt x="89" y="86"/>
                      <a:pt x="89" y="86"/>
                      <a:pt x="89" y="86"/>
                    </a:cubicBezTo>
                    <a:cubicBezTo>
                      <a:pt x="59" y="68"/>
                      <a:pt x="59" y="68"/>
                      <a:pt x="59" y="68"/>
                    </a:cubicBezTo>
                    <a:cubicBezTo>
                      <a:pt x="50" y="2"/>
                      <a:pt x="50" y="2"/>
                      <a:pt x="50" y="2"/>
                    </a:cubicBezTo>
                    <a:cubicBezTo>
                      <a:pt x="50" y="2"/>
                      <a:pt x="0" y="0"/>
                      <a:pt x="0" y="34"/>
                    </a:cubicBezTo>
                    <a:cubicBezTo>
                      <a:pt x="0" y="68"/>
                      <a:pt x="0" y="114"/>
                      <a:pt x="0" y="114"/>
                    </a:cubicBezTo>
                    <a:cubicBezTo>
                      <a:pt x="0" y="114"/>
                      <a:pt x="5" y="134"/>
                      <a:pt x="50" y="134"/>
                    </a:cubicBezTo>
                    <a:cubicBezTo>
                      <a:pt x="94" y="134"/>
                      <a:pt x="99" y="121"/>
                      <a:pt x="99" y="105"/>
                    </a:cubicBezTo>
                    <a:cubicBezTo>
                      <a:pt x="99" y="89"/>
                      <a:pt x="99" y="68"/>
                      <a:pt x="99" y="68"/>
                    </a:cubicBezTo>
                    <a:cubicBezTo>
                      <a:pt x="99" y="68"/>
                      <a:pt x="88" y="2"/>
                      <a:pt x="5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8" name="Oval 455"/>
              <p:cNvSpPr>
                <a:spLocks noChangeArrowheads="1"/>
              </p:cNvSpPr>
              <p:nvPr/>
            </p:nvSpPr>
            <p:spPr bwMode="auto">
              <a:xfrm>
                <a:off x="10063004" y="2954772"/>
                <a:ext cx="132715" cy="1550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53" name="组合 52"/>
          <p:cNvGrpSpPr/>
          <p:nvPr/>
        </p:nvGrpSpPr>
        <p:grpSpPr>
          <a:xfrm>
            <a:off x="7588592" y="3196263"/>
            <a:ext cx="1128795" cy="1091228"/>
            <a:chOff x="7588591" y="2967663"/>
            <a:chExt cx="1128795" cy="1091228"/>
          </a:xfrm>
        </p:grpSpPr>
        <p:grpSp>
          <p:nvGrpSpPr>
            <p:cNvPr id="54" name="组合 53"/>
            <p:cNvGrpSpPr/>
            <p:nvPr/>
          </p:nvGrpSpPr>
          <p:grpSpPr>
            <a:xfrm>
              <a:off x="7588591" y="2967663"/>
              <a:ext cx="1128795" cy="1091228"/>
              <a:chOff x="4565675" y="764773"/>
              <a:chExt cx="2003843" cy="1937151"/>
            </a:xfrm>
          </p:grpSpPr>
          <p:sp>
            <p:nvSpPr>
              <p:cNvPr id="60" name="椭圆 59"/>
              <p:cNvSpPr/>
              <p:nvPr/>
            </p:nvSpPr>
            <p:spPr>
              <a:xfrm>
                <a:off x="4565675" y="907548"/>
                <a:ext cx="1794376" cy="1794376"/>
              </a:xfrm>
              <a:prstGeom prst="ellipse">
                <a:avLst/>
              </a:prstGeom>
              <a:gradFill>
                <a:gsLst>
                  <a:gs pos="20000">
                    <a:schemeClr val="bg1"/>
                  </a:gs>
                  <a:gs pos="92000">
                    <a:srgbClr val="C7C8C4"/>
                  </a:gs>
                </a:gsLst>
                <a:lin ang="8400000" scaled="0"/>
              </a:gradFill>
              <a:ln>
                <a:noFill/>
              </a:ln>
              <a:effectLst>
                <a:outerShdw blurRad="165100" dist="76200" dir="8100000" algn="tr"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 name="椭圆 60"/>
              <p:cNvSpPr/>
              <p:nvPr/>
            </p:nvSpPr>
            <p:spPr>
              <a:xfrm>
                <a:off x="4776826" y="1118698"/>
                <a:ext cx="1372075" cy="1372076"/>
              </a:xfrm>
              <a:prstGeom prst="ellipse">
                <a:avLst/>
              </a:prstGeom>
              <a:solidFill>
                <a:schemeClr val="accent1">
                  <a:lumMod val="100000"/>
                </a:schemeClr>
              </a:solidFill>
              <a:ln w="15875">
                <a:gradFill>
                  <a:gsLst>
                    <a:gs pos="0">
                      <a:schemeClr val="bg1">
                        <a:lumMod val="65000"/>
                      </a:schemeClr>
                    </a:gs>
                    <a:gs pos="100000">
                      <a:schemeClr val="bg1"/>
                    </a:gs>
                  </a:gsLst>
                  <a:lin ang="84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2" name="椭圆 61"/>
              <p:cNvSpPr/>
              <p:nvPr/>
            </p:nvSpPr>
            <p:spPr>
              <a:xfrm>
                <a:off x="5484020" y="764773"/>
                <a:ext cx="1085498" cy="830792"/>
              </a:xfrm>
              <a:prstGeom prst="ellipse">
                <a:avLst/>
              </a:prstGeom>
              <a:gradFill flip="none" rotWithShape="1">
                <a:gsLst>
                  <a:gs pos="32000">
                    <a:srgbClr val="FFFFFF">
                      <a:alpha val="17000"/>
                    </a:srgbClr>
                  </a:gs>
                  <a:gs pos="6000">
                    <a:schemeClr val="bg1">
                      <a:alpha val="70000"/>
                    </a:schemeClr>
                  </a:gs>
                  <a:gs pos="67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3" name="任意多边形 62"/>
              <p:cNvSpPr/>
              <p:nvPr/>
            </p:nvSpPr>
            <p:spPr>
              <a:xfrm>
                <a:off x="4783198" y="1133314"/>
                <a:ext cx="1314800" cy="771793"/>
              </a:xfrm>
              <a:custGeom>
                <a:avLst/>
                <a:gdLst>
                  <a:gd name="connsiteX0" fmla="*/ 686038 w 1314800"/>
                  <a:gd name="connsiteY0" fmla="*/ 0 h 771793"/>
                  <a:gd name="connsiteX1" fmla="*/ 1254912 w 1314800"/>
                  <a:gd name="connsiteY1" fmla="*/ 302468 h 771793"/>
                  <a:gd name="connsiteX2" fmla="*/ 1314800 w 1314800"/>
                  <a:gd name="connsiteY2" fmla="*/ 412803 h 771793"/>
                  <a:gd name="connsiteX3" fmla="*/ 710447 w 1314800"/>
                  <a:gd name="connsiteY3" fmla="*/ 771229 h 771793"/>
                  <a:gd name="connsiteX4" fmla="*/ 686038 w 1314800"/>
                  <a:gd name="connsiteY4" fmla="*/ 771793 h 771793"/>
                  <a:gd name="connsiteX5" fmla="*/ 0 w 1314800"/>
                  <a:gd name="connsiteY5" fmla="*/ 686038 h 771793"/>
                  <a:gd name="connsiteX6" fmla="*/ 686038 w 1314800"/>
                  <a:gd name="connsiteY6" fmla="*/ 0 h 771793"/>
                  <a:gd name="connsiteX0-1" fmla="*/ 686038 w 1314800"/>
                  <a:gd name="connsiteY0-2" fmla="*/ 0 h 771793"/>
                  <a:gd name="connsiteX1-3" fmla="*/ 1254912 w 1314800"/>
                  <a:gd name="connsiteY1-4" fmla="*/ 302468 h 771793"/>
                  <a:gd name="connsiteX2-5" fmla="*/ 1314800 w 1314800"/>
                  <a:gd name="connsiteY2-6" fmla="*/ 412803 h 771793"/>
                  <a:gd name="connsiteX3-7" fmla="*/ 710447 w 1314800"/>
                  <a:gd name="connsiteY3-8" fmla="*/ 771229 h 771793"/>
                  <a:gd name="connsiteX4-9" fmla="*/ 686038 w 1314800"/>
                  <a:gd name="connsiteY4-10" fmla="*/ 771793 h 771793"/>
                  <a:gd name="connsiteX5-11" fmla="*/ 0 w 1314800"/>
                  <a:gd name="connsiteY5-12" fmla="*/ 686038 h 771793"/>
                  <a:gd name="connsiteX6-13" fmla="*/ 686038 w 1314800"/>
                  <a:gd name="connsiteY6-14" fmla="*/ 0 h 771793"/>
                  <a:gd name="connsiteX0-15" fmla="*/ 686038 w 1314800"/>
                  <a:gd name="connsiteY0-16" fmla="*/ 0 h 771793"/>
                  <a:gd name="connsiteX1-17" fmla="*/ 1254912 w 1314800"/>
                  <a:gd name="connsiteY1-18" fmla="*/ 302468 h 771793"/>
                  <a:gd name="connsiteX2-19" fmla="*/ 1314800 w 1314800"/>
                  <a:gd name="connsiteY2-20" fmla="*/ 412803 h 771793"/>
                  <a:gd name="connsiteX3-21" fmla="*/ 686038 w 1314800"/>
                  <a:gd name="connsiteY3-22" fmla="*/ 771793 h 771793"/>
                  <a:gd name="connsiteX4-23" fmla="*/ 0 w 1314800"/>
                  <a:gd name="connsiteY4-24" fmla="*/ 686038 h 771793"/>
                  <a:gd name="connsiteX5-25" fmla="*/ 686038 w 1314800"/>
                  <a:gd name="connsiteY5-26" fmla="*/ 0 h 771793"/>
                  <a:gd name="connsiteX0-27" fmla="*/ 686038 w 1314800"/>
                  <a:gd name="connsiteY0-28" fmla="*/ 0 h 771793"/>
                  <a:gd name="connsiteX1-29" fmla="*/ 1254912 w 1314800"/>
                  <a:gd name="connsiteY1-30" fmla="*/ 302468 h 771793"/>
                  <a:gd name="connsiteX2-31" fmla="*/ 1314800 w 1314800"/>
                  <a:gd name="connsiteY2-32" fmla="*/ 412803 h 771793"/>
                  <a:gd name="connsiteX3-33" fmla="*/ 686038 w 1314800"/>
                  <a:gd name="connsiteY3-34" fmla="*/ 771793 h 771793"/>
                  <a:gd name="connsiteX4-35" fmla="*/ 0 w 1314800"/>
                  <a:gd name="connsiteY4-36" fmla="*/ 686038 h 771793"/>
                  <a:gd name="connsiteX5-37" fmla="*/ 686038 w 1314800"/>
                  <a:gd name="connsiteY5-38" fmla="*/ 0 h 771793"/>
                  <a:gd name="connsiteX0-39" fmla="*/ 686038 w 1314800"/>
                  <a:gd name="connsiteY0-40" fmla="*/ 0 h 771793"/>
                  <a:gd name="connsiteX1-41" fmla="*/ 1254912 w 1314800"/>
                  <a:gd name="connsiteY1-42" fmla="*/ 302468 h 771793"/>
                  <a:gd name="connsiteX2-43" fmla="*/ 1314800 w 1314800"/>
                  <a:gd name="connsiteY2-44" fmla="*/ 412803 h 771793"/>
                  <a:gd name="connsiteX3-45" fmla="*/ 686038 w 1314800"/>
                  <a:gd name="connsiteY3-46" fmla="*/ 771793 h 771793"/>
                  <a:gd name="connsiteX4-47" fmla="*/ 0 w 1314800"/>
                  <a:gd name="connsiteY4-48" fmla="*/ 686038 h 771793"/>
                  <a:gd name="connsiteX5-49" fmla="*/ 686038 w 1314800"/>
                  <a:gd name="connsiteY5-50" fmla="*/ 0 h 77179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314800" h="771793">
                    <a:moveTo>
                      <a:pt x="686038" y="0"/>
                    </a:moveTo>
                    <a:cubicBezTo>
                      <a:pt x="922843" y="0"/>
                      <a:pt x="1131626" y="119981"/>
                      <a:pt x="1254912" y="302468"/>
                    </a:cubicBezTo>
                    <a:lnTo>
                      <a:pt x="1314800" y="412803"/>
                    </a:lnTo>
                    <a:cubicBezTo>
                      <a:pt x="1219988" y="491024"/>
                      <a:pt x="928793" y="749877"/>
                      <a:pt x="686038" y="771793"/>
                    </a:cubicBezTo>
                    <a:cubicBezTo>
                      <a:pt x="371604" y="771793"/>
                      <a:pt x="57170" y="743208"/>
                      <a:pt x="0" y="686038"/>
                    </a:cubicBezTo>
                    <a:cubicBezTo>
                      <a:pt x="0" y="307150"/>
                      <a:pt x="307150" y="0"/>
                      <a:pt x="686038" y="0"/>
                    </a:cubicBezTo>
                    <a:close/>
                  </a:path>
                </a:pathLst>
              </a:custGeom>
              <a:solidFill>
                <a:schemeClr val="bg1">
                  <a:alpha val="10000"/>
                </a:schemeClr>
              </a:solidFill>
              <a:ln w="158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55" name="组合 54"/>
            <p:cNvGrpSpPr/>
            <p:nvPr/>
          </p:nvGrpSpPr>
          <p:grpSpPr>
            <a:xfrm>
              <a:off x="7941651" y="3349411"/>
              <a:ext cx="271565" cy="405922"/>
              <a:chOff x="10182016" y="3597432"/>
              <a:chExt cx="481093" cy="719115"/>
            </a:xfrm>
            <a:solidFill>
              <a:schemeClr val="bg1"/>
            </a:solidFill>
            <a:effectLst/>
          </p:grpSpPr>
          <p:sp>
            <p:nvSpPr>
              <p:cNvPr id="56" name="Freeform 456"/>
              <p:cNvSpPr>
                <a:spLocks noEditPoints="1"/>
              </p:cNvSpPr>
              <p:nvPr/>
            </p:nvSpPr>
            <p:spPr bwMode="auto">
              <a:xfrm>
                <a:off x="10274339" y="3841224"/>
                <a:ext cx="388770" cy="347657"/>
              </a:xfrm>
              <a:custGeom>
                <a:avLst/>
                <a:gdLst>
                  <a:gd name="T0" fmla="*/ 148 w 228"/>
                  <a:gd name="T1" fmla="*/ 0 h 204"/>
                  <a:gd name="T2" fmla="*/ 148 w 228"/>
                  <a:gd name="T3" fmla="*/ 0 h 204"/>
                  <a:gd name="T4" fmla="*/ 114 w 228"/>
                  <a:gd name="T5" fmla="*/ 13 h 204"/>
                  <a:gd name="T6" fmla="*/ 80 w 228"/>
                  <a:gd name="T7" fmla="*/ 0 h 204"/>
                  <a:gd name="T8" fmla="*/ 0 w 228"/>
                  <a:gd name="T9" fmla="*/ 80 h 204"/>
                  <a:gd name="T10" fmla="*/ 0 w 228"/>
                  <a:gd name="T11" fmla="*/ 98 h 204"/>
                  <a:gd name="T12" fmla="*/ 7 w 228"/>
                  <a:gd name="T13" fmla="*/ 84 h 204"/>
                  <a:gd name="T14" fmla="*/ 17 w 228"/>
                  <a:gd name="T15" fmla="*/ 84 h 204"/>
                  <a:gd name="T16" fmla="*/ 93 w 228"/>
                  <a:gd name="T17" fmla="*/ 137 h 204"/>
                  <a:gd name="T18" fmla="*/ 93 w 228"/>
                  <a:gd name="T19" fmla="*/ 204 h 204"/>
                  <a:gd name="T20" fmla="*/ 104 w 228"/>
                  <a:gd name="T21" fmla="*/ 204 h 204"/>
                  <a:gd name="T22" fmla="*/ 124 w 228"/>
                  <a:gd name="T23" fmla="*/ 204 h 204"/>
                  <a:gd name="T24" fmla="*/ 228 w 228"/>
                  <a:gd name="T25" fmla="*/ 167 h 204"/>
                  <a:gd name="T26" fmla="*/ 228 w 228"/>
                  <a:gd name="T27" fmla="*/ 80 h 204"/>
                  <a:gd name="T28" fmla="*/ 148 w 228"/>
                  <a:gd name="T29" fmla="*/ 0 h 204"/>
                  <a:gd name="T30" fmla="*/ 114 w 228"/>
                  <a:gd name="T31" fmla="*/ 151 h 204"/>
                  <a:gd name="T32" fmla="*/ 101 w 228"/>
                  <a:gd name="T33" fmla="*/ 132 h 204"/>
                  <a:gd name="T34" fmla="*/ 87 w 228"/>
                  <a:gd name="T35" fmla="*/ 112 h 204"/>
                  <a:gd name="T36" fmla="*/ 114 w 228"/>
                  <a:gd name="T37" fmla="*/ 13 h 204"/>
                  <a:gd name="T38" fmla="*/ 141 w 228"/>
                  <a:gd name="T39" fmla="*/ 112 h 204"/>
                  <a:gd name="T40" fmla="*/ 114 w 228"/>
                  <a:gd name="T41" fmla="*/ 15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8" h="204">
                    <a:moveTo>
                      <a:pt x="148" y="0"/>
                    </a:moveTo>
                    <a:cubicBezTo>
                      <a:pt x="148" y="0"/>
                      <a:pt x="148" y="0"/>
                      <a:pt x="148" y="0"/>
                    </a:cubicBezTo>
                    <a:cubicBezTo>
                      <a:pt x="114" y="13"/>
                      <a:pt x="114" y="13"/>
                      <a:pt x="114" y="13"/>
                    </a:cubicBezTo>
                    <a:cubicBezTo>
                      <a:pt x="80" y="0"/>
                      <a:pt x="80" y="0"/>
                      <a:pt x="80" y="0"/>
                    </a:cubicBezTo>
                    <a:cubicBezTo>
                      <a:pt x="50" y="9"/>
                      <a:pt x="0" y="30"/>
                      <a:pt x="0" y="80"/>
                    </a:cubicBezTo>
                    <a:cubicBezTo>
                      <a:pt x="0" y="87"/>
                      <a:pt x="0" y="92"/>
                      <a:pt x="0" y="98"/>
                    </a:cubicBezTo>
                    <a:cubicBezTo>
                      <a:pt x="5" y="90"/>
                      <a:pt x="7" y="84"/>
                      <a:pt x="7" y="84"/>
                    </a:cubicBezTo>
                    <a:cubicBezTo>
                      <a:pt x="17" y="84"/>
                      <a:pt x="17" y="84"/>
                      <a:pt x="17" y="84"/>
                    </a:cubicBezTo>
                    <a:cubicBezTo>
                      <a:pt x="17" y="84"/>
                      <a:pt x="33" y="137"/>
                      <a:pt x="93" y="137"/>
                    </a:cubicBezTo>
                    <a:cubicBezTo>
                      <a:pt x="93" y="204"/>
                      <a:pt x="93" y="204"/>
                      <a:pt x="93" y="204"/>
                    </a:cubicBezTo>
                    <a:cubicBezTo>
                      <a:pt x="97" y="204"/>
                      <a:pt x="100" y="204"/>
                      <a:pt x="104" y="204"/>
                    </a:cubicBezTo>
                    <a:cubicBezTo>
                      <a:pt x="124" y="204"/>
                      <a:pt x="124" y="204"/>
                      <a:pt x="124" y="204"/>
                    </a:cubicBezTo>
                    <a:cubicBezTo>
                      <a:pt x="225" y="204"/>
                      <a:pt x="228" y="167"/>
                      <a:pt x="228" y="167"/>
                    </a:cubicBezTo>
                    <a:cubicBezTo>
                      <a:pt x="228" y="167"/>
                      <a:pt x="228" y="154"/>
                      <a:pt x="228" y="80"/>
                    </a:cubicBezTo>
                    <a:cubicBezTo>
                      <a:pt x="228" y="30"/>
                      <a:pt x="178" y="9"/>
                      <a:pt x="148" y="0"/>
                    </a:cubicBezTo>
                    <a:close/>
                    <a:moveTo>
                      <a:pt x="114" y="151"/>
                    </a:moveTo>
                    <a:cubicBezTo>
                      <a:pt x="101" y="132"/>
                      <a:pt x="101" y="132"/>
                      <a:pt x="101" y="132"/>
                    </a:cubicBezTo>
                    <a:cubicBezTo>
                      <a:pt x="87" y="112"/>
                      <a:pt x="87" y="112"/>
                      <a:pt x="87" y="112"/>
                    </a:cubicBezTo>
                    <a:cubicBezTo>
                      <a:pt x="114" y="13"/>
                      <a:pt x="114" y="13"/>
                      <a:pt x="114" y="13"/>
                    </a:cubicBezTo>
                    <a:cubicBezTo>
                      <a:pt x="141" y="112"/>
                      <a:pt x="141" y="112"/>
                      <a:pt x="141" y="112"/>
                    </a:cubicBezTo>
                    <a:lnTo>
                      <a:pt x="114" y="15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7" name="Oval 457"/>
              <p:cNvSpPr>
                <a:spLocks noChangeArrowheads="1"/>
              </p:cNvSpPr>
              <p:nvPr/>
            </p:nvSpPr>
            <p:spPr bwMode="auto">
              <a:xfrm>
                <a:off x="10371712" y="3597432"/>
                <a:ext cx="195467" cy="22792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8" name="Freeform 458"/>
              <p:cNvSpPr/>
              <p:nvPr/>
            </p:nvSpPr>
            <p:spPr bwMode="auto">
              <a:xfrm>
                <a:off x="10241882" y="4125408"/>
                <a:ext cx="108913" cy="109634"/>
              </a:xfrm>
              <a:custGeom>
                <a:avLst/>
                <a:gdLst>
                  <a:gd name="T0" fmla="*/ 20 w 64"/>
                  <a:gd name="T1" fmla="*/ 2 h 64"/>
                  <a:gd name="T2" fmla="*/ 0 w 64"/>
                  <a:gd name="T3" fmla="*/ 32 h 64"/>
                  <a:gd name="T4" fmla="*/ 32 w 64"/>
                  <a:gd name="T5" fmla="*/ 64 h 64"/>
                  <a:gd name="T6" fmla="*/ 64 w 64"/>
                  <a:gd name="T7" fmla="*/ 32 h 64"/>
                  <a:gd name="T8" fmla="*/ 64 w 64"/>
                  <a:gd name="T9" fmla="*/ 31 h 64"/>
                  <a:gd name="T10" fmla="*/ 32 w 64"/>
                  <a:gd name="T11" fmla="*/ 0 h 64"/>
                  <a:gd name="T12" fmla="*/ 20 w 64"/>
                  <a:gd name="T13" fmla="*/ 2 h 64"/>
                </a:gdLst>
                <a:ahLst/>
                <a:cxnLst>
                  <a:cxn ang="0">
                    <a:pos x="T0" y="T1"/>
                  </a:cxn>
                  <a:cxn ang="0">
                    <a:pos x="T2" y="T3"/>
                  </a:cxn>
                  <a:cxn ang="0">
                    <a:pos x="T4" y="T5"/>
                  </a:cxn>
                  <a:cxn ang="0">
                    <a:pos x="T6" y="T7"/>
                  </a:cxn>
                  <a:cxn ang="0">
                    <a:pos x="T8" y="T9"/>
                  </a:cxn>
                  <a:cxn ang="0">
                    <a:pos x="T10" y="T11"/>
                  </a:cxn>
                  <a:cxn ang="0">
                    <a:pos x="T12" y="T13"/>
                  </a:cxn>
                </a:cxnLst>
                <a:rect l="0" t="0" r="r" b="b"/>
                <a:pathLst>
                  <a:path w="64" h="64">
                    <a:moveTo>
                      <a:pt x="20" y="2"/>
                    </a:moveTo>
                    <a:cubicBezTo>
                      <a:pt x="8" y="7"/>
                      <a:pt x="0" y="18"/>
                      <a:pt x="0" y="32"/>
                    </a:cubicBezTo>
                    <a:cubicBezTo>
                      <a:pt x="0" y="49"/>
                      <a:pt x="14" y="64"/>
                      <a:pt x="32" y="64"/>
                    </a:cubicBezTo>
                    <a:cubicBezTo>
                      <a:pt x="50" y="64"/>
                      <a:pt x="64" y="49"/>
                      <a:pt x="64" y="32"/>
                    </a:cubicBezTo>
                    <a:cubicBezTo>
                      <a:pt x="64" y="32"/>
                      <a:pt x="64" y="31"/>
                      <a:pt x="64" y="31"/>
                    </a:cubicBezTo>
                    <a:cubicBezTo>
                      <a:pt x="64" y="14"/>
                      <a:pt x="49" y="0"/>
                      <a:pt x="32" y="0"/>
                    </a:cubicBezTo>
                    <a:cubicBezTo>
                      <a:pt x="28" y="0"/>
                      <a:pt x="24" y="1"/>
                      <a:pt x="2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Freeform 459"/>
              <p:cNvSpPr>
                <a:spLocks noEditPoints="1"/>
              </p:cNvSpPr>
              <p:nvPr/>
            </p:nvSpPr>
            <p:spPr bwMode="auto">
              <a:xfrm>
                <a:off x="10182016" y="4011446"/>
                <a:ext cx="228646" cy="305101"/>
              </a:xfrm>
              <a:custGeom>
                <a:avLst/>
                <a:gdLst>
                  <a:gd name="T0" fmla="*/ 66 w 134"/>
                  <a:gd name="T1" fmla="*/ 0 h 179"/>
                  <a:gd name="T2" fmla="*/ 54 w 134"/>
                  <a:gd name="T3" fmla="*/ 18 h 179"/>
                  <a:gd name="T4" fmla="*/ 0 w 134"/>
                  <a:gd name="T5" fmla="*/ 48 h 179"/>
                  <a:gd name="T6" fmla="*/ 0 w 134"/>
                  <a:gd name="T7" fmla="*/ 117 h 179"/>
                  <a:gd name="T8" fmla="*/ 66 w 134"/>
                  <a:gd name="T9" fmla="*/ 179 h 179"/>
                  <a:gd name="T10" fmla="*/ 134 w 134"/>
                  <a:gd name="T11" fmla="*/ 116 h 179"/>
                  <a:gd name="T12" fmla="*/ 134 w 134"/>
                  <a:gd name="T13" fmla="*/ 104 h 179"/>
                  <a:gd name="T14" fmla="*/ 134 w 134"/>
                  <a:gd name="T15" fmla="*/ 48 h 179"/>
                  <a:gd name="T16" fmla="*/ 66 w 134"/>
                  <a:gd name="T17" fmla="*/ 0 h 179"/>
                  <a:gd name="T18" fmla="*/ 107 w 134"/>
                  <a:gd name="T19" fmla="*/ 99 h 179"/>
                  <a:gd name="T20" fmla="*/ 107 w 134"/>
                  <a:gd name="T21" fmla="*/ 100 h 179"/>
                  <a:gd name="T22" fmla="*/ 67 w 134"/>
                  <a:gd name="T23" fmla="*/ 139 h 179"/>
                  <a:gd name="T24" fmla="*/ 27 w 134"/>
                  <a:gd name="T25" fmla="*/ 99 h 179"/>
                  <a:gd name="T26" fmla="*/ 54 w 134"/>
                  <a:gd name="T27" fmla="*/ 60 h 179"/>
                  <a:gd name="T28" fmla="*/ 67 w 134"/>
                  <a:gd name="T29" fmla="*/ 58 h 179"/>
                  <a:gd name="T30" fmla="*/ 107 w 134"/>
                  <a:gd name="T31" fmla="*/ 9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34" h="179">
                    <a:moveTo>
                      <a:pt x="66" y="0"/>
                    </a:moveTo>
                    <a:cubicBezTo>
                      <a:pt x="66" y="0"/>
                      <a:pt x="62" y="9"/>
                      <a:pt x="54" y="18"/>
                    </a:cubicBezTo>
                    <a:cubicBezTo>
                      <a:pt x="44" y="30"/>
                      <a:pt x="27" y="45"/>
                      <a:pt x="0" y="48"/>
                    </a:cubicBezTo>
                    <a:cubicBezTo>
                      <a:pt x="0" y="117"/>
                      <a:pt x="0" y="117"/>
                      <a:pt x="0" y="117"/>
                    </a:cubicBezTo>
                    <a:cubicBezTo>
                      <a:pt x="0" y="153"/>
                      <a:pt x="66" y="179"/>
                      <a:pt x="66" y="179"/>
                    </a:cubicBezTo>
                    <a:cubicBezTo>
                      <a:pt x="124" y="164"/>
                      <a:pt x="134" y="116"/>
                      <a:pt x="134" y="116"/>
                    </a:cubicBezTo>
                    <a:cubicBezTo>
                      <a:pt x="134" y="104"/>
                      <a:pt x="134" y="104"/>
                      <a:pt x="134" y="104"/>
                    </a:cubicBezTo>
                    <a:cubicBezTo>
                      <a:pt x="134" y="48"/>
                      <a:pt x="134" y="48"/>
                      <a:pt x="134" y="48"/>
                    </a:cubicBezTo>
                    <a:cubicBezTo>
                      <a:pt x="81" y="46"/>
                      <a:pt x="66" y="0"/>
                      <a:pt x="66" y="0"/>
                    </a:cubicBezTo>
                    <a:close/>
                    <a:moveTo>
                      <a:pt x="107" y="99"/>
                    </a:moveTo>
                    <a:cubicBezTo>
                      <a:pt x="107" y="99"/>
                      <a:pt x="107" y="100"/>
                      <a:pt x="107" y="100"/>
                    </a:cubicBezTo>
                    <a:cubicBezTo>
                      <a:pt x="106" y="122"/>
                      <a:pt x="89" y="139"/>
                      <a:pt x="67" y="139"/>
                    </a:cubicBezTo>
                    <a:cubicBezTo>
                      <a:pt x="45" y="139"/>
                      <a:pt x="27" y="121"/>
                      <a:pt x="27" y="99"/>
                    </a:cubicBezTo>
                    <a:cubicBezTo>
                      <a:pt x="27" y="81"/>
                      <a:pt x="38" y="66"/>
                      <a:pt x="54" y="60"/>
                    </a:cubicBezTo>
                    <a:cubicBezTo>
                      <a:pt x="58" y="59"/>
                      <a:pt x="63" y="58"/>
                      <a:pt x="67" y="58"/>
                    </a:cubicBezTo>
                    <a:cubicBezTo>
                      <a:pt x="89" y="58"/>
                      <a:pt x="107" y="76"/>
                      <a:pt x="107" y="9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64" name="文本框 63"/>
          <p:cNvSpPr txBox="1"/>
          <p:nvPr/>
        </p:nvSpPr>
        <p:spPr>
          <a:xfrm>
            <a:off x="2315637"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5" name="文本框 64"/>
          <p:cNvSpPr txBox="1"/>
          <p:nvPr/>
        </p:nvSpPr>
        <p:spPr>
          <a:xfrm>
            <a:off x="5609205"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6" name="文本框 65"/>
          <p:cNvSpPr txBox="1"/>
          <p:nvPr/>
        </p:nvSpPr>
        <p:spPr>
          <a:xfrm>
            <a:off x="8899314" y="3272247"/>
            <a:ext cx="1742449" cy="110453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Text Box 4">
            <a:extLst>
              <a:ext uri="{FF2B5EF4-FFF2-40B4-BE49-F238E27FC236}">
                <a16:creationId xmlns:a16="http://schemas.microsoft.com/office/drawing/2014/main" id="{F89D8395-E6C2-BA47-9C9D-E6CA04A3CC8F}"/>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7" name="Half Frame 12">
            <a:extLst>
              <a:ext uri="{FF2B5EF4-FFF2-40B4-BE49-F238E27FC236}">
                <a16:creationId xmlns:a16="http://schemas.microsoft.com/office/drawing/2014/main" id="{CA96F347-7A26-DA46-89F7-BA6D581E492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78" name="直线连接符 77">
            <a:extLst>
              <a:ext uri="{FF2B5EF4-FFF2-40B4-BE49-F238E27FC236}">
                <a16:creationId xmlns:a16="http://schemas.microsoft.com/office/drawing/2014/main" id="{C850FD13-973C-B842-9F12-680FE8141D3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14:presetBounceEnd="4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40000">
                                          <p:cBhvr additive="base">
                                            <p:cTn id="7" dur="1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14:presetBounceEnd="40000">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14:bounceEnd="40000">
                                          <p:cBhvr additive="base">
                                            <p:cTn id="11" dur="1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14:presetBounceEnd="40000">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14:bounceEnd="40000">
                                          <p:cBhvr additive="base">
                                            <p:cTn id="15" dur="1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14:presetBounceEnd="40000">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14:bounceEnd="40000">
                                          <p:cBhvr additive="base">
                                            <p:cTn id="19" dur="1500" fill="hold"/>
                                            <p:tgtEl>
                                              <p:spTgt spid="53"/>
                                            </p:tgtEl>
                                            <p:attrNameLst>
                                              <p:attrName>ppt_x</p:attrName>
                                            </p:attrNameLst>
                                          </p:cBhvr>
                                          <p:tavLst>
                                            <p:tav tm="0">
                                              <p:val>
                                                <p:strVal val="0-#ppt_w/2"/>
                                              </p:val>
                                            </p:tav>
                                            <p:tav tm="100000">
                                              <p:val>
                                                <p:strVal val="#ppt_x"/>
                                              </p:val>
                                            </p:tav>
                                          </p:tavLst>
                                        </p:anim>
                                        <p:anim calcmode="lin" valueType="num" p14:bounceEnd="40000">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14:presetBounceEnd="40000">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14:bounceEnd="40000">
                                          <p:cBhvr additive="base">
                                            <p:cTn id="23" dur="1500" fill="hold"/>
                                            <p:tgtEl>
                                              <p:spTgt spid="30"/>
                                            </p:tgtEl>
                                            <p:attrNameLst>
                                              <p:attrName>ppt_x</p:attrName>
                                            </p:attrNameLst>
                                          </p:cBhvr>
                                          <p:tavLst>
                                            <p:tav tm="0">
                                              <p:val>
                                                <p:strVal val="0-#ppt_w/2"/>
                                              </p:val>
                                            </p:tav>
                                            <p:tav tm="100000">
                                              <p:val>
                                                <p:strVal val="#ppt_x"/>
                                              </p:val>
                                            </p:tav>
                                          </p:tavLst>
                                        </p:anim>
                                        <p:anim calcmode="lin" valueType="num" p14:bounceEnd="40000">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14:presetBounceEnd="40000">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14:bounceEnd="40000">
                                          <p:cBhvr additive="base">
                                            <p:cTn id="27" dur="1500" fill="hold"/>
                                            <p:tgtEl>
                                              <p:spTgt spid="16"/>
                                            </p:tgtEl>
                                            <p:attrNameLst>
                                              <p:attrName>ppt_x</p:attrName>
                                            </p:attrNameLst>
                                          </p:cBhvr>
                                          <p:tavLst>
                                            <p:tav tm="0">
                                              <p:val>
                                                <p:strVal val="0-#ppt_w/2"/>
                                              </p:val>
                                            </p:tav>
                                            <p:tav tm="100000">
                                              <p:val>
                                                <p:strVal val="#ppt_x"/>
                                              </p:val>
                                            </p:tav>
                                          </p:tavLst>
                                        </p:anim>
                                        <p:anim calcmode="lin" valueType="num" p14:bounceEnd="40000">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14:presetBounceEnd="81000">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14:bounceEnd="81000">
                                          <p:cBhvr additive="base">
                                            <p:cTn id="53" dur="1000" fill="hold"/>
                                            <p:tgtEl>
                                              <p:spTgt spid="76"/>
                                            </p:tgtEl>
                                            <p:attrNameLst>
                                              <p:attrName>ppt_x</p:attrName>
                                            </p:attrNameLst>
                                          </p:cBhvr>
                                          <p:tavLst>
                                            <p:tav tm="0">
                                              <p:val>
                                                <p:strVal val="#ppt_x"/>
                                              </p:val>
                                            </p:tav>
                                            <p:tav tm="100000">
                                              <p:val>
                                                <p:strVal val="#ppt_x"/>
                                              </p:val>
                                            </p:tav>
                                          </p:tavLst>
                                        </p:anim>
                                        <p:anim calcmode="lin" valueType="num" p14:bounceEnd="81000">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accel="4000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1500" fill="hold"/>
                                            <p:tgtEl>
                                              <p:spTgt spid="6"/>
                                            </p:tgtEl>
                                            <p:attrNameLst>
                                              <p:attrName>ppt_x</p:attrName>
                                            </p:attrNameLst>
                                          </p:cBhvr>
                                          <p:tavLst>
                                            <p:tav tm="0">
                                              <p:val>
                                                <p:strVal val="0-#ppt_w/2"/>
                                              </p:val>
                                            </p:tav>
                                            <p:tav tm="100000">
                                              <p:val>
                                                <p:strVal val="#ppt_x"/>
                                              </p:val>
                                            </p:tav>
                                          </p:tavLst>
                                        </p:anim>
                                        <p:anim calcmode="lin" valueType="num">
                                          <p:cBhvr additive="base">
                                            <p:cTn id="8" dur="1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accel="4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1500" fill="hold"/>
                                            <p:tgtEl>
                                              <p:spTgt spid="5"/>
                                            </p:tgtEl>
                                            <p:attrNameLst>
                                              <p:attrName>ppt_x</p:attrName>
                                            </p:attrNameLst>
                                          </p:cBhvr>
                                          <p:tavLst>
                                            <p:tav tm="0">
                                              <p:val>
                                                <p:strVal val="0-#ppt_w/2"/>
                                              </p:val>
                                            </p:tav>
                                            <p:tav tm="100000">
                                              <p:val>
                                                <p:strVal val="#ppt_x"/>
                                              </p:val>
                                            </p:tav>
                                          </p:tavLst>
                                        </p:anim>
                                        <p:anim calcmode="lin" valueType="num">
                                          <p:cBhvr additive="base">
                                            <p:cTn id="12" dur="1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8" accel="40000"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1500" fill="hold"/>
                                            <p:tgtEl>
                                              <p:spTgt spid="3"/>
                                            </p:tgtEl>
                                            <p:attrNameLst>
                                              <p:attrName>ppt_x</p:attrName>
                                            </p:attrNameLst>
                                          </p:cBhvr>
                                          <p:tavLst>
                                            <p:tav tm="0">
                                              <p:val>
                                                <p:strVal val="0-#ppt_w/2"/>
                                              </p:val>
                                            </p:tav>
                                            <p:tav tm="100000">
                                              <p:val>
                                                <p:strVal val="#ppt_x"/>
                                              </p:val>
                                            </p:tav>
                                          </p:tavLst>
                                        </p:anim>
                                        <p:anim calcmode="lin" valueType="num">
                                          <p:cBhvr additive="base">
                                            <p:cTn id="16" dur="1500" fill="hold"/>
                                            <p:tgtEl>
                                              <p:spTgt spid="3"/>
                                            </p:tgtEl>
                                            <p:attrNameLst>
                                              <p:attrName>ppt_y</p:attrName>
                                            </p:attrNameLst>
                                          </p:cBhvr>
                                          <p:tavLst>
                                            <p:tav tm="0">
                                              <p:val>
                                                <p:strVal val="#ppt_y"/>
                                              </p:val>
                                            </p:tav>
                                            <p:tav tm="100000">
                                              <p:val>
                                                <p:strVal val="#ppt_y"/>
                                              </p:val>
                                            </p:tav>
                                          </p:tavLst>
                                        </p:anim>
                                      </p:childTnLst>
                                    </p:cTn>
                                  </p:par>
                                  <p:par>
                                    <p:cTn id="17" presetID="2" presetClass="entr" presetSubtype="8" accel="40000" fill="hold" nodeType="withEffect">
                                      <p:stCondLst>
                                        <p:cond delay="75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1500" fill="hold"/>
                                            <p:tgtEl>
                                              <p:spTgt spid="53"/>
                                            </p:tgtEl>
                                            <p:attrNameLst>
                                              <p:attrName>ppt_x</p:attrName>
                                            </p:attrNameLst>
                                          </p:cBhvr>
                                          <p:tavLst>
                                            <p:tav tm="0">
                                              <p:val>
                                                <p:strVal val="0-#ppt_w/2"/>
                                              </p:val>
                                            </p:tav>
                                            <p:tav tm="100000">
                                              <p:val>
                                                <p:strVal val="#ppt_x"/>
                                              </p:val>
                                            </p:tav>
                                          </p:tavLst>
                                        </p:anim>
                                        <p:anim calcmode="lin" valueType="num">
                                          <p:cBhvr additive="base">
                                            <p:cTn id="20" dur="1500" fill="hold"/>
                                            <p:tgtEl>
                                              <p:spTgt spid="53"/>
                                            </p:tgtEl>
                                            <p:attrNameLst>
                                              <p:attrName>ppt_y</p:attrName>
                                            </p:attrNameLst>
                                          </p:cBhvr>
                                          <p:tavLst>
                                            <p:tav tm="0">
                                              <p:val>
                                                <p:strVal val="#ppt_y"/>
                                              </p:val>
                                            </p:tav>
                                            <p:tav tm="100000">
                                              <p:val>
                                                <p:strVal val="#ppt_y"/>
                                              </p:val>
                                            </p:tav>
                                          </p:tavLst>
                                        </p:anim>
                                      </p:childTnLst>
                                    </p:cTn>
                                  </p:par>
                                  <p:par>
                                    <p:cTn id="21" presetID="2" presetClass="entr" presetSubtype="8" accel="40000" fill="hold" nodeType="withEffect">
                                      <p:stCondLst>
                                        <p:cond delay="100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1500" fill="hold"/>
                                            <p:tgtEl>
                                              <p:spTgt spid="30"/>
                                            </p:tgtEl>
                                            <p:attrNameLst>
                                              <p:attrName>ppt_x</p:attrName>
                                            </p:attrNameLst>
                                          </p:cBhvr>
                                          <p:tavLst>
                                            <p:tav tm="0">
                                              <p:val>
                                                <p:strVal val="0-#ppt_w/2"/>
                                              </p:val>
                                            </p:tav>
                                            <p:tav tm="100000">
                                              <p:val>
                                                <p:strVal val="#ppt_x"/>
                                              </p:val>
                                            </p:tav>
                                          </p:tavLst>
                                        </p:anim>
                                        <p:anim calcmode="lin" valueType="num">
                                          <p:cBhvr additive="base">
                                            <p:cTn id="24" dur="1500" fill="hold"/>
                                            <p:tgtEl>
                                              <p:spTgt spid="30"/>
                                            </p:tgtEl>
                                            <p:attrNameLst>
                                              <p:attrName>ppt_y</p:attrName>
                                            </p:attrNameLst>
                                          </p:cBhvr>
                                          <p:tavLst>
                                            <p:tav tm="0">
                                              <p:val>
                                                <p:strVal val="#ppt_y"/>
                                              </p:val>
                                            </p:tav>
                                            <p:tav tm="100000">
                                              <p:val>
                                                <p:strVal val="#ppt_y"/>
                                              </p:val>
                                            </p:tav>
                                          </p:tavLst>
                                        </p:anim>
                                      </p:childTnLst>
                                    </p:cTn>
                                  </p:par>
                                  <p:par>
                                    <p:cTn id="25" presetID="2" presetClass="entr" presetSubtype="8" accel="40000" fill="hold" nodeType="withEffect">
                                      <p:stCondLst>
                                        <p:cond delay="1250"/>
                                      </p:stCondLst>
                                      <p:childTnLst>
                                        <p:set>
                                          <p:cBhvr>
                                            <p:cTn id="26" dur="1" fill="hold">
                                              <p:stCondLst>
                                                <p:cond delay="0"/>
                                              </p:stCondLst>
                                            </p:cTn>
                                            <p:tgtEl>
                                              <p:spTgt spid="16"/>
                                            </p:tgtEl>
                                            <p:attrNameLst>
                                              <p:attrName>style.visibility</p:attrName>
                                            </p:attrNameLst>
                                          </p:cBhvr>
                                          <p:to>
                                            <p:strVal val="visible"/>
                                          </p:to>
                                        </p:set>
                                        <p:anim calcmode="lin" valueType="num">
                                          <p:cBhvr additive="base">
                                            <p:cTn id="27" dur="1500" fill="hold"/>
                                            <p:tgtEl>
                                              <p:spTgt spid="16"/>
                                            </p:tgtEl>
                                            <p:attrNameLst>
                                              <p:attrName>ppt_x</p:attrName>
                                            </p:attrNameLst>
                                          </p:cBhvr>
                                          <p:tavLst>
                                            <p:tav tm="0">
                                              <p:val>
                                                <p:strVal val="0-#ppt_w/2"/>
                                              </p:val>
                                            </p:tav>
                                            <p:tav tm="100000">
                                              <p:val>
                                                <p:strVal val="#ppt_x"/>
                                              </p:val>
                                            </p:tav>
                                          </p:tavLst>
                                        </p:anim>
                                        <p:anim calcmode="lin" valueType="num">
                                          <p:cBhvr additive="base">
                                            <p:cTn id="28" dur="1500" fill="hold"/>
                                            <p:tgtEl>
                                              <p:spTgt spid="16"/>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par>
                              <p:cTn id="33" fill="hold">
                                <p:stCondLst>
                                  <p:cond delay="2000"/>
                                </p:stCondLst>
                                <p:childTnLst>
                                  <p:par>
                                    <p:cTn id="34" presetID="22" presetClass="entr" presetSubtype="8"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wipe(left)">
                                          <p:cBhvr>
                                            <p:cTn id="36" dur="500"/>
                                            <p:tgtEl>
                                              <p:spTgt spid="10"/>
                                            </p:tgtEl>
                                          </p:cBhvr>
                                        </p:animEffect>
                                      </p:childTnLst>
                                    </p:cTn>
                                  </p:par>
                                </p:childTnLst>
                              </p:cTn>
                            </p:par>
                            <p:par>
                              <p:cTn id="37" fill="hold">
                                <p:stCondLst>
                                  <p:cond delay="2500"/>
                                </p:stCondLst>
                                <p:childTnLst>
                                  <p:par>
                                    <p:cTn id="38" presetID="22" presetClass="entr" presetSubtype="8"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childTnLst>
                              </p:cTn>
                            </p:par>
                            <p:par>
                              <p:cTn id="41" fill="hold">
                                <p:stCondLst>
                                  <p:cond delay="3000"/>
                                </p:stCondLst>
                                <p:childTnLst>
                                  <p:par>
                                    <p:cTn id="42" presetID="10" presetClass="entr" presetSubtype="0" fill="hold" grpId="0" nodeType="afterEffect">
                                      <p:stCondLst>
                                        <p:cond delay="0"/>
                                      </p:stCondLst>
                                      <p:iterate type="lt">
                                        <p:tmPct val="10000"/>
                                      </p:iterate>
                                      <p:childTnLst>
                                        <p:set>
                                          <p:cBhvr>
                                            <p:cTn id="43" dur="1" fill="hold">
                                              <p:stCondLst>
                                                <p:cond delay="0"/>
                                              </p:stCondLst>
                                            </p:cTn>
                                            <p:tgtEl>
                                              <p:spTgt spid="64"/>
                                            </p:tgtEl>
                                            <p:attrNameLst>
                                              <p:attrName>style.visibility</p:attrName>
                                            </p:attrNameLst>
                                          </p:cBhvr>
                                          <p:to>
                                            <p:strVal val="visible"/>
                                          </p:to>
                                        </p:set>
                                        <p:animEffect transition="in" filter="fade">
                                          <p:cBhvr>
                                            <p:cTn id="44" dur="500"/>
                                            <p:tgtEl>
                                              <p:spTgt spid="64"/>
                                            </p:tgtEl>
                                          </p:cBhvr>
                                        </p:animEffect>
                                      </p:childTnLst>
                                    </p:cTn>
                                  </p:par>
                                  <p:par>
                                    <p:cTn id="45" presetID="10" presetClass="entr" presetSubtype="0" fill="hold" grpId="0" nodeType="withEffect">
                                      <p:stCondLst>
                                        <p:cond delay="0"/>
                                      </p:stCondLst>
                                      <p:iterate type="lt">
                                        <p:tmPct val="10000"/>
                                      </p:iterate>
                                      <p:childTnLst>
                                        <p:set>
                                          <p:cBhvr>
                                            <p:cTn id="46" dur="1" fill="hold">
                                              <p:stCondLst>
                                                <p:cond delay="0"/>
                                              </p:stCondLst>
                                            </p:cTn>
                                            <p:tgtEl>
                                              <p:spTgt spid="65"/>
                                            </p:tgtEl>
                                            <p:attrNameLst>
                                              <p:attrName>style.visibility</p:attrName>
                                            </p:attrNameLst>
                                          </p:cBhvr>
                                          <p:to>
                                            <p:strVal val="visible"/>
                                          </p:to>
                                        </p:set>
                                        <p:animEffect transition="in" filter="fade">
                                          <p:cBhvr>
                                            <p:cTn id="47" dur="500"/>
                                            <p:tgtEl>
                                              <p:spTgt spid="65"/>
                                            </p:tgtEl>
                                          </p:cBhvr>
                                        </p:animEffect>
                                      </p:childTnLst>
                                    </p:cTn>
                                  </p:par>
                                  <p:par>
                                    <p:cTn id="48" presetID="10" presetClass="entr" presetSubtype="0" fill="hold" grpId="0" nodeType="withEffect">
                                      <p:stCondLst>
                                        <p:cond delay="0"/>
                                      </p:stCondLst>
                                      <p:iterate type="lt">
                                        <p:tmPct val="10000"/>
                                      </p:iterate>
                                      <p:childTnLst>
                                        <p:set>
                                          <p:cBhvr>
                                            <p:cTn id="49" dur="1" fill="hold">
                                              <p:stCondLst>
                                                <p:cond delay="0"/>
                                              </p:stCondLst>
                                            </p:cTn>
                                            <p:tgtEl>
                                              <p:spTgt spid="66"/>
                                            </p:tgtEl>
                                            <p:attrNameLst>
                                              <p:attrName>style.visibility</p:attrName>
                                            </p:attrNameLst>
                                          </p:cBhvr>
                                          <p:to>
                                            <p:strVal val="visible"/>
                                          </p:to>
                                        </p:set>
                                        <p:animEffect transition="in" filter="fade">
                                          <p:cBhvr>
                                            <p:cTn id="50" dur="500"/>
                                            <p:tgtEl>
                                              <p:spTgt spid="66"/>
                                            </p:tgtEl>
                                          </p:cBhvr>
                                        </p:animEffect>
                                      </p:childTnLst>
                                    </p:cTn>
                                  </p:par>
                                  <p:par>
                                    <p:cTn id="51" presetID="2" presetClass="entr" presetSubtype="1" fill="hold" grpId="0" nodeType="withEffect">
                                      <p:stCondLst>
                                        <p:cond delay="0"/>
                                      </p:stCondLst>
                                      <p:childTnLst>
                                        <p:set>
                                          <p:cBhvr>
                                            <p:cTn id="52" dur="1" fill="hold">
                                              <p:stCondLst>
                                                <p:cond delay="0"/>
                                              </p:stCondLst>
                                            </p:cTn>
                                            <p:tgtEl>
                                              <p:spTgt spid="76"/>
                                            </p:tgtEl>
                                            <p:attrNameLst>
                                              <p:attrName>style.visibility</p:attrName>
                                            </p:attrNameLst>
                                          </p:cBhvr>
                                          <p:to>
                                            <p:strVal val="visible"/>
                                          </p:to>
                                        </p:set>
                                        <p:anim calcmode="lin" valueType="num">
                                          <p:cBhvr additive="base">
                                            <p:cTn id="53" dur="1000" fill="hold"/>
                                            <p:tgtEl>
                                              <p:spTgt spid="76"/>
                                            </p:tgtEl>
                                            <p:attrNameLst>
                                              <p:attrName>ppt_x</p:attrName>
                                            </p:attrNameLst>
                                          </p:cBhvr>
                                          <p:tavLst>
                                            <p:tav tm="0">
                                              <p:val>
                                                <p:strVal val="#ppt_x"/>
                                              </p:val>
                                            </p:tav>
                                            <p:tav tm="100000">
                                              <p:val>
                                                <p:strVal val="#ppt_x"/>
                                              </p:val>
                                            </p:tav>
                                          </p:tavLst>
                                        </p:anim>
                                        <p:anim calcmode="lin" valueType="num">
                                          <p:cBhvr additive="base">
                                            <p:cTn id="54" dur="1000" fill="hold"/>
                                            <p:tgtEl>
                                              <p:spTgt spid="76"/>
                                            </p:tgtEl>
                                            <p:attrNameLst>
                                              <p:attrName>ppt_y</p:attrName>
                                            </p:attrNameLst>
                                          </p:cBhvr>
                                          <p:tavLst>
                                            <p:tav tm="0">
                                              <p:val>
                                                <p:strVal val="0-#ppt_h/2"/>
                                              </p:val>
                                            </p:tav>
                                            <p:tav tm="100000">
                                              <p:val>
                                                <p:strVal val="#ppt_y"/>
                                              </p:val>
                                            </p:tav>
                                          </p:tavLst>
                                        </p:anim>
                                      </p:childTnLst>
                                    </p:cTn>
                                  </p:par>
                                </p:childTnLst>
                              </p:cTn>
                            </p:par>
                            <p:par>
                              <p:cTn id="55" fill="hold">
                                <p:stCondLst>
                                  <p:cond delay="4800"/>
                                </p:stCondLst>
                                <p:childTnLst>
                                  <p:par>
                                    <p:cTn id="56" presetID="22" presetClass="entr" presetSubtype="8" fill="hold" nodeType="after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wipe(left)">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64" grpId="0"/>
          <p:bldP spid="65" grpId="0"/>
          <p:bldP spid="66" grpId="0"/>
          <p:bldP spid="76"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2162148"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7740910" y="1667258"/>
            <a:ext cx="2288945" cy="4163108"/>
          </a:xfrm>
          <a:prstGeom prst="roundRect">
            <a:avLst>
              <a:gd name="adj" fmla="val 50000"/>
            </a:avLst>
          </a:prstGeom>
          <a:solidFill>
            <a:schemeClr val="bg1">
              <a:lumMod val="95000"/>
            </a:schemeClr>
          </a:solidFill>
          <a:ln w="50800">
            <a:noFill/>
          </a:ln>
          <a:effectLst>
            <a:outerShdw blurRad="139700" dist="50800" dir="2700000" algn="tl" rotWithShape="0">
              <a:schemeClr val="tx1">
                <a:alpha val="29000"/>
              </a:schemeClr>
            </a:outerShdw>
          </a:effectLst>
          <a:scene3d>
            <a:camera prst="orthographicFront"/>
            <a:lightRig rig="threePt" dir="t"/>
          </a:scene3d>
          <a:sp3d prstMaterial="softEdge">
            <a:bevelT w="38100" h="63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7" name="组合 6"/>
          <p:cNvGrpSpPr/>
          <p:nvPr/>
        </p:nvGrpSpPr>
        <p:grpSpPr>
          <a:xfrm>
            <a:off x="2141818" y="1610725"/>
            <a:ext cx="2329599" cy="2329599"/>
            <a:chOff x="4184106" y="2952206"/>
            <a:chExt cx="3823790" cy="3823790"/>
          </a:xfrm>
        </p:grpSpPr>
        <p:sp>
          <p:nvSpPr>
            <p:cNvPr id="8" name="椭圆 7"/>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9" name="组合 8"/>
            <p:cNvGrpSpPr/>
            <p:nvPr/>
          </p:nvGrpSpPr>
          <p:grpSpPr>
            <a:xfrm>
              <a:off x="4710169" y="3478269"/>
              <a:ext cx="2771663" cy="2771663"/>
              <a:chOff x="2193191" y="1899415"/>
              <a:chExt cx="2421376" cy="2421376"/>
            </a:xfrm>
            <a:effectLst/>
          </p:grpSpPr>
          <p:sp>
            <p:nvSpPr>
              <p:cNvPr id="10" name="椭圆 9"/>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1">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1" name="椭圆 10"/>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1">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13" name="文本框 12"/>
          <p:cNvSpPr txBox="1"/>
          <p:nvPr/>
        </p:nvSpPr>
        <p:spPr bwMode="auto">
          <a:xfrm>
            <a:off x="2287152" y="4451630"/>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15" name="直接连接符 14"/>
          <p:cNvCxnSpPr/>
          <p:nvPr/>
        </p:nvCxnSpPr>
        <p:spPr>
          <a:xfrm>
            <a:off x="2490331"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6" name="组合 15"/>
          <p:cNvGrpSpPr/>
          <p:nvPr/>
        </p:nvGrpSpPr>
        <p:grpSpPr>
          <a:xfrm>
            <a:off x="7718934" y="1610725"/>
            <a:ext cx="2329599" cy="2329599"/>
            <a:chOff x="4184106" y="2952206"/>
            <a:chExt cx="3823790" cy="3823790"/>
          </a:xfrm>
        </p:grpSpPr>
        <p:sp>
          <p:nvSpPr>
            <p:cNvPr id="17" name="椭圆 16"/>
            <p:cNvSpPr/>
            <p:nvPr/>
          </p:nvSpPr>
          <p:spPr>
            <a:xfrm>
              <a:off x="4184106" y="2952206"/>
              <a:ext cx="3823790" cy="3823790"/>
            </a:xfrm>
            <a:prstGeom prst="ellipse">
              <a:avLst/>
            </a:prstGeom>
            <a:gradFill>
              <a:gsLst>
                <a:gs pos="100000">
                  <a:schemeClr val="bg1">
                    <a:lumMod val="75000"/>
                  </a:schemeClr>
                </a:gs>
                <a:gs pos="0">
                  <a:schemeClr val="bg1"/>
                </a:gs>
              </a:gsLst>
              <a:lin ang="5400000" scaled="0"/>
            </a:gradFill>
            <a:ln w="9525">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8" name="组合 17"/>
            <p:cNvGrpSpPr/>
            <p:nvPr/>
          </p:nvGrpSpPr>
          <p:grpSpPr>
            <a:xfrm>
              <a:off x="4710169" y="3478269"/>
              <a:ext cx="2771663" cy="2771663"/>
              <a:chOff x="2193191" y="1899415"/>
              <a:chExt cx="2421376" cy="2421376"/>
            </a:xfrm>
            <a:effectLst/>
          </p:grpSpPr>
          <p:sp>
            <p:nvSpPr>
              <p:cNvPr id="19" name="椭圆 18"/>
              <p:cNvSpPr/>
              <p:nvPr/>
            </p:nvSpPr>
            <p:spPr>
              <a:xfrm>
                <a:off x="2193191" y="1899415"/>
                <a:ext cx="2421376" cy="2421376"/>
              </a:xfrm>
              <a:prstGeom prst="ellipse">
                <a:avLst/>
              </a:prstGeom>
              <a:solidFill>
                <a:schemeClr val="accent1">
                  <a:lumMod val="100000"/>
                </a:schemeClr>
              </a:solidFill>
              <a:ln w="31750">
                <a:gradFill flip="none" rotWithShape="1">
                  <a:gsLst>
                    <a:gs pos="0">
                      <a:schemeClr val="bg1">
                        <a:lumMod val="75000"/>
                      </a:schemeClr>
                    </a:gs>
                    <a:gs pos="100000">
                      <a:schemeClr val="bg1"/>
                    </a:gs>
                  </a:gsLst>
                  <a:lin ang="2700000" scaled="1"/>
                  <a:tileRect/>
                </a:gradFill>
              </a:ln>
              <a:effectLst>
                <a:innerShdw blurRad="127000" dist="63500" dir="13500000">
                  <a:schemeClr val="accent3">
                    <a:lumMod val="50000"/>
                    <a:alpha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椭圆 19"/>
              <p:cNvSpPr/>
              <p:nvPr/>
            </p:nvSpPr>
            <p:spPr>
              <a:xfrm>
                <a:off x="2386802" y="2093026"/>
                <a:ext cx="2034160" cy="2034160"/>
              </a:xfrm>
              <a:prstGeom prst="ellipse">
                <a:avLst/>
              </a:prstGeom>
              <a:solidFill>
                <a:schemeClr val="bg1">
                  <a:lumMod val="95000"/>
                </a:schemeClr>
              </a:solidFill>
              <a:ln w="50800">
                <a:noFill/>
              </a:ln>
              <a:effectLst>
                <a:outerShdw blurRad="76200" dist="38100" dir="2700000" algn="tl" rotWithShape="0">
                  <a:schemeClr val="accent3">
                    <a:lumMod val="50000"/>
                    <a:alpha val="64000"/>
                  </a:schemeClr>
                </a:outerShdw>
              </a:effectLst>
              <a:scene3d>
                <a:camera prst="orthographicFront"/>
                <a:lightRig rig="threePt" dir="t"/>
              </a:scene3d>
              <a:sp3d prstMaterial="softEdge">
                <a:bevelT w="31750" h="1270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sp>
        <p:nvSpPr>
          <p:cNvPr id="22" name="文本框 21"/>
          <p:cNvSpPr txBox="1"/>
          <p:nvPr/>
        </p:nvSpPr>
        <p:spPr bwMode="auto">
          <a:xfrm>
            <a:off x="7864269" y="4451627"/>
            <a:ext cx="2038928" cy="849015"/>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24" name="直接连接符 23"/>
          <p:cNvCxnSpPr/>
          <p:nvPr/>
        </p:nvCxnSpPr>
        <p:spPr>
          <a:xfrm>
            <a:off x="8067447" y="4108984"/>
            <a:ext cx="1632572" cy="0"/>
          </a:xfrm>
          <a:prstGeom prst="line">
            <a:avLst/>
          </a:prstGeom>
          <a:ln>
            <a:solidFill>
              <a:schemeClr val="tx1">
                <a:lumMod val="65000"/>
                <a:lumOff val="3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5" name="右箭头 24"/>
          <p:cNvSpPr/>
          <p:nvPr/>
        </p:nvSpPr>
        <p:spPr>
          <a:xfrm flipH="1">
            <a:off x="4905969" y="2576403"/>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右箭头 25"/>
          <p:cNvSpPr/>
          <p:nvPr/>
        </p:nvSpPr>
        <p:spPr>
          <a:xfrm>
            <a:off x="4905969" y="4579961"/>
            <a:ext cx="2380065" cy="341259"/>
          </a:xfrm>
          <a:prstGeom prst="rightArrow">
            <a:avLst>
              <a:gd name="adj1" fmla="val 55075"/>
              <a:gd name="adj2" fmla="val 61841"/>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4958618" y="3195915"/>
            <a:ext cx="2274767" cy="1227362"/>
            <a:chOff x="1502659" y="4629752"/>
            <a:chExt cx="2067969" cy="1227359"/>
          </a:xfrm>
        </p:grpSpPr>
        <p:sp>
          <p:nvSpPr>
            <p:cNvPr id="28" name="文本框 27"/>
            <p:cNvSpPr txBox="1"/>
            <p:nvPr/>
          </p:nvSpPr>
          <p:spPr bwMode="auto">
            <a:xfrm>
              <a:off x="1502659" y="5008098"/>
              <a:ext cx="2067969" cy="849013"/>
            </a:xfrm>
            <a:prstGeom prst="rect">
              <a:avLst/>
            </a:prstGeom>
            <a:noFill/>
          </p:spPr>
          <p:txBody>
            <a:bodyPr wrap="square">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文本框 28"/>
            <p:cNvSpPr txBox="1"/>
            <p:nvPr/>
          </p:nvSpPr>
          <p:spPr bwMode="auto">
            <a:xfrm>
              <a:off x="1555947" y="4629752"/>
              <a:ext cx="1961390" cy="460374"/>
            </a:xfrm>
            <a:prstGeom prst="rect">
              <a:avLst/>
            </a:prstGeom>
            <a:noFill/>
          </p:spPr>
          <p:txBody>
            <a:bodyPr wrap="square">
              <a:spAutoFit/>
            </a:bodyPr>
            <a:lstStyle/>
            <a:p>
              <a:pPr algn="ctr">
                <a:defRPr/>
              </a:pPr>
              <a:r>
                <a:rPr lang="zh-CN" altLang="en-US" sz="2400" spc="100" dirty="0">
                  <a:solidFill>
                    <a:schemeClr val="tx1">
                      <a:lumMod val="95000"/>
                      <a:lumOff val="5000"/>
                    </a:schemeClr>
                  </a:solidFill>
                  <a:latin typeface="微软雅黑" panose="020B0503020204020204" pitchFamily="34" charset="-122"/>
                  <a:ea typeface="微软雅黑" panose="020B0503020204020204" pitchFamily="34" charset="-122"/>
                </a:rPr>
                <a:t>输入标题</a:t>
              </a:r>
            </a:p>
          </p:txBody>
        </p:sp>
      </p:grpSp>
      <p:grpSp>
        <p:nvGrpSpPr>
          <p:cNvPr id="30" name="组合 29"/>
          <p:cNvGrpSpPr/>
          <p:nvPr/>
        </p:nvGrpSpPr>
        <p:grpSpPr>
          <a:xfrm>
            <a:off x="8562660" y="2472581"/>
            <a:ext cx="642147" cy="605887"/>
            <a:chOff x="3098700" y="5569159"/>
            <a:chExt cx="642147" cy="605886"/>
          </a:xfrm>
          <a:solidFill>
            <a:schemeClr val="accent1">
              <a:lumMod val="75000"/>
            </a:schemeClr>
          </a:solidFill>
        </p:grpSpPr>
        <p:sp>
          <p:nvSpPr>
            <p:cNvPr id="31" name="Freeform 349"/>
            <p:cNvSpPr/>
            <p:nvPr/>
          </p:nvSpPr>
          <p:spPr bwMode="auto">
            <a:xfrm>
              <a:off x="3119543" y="5569159"/>
              <a:ext cx="621304" cy="392027"/>
            </a:xfrm>
            <a:custGeom>
              <a:avLst/>
              <a:gdLst>
                <a:gd name="T0" fmla="*/ 880 w 921"/>
                <a:gd name="T1" fmla="*/ 447 h 581"/>
                <a:gd name="T2" fmla="*/ 879 w 921"/>
                <a:gd name="T3" fmla="*/ 427 h 581"/>
                <a:gd name="T4" fmla="*/ 431 w 921"/>
                <a:gd name="T5" fmla="*/ 0 h 581"/>
                <a:gd name="T6" fmla="*/ 3 w 921"/>
                <a:gd name="T7" fmla="*/ 317 h 581"/>
                <a:gd name="T8" fmla="*/ 0 w 921"/>
                <a:gd name="T9" fmla="*/ 326 h 581"/>
                <a:gd name="T10" fmla="*/ 108 w 921"/>
                <a:gd name="T11" fmla="*/ 326 h 581"/>
                <a:gd name="T12" fmla="*/ 109 w 921"/>
                <a:gd name="T13" fmla="*/ 322 h 581"/>
                <a:gd name="T14" fmla="*/ 431 w 921"/>
                <a:gd name="T15" fmla="*/ 102 h 581"/>
                <a:gd name="T16" fmla="*/ 776 w 921"/>
                <a:gd name="T17" fmla="*/ 424 h 581"/>
                <a:gd name="T18" fmla="*/ 778 w 921"/>
                <a:gd name="T19" fmla="*/ 447 h 581"/>
                <a:gd name="T20" fmla="*/ 729 w 921"/>
                <a:gd name="T21" fmla="*/ 447 h 581"/>
                <a:gd name="T22" fmla="*/ 826 w 921"/>
                <a:gd name="T23" fmla="*/ 581 h 581"/>
                <a:gd name="T24" fmla="*/ 921 w 921"/>
                <a:gd name="T25" fmla="*/ 447 h 581"/>
                <a:gd name="T26" fmla="*/ 880 w 921"/>
                <a:gd name="T27" fmla="*/ 447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21" h="581">
                  <a:moveTo>
                    <a:pt x="880" y="447"/>
                  </a:moveTo>
                  <a:cubicBezTo>
                    <a:pt x="879" y="427"/>
                    <a:pt x="879" y="427"/>
                    <a:pt x="879" y="427"/>
                  </a:cubicBezTo>
                  <a:cubicBezTo>
                    <a:pt x="867" y="187"/>
                    <a:pt x="670" y="0"/>
                    <a:pt x="431" y="0"/>
                  </a:cubicBezTo>
                  <a:cubicBezTo>
                    <a:pt x="236" y="0"/>
                    <a:pt x="60" y="130"/>
                    <a:pt x="3" y="317"/>
                  </a:cubicBezTo>
                  <a:cubicBezTo>
                    <a:pt x="0" y="326"/>
                    <a:pt x="0" y="326"/>
                    <a:pt x="0" y="326"/>
                  </a:cubicBezTo>
                  <a:cubicBezTo>
                    <a:pt x="108" y="326"/>
                    <a:pt x="108" y="326"/>
                    <a:pt x="108" y="326"/>
                  </a:cubicBezTo>
                  <a:cubicBezTo>
                    <a:pt x="109" y="322"/>
                    <a:pt x="109" y="322"/>
                    <a:pt x="109" y="322"/>
                  </a:cubicBezTo>
                  <a:cubicBezTo>
                    <a:pt x="162" y="188"/>
                    <a:pt x="288" y="102"/>
                    <a:pt x="431" y="102"/>
                  </a:cubicBezTo>
                  <a:cubicBezTo>
                    <a:pt x="612" y="102"/>
                    <a:pt x="763" y="244"/>
                    <a:pt x="776" y="424"/>
                  </a:cubicBezTo>
                  <a:cubicBezTo>
                    <a:pt x="778" y="447"/>
                    <a:pt x="778" y="447"/>
                    <a:pt x="778" y="447"/>
                  </a:cubicBezTo>
                  <a:cubicBezTo>
                    <a:pt x="729" y="447"/>
                    <a:pt x="729" y="447"/>
                    <a:pt x="729" y="447"/>
                  </a:cubicBezTo>
                  <a:cubicBezTo>
                    <a:pt x="826" y="581"/>
                    <a:pt x="826" y="581"/>
                    <a:pt x="826" y="581"/>
                  </a:cubicBezTo>
                  <a:cubicBezTo>
                    <a:pt x="921" y="447"/>
                    <a:pt x="921" y="447"/>
                    <a:pt x="921" y="447"/>
                  </a:cubicBezTo>
                  <a:lnTo>
                    <a:pt x="880" y="44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2" name="Freeform 350"/>
            <p:cNvSpPr/>
            <p:nvPr/>
          </p:nvSpPr>
          <p:spPr bwMode="auto">
            <a:xfrm>
              <a:off x="3098700" y="5880953"/>
              <a:ext cx="565341" cy="294092"/>
            </a:xfrm>
            <a:custGeom>
              <a:avLst/>
              <a:gdLst>
                <a:gd name="T0" fmla="*/ 704 w 838"/>
                <a:gd name="T1" fmla="*/ 235 h 436"/>
                <a:gd name="T2" fmla="*/ 462 w 838"/>
                <a:gd name="T3" fmla="*/ 334 h 436"/>
                <a:gd name="T4" fmla="*/ 166 w 838"/>
                <a:gd name="T5" fmla="*/ 166 h 436"/>
                <a:gd name="T6" fmla="*/ 147 w 838"/>
                <a:gd name="T7" fmla="*/ 134 h 436"/>
                <a:gd name="T8" fmla="*/ 192 w 838"/>
                <a:gd name="T9" fmla="*/ 134 h 436"/>
                <a:gd name="T10" fmla="*/ 95 w 838"/>
                <a:gd name="T11" fmla="*/ 0 h 436"/>
                <a:gd name="T12" fmla="*/ 0 w 838"/>
                <a:gd name="T13" fmla="*/ 134 h 436"/>
                <a:gd name="T14" fmla="*/ 38 w 838"/>
                <a:gd name="T15" fmla="*/ 134 h 436"/>
                <a:gd name="T16" fmla="*/ 43 w 838"/>
                <a:gd name="T17" fmla="*/ 147 h 436"/>
                <a:gd name="T18" fmla="*/ 462 w 838"/>
                <a:gd name="T19" fmla="*/ 436 h 436"/>
                <a:gd name="T20" fmla="*/ 830 w 838"/>
                <a:gd name="T21" fmla="*/ 244 h 436"/>
                <a:gd name="T22" fmla="*/ 838 w 838"/>
                <a:gd name="T23" fmla="*/ 233 h 436"/>
                <a:gd name="T24" fmla="*/ 706 w 838"/>
                <a:gd name="T25" fmla="*/ 233 h 436"/>
                <a:gd name="T26" fmla="*/ 704 w 838"/>
                <a:gd name="T27" fmla="*/ 235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38" h="436">
                  <a:moveTo>
                    <a:pt x="704" y="235"/>
                  </a:moveTo>
                  <a:cubicBezTo>
                    <a:pt x="640" y="298"/>
                    <a:pt x="551" y="334"/>
                    <a:pt x="462" y="334"/>
                  </a:cubicBezTo>
                  <a:cubicBezTo>
                    <a:pt x="342" y="334"/>
                    <a:pt x="228" y="270"/>
                    <a:pt x="166" y="166"/>
                  </a:cubicBezTo>
                  <a:cubicBezTo>
                    <a:pt x="147" y="134"/>
                    <a:pt x="147" y="134"/>
                    <a:pt x="147" y="134"/>
                  </a:cubicBezTo>
                  <a:cubicBezTo>
                    <a:pt x="192" y="134"/>
                    <a:pt x="192" y="134"/>
                    <a:pt x="192" y="134"/>
                  </a:cubicBezTo>
                  <a:cubicBezTo>
                    <a:pt x="95" y="0"/>
                    <a:pt x="95" y="0"/>
                    <a:pt x="95" y="0"/>
                  </a:cubicBezTo>
                  <a:cubicBezTo>
                    <a:pt x="0" y="134"/>
                    <a:pt x="0" y="134"/>
                    <a:pt x="0" y="134"/>
                  </a:cubicBezTo>
                  <a:cubicBezTo>
                    <a:pt x="38" y="134"/>
                    <a:pt x="38" y="134"/>
                    <a:pt x="38" y="134"/>
                  </a:cubicBezTo>
                  <a:cubicBezTo>
                    <a:pt x="43" y="147"/>
                    <a:pt x="43" y="147"/>
                    <a:pt x="43" y="147"/>
                  </a:cubicBezTo>
                  <a:cubicBezTo>
                    <a:pt x="109" y="320"/>
                    <a:pt x="278" y="436"/>
                    <a:pt x="462" y="436"/>
                  </a:cubicBezTo>
                  <a:cubicBezTo>
                    <a:pt x="609" y="436"/>
                    <a:pt x="746" y="364"/>
                    <a:pt x="830" y="244"/>
                  </a:cubicBezTo>
                  <a:cubicBezTo>
                    <a:pt x="838" y="233"/>
                    <a:pt x="838" y="233"/>
                    <a:pt x="838" y="233"/>
                  </a:cubicBezTo>
                  <a:cubicBezTo>
                    <a:pt x="706" y="233"/>
                    <a:pt x="706" y="233"/>
                    <a:pt x="706" y="233"/>
                  </a:cubicBezTo>
                  <a:lnTo>
                    <a:pt x="704" y="2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351"/>
            <p:cNvSpPr>
              <a:spLocks noEditPoints="1"/>
            </p:cNvSpPr>
            <p:nvPr/>
          </p:nvSpPr>
          <p:spPr bwMode="auto">
            <a:xfrm>
              <a:off x="3217193" y="5689366"/>
              <a:ext cx="380606" cy="371184"/>
            </a:xfrm>
            <a:custGeom>
              <a:avLst/>
              <a:gdLst>
                <a:gd name="T0" fmla="*/ 0 w 564"/>
                <a:gd name="T1" fmla="*/ 227 h 550"/>
                <a:gd name="T2" fmla="*/ 0 w 564"/>
                <a:gd name="T3" fmla="*/ 327 h 550"/>
                <a:gd name="T4" fmla="*/ 46 w 564"/>
                <a:gd name="T5" fmla="*/ 327 h 550"/>
                <a:gd name="T6" fmla="*/ 80 w 564"/>
                <a:gd name="T7" fmla="*/ 407 h 550"/>
                <a:gd name="T8" fmla="*/ 48 w 564"/>
                <a:gd name="T9" fmla="*/ 439 h 550"/>
                <a:gd name="T10" fmla="*/ 119 w 564"/>
                <a:gd name="T11" fmla="*/ 510 h 550"/>
                <a:gd name="T12" fmla="*/ 151 w 564"/>
                <a:gd name="T13" fmla="*/ 478 h 550"/>
                <a:gd name="T14" fmla="*/ 230 w 564"/>
                <a:gd name="T15" fmla="*/ 511 h 550"/>
                <a:gd name="T16" fmla="*/ 230 w 564"/>
                <a:gd name="T17" fmla="*/ 550 h 550"/>
                <a:gd name="T18" fmla="*/ 330 w 564"/>
                <a:gd name="T19" fmla="*/ 550 h 550"/>
                <a:gd name="T20" fmla="*/ 330 w 564"/>
                <a:gd name="T21" fmla="*/ 512 h 550"/>
                <a:gd name="T22" fmla="*/ 414 w 564"/>
                <a:gd name="T23" fmla="*/ 478 h 550"/>
                <a:gd name="T24" fmla="*/ 444 w 564"/>
                <a:gd name="T25" fmla="*/ 509 h 550"/>
                <a:gd name="T26" fmla="*/ 515 w 564"/>
                <a:gd name="T27" fmla="*/ 438 h 550"/>
                <a:gd name="T28" fmla="*/ 485 w 564"/>
                <a:gd name="T29" fmla="*/ 408 h 550"/>
                <a:gd name="T30" fmla="*/ 520 w 564"/>
                <a:gd name="T31" fmla="*/ 327 h 550"/>
                <a:gd name="T32" fmla="*/ 564 w 564"/>
                <a:gd name="T33" fmla="*/ 327 h 550"/>
                <a:gd name="T34" fmla="*/ 564 w 564"/>
                <a:gd name="T35" fmla="*/ 227 h 550"/>
                <a:gd name="T36" fmla="*/ 521 w 564"/>
                <a:gd name="T37" fmla="*/ 227 h 550"/>
                <a:gd name="T38" fmla="*/ 486 w 564"/>
                <a:gd name="T39" fmla="*/ 143 h 550"/>
                <a:gd name="T40" fmla="*/ 518 w 564"/>
                <a:gd name="T41" fmla="*/ 111 h 550"/>
                <a:gd name="T42" fmla="*/ 447 w 564"/>
                <a:gd name="T43" fmla="*/ 40 h 550"/>
                <a:gd name="T44" fmla="*/ 415 w 564"/>
                <a:gd name="T45" fmla="*/ 72 h 550"/>
                <a:gd name="T46" fmla="*/ 330 w 564"/>
                <a:gd name="T47" fmla="*/ 38 h 550"/>
                <a:gd name="T48" fmla="*/ 330 w 564"/>
                <a:gd name="T49" fmla="*/ 0 h 550"/>
                <a:gd name="T50" fmla="*/ 230 w 564"/>
                <a:gd name="T51" fmla="*/ 0 h 550"/>
                <a:gd name="T52" fmla="*/ 230 w 564"/>
                <a:gd name="T53" fmla="*/ 39 h 550"/>
                <a:gd name="T54" fmla="*/ 150 w 564"/>
                <a:gd name="T55" fmla="*/ 73 h 550"/>
                <a:gd name="T56" fmla="*/ 116 w 564"/>
                <a:gd name="T57" fmla="*/ 39 h 550"/>
                <a:gd name="T58" fmla="*/ 45 w 564"/>
                <a:gd name="T59" fmla="*/ 110 h 550"/>
                <a:gd name="T60" fmla="*/ 79 w 564"/>
                <a:gd name="T61" fmla="*/ 144 h 550"/>
                <a:gd name="T62" fmla="*/ 45 w 564"/>
                <a:gd name="T63" fmla="*/ 227 h 550"/>
                <a:gd name="T64" fmla="*/ 0 w 564"/>
                <a:gd name="T65" fmla="*/ 227 h 550"/>
                <a:gd name="T66" fmla="*/ 283 w 564"/>
                <a:gd name="T67" fmla="*/ 104 h 550"/>
                <a:gd name="T68" fmla="*/ 456 w 564"/>
                <a:gd name="T69" fmla="*/ 275 h 550"/>
                <a:gd name="T70" fmla="*/ 283 w 564"/>
                <a:gd name="T71" fmla="*/ 446 h 550"/>
                <a:gd name="T72" fmla="*/ 110 w 564"/>
                <a:gd name="T73" fmla="*/ 275 h 550"/>
                <a:gd name="T74" fmla="*/ 283 w 564"/>
                <a:gd name="T75" fmla="*/ 104 h 5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64" h="550">
                  <a:moveTo>
                    <a:pt x="0" y="227"/>
                  </a:moveTo>
                  <a:cubicBezTo>
                    <a:pt x="0" y="327"/>
                    <a:pt x="0" y="327"/>
                    <a:pt x="0" y="327"/>
                  </a:cubicBezTo>
                  <a:cubicBezTo>
                    <a:pt x="46" y="327"/>
                    <a:pt x="46" y="327"/>
                    <a:pt x="46" y="327"/>
                  </a:cubicBezTo>
                  <a:cubicBezTo>
                    <a:pt x="52" y="356"/>
                    <a:pt x="64" y="383"/>
                    <a:pt x="80" y="407"/>
                  </a:cubicBezTo>
                  <a:cubicBezTo>
                    <a:pt x="48" y="439"/>
                    <a:pt x="48" y="439"/>
                    <a:pt x="48" y="439"/>
                  </a:cubicBezTo>
                  <a:cubicBezTo>
                    <a:pt x="119" y="510"/>
                    <a:pt x="119" y="510"/>
                    <a:pt x="119" y="510"/>
                  </a:cubicBezTo>
                  <a:cubicBezTo>
                    <a:pt x="151" y="478"/>
                    <a:pt x="151" y="478"/>
                    <a:pt x="151" y="478"/>
                  </a:cubicBezTo>
                  <a:cubicBezTo>
                    <a:pt x="175" y="493"/>
                    <a:pt x="202" y="504"/>
                    <a:pt x="230" y="511"/>
                  </a:cubicBezTo>
                  <a:cubicBezTo>
                    <a:pt x="230" y="550"/>
                    <a:pt x="230" y="550"/>
                    <a:pt x="230" y="550"/>
                  </a:cubicBezTo>
                  <a:cubicBezTo>
                    <a:pt x="330" y="550"/>
                    <a:pt x="330" y="550"/>
                    <a:pt x="330" y="550"/>
                  </a:cubicBezTo>
                  <a:cubicBezTo>
                    <a:pt x="330" y="512"/>
                    <a:pt x="330" y="512"/>
                    <a:pt x="330" y="512"/>
                  </a:cubicBezTo>
                  <a:cubicBezTo>
                    <a:pt x="360" y="506"/>
                    <a:pt x="389" y="494"/>
                    <a:pt x="414" y="478"/>
                  </a:cubicBezTo>
                  <a:cubicBezTo>
                    <a:pt x="444" y="509"/>
                    <a:pt x="444" y="509"/>
                    <a:pt x="444" y="509"/>
                  </a:cubicBezTo>
                  <a:cubicBezTo>
                    <a:pt x="515" y="438"/>
                    <a:pt x="515" y="438"/>
                    <a:pt x="515" y="438"/>
                  </a:cubicBezTo>
                  <a:cubicBezTo>
                    <a:pt x="485" y="408"/>
                    <a:pt x="485" y="408"/>
                    <a:pt x="485" y="408"/>
                  </a:cubicBezTo>
                  <a:cubicBezTo>
                    <a:pt x="502" y="384"/>
                    <a:pt x="514" y="356"/>
                    <a:pt x="520" y="327"/>
                  </a:cubicBezTo>
                  <a:cubicBezTo>
                    <a:pt x="564" y="327"/>
                    <a:pt x="564" y="327"/>
                    <a:pt x="564" y="327"/>
                  </a:cubicBezTo>
                  <a:cubicBezTo>
                    <a:pt x="564" y="227"/>
                    <a:pt x="564" y="227"/>
                    <a:pt x="564" y="227"/>
                  </a:cubicBezTo>
                  <a:cubicBezTo>
                    <a:pt x="521" y="227"/>
                    <a:pt x="521" y="227"/>
                    <a:pt x="521" y="227"/>
                  </a:cubicBezTo>
                  <a:cubicBezTo>
                    <a:pt x="515" y="196"/>
                    <a:pt x="503" y="168"/>
                    <a:pt x="486" y="143"/>
                  </a:cubicBezTo>
                  <a:cubicBezTo>
                    <a:pt x="518" y="111"/>
                    <a:pt x="518" y="111"/>
                    <a:pt x="518" y="111"/>
                  </a:cubicBezTo>
                  <a:cubicBezTo>
                    <a:pt x="447" y="40"/>
                    <a:pt x="447" y="40"/>
                    <a:pt x="447" y="40"/>
                  </a:cubicBezTo>
                  <a:cubicBezTo>
                    <a:pt x="415" y="72"/>
                    <a:pt x="415" y="72"/>
                    <a:pt x="415" y="72"/>
                  </a:cubicBezTo>
                  <a:cubicBezTo>
                    <a:pt x="389" y="56"/>
                    <a:pt x="361" y="44"/>
                    <a:pt x="330" y="38"/>
                  </a:cubicBezTo>
                  <a:cubicBezTo>
                    <a:pt x="330" y="0"/>
                    <a:pt x="330" y="0"/>
                    <a:pt x="330" y="0"/>
                  </a:cubicBezTo>
                  <a:cubicBezTo>
                    <a:pt x="230" y="0"/>
                    <a:pt x="230" y="0"/>
                    <a:pt x="230" y="0"/>
                  </a:cubicBezTo>
                  <a:cubicBezTo>
                    <a:pt x="230" y="39"/>
                    <a:pt x="230" y="39"/>
                    <a:pt x="230" y="39"/>
                  </a:cubicBezTo>
                  <a:cubicBezTo>
                    <a:pt x="201" y="46"/>
                    <a:pt x="174" y="57"/>
                    <a:pt x="150" y="73"/>
                  </a:cubicBezTo>
                  <a:cubicBezTo>
                    <a:pt x="116" y="39"/>
                    <a:pt x="116" y="39"/>
                    <a:pt x="116" y="39"/>
                  </a:cubicBezTo>
                  <a:cubicBezTo>
                    <a:pt x="45" y="110"/>
                    <a:pt x="45" y="110"/>
                    <a:pt x="45" y="110"/>
                  </a:cubicBezTo>
                  <a:cubicBezTo>
                    <a:pt x="79" y="144"/>
                    <a:pt x="79" y="144"/>
                    <a:pt x="79" y="144"/>
                  </a:cubicBezTo>
                  <a:cubicBezTo>
                    <a:pt x="63" y="169"/>
                    <a:pt x="51" y="197"/>
                    <a:pt x="45" y="227"/>
                  </a:cubicBezTo>
                  <a:lnTo>
                    <a:pt x="0" y="227"/>
                  </a:lnTo>
                  <a:close/>
                  <a:moveTo>
                    <a:pt x="283" y="104"/>
                  </a:moveTo>
                  <a:cubicBezTo>
                    <a:pt x="378" y="104"/>
                    <a:pt x="456" y="181"/>
                    <a:pt x="456" y="275"/>
                  </a:cubicBezTo>
                  <a:cubicBezTo>
                    <a:pt x="456" y="369"/>
                    <a:pt x="378" y="446"/>
                    <a:pt x="283" y="446"/>
                  </a:cubicBezTo>
                  <a:cubicBezTo>
                    <a:pt x="188" y="446"/>
                    <a:pt x="110" y="369"/>
                    <a:pt x="110" y="275"/>
                  </a:cubicBezTo>
                  <a:cubicBezTo>
                    <a:pt x="110" y="181"/>
                    <a:pt x="188" y="104"/>
                    <a:pt x="283"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352"/>
            <p:cNvSpPr>
              <a:spLocks noEditPoints="1"/>
            </p:cNvSpPr>
            <p:nvPr/>
          </p:nvSpPr>
          <p:spPr bwMode="auto">
            <a:xfrm>
              <a:off x="3319126" y="5787872"/>
              <a:ext cx="176170" cy="174742"/>
            </a:xfrm>
            <a:custGeom>
              <a:avLst/>
              <a:gdLst>
                <a:gd name="T0" fmla="*/ 131 w 261"/>
                <a:gd name="T1" fmla="*/ 259 h 259"/>
                <a:gd name="T2" fmla="*/ 261 w 261"/>
                <a:gd name="T3" fmla="*/ 129 h 259"/>
                <a:gd name="T4" fmla="*/ 131 w 261"/>
                <a:gd name="T5" fmla="*/ 0 h 259"/>
                <a:gd name="T6" fmla="*/ 0 w 261"/>
                <a:gd name="T7" fmla="*/ 129 h 259"/>
                <a:gd name="T8" fmla="*/ 131 w 261"/>
                <a:gd name="T9" fmla="*/ 259 h 259"/>
                <a:gd name="T10" fmla="*/ 131 w 261"/>
                <a:gd name="T11" fmla="*/ 42 h 259"/>
                <a:gd name="T12" fmla="*/ 219 w 261"/>
                <a:gd name="T13" fmla="*/ 129 h 259"/>
                <a:gd name="T14" fmla="*/ 131 w 261"/>
                <a:gd name="T15" fmla="*/ 217 h 259"/>
                <a:gd name="T16" fmla="*/ 42 w 261"/>
                <a:gd name="T17" fmla="*/ 129 h 259"/>
                <a:gd name="T18" fmla="*/ 131 w 261"/>
                <a:gd name="T19" fmla="*/ 4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 h="259">
                  <a:moveTo>
                    <a:pt x="131" y="259"/>
                  </a:moveTo>
                  <a:cubicBezTo>
                    <a:pt x="203" y="259"/>
                    <a:pt x="261" y="201"/>
                    <a:pt x="261" y="129"/>
                  </a:cubicBezTo>
                  <a:cubicBezTo>
                    <a:pt x="261" y="58"/>
                    <a:pt x="203" y="0"/>
                    <a:pt x="131" y="0"/>
                  </a:cubicBezTo>
                  <a:cubicBezTo>
                    <a:pt x="58" y="0"/>
                    <a:pt x="0" y="58"/>
                    <a:pt x="0" y="129"/>
                  </a:cubicBezTo>
                  <a:cubicBezTo>
                    <a:pt x="0" y="201"/>
                    <a:pt x="58" y="259"/>
                    <a:pt x="131" y="259"/>
                  </a:cubicBezTo>
                  <a:close/>
                  <a:moveTo>
                    <a:pt x="131" y="42"/>
                  </a:moveTo>
                  <a:cubicBezTo>
                    <a:pt x="179" y="42"/>
                    <a:pt x="219" y="81"/>
                    <a:pt x="219" y="129"/>
                  </a:cubicBezTo>
                  <a:cubicBezTo>
                    <a:pt x="219" y="177"/>
                    <a:pt x="179" y="217"/>
                    <a:pt x="131" y="217"/>
                  </a:cubicBezTo>
                  <a:cubicBezTo>
                    <a:pt x="82" y="217"/>
                    <a:pt x="42" y="177"/>
                    <a:pt x="42" y="129"/>
                  </a:cubicBezTo>
                  <a:cubicBezTo>
                    <a:pt x="42" y="81"/>
                    <a:pt x="82" y="42"/>
                    <a:pt x="131"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Oval 353"/>
            <p:cNvSpPr>
              <a:spLocks noChangeArrowheads="1"/>
            </p:cNvSpPr>
            <p:nvPr/>
          </p:nvSpPr>
          <p:spPr bwMode="auto">
            <a:xfrm>
              <a:off x="3375945" y="5844406"/>
              <a:ext cx="62530" cy="60817"/>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6" name="组合 35"/>
          <p:cNvGrpSpPr/>
          <p:nvPr/>
        </p:nvGrpSpPr>
        <p:grpSpPr>
          <a:xfrm>
            <a:off x="3075189" y="2485317"/>
            <a:ext cx="517287" cy="580417"/>
            <a:chOff x="3199776" y="780891"/>
            <a:chExt cx="470261" cy="527652"/>
          </a:xfrm>
          <a:solidFill>
            <a:schemeClr val="accent1">
              <a:lumMod val="75000"/>
            </a:schemeClr>
          </a:solidFill>
        </p:grpSpPr>
        <p:sp>
          <p:nvSpPr>
            <p:cNvPr id="37" name="Freeform 433"/>
            <p:cNvSpPr>
              <a:spLocks noEditPoints="1"/>
            </p:cNvSpPr>
            <p:nvPr/>
          </p:nvSpPr>
          <p:spPr bwMode="auto">
            <a:xfrm>
              <a:off x="3262591" y="927080"/>
              <a:ext cx="64814" cy="65671"/>
            </a:xfrm>
            <a:custGeom>
              <a:avLst/>
              <a:gdLst>
                <a:gd name="T0" fmla="*/ 96 w 96"/>
                <a:gd name="T1" fmla="*/ 48 h 97"/>
                <a:gd name="T2" fmla="*/ 48 w 96"/>
                <a:gd name="T3" fmla="*/ 0 h 97"/>
                <a:gd name="T4" fmla="*/ 0 w 96"/>
                <a:gd name="T5" fmla="*/ 48 h 97"/>
                <a:gd name="T6" fmla="*/ 48 w 96"/>
                <a:gd name="T7" fmla="*/ 97 h 97"/>
                <a:gd name="T8" fmla="*/ 96 w 96"/>
                <a:gd name="T9" fmla="*/ 48 h 97"/>
                <a:gd name="T10" fmla="*/ 28 w 96"/>
                <a:gd name="T11" fmla="*/ 71 h 97"/>
                <a:gd name="T12" fmla="*/ 31 w 96"/>
                <a:gd name="T13" fmla="*/ 61 h 97"/>
                <a:gd name="T14" fmla="*/ 45 w 96"/>
                <a:gd name="T15" fmla="*/ 65 h 97"/>
                <a:gd name="T16" fmla="*/ 53 w 96"/>
                <a:gd name="T17" fmla="*/ 60 h 97"/>
                <a:gd name="T18" fmla="*/ 44 w 96"/>
                <a:gd name="T19" fmla="*/ 52 h 97"/>
                <a:gd name="T20" fmla="*/ 29 w 96"/>
                <a:gd name="T21" fmla="*/ 37 h 97"/>
                <a:gd name="T22" fmla="*/ 43 w 96"/>
                <a:gd name="T23" fmla="*/ 21 h 97"/>
                <a:gd name="T24" fmla="*/ 43 w 96"/>
                <a:gd name="T25" fmla="*/ 13 h 97"/>
                <a:gd name="T26" fmla="*/ 52 w 96"/>
                <a:gd name="T27" fmla="*/ 13 h 97"/>
                <a:gd name="T28" fmla="*/ 52 w 96"/>
                <a:gd name="T29" fmla="*/ 21 h 97"/>
                <a:gd name="T30" fmla="*/ 64 w 96"/>
                <a:gd name="T31" fmla="*/ 24 h 97"/>
                <a:gd name="T32" fmla="*/ 62 w 96"/>
                <a:gd name="T33" fmla="*/ 33 h 97"/>
                <a:gd name="T34" fmla="*/ 49 w 96"/>
                <a:gd name="T35" fmla="*/ 30 h 97"/>
                <a:gd name="T36" fmla="*/ 42 w 96"/>
                <a:gd name="T37" fmla="*/ 35 h 97"/>
                <a:gd name="T38" fmla="*/ 52 w 96"/>
                <a:gd name="T39" fmla="*/ 42 h 97"/>
                <a:gd name="T40" fmla="*/ 66 w 96"/>
                <a:gd name="T41" fmla="*/ 58 h 97"/>
                <a:gd name="T42" fmla="*/ 51 w 96"/>
                <a:gd name="T43" fmla="*/ 74 h 97"/>
                <a:gd name="T44" fmla="*/ 51 w 96"/>
                <a:gd name="T45" fmla="*/ 83 h 97"/>
                <a:gd name="T46" fmla="*/ 43 w 96"/>
                <a:gd name="T47" fmla="*/ 83 h 97"/>
                <a:gd name="T48" fmla="*/ 43 w 96"/>
                <a:gd name="T49" fmla="*/ 75 h 97"/>
                <a:gd name="T50" fmla="*/ 28 w 96"/>
                <a:gd name="T51" fmla="*/ 7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6" h="97">
                  <a:moveTo>
                    <a:pt x="96" y="48"/>
                  </a:moveTo>
                  <a:cubicBezTo>
                    <a:pt x="96" y="21"/>
                    <a:pt x="75" y="0"/>
                    <a:pt x="48" y="0"/>
                  </a:cubicBezTo>
                  <a:cubicBezTo>
                    <a:pt x="22" y="0"/>
                    <a:pt x="0" y="21"/>
                    <a:pt x="0" y="48"/>
                  </a:cubicBezTo>
                  <a:cubicBezTo>
                    <a:pt x="0" y="75"/>
                    <a:pt x="22" y="97"/>
                    <a:pt x="48" y="97"/>
                  </a:cubicBezTo>
                  <a:cubicBezTo>
                    <a:pt x="75" y="97"/>
                    <a:pt x="96" y="75"/>
                    <a:pt x="96" y="48"/>
                  </a:cubicBezTo>
                  <a:close/>
                  <a:moveTo>
                    <a:pt x="28" y="71"/>
                  </a:moveTo>
                  <a:cubicBezTo>
                    <a:pt x="31" y="61"/>
                    <a:pt x="31" y="61"/>
                    <a:pt x="31" y="61"/>
                  </a:cubicBezTo>
                  <a:cubicBezTo>
                    <a:pt x="34" y="63"/>
                    <a:pt x="39" y="65"/>
                    <a:pt x="45" y="65"/>
                  </a:cubicBezTo>
                  <a:cubicBezTo>
                    <a:pt x="50" y="65"/>
                    <a:pt x="53" y="63"/>
                    <a:pt x="53" y="60"/>
                  </a:cubicBezTo>
                  <a:cubicBezTo>
                    <a:pt x="53" y="56"/>
                    <a:pt x="51" y="54"/>
                    <a:pt x="44" y="52"/>
                  </a:cubicBezTo>
                  <a:cubicBezTo>
                    <a:pt x="35" y="49"/>
                    <a:pt x="29" y="45"/>
                    <a:pt x="29" y="37"/>
                  </a:cubicBezTo>
                  <a:cubicBezTo>
                    <a:pt x="29" y="29"/>
                    <a:pt x="34" y="23"/>
                    <a:pt x="43" y="21"/>
                  </a:cubicBezTo>
                  <a:cubicBezTo>
                    <a:pt x="43" y="13"/>
                    <a:pt x="43" y="13"/>
                    <a:pt x="43" y="13"/>
                  </a:cubicBezTo>
                  <a:cubicBezTo>
                    <a:pt x="52" y="13"/>
                    <a:pt x="52" y="13"/>
                    <a:pt x="52" y="13"/>
                  </a:cubicBezTo>
                  <a:cubicBezTo>
                    <a:pt x="52" y="21"/>
                    <a:pt x="52" y="21"/>
                    <a:pt x="52" y="21"/>
                  </a:cubicBezTo>
                  <a:cubicBezTo>
                    <a:pt x="57" y="21"/>
                    <a:pt x="61" y="22"/>
                    <a:pt x="64" y="24"/>
                  </a:cubicBezTo>
                  <a:cubicBezTo>
                    <a:pt x="62" y="33"/>
                    <a:pt x="62" y="33"/>
                    <a:pt x="62" y="33"/>
                  </a:cubicBezTo>
                  <a:cubicBezTo>
                    <a:pt x="59" y="32"/>
                    <a:pt x="55" y="30"/>
                    <a:pt x="49" y="30"/>
                  </a:cubicBezTo>
                  <a:cubicBezTo>
                    <a:pt x="44" y="30"/>
                    <a:pt x="42" y="33"/>
                    <a:pt x="42" y="35"/>
                  </a:cubicBezTo>
                  <a:cubicBezTo>
                    <a:pt x="42" y="38"/>
                    <a:pt x="45" y="40"/>
                    <a:pt x="52" y="42"/>
                  </a:cubicBezTo>
                  <a:cubicBezTo>
                    <a:pt x="62" y="46"/>
                    <a:pt x="66" y="51"/>
                    <a:pt x="66" y="58"/>
                  </a:cubicBezTo>
                  <a:cubicBezTo>
                    <a:pt x="66" y="66"/>
                    <a:pt x="61" y="73"/>
                    <a:pt x="51" y="74"/>
                  </a:cubicBezTo>
                  <a:cubicBezTo>
                    <a:pt x="51" y="83"/>
                    <a:pt x="51" y="83"/>
                    <a:pt x="51" y="83"/>
                  </a:cubicBezTo>
                  <a:cubicBezTo>
                    <a:pt x="43" y="83"/>
                    <a:pt x="43" y="83"/>
                    <a:pt x="43" y="83"/>
                  </a:cubicBezTo>
                  <a:cubicBezTo>
                    <a:pt x="43" y="75"/>
                    <a:pt x="43" y="75"/>
                    <a:pt x="43" y="75"/>
                  </a:cubicBezTo>
                  <a:cubicBezTo>
                    <a:pt x="37" y="75"/>
                    <a:pt x="32" y="73"/>
                    <a:pt x="28" y="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Freeform 434"/>
            <p:cNvSpPr>
              <a:spLocks noEditPoints="1"/>
            </p:cNvSpPr>
            <p:nvPr/>
          </p:nvSpPr>
          <p:spPr bwMode="auto">
            <a:xfrm>
              <a:off x="3367094" y="867120"/>
              <a:ext cx="140479" cy="141621"/>
            </a:xfrm>
            <a:custGeom>
              <a:avLst/>
              <a:gdLst>
                <a:gd name="T0" fmla="*/ 104 w 208"/>
                <a:gd name="T1" fmla="*/ 0 h 210"/>
                <a:gd name="T2" fmla="*/ 0 w 208"/>
                <a:gd name="T3" fmla="*/ 105 h 210"/>
                <a:gd name="T4" fmla="*/ 104 w 208"/>
                <a:gd name="T5" fmla="*/ 210 h 210"/>
                <a:gd name="T6" fmla="*/ 208 w 208"/>
                <a:gd name="T7" fmla="*/ 105 h 210"/>
                <a:gd name="T8" fmla="*/ 104 w 208"/>
                <a:gd name="T9" fmla="*/ 0 h 210"/>
                <a:gd name="T10" fmla="*/ 111 w 208"/>
                <a:gd name="T11" fmla="*/ 161 h 210"/>
                <a:gd name="T12" fmla="*/ 111 w 208"/>
                <a:gd name="T13" fmla="*/ 180 h 210"/>
                <a:gd name="T14" fmla="*/ 92 w 208"/>
                <a:gd name="T15" fmla="*/ 180 h 210"/>
                <a:gd name="T16" fmla="*/ 92 w 208"/>
                <a:gd name="T17" fmla="*/ 163 h 210"/>
                <a:gd name="T18" fmla="*/ 61 w 208"/>
                <a:gd name="T19" fmla="*/ 155 h 210"/>
                <a:gd name="T20" fmla="*/ 66 w 208"/>
                <a:gd name="T21" fmla="*/ 133 h 210"/>
                <a:gd name="T22" fmla="*/ 97 w 208"/>
                <a:gd name="T23" fmla="*/ 141 h 210"/>
                <a:gd name="T24" fmla="*/ 115 w 208"/>
                <a:gd name="T25" fmla="*/ 130 h 210"/>
                <a:gd name="T26" fmla="*/ 95 w 208"/>
                <a:gd name="T27" fmla="*/ 114 h 210"/>
                <a:gd name="T28" fmla="*/ 62 w 208"/>
                <a:gd name="T29" fmla="*/ 80 h 210"/>
                <a:gd name="T30" fmla="*/ 93 w 208"/>
                <a:gd name="T31" fmla="*/ 47 h 210"/>
                <a:gd name="T32" fmla="*/ 93 w 208"/>
                <a:gd name="T33" fmla="*/ 30 h 210"/>
                <a:gd name="T34" fmla="*/ 111 w 208"/>
                <a:gd name="T35" fmla="*/ 30 h 210"/>
                <a:gd name="T36" fmla="*/ 111 w 208"/>
                <a:gd name="T37" fmla="*/ 46 h 210"/>
                <a:gd name="T38" fmla="*/ 138 w 208"/>
                <a:gd name="T39" fmla="*/ 52 h 210"/>
                <a:gd name="T40" fmla="*/ 133 w 208"/>
                <a:gd name="T41" fmla="*/ 73 h 210"/>
                <a:gd name="T42" fmla="*/ 106 w 208"/>
                <a:gd name="T43" fmla="*/ 66 h 210"/>
                <a:gd name="T44" fmla="*/ 90 w 208"/>
                <a:gd name="T45" fmla="*/ 77 h 210"/>
                <a:gd name="T46" fmla="*/ 113 w 208"/>
                <a:gd name="T47" fmla="*/ 93 h 210"/>
                <a:gd name="T48" fmla="*/ 143 w 208"/>
                <a:gd name="T49" fmla="*/ 127 h 210"/>
                <a:gd name="T50" fmla="*/ 111 w 208"/>
                <a:gd name="T51" fmla="*/ 161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210">
                  <a:moveTo>
                    <a:pt x="104" y="0"/>
                  </a:moveTo>
                  <a:cubicBezTo>
                    <a:pt x="47" y="0"/>
                    <a:pt x="0" y="47"/>
                    <a:pt x="0" y="105"/>
                  </a:cubicBezTo>
                  <a:cubicBezTo>
                    <a:pt x="0" y="163"/>
                    <a:pt x="47" y="210"/>
                    <a:pt x="104" y="210"/>
                  </a:cubicBezTo>
                  <a:cubicBezTo>
                    <a:pt x="162" y="210"/>
                    <a:pt x="208" y="163"/>
                    <a:pt x="208" y="105"/>
                  </a:cubicBezTo>
                  <a:cubicBezTo>
                    <a:pt x="208" y="47"/>
                    <a:pt x="162" y="0"/>
                    <a:pt x="104" y="0"/>
                  </a:cubicBezTo>
                  <a:close/>
                  <a:moveTo>
                    <a:pt x="111" y="161"/>
                  </a:moveTo>
                  <a:cubicBezTo>
                    <a:pt x="111" y="180"/>
                    <a:pt x="111" y="180"/>
                    <a:pt x="111" y="180"/>
                  </a:cubicBezTo>
                  <a:cubicBezTo>
                    <a:pt x="92" y="180"/>
                    <a:pt x="92" y="180"/>
                    <a:pt x="92" y="180"/>
                  </a:cubicBezTo>
                  <a:cubicBezTo>
                    <a:pt x="92" y="163"/>
                    <a:pt x="92" y="163"/>
                    <a:pt x="92" y="163"/>
                  </a:cubicBezTo>
                  <a:cubicBezTo>
                    <a:pt x="80" y="162"/>
                    <a:pt x="68" y="159"/>
                    <a:pt x="61" y="155"/>
                  </a:cubicBezTo>
                  <a:cubicBezTo>
                    <a:pt x="66" y="133"/>
                    <a:pt x="66" y="133"/>
                    <a:pt x="66" y="133"/>
                  </a:cubicBezTo>
                  <a:cubicBezTo>
                    <a:pt x="74" y="138"/>
                    <a:pt x="85" y="141"/>
                    <a:pt x="97" y="141"/>
                  </a:cubicBezTo>
                  <a:cubicBezTo>
                    <a:pt x="108" y="141"/>
                    <a:pt x="115" y="137"/>
                    <a:pt x="115" y="130"/>
                  </a:cubicBezTo>
                  <a:cubicBezTo>
                    <a:pt x="115" y="123"/>
                    <a:pt x="109" y="118"/>
                    <a:pt x="95" y="114"/>
                  </a:cubicBezTo>
                  <a:cubicBezTo>
                    <a:pt x="76" y="107"/>
                    <a:pt x="62" y="98"/>
                    <a:pt x="62" y="80"/>
                  </a:cubicBezTo>
                  <a:cubicBezTo>
                    <a:pt x="62" y="64"/>
                    <a:pt x="74" y="51"/>
                    <a:pt x="93" y="47"/>
                  </a:cubicBezTo>
                  <a:cubicBezTo>
                    <a:pt x="93" y="30"/>
                    <a:pt x="93" y="30"/>
                    <a:pt x="93" y="30"/>
                  </a:cubicBezTo>
                  <a:cubicBezTo>
                    <a:pt x="111" y="30"/>
                    <a:pt x="111" y="30"/>
                    <a:pt x="111" y="30"/>
                  </a:cubicBezTo>
                  <a:cubicBezTo>
                    <a:pt x="111" y="46"/>
                    <a:pt x="111" y="46"/>
                    <a:pt x="111" y="46"/>
                  </a:cubicBezTo>
                  <a:cubicBezTo>
                    <a:pt x="124" y="46"/>
                    <a:pt x="132" y="49"/>
                    <a:pt x="138" y="52"/>
                  </a:cubicBezTo>
                  <a:cubicBezTo>
                    <a:pt x="133" y="73"/>
                    <a:pt x="133" y="73"/>
                    <a:pt x="133" y="73"/>
                  </a:cubicBezTo>
                  <a:cubicBezTo>
                    <a:pt x="128" y="71"/>
                    <a:pt x="120" y="66"/>
                    <a:pt x="106" y="66"/>
                  </a:cubicBezTo>
                  <a:cubicBezTo>
                    <a:pt x="94" y="66"/>
                    <a:pt x="90" y="72"/>
                    <a:pt x="90" y="77"/>
                  </a:cubicBezTo>
                  <a:cubicBezTo>
                    <a:pt x="90" y="83"/>
                    <a:pt x="97" y="87"/>
                    <a:pt x="113" y="93"/>
                  </a:cubicBezTo>
                  <a:cubicBezTo>
                    <a:pt x="135" y="100"/>
                    <a:pt x="143" y="111"/>
                    <a:pt x="143" y="127"/>
                  </a:cubicBezTo>
                  <a:cubicBezTo>
                    <a:pt x="143" y="144"/>
                    <a:pt x="132" y="158"/>
                    <a:pt x="111" y="16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Freeform 435"/>
            <p:cNvSpPr>
              <a:spLocks noEditPoints="1"/>
            </p:cNvSpPr>
            <p:nvPr/>
          </p:nvSpPr>
          <p:spPr bwMode="auto">
            <a:xfrm>
              <a:off x="3282007" y="1022446"/>
              <a:ext cx="89941" cy="91083"/>
            </a:xfrm>
            <a:custGeom>
              <a:avLst/>
              <a:gdLst>
                <a:gd name="T0" fmla="*/ 67 w 133"/>
                <a:gd name="T1" fmla="*/ 0 h 135"/>
                <a:gd name="T2" fmla="*/ 0 w 133"/>
                <a:gd name="T3" fmla="*/ 68 h 135"/>
                <a:gd name="T4" fmla="*/ 67 w 133"/>
                <a:gd name="T5" fmla="*/ 135 h 135"/>
                <a:gd name="T6" fmla="*/ 133 w 133"/>
                <a:gd name="T7" fmla="*/ 68 h 135"/>
                <a:gd name="T8" fmla="*/ 67 w 133"/>
                <a:gd name="T9" fmla="*/ 0 h 135"/>
                <a:gd name="T10" fmla="*/ 71 w 133"/>
                <a:gd name="T11" fmla="*/ 104 h 135"/>
                <a:gd name="T12" fmla="*/ 71 w 133"/>
                <a:gd name="T13" fmla="*/ 116 h 135"/>
                <a:gd name="T14" fmla="*/ 59 w 133"/>
                <a:gd name="T15" fmla="*/ 116 h 135"/>
                <a:gd name="T16" fmla="*/ 59 w 133"/>
                <a:gd name="T17" fmla="*/ 105 h 135"/>
                <a:gd name="T18" fmla="*/ 39 w 133"/>
                <a:gd name="T19" fmla="*/ 100 h 135"/>
                <a:gd name="T20" fmla="*/ 43 w 133"/>
                <a:gd name="T21" fmla="*/ 86 h 135"/>
                <a:gd name="T22" fmla="*/ 62 w 133"/>
                <a:gd name="T23" fmla="*/ 91 h 135"/>
                <a:gd name="T24" fmla="*/ 74 w 133"/>
                <a:gd name="T25" fmla="*/ 84 h 135"/>
                <a:gd name="T26" fmla="*/ 61 w 133"/>
                <a:gd name="T27" fmla="*/ 73 h 135"/>
                <a:gd name="T28" fmla="*/ 40 w 133"/>
                <a:gd name="T29" fmla="*/ 52 h 135"/>
                <a:gd name="T30" fmla="*/ 60 w 133"/>
                <a:gd name="T31" fmla="*/ 31 h 135"/>
                <a:gd name="T32" fmla="*/ 60 w 133"/>
                <a:gd name="T33" fmla="*/ 20 h 135"/>
                <a:gd name="T34" fmla="*/ 72 w 133"/>
                <a:gd name="T35" fmla="*/ 20 h 135"/>
                <a:gd name="T36" fmla="*/ 72 w 133"/>
                <a:gd name="T37" fmla="*/ 30 h 135"/>
                <a:gd name="T38" fmla="*/ 89 w 133"/>
                <a:gd name="T39" fmla="*/ 34 h 135"/>
                <a:gd name="T40" fmla="*/ 85 w 133"/>
                <a:gd name="T41" fmla="*/ 47 h 135"/>
                <a:gd name="T42" fmla="*/ 68 w 133"/>
                <a:gd name="T43" fmla="*/ 43 h 135"/>
                <a:gd name="T44" fmla="*/ 58 w 133"/>
                <a:gd name="T45" fmla="*/ 50 h 135"/>
                <a:gd name="T46" fmla="*/ 72 w 133"/>
                <a:gd name="T47" fmla="*/ 60 h 135"/>
                <a:gd name="T48" fmla="*/ 92 w 133"/>
                <a:gd name="T49" fmla="*/ 82 h 135"/>
                <a:gd name="T50" fmla="*/ 71 w 133"/>
                <a:gd name="T51" fmla="*/ 104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3" h="135">
                  <a:moveTo>
                    <a:pt x="67" y="0"/>
                  </a:moveTo>
                  <a:cubicBezTo>
                    <a:pt x="30" y="0"/>
                    <a:pt x="0" y="31"/>
                    <a:pt x="0" y="68"/>
                  </a:cubicBezTo>
                  <a:cubicBezTo>
                    <a:pt x="0" y="105"/>
                    <a:pt x="30" y="135"/>
                    <a:pt x="67" y="135"/>
                  </a:cubicBezTo>
                  <a:cubicBezTo>
                    <a:pt x="104" y="135"/>
                    <a:pt x="133" y="105"/>
                    <a:pt x="133" y="68"/>
                  </a:cubicBezTo>
                  <a:cubicBezTo>
                    <a:pt x="133" y="31"/>
                    <a:pt x="104" y="0"/>
                    <a:pt x="67" y="0"/>
                  </a:cubicBezTo>
                  <a:close/>
                  <a:moveTo>
                    <a:pt x="71" y="104"/>
                  </a:moveTo>
                  <a:cubicBezTo>
                    <a:pt x="71" y="116"/>
                    <a:pt x="71" y="116"/>
                    <a:pt x="71" y="116"/>
                  </a:cubicBezTo>
                  <a:cubicBezTo>
                    <a:pt x="59" y="116"/>
                    <a:pt x="59" y="116"/>
                    <a:pt x="59" y="116"/>
                  </a:cubicBezTo>
                  <a:cubicBezTo>
                    <a:pt x="59" y="105"/>
                    <a:pt x="59" y="105"/>
                    <a:pt x="59" y="105"/>
                  </a:cubicBezTo>
                  <a:cubicBezTo>
                    <a:pt x="51" y="104"/>
                    <a:pt x="44" y="102"/>
                    <a:pt x="39" y="100"/>
                  </a:cubicBezTo>
                  <a:cubicBezTo>
                    <a:pt x="43" y="86"/>
                    <a:pt x="43" y="86"/>
                    <a:pt x="43" y="86"/>
                  </a:cubicBezTo>
                  <a:cubicBezTo>
                    <a:pt x="48" y="88"/>
                    <a:pt x="55" y="91"/>
                    <a:pt x="62" y="91"/>
                  </a:cubicBezTo>
                  <a:cubicBezTo>
                    <a:pt x="69" y="91"/>
                    <a:pt x="74" y="88"/>
                    <a:pt x="74" y="84"/>
                  </a:cubicBezTo>
                  <a:cubicBezTo>
                    <a:pt x="74" y="79"/>
                    <a:pt x="70" y="76"/>
                    <a:pt x="61" y="73"/>
                  </a:cubicBezTo>
                  <a:cubicBezTo>
                    <a:pt x="49" y="69"/>
                    <a:pt x="40" y="63"/>
                    <a:pt x="40" y="52"/>
                  </a:cubicBezTo>
                  <a:cubicBezTo>
                    <a:pt x="40" y="41"/>
                    <a:pt x="47" y="33"/>
                    <a:pt x="60" y="31"/>
                  </a:cubicBezTo>
                  <a:cubicBezTo>
                    <a:pt x="60" y="20"/>
                    <a:pt x="60" y="20"/>
                    <a:pt x="60" y="20"/>
                  </a:cubicBezTo>
                  <a:cubicBezTo>
                    <a:pt x="72" y="20"/>
                    <a:pt x="72" y="20"/>
                    <a:pt x="72" y="20"/>
                  </a:cubicBezTo>
                  <a:cubicBezTo>
                    <a:pt x="72" y="30"/>
                    <a:pt x="72" y="30"/>
                    <a:pt x="72" y="30"/>
                  </a:cubicBezTo>
                  <a:cubicBezTo>
                    <a:pt x="79" y="30"/>
                    <a:pt x="85" y="32"/>
                    <a:pt x="89" y="34"/>
                  </a:cubicBezTo>
                  <a:cubicBezTo>
                    <a:pt x="85" y="47"/>
                    <a:pt x="85" y="47"/>
                    <a:pt x="85" y="47"/>
                  </a:cubicBezTo>
                  <a:cubicBezTo>
                    <a:pt x="82" y="46"/>
                    <a:pt x="77" y="43"/>
                    <a:pt x="68" y="43"/>
                  </a:cubicBezTo>
                  <a:cubicBezTo>
                    <a:pt x="61" y="43"/>
                    <a:pt x="58" y="46"/>
                    <a:pt x="58" y="50"/>
                  </a:cubicBezTo>
                  <a:cubicBezTo>
                    <a:pt x="58" y="54"/>
                    <a:pt x="62" y="56"/>
                    <a:pt x="72" y="60"/>
                  </a:cubicBezTo>
                  <a:cubicBezTo>
                    <a:pt x="86" y="65"/>
                    <a:pt x="92" y="71"/>
                    <a:pt x="92" y="82"/>
                  </a:cubicBezTo>
                  <a:cubicBezTo>
                    <a:pt x="92" y="93"/>
                    <a:pt x="85" y="101"/>
                    <a:pt x="71"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Freeform 436"/>
            <p:cNvSpPr>
              <a:spLocks noEditPoints="1"/>
            </p:cNvSpPr>
            <p:nvPr/>
          </p:nvSpPr>
          <p:spPr bwMode="auto">
            <a:xfrm>
              <a:off x="3199776" y="780891"/>
              <a:ext cx="470261" cy="527652"/>
            </a:xfrm>
            <a:custGeom>
              <a:avLst/>
              <a:gdLst>
                <a:gd name="T0" fmla="*/ 652 w 697"/>
                <a:gd name="T1" fmla="*/ 426 h 782"/>
                <a:gd name="T2" fmla="*/ 601 w 697"/>
                <a:gd name="T3" fmla="*/ 366 h 782"/>
                <a:gd name="T4" fmla="*/ 603 w 697"/>
                <a:gd name="T5" fmla="*/ 267 h 782"/>
                <a:gd name="T6" fmla="*/ 585 w 697"/>
                <a:gd name="T7" fmla="*/ 182 h 782"/>
                <a:gd name="T8" fmla="*/ 509 w 697"/>
                <a:gd name="T9" fmla="*/ 80 h 782"/>
                <a:gd name="T10" fmla="*/ 298 w 697"/>
                <a:gd name="T11" fmla="*/ 0 h 782"/>
                <a:gd name="T12" fmla="*/ 0 w 697"/>
                <a:gd name="T13" fmla="*/ 273 h 782"/>
                <a:gd name="T14" fmla="*/ 2 w 697"/>
                <a:gd name="T15" fmla="*/ 302 h 782"/>
                <a:gd name="T16" fmla="*/ 82 w 697"/>
                <a:gd name="T17" fmla="*/ 533 h 782"/>
                <a:gd name="T18" fmla="*/ 0 w 697"/>
                <a:gd name="T19" fmla="*/ 781 h 782"/>
                <a:gd name="T20" fmla="*/ 362 w 697"/>
                <a:gd name="T21" fmla="*/ 782 h 782"/>
                <a:gd name="T22" fmla="*/ 433 w 697"/>
                <a:gd name="T23" fmla="*/ 674 h 782"/>
                <a:gd name="T24" fmla="*/ 545 w 697"/>
                <a:gd name="T25" fmla="*/ 675 h 782"/>
                <a:gd name="T26" fmla="*/ 563 w 697"/>
                <a:gd name="T27" fmla="*/ 673 h 782"/>
                <a:gd name="T28" fmla="*/ 564 w 697"/>
                <a:gd name="T29" fmla="*/ 673 h 782"/>
                <a:gd name="T30" fmla="*/ 564 w 697"/>
                <a:gd name="T31" fmla="*/ 673 h 782"/>
                <a:gd name="T32" fmla="*/ 571 w 697"/>
                <a:gd name="T33" fmla="*/ 601 h 782"/>
                <a:gd name="T34" fmla="*/ 595 w 697"/>
                <a:gd name="T35" fmla="*/ 577 h 782"/>
                <a:gd name="T36" fmla="*/ 595 w 697"/>
                <a:gd name="T37" fmla="*/ 575 h 782"/>
                <a:gd name="T38" fmla="*/ 561 w 697"/>
                <a:gd name="T39" fmla="*/ 554 h 782"/>
                <a:gd name="T40" fmla="*/ 570 w 697"/>
                <a:gd name="T41" fmla="*/ 554 h 782"/>
                <a:gd name="T42" fmla="*/ 598 w 697"/>
                <a:gd name="T43" fmla="*/ 536 h 782"/>
                <a:gd name="T44" fmla="*/ 598 w 697"/>
                <a:gd name="T45" fmla="*/ 535 h 782"/>
                <a:gd name="T46" fmla="*/ 595 w 697"/>
                <a:gd name="T47" fmla="*/ 527 h 782"/>
                <a:gd name="T48" fmla="*/ 611 w 697"/>
                <a:gd name="T49" fmla="*/ 461 h 782"/>
                <a:gd name="T50" fmla="*/ 652 w 697"/>
                <a:gd name="T51" fmla="*/ 426 h 782"/>
                <a:gd name="T52" fmla="*/ 78 w 697"/>
                <a:gd name="T53" fmla="*/ 265 h 782"/>
                <a:gd name="T54" fmla="*/ 141 w 697"/>
                <a:gd name="T55" fmla="*/ 201 h 782"/>
                <a:gd name="T56" fmla="*/ 205 w 697"/>
                <a:gd name="T57" fmla="*/ 265 h 782"/>
                <a:gd name="T58" fmla="*/ 141 w 697"/>
                <a:gd name="T59" fmla="*/ 329 h 782"/>
                <a:gd name="T60" fmla="*/ 78 w 697"/>
                <a:gd name="T61" fmla="*/ 265 h 782"/>
                <a:gd name="T62" fmla="*/ 189 w 697"/>
                <a:gd name="T63" fmla="*/ 514 h 782"/>
                <a:gd name="T64" fmla="*/ 101 w 697"/>
                <a:gd name="T65" fmla="*/ 426 h 782"/>
                <a:gd name="T66" fmla="*/ 189 w 697"/>
                <a:gd name="T67" fmla="*/ 337 h 782"/>
                <a:gd name="T68" fmla="*/ 276 w 697"/>
                <a:gd name="T69" fmla="*/ 426 h 782"/>
                <a:gd name="T70" fmla="*/ 189 w 697"/>
                <a:gd name="T71" fmla="*/ 514 h 782"/>
                <a:gd name="T72" fmla="*/ 352 w 697"/>
                <a:gd name="T73" fmla="*/ 371 h 782"/>
                <a:gd name="T74" fmla="*/ 215 w 697"/>
                <a:gd name="T75" fmla="*/ 233 h 782"/>
                <a:gd name="T76" fmla="*/ 352 w 697"/>
                <a:gd name="T77" fmla="*/ 95 h 782"/>
                <a:gd name="T78" fmla="*/ 489 w 697"/>
                <a:gd name="T79" fmla="*/ 233 h 782"/>
                <a:gd name="T80" fmla="*/ 352 w 697"/>
                <a:gd name="T81" fmla="*/ 371 h 7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97" h="782">
                  <a:moveTo>
                    <a:pt x="652" y="426"/>
                  </a:moveTo>
                  <a:cubicBezTo>
                    <a:pt x="636" y="408"/>
                    <a:pt x="611" y="388"/>
                    <a:pt x="601" y="366"/>
                  </a:cubicBezTo>
                  <a:cubicBezTo>
                    <a:pt x="587" y="333"/>
                    <a:pt x="603" y="301"/>
                    <a:pt x="603" y="267"/>
                  </a:cubicBezTo>
                  <a:cubicBezTo>
                    <a:pt x="602" y="240"/>
                    <a:pt x="594" y="207"/>
                    <a:pt x="585" y="182"/>
                  </a:cubicBezTo>
                  <a:cubicBezTo>
                    <a:pt x="570" y="141"/>
                    <a:pt x="543" y="107"/>
                    <a:pt x="509" y="80"/>
                  </a:cubicBezTo>
                  <a:cubicBezTo>
                    <a:pt x="456" y="31"/>
                    <a:pt x="381" y="0"/>
                    <a:pt x="298" y="0"/>
                  </a:cubicBezTo>
                  <a:cubicBezTo>
                    <a:pt x="133" y="0"/>
                    <a:pt x="0" y="122"/>
                    <a:pt x="0" y="273"/>
                  </a:cubicBezTo>
                  <a:cubicBezTo>
                    <a:pt x="0" y="283"/>
                    <a:pt x="1" y="293"/>
                    <a:pt x="2" y="302"/>
                  </a:cubicBezTo>
                  <a:cubicBezTo>
                    <a:pt x="3" y="368"/>
                    <a:pt x="23" y="446"/>
                    <a:pt x="82" y="533"/>
                  </a:cubicBezTo>
                  <a:cubicBezTo>
                    <a:pt x="82" y="533"/>
                    <a:pt x="164" y="697"/>
                    <a:pt x="0" y="781"/>
                  </a:cubicBezTo>
                  <a:cubicBezTo>
                    <a:pt x="362" y="782"/>
                    <a:pt x="362" y="782"/>
                    <a:pt x="362" y="782"/>
                  </a:cubicBezTo>
                  <a:cubicBezTo>
                    <a:pt x="362" y="782"/>
                    <a:pt x="389" y="674"/>
                    <a:pt x="433" y="674"/>
                  </a:cubicBezTo>
                  <a:cubicBezTo>
                    <a:pt x="470" y="674"/>
                    <a:pt x="508" y="677"/>
                    <a:pt x="545" y="675"/>
                  </a:cubicBezTo>
                  <a:cubicBezTo>
                    <a:pt x="553" y="676"/>
                    <a:pt x="558" y="675"/>
                    <a:pt x="563" y="673"/>
                  </a:cubicBezTo>
                  <a:cubicBezTo>
                    <a:pt x="564" y="673"/>
                    <a:pt x="564" y="673"/>
                    <a:pt x="564" y="673"/>
                  </a:cubicBezTo>
                  <a:cubicBezTo>
                    <a:pt x="564" y="673"/>
                    <a:pt x="564" y="673"/>
                    <a:pt x="564" y="673"/>
                  </a:cubicBezTo>
                  <a:cubicBezTo>
                    <a:pt x="589" y="660"/>
                    <a:pt x="571" y="601"/>
                    <a:pt x="571" y="601"/>
                  </a:cubicBezTo>
                  <a:cubicBezTo>
                    <a:pt x="586" y="595"/>
                    <a:pt x="595" y="585"/>
                    <a:pt x="595" y="577"/>
                  </a:cubicBezTo>
                  <a:cubicBezTo>
                    <a:pt x="595" y="575"/>
                    <a:pt x="595" y="575"/>
                    <a:pt x="595" y="575"/>
                  </a:cubicBezTo>
                  <a:cubicBezTo>
                    <a:pt x="595" y="565"/>
                    <a:pt x="581" y="557"/>
                    <a:pt x="561" y="554"/>
                  </a:cubicBezTo>
                  <a:cubicBezTo>
                    <a:pt x="570" y="554"/>
                    <a:pt x="570" y="554"/>
                    <a:pt x="570" y="554"/>
                  </a:cubicBezTo>
                  <a:cubicBezTo>
                    <a:pt x="585" y="554"/>
                    <a:pt x="598" y="546"/>
                    <a:pt x="598" y="536"/>
                  </a:cubicBezTo>
                  <a:cubicBezTo>
                    <a:pt x="598" y="535"/>
                    <a:pt x="598" y="535"/>
                    <a:pt x="598" y="535"/>
                  </a:cubicBezTo>
                  <a:cubicBezTo>
                    <a:pt x="598" y="532"/>
                    <a:pt x="597" y="529"/>
                    <a:pt x="595" y="527"/>
                  </a:cubicBezTo>
                  <a:cubicBezTo>
                    <a:pt x="598" y="514"/>
                    <a:pt x="609" y="461"/>
                    <a:pt x="611" y="461"/>
                  </a:cubicBezTo>
                  <a:cubicBezTo>
                    <a:pt x="697" y="457"/>
                    <a:pt x="652" y="426"/>
                    <a:pt x="652" y="426"/>
                  </a:cubicBezTo>
                  <a:close/>
                  <a:moveTo>
                    <a:pt x="78" y="265"/>
                  </a:moveTo>
                  <a:cubicBezTo>
                    <a:pt x="78" y="230"/>
                    <a:pt x="106" y="201"/>
                    <a:pt x="141" y="201"/>
                  </a:cubicBezTo>
                  <a:cubicBezTo>
                    <a:pt x="176" y="201"/>
                    <a:pt x="205" y="230"/>
                    <a:pt x="205" y="265"/>
                  </a:cubicBezTo>
                  <a:cubicBezTo>
                    <a:pt x="205" y="300"/>
                    <a:pt x="176" y="329"/>
                    <a:pt x="141" y="329"/>
                  </a:cubicBezTo>
                  <a:cubicBezTo>
                    <a:pt x="106" y="329"/>
                    <a:pt x="78" y="300"/>
                    <a:pt x="78" y="265"/>
                  </a:cubicBezTo>
                  <a:close/>
                  <a:moveTo>
                    <a:pt x="189" y="514"/>
                  </a:moveTo>
                  <a:cubicBezTo>
                    <a:pt x="141" y="514"/>
                    <a:pt x="101" y="474"/>
                    <a:pt x="101" y="426"/>
                  </a:cubicBezTo>
                  <a:cubicBezTo>
                    <a:pt x="101" y="377"/>
                    <a:pt x="141" y="337"/>
                    <a:pt x="189" y="337"/>
                  </a:cubicBezTo>
                  <a:cubicBezTo>
                    <a:pt x="237" y="337"/>
                    <a:pt x="276" y="377"/>
                    <a:pt x="276" y="426"/>
                  </a:cubicBezTo>
                  <a:cubicBezTo>
                    <a:pt x="276" y="474"/>
                    <a:pt x="237" y="514"/>
                    <a:pt x="189" y="514"/>
                  </a:cubicBezTo>
                  <a:close/>
                  <a:moveTo>
                    <a:pt x="352" y="371"/>
                  </a:moveTo>
                  <a:cubicBezTo>
                    <a:pt x="276" y="371"/>
                    <a:pt x="215" y="309"/>
                    <a:pt x="215" y="233"/>
                  </a:cubicBezTo>
                  <a:cubicBezTo>
                    <a:pt x="215" y="157"/>
                    <a:pt x="276" y="95"/>
                    <a:pt x="352" y="95"/>
                  </a:cubicBezTo>
                  <a:cubicBezTo>
                    <a:pt x="428" y="95"/>
                    <a:pt x="489" y="157"/>
                    <a:pt x="489" y="233"/>
                  </a:cubicBezTo>
                  <a:cubicBezTo>
                    <a:pt x="489" y="309"/>
                    <a:pt x="428" y="371"/>
                    <a:pt x="352" y="37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1" name="Text Box 4">
            <a:extLst>
              <a:ext uri="{FF2B5EF4-FFF2-40B4-BE49-F238E27FC236}">
                <a16:creationId xmlns:a16="http://schemas.microsoft.com/office/drawing/2014/main" id="{8FD36EDC-221B-654D-B03B-754156E0E03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Half Frame 12">
            <a:extLst>
              <a:ext uri="{FF2B5EF4-FFF2-40B4-BE49-F238E27FC236}">
                <a16:creationId xmlns:a16="http://schemas.microsoft.com/office/drawing/2014/main" id="{F848BD9D-61B2-8249-ACDE-9FC8E9BFF90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7" name="直线连接符 46">
            <a:extLst>
              <a:ext uri="{FF2B5EF4-FFF2-40B4-BE49-F238E27FC236}">
                <a16:creationId xmlns:a16="http://schemas.microsoft.com/office/drawing/2014/main" id="{FDDC6F53-A047-164A-B456-F8D80A34CB45}"/>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14:presetBounceEnd="4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14:presetBounceEnd="40000">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14:presetBounceEnd="81000">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14:bounceEnd="81000">
                                          <p:cBhvr additive="base">
                                            <p:cTn id="56" dur="1000" fill="hold"/>
                                            <p:tgtEl>
                                              <p:spTgt spid="41"/>
                                            </p:tgtEl>
                                            <p:attrNameLst>
                                              <p:attrName>ppt_x</p:attrName>
                                            </p:attrNameLst>
                                          </p:cBhvr>
                                          <p:tavLst>
                                            <p:tav tm="0">
                                              <p:val>
                                                <p:strVal val="#ppt_x"/>
                                              </p:val>
                                            </p:tav>
                                            <p:tav tm="100000">
                                              <p:val>
                                                <p:strVal val="#ppt_x"/>
                                              </p:val>
                                            </p:tav>
                                          </p:tavLst>
                                        </p:anim>
                                        <p:anim calcmode="lin" valueType="num" p14:bounceEnd="81000">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6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accel="60000" fill="hold" grpId="0" nodeType="withEffect">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par>
                              <p:cTn id="13" fill="hold">
                                <p:stCondLst>
                                  <p:cond delay="500"/>
                                </p:stCondLst>
                                <p:childTnLst>
                                  <p:par>
                                    <p:cTn id="14" presetID="53" presetClass="entr" presetSubtype="16"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ppt_w</p:attrName>
                                            </p:attrNameLst>
                                          </p:cBhvr>
                                          <p:tavLst>
                                            <p:tav tm="0">
                                              <p:val>
                                                <p:fltVal val="0"/>
                                              </p:val>
                                            </p:tav>
                                            <p:tav tm="100000">
                                              <p:val>
                                                <p:strVal val="#ppt_w"/>
                                              </p:val>
                                            </p:tav>
                                          </p:tavLst>
                                        </p:anim>
                                        <p:anim calcmode="lin" valueType="num">
                                          <p:cBhvr>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childTnLst>
                              </p:cTn>
                            </p:par>
                            <p:par>
                              <p:cTn id="19" fill="hold">
                                <p:stCondLst>
                                  <p:cond delay="1000"/>
                                </p:stCondLst>
                                <p:childTnLst>
                                  <p:par>
                                    <p:cTn id="20" presetID="45" presetClass="entr" presetSubtype="0"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500"/>
                                            <p:tgtEl>
                                              <p:spTgt spid="36"/>
                                            </p:tgtEl>
                                          </p:cBhvr>
                                        </p:animEffect>
                                        <p:anim calcmode="lin" valueType="num">
                                          <p:cBhvr>
                                            <p:cTn id="23" dur="500" fill="hold"/>
                                            <p:tgtEl>
                                              <p:spTgt spid="36"/>
                                            </p:tgtEl>
                                            <p:attrNameLst>
                                              <p:attrName>ppt_w</p:attrName>
                                            </p:attrNameLst>
                                          </p:cBhvr>
                                          <p:tavLst>
                                            <p:tav tm="0" fmla="#ppt_w*sin(2.5*pi*$)">
                                              <p:val>
                                                <p:fltVal val="0"/>
                                              </p:val>
                                            </p:tav>
                                            <p:tav tm="100000">
                                              <p:val>
                                                <p:fltVal val="1"/>
                                              </p:val>
                                            </p:tav>
                                          </p:tavLst>
                                        </p:anim>
                                        <p:anim calcmode="lin" valueType="num">
                                          <p:cBhvr>
                                            <p:cTn id="24" dur="500" fill="hold"/>
                                            <p:tgtEl>
                                              <p:spTgt spid="36"/>
                                            </p:tgtEl>
                                            <p:attrNameLst>
                                              <p:attrName>ppt_h</p:attrName>
                                            </p:attrNameLst>
                                          </p:cBhvr>
                                          <p:tavLst>
                                            <p:tav tm="0">
                                              <p:val>
                                                <p:strVal val="#ppt_h"/>
                                              </p:val>
                                            </p:tav>
                                            <p:tav tm="100000">
                                              <p:val>
                                                <p:strVal val="#ppt_h"/>
                                              </p:val>
                                            </p:tav>
                                          </p:tavLst>
                                        </p:anim>
                                      </p:childTnLst>
                                    </p:cTn>
                                  </p:par>
                                  <p:par>
                                    <p:cTn id="25" presetID="22" presetClass="entr" presetSubtype="8"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left)">
                                          <p:cBhvr>
                                            <p:cTn id="27" dur="500"/>
                                            <p:tgtEl>
                                              <p:spTgt spid="15"/>
                                            </p:tgtEl>
                                          </p:cBhvr>
                                        </p:animEffect>
                                      </p:childTnLst>
                                    </p:cTn>
                                  </p:par>
                                </p:childTnLst>
                              </p:cTn>
                            </p:par>
                            <p:par>
                              <p:cTn id="28" fill="hold">
                                <p:stCondLst>
                                  <p:cond delay="1500"/>
                                </p:stCondLst>
                                <p:childTnLst>
                                  <p:par>
                                    <p:cTn id="29" presetID="53" presetClass="entr" presetSubtype="16" fill="hold" nodeType="after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childTnLst>
                              </p:cTn>
                            </p:par>
                            <p:par>
                              <p:cTn id="34" fill="hold">
                                <p:stCondLst>
                                  <p:cond delay="2000"/>
                                </p:stCondLst>
                                <p:childTnLst>
                                  <p:par>
                                    <p:cTn id="35" presetID="45" presetClass="entr" presetSubtype="0" fill="hold" nodeType="afterEffect">
                                      <p:stCondLst>
                                        <p:cond delay="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00"/>
                                            <p:tgtEl>
                                              <p:spTgt spid="30"/>
                                            </p:tgtEl>
                                          </p:cBhvr>
                                        </p:animEffect>
                                        <p:anim calcmode="lin" valueType="num">
                                          <p:cBhvr>
                                            <p:cTn id="38" dur="500" fill="hold"/>
                                            <p:tgtEl>
                                              <p:spTgt spid="30"/>
                                            </p:tgtEl>
                                            <p:attrNameLst>
                                              <p:attrName>ppt_w</p:attrName>
                                            </p:attrNameLst>
                                          </p:cBhvr>
                                          <p:tavLst>
                                            <p:tav tm="0" fmla="#ppt_w*sin(2.5*pi*$)">
                                              <p:val>
                                                <p:fltVal val="0"/>
                                              </p:val>
                                            </p:tav>
                                            <p:tav tm="100000">
                                              <p:val>
                                                <p:fltVal val="1"/>
                                              </p:val>
                                            </p:tav>
                                          </p:tavLst>
                                        </p:anim>
                                        <p:anim calcmode="lin" valueType="num">
                                          <p:cBhvr>
                                            <p:cTn id="39" dur="500" fill="hold"/>
                                            <p:tgtEl>
                                              <p:spTgt spid="30"/>
                                            </p:tgtEl>
                                            <p:attrNameLst>
                                              <p:attrName>ppt_h</p:attrName>
                                            </p:attrNameLst>
                                          </p:cBhvr>
                                          <p:tavLst>
                                            <p:tav tm="0">
                                              <p:val>
                                                <p:strVal val="#ppt_h"/>
                                              </p:val>
                                            </p:tav>
                                            <p:tav tm="100000">
                                              <p:val>
                                                <p:strVal val="#ppt_h"/>
                                              </p:val>
                                            </p:tav>
                                          </p:tavLst>
                                        </p:anim>
                                      </p:childTnLst>
                                    </p:cTn>
                                  </p:par>
                                  <p:par>
                                    <p:cTn id="40" presetID="22" presetClass="entr" presetSubtype="8"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par>
                              <p:cTn id="43" fill="hold">
                                <p:stCondLst>
                                  <p:cond delay="2500"/>
                                </p:stCondLst>
                                <p:childTnLst>
                                  <p:par>
                                    <p:cTn id="44" presetID="22" presetClass="entr" presetSubtype="2"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wipe(right)">
                                          <p:cBhvr>
                                            <p:cTn id="46" dur="500"/>
                                            <p:tgtEl>
                                              <p:spTgt spid="25"/>
                                            </p:tgtEl>
                                          </p:cBhvr>
                                        </p:animEffect>
                                      </p:childTnLst>
                                    </p:cTn>
                                  </p:par>
                                  <p:par>
                                    <p:cTn id="47" presetID="22" presetClass="entr" presetSubtype="8" fill="hold" grpId="0" nodeType="withEffect">
                                      <p:stCondLst>
                                        <p:cond delay="300"/>
                                      </p:stCondLst>
                                      <p:childTnLst>
                                        <p:set>
                                          <p:cBhvr>
                                            <p:cTn id="48" dur="1" fill="hold">
                                              <p:stCondLst>
                                                <p:cond delay="0"/>
                                              </p:stCondLst>
                                            </p:cTn>
                                            <p:tgtEl>
                                              <p:spTgt spid="26"/>
                                            </p:tgtEl>
                                            <p:attrNameLst>
                                              <p:attrName>style.visibility</p:attrName>
                                            </p:attrNameLst>
                                          </p:cBhvr>
                                          <p:to>
                                            <p:strVal val="visible"/>
                                          </p:to>
                                        </p:set>
                                        <p:animEffect transition="in" filter="wipe(left)">
                                          <p:cBhvr>
                                            <p:cTn id="49" dur="500"/>
                                            <p:tgtEl>
                                              <p:spTgt spid="26"/>
                                            </p:tgtEl>
                                          </p:cBhvr>
                                        </p:animEffect>
                                      </p:childTnLst>
                                    </p:cTn>
                                  </p:par>
                                </p:childTnLst>
                              </p:cTn>
                            </p:par>
                            <p:par>
                              <p:cTn id="50" fill="hold">
                                <p:stCondLst>
                                  <p:cond delay="3300"/>
                                </p:stCondLst>
                                <p:childTnLst>
                                  <p:par>
                                    <p:cTn id="51" presetID="22" presetClass="entr" presetSubtype="1" fill="hold"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up)">
                                          <p:cBhvr>
                                            <p:cTn id="53" dur="500"/>
                                            <p:tgtEl>
                                              <p:spTgt spid="27"/>
                                            </p:tgtEl>
                                          </p:cBhvr>
                                        </p:animEffect>
                                      </p:childTnLst>
                                    </p:cTn>
                                  </p:par>
                                  <p:par>
                                    <p:cTn id="54" presetID="2" presetClass="entr" presetSubtype="1"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anim calcmode="lin" valueType="num">
                                          <p:cBhvr additive="base">
                                            <p:cTn id="56" dur="1000" fill="hold"/>
                                            <p:tgtEl>
                                              <p:spTgt spid="41"/>
                                            </p:tgtEl>
                                            <p:attrNameLst>
                                              <p:attrName>ppt_x</p:attrName>
                                            </p:attrNameLst>
                                          </p:cBhvr>
                                          <p:tavLst>
                                            <p:tav tm="0">
                                              <p:val>
                                                <p:strVal val="#ppt_x"/>
                                              </p:val>
                                            </p:tav>
                                            <p:tav tm="100000">
                                              <p:val>
                                                <p:strVal val="#ppt_x"/>
                                              </p:val>
                                            </p:tav>
                                          </p:tavLst>
                                        </p:anim>
                                        <p:anim calcmode="lin" valueType="num">
                                          <p:cBhvr additive="base">
                                            <p:cTn id="57" dur="1000" fill="hold"/>
                                            <p:tgtEl>
                                              <p:spTgt spid="41"/>
                                            </p:tgtEl>
                                            <p:attrNameLst>
                                              <p:attrName>ppt_y</p:attrName>
                                            </p:attrNameLst>
                                          </p:cBhvr>
                                          <p:tavLst>
                                            <p:tav tm="0">
                                              <p:val>
                                                <p:strVal val="0-#ppt_h/2"/>
                                              </p:val>
                                            </p:tav>
                                            <p:tav tm="100000">
                                              <p:val>
                                                <p:strVal val="#ppt_y"/>
                                              </p:val>
                                            </p:tav>
                                          </p:tavLst>
                                        </p:anim>
                                      </p:childTnLst>
                                    </p:cTn>
                                  </p:par>
                                </p:childTnLst>
                              </p:cTn>
                            </p:par>
                            <p:par>
                              <p:cTn id="58" fill="hold">
                                <p:stCondLst>
                                  <p:cond delay="4300"/>
                                </p:stCondLst>
                                <p:childTnLst>
                                  <p:par>
                                    <p:cTn id="59" presetID="22" presetClass="entr" presetSubtype="8" fill="hold" nodeType="after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wipe(left)">
                                          <p:cBhvr>
                                            <p:cTn id="61"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25" grpId="0" animBg="1"/>
          <p:bldP spid="26" grpId="0" animBg="1"/>
          <p:bldP spid="41" grpId="0"/>
        </p:bldLst>
      </p:timing>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rot="5400000">
            <a:off x="3427516" y="4143507"/>
            <a:ext cx="2791377"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5" name="组合 4"/>
          <p:cNvGrpSpPr/>
          <p:nvPr/>
        </p:nvGrpSpPr>
        <p:grpSpPr>
          <a:xfrm>
            <a:off x="4245857" y="5039524"/>
            <a:ext cx="1182195" cy="1182195"/>
            <a:chOff x="304800" y="673100"/>
            <a:chExt cx="4000500" cy="4000500"/>
          </a:xfrm>
          <a:effectLst>
            <a:outerShdw blurRad="444500" dist="254000" dir="8100000" algn="tr" rotWithShape="0">
              <a:prstClr val="black">
                <a:alpha val="50000"/>
              </a:prstClr>
            </a:outerShdw>
          </a:effectLst>
        </p:grpSpPr>
        <p:sp>
          <p:nvSpPr>
            <p:cNvPr id="6" name="同心圆 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7" name="椭圆 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8" name="组合 7"/>
          <p:cNvGrpSpPr/>
          <p:nvPr/>
        </p:nvGrpSpPr>
        <p:grpSpPr>
          <a:xfrm>
            <a:off x="2077955" y="2758411"/>
            <a:ext cx="1548108" cy="3554839"/>
            <a:chOff x="4013612" y="985436"/>
            <a:chExt cx="1443428" cy="3314468"/>
          </a:xfrm>
        </p:grpSpPr>
        <p:sp>
          <p:nvSpPr>
            <p:cNvPr id="9" name="圆角矩形 8"/>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0" name="圆角矩形 9"/>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1" name="椭圆 10"/>
          <p:cNvSpPr/>
          <p:nvPr/>
        </p:nvSpPr>
        <p:spPr>
          <a:xfrm>
            <a:off x="2262598"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2" name="圆角矩形 11"/>
          <p:cNvSpPr/>
          <p:nvPr/>
        </p:nvSpPr>
        <p:spPr>
          <a:xfrm rot="5400000">
            <a:off x="7048706" y="3822309"/>
            <a:ext cx="3433775" cy="1548108"/>
          </a:xfrm>
          <a:prstGeom prst="roundRect">
            <a:avLst>
              <a:gd name="adj" fmla="val 50000"/>
            </a:avLst>
          </a:prstGeom>
          <a:solidFill>
            <a:schemeClr val="accent1">
              <a:lumMod val="100000"/>
            </a:schemeClr>
          </a:soli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8194595" y="5039524"/>
            <a:ext cx="1182195" cy="1182195"/>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6020345" y="2758411"/>
            <a:ext cx="1548108" cy="3554839"/>
            <a:chOff x="4013612" y="985436"/>
            <a:chExt cx="1443428" cy="3314468"/>
          </a:xfrm>
        </p:grpSpPr>
        <p:sp>
          <p:nvSpPr>
            <p:cNvPr id="17" name="圆角矩形 16"/>
            <p:cNvSpPr/>
            <p:nvPr/>
          </p:nvSpPr>
          <p:spPr>
            <a:xfrm rot="5400000">
              <a:off x="3078092" y="1920956"/>
              <a:ext cx="3314468" cy="1443428"/>
            </a:xfrm>
            <a:prstGeom prst="roundRect">
              <a:avLst>
                <a:gd name="adj" fmla="val 50000"/>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a:effectLst>
              <a:outerShdw blurRad="4445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18" name="圆角矩形 17"/>
            <p:cNvSpPr/>
            <p:nvPr/>
          </p:nvSpPr>
          <p:spPr>
            <a:xfrm rot="5400000">
              <a:off x="3109761" y="1976006"/>
              <a:ext cx="3251129" cy="1352701"/>
            </a:xfrm>
            <a:prstGeom prst="roundRect">
              <a:avLst>
                <a:gd name="adj" fmla="val 50000"/>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9" name="椭圆 18"/>
          <p:cNvSpPr/>
          <p:nvPr/>
        </p:nvSpPr>
        <p:spPr>
          <a:xfrm>
            <a:off x="6211337" y="5030635"/>
            <a:ext cx="1199975" cy="1199975"/>
          </a:xfrm>
          <a:prstGeom prst="ellipse">
            <a:avLst/>
          </a:prstGeom>
          <a:solidFill>
            <a:schemeClr val="accent1">
              <a:lumMod val="100000"/>
            </a:schemeClr>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sp>
        <p:nvSpPr>
          <p:cNvPr id="20" name="TextBox 123"/>
          <p:cNvSpPr txBox="1"/>
          <p:nvPr/>
        </p:nvSpPr>
        <p:spPr>
          <a:xfrm>
            <a:off x="638867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1" name="TextBox 124"/>
          <p:cNvSpPr txBox="1"/>
          <p:nvPr/>
        </p:nvSpPr>
        <p:spPr>
          <a:xfrm>
            <a:off x="2446289" y="3304232"/>
            <a:ext cx="821059" cy="461665"/>
          </a:xfrm>
          <a:prstGeom prst="rect">
            <a:avLst/>
          </a:prstGeom>
          <a:noFill/>
        </p:spPr>
        <p:txBody>
          <a:bodyPr wrap="none" rtlCol="0">
            <a:spAutoFit/>
          </a:bodyPr>
          <a:lstStyle/>
          <a:p>
            <a:r>
              <a:rPr lang="en-US" altLang="zh-CN" sz="2400" dirty="0">
                <a:latin typeface="微软雅黑" panose="020B0503020204020204" pitchFamily="34" charset="-122"/>
                <a:ea typeface="微软雅黑" panose="020B0503020204020204" pitchFamily="34" charset="-122"/>
              </a:rPr>
              <a:t>25%</a:t>
            </a:r>
            <a:endParaRPr lang="zh-CN" altLang="en-US" sz="2400" dirty="0">
              <a:latin typeface="微软雅黑" panose="020B0503020204020204" pitchFamily="34" charset="-122"/>
              <a:ea typeface="微软雅黑" panose="020B0503020204020204" pitchFamily="34" charset="-122"/>
            </a:endParaRPr>
          </a:p>
        </p:txBody>
      </p:sp>
      <p:sp>
        <p:nvSpPr>
          <p:cNvPr id="22" name="TextBox 127"/>
          <p:cNvSpPr txBox="1"/>
          <p:nvPr/>
        </p:nvSpPr>
        <p:spPr>
          <a:xfrm>
            <a:off x="4417484" y="398376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15%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3" name="TextBox 128"/>
          <p:cNvSpPr txBox="1"/>
          <p:nvPr/>
        </p:nvSpPr>
        <p:spPr>
          <a:xfrm>
            <a:off x="8359873" y="3304232"/>
            <a:ext cx="821059" cy="461665"/>
          </a:xfrm>
          <a:prstGeom prst="rect">
            <a:avLst/>
          </a:prstGeom>
          <a:noFill/>
        </p:spPr>
        <p:txBody>
          <a:bodyPr wrap="none"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25%</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4" name="TextBox 131"/>
          <p:cNvSpPr txBox="1"/>
          <p:nvPr/>
        </p:nvSpPr>
        <p:spPr>
          <a:xfrm>
            <a:off x="2255573" y="1377171"/>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输入内容</a:t>
            </a:r>
          </a:p>
        </p:txBody>
      </p:sp>
      <p:sp>
        <p:nvSpPr>
          <p:cNvPr id="25" name="TextBox 132"/>
          <p:cNvSpPr txBox="1"/>
          <p:nvPr/>
        </p:nvSpPr>
        <p:spPr>
          <a:xfrm>
            <a:off x="2244432" y="1732617"/>
            <a:ext cx="5032147" cy="849848"/>
          </a:xfrm>
          <a:prstGeom prst="rect">
            <a:avLst/>
          </a:prstGeom>
          <a:noFill/>
        </p:spPr>
        <p:txBody>
          <a:bodyPr wrap="none" rtlCol="0">
            <a:spAutoFit/>
          </a:bodyPr>
          <a:lstStyle/>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r>
              <a:rPr lang="zh-CN" altLang="en-US" sz="1400" dirty="0">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latin typeface="微软雅黑" panose="020B0503020204020204" pitchFamily="34" charset="-122"/>
              <a:ea typeface="微软雅黑" panose="020B0503020204020204" pitchFamily="34" charset="-122"/>
            </a:endParaRPr>
          </a:p>
          <a:p>
            <a:pPr>
              <a:lnSpc>
                <a:spcPct val="120000"/>
              </a:lnSpc>
            </a:pPr>
            <a:endParaRPr lang="en-US" altLang="zh-CN" sz="1400" dirty="0">
              <a:latin typeface="微软雅黑" panose="020B0503020204020204" pitchFamily="34" charset="-122"/>
              <a:ea typeface="微软雅黑" panose="020B0503020204020204" pitchFamily="34" charset="-122"/>
            </a:endParaRPr>
          </a:p>
        </p:txBody>
      </p:sp>
      <p:cxnSp>
        <p:nvCxnSpPr>
          <p:cNvPr id="26" name="直接连接符 25"/>
          <p:cNvCxnSpPr/>
          <p:nvPr/>
        </p:nvCxnSpPr>
        <p:spPr>
          <a:xfrm flipV="1">
            <a:off x="2084079" y="1390491"/>
            <a:ext cx="0" cy="76869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Text Box 4">
            <a:extLst>
              <a:ext uri="{FF2B5EF4-FFF2-40B4-BE49-F238E27FC236}">
                <a16:creationId xmlns:a16="http://schemas.microsoft.com/office/drawing/2014/main" id="{754035FC-6B53-E34D-874E-57C3E2796F7D}"/>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Half Frame 12">
            <a:extLst>
              <a:ext uri="{FF2B5EF4-FFF2-40B4-BE49-F238E27FC236}">
                <a16:creationId xmlns:a16="http://schemas.microsoft.com/office/drawing/2014/main" id="{821B955D-7BD8-6248-BBE0-AF5A9E60F52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5" name="直线连接符 34">
            <a:extLst>
              <a:ext uri="{FF2B5EF4-FFF2-40B4-BE49-F238E27FC236}">
                <a16:creationId xmlns:a16="http://schemas.microsoft.com/office/drawing/2014/main" id="{227123E3-65E8-554E-8AE6-7DA39FC5DB1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14:presetBounceEnd="44000">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14:bounceEnd="44000">
                                          <p:cBhvr additive="base">
                                            <p:cTn id="20" dur="300" fill="hold"/>
                                            <p:tgtEl>
                                              <p:spTgt spid="11"/>
                                            </p:tgtEl>
                                            <p:attrNameLst>
                                              <p:attrName>ppt_x</p:attrName>
                                            </p:attrNameLst>
                                          </p:cBhvr>
                                          <p:tavLst>
                                            <p:tav tm="0">
                                              <p:val>
                                                <p:strVal val="#ppt_x"/>
                                              </p:val>
                                            </p:tav>
                                            <p:tav tm="100000">
                                              <p:val>
                                                <p:strVal val="#ppt_x"/>
                                              </p:val>
                                            </p:tav>
                                          </p:tavLst>
                                        </p:anim>
                                        <p:anim calcmode="lin" valueType="num" p14:bounceEnd="44000">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14:presetBounceEnd="44000">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14:bounceEnd="44000">
                                          <p:cBhvr additive="base">
                                            <p:cTn id="24" dur="300" fill="hold"/>
                                            <p:tgtEl>
                                              <p:spTgt spid="5"/>
                                            </p:tgtEl>
                                            <p:attrNameLst>
                                              <p:attrName>ppt_x</p:attrName>
                                            </p:attrNameLst>
                                          </p:cBhvr>
                                          <p:tavLst>
                                            <p:tav tm="0">
                                              <p:val>
                                                <p:strVal val="#ppt_x"/>
                                              </p:val>
                                            </p:tav>
                                            <p:tav tm="100000">
                                              <p:val>
                                                <p:strVal val="#ppt_x"/>
                                              </p:val>
                                            </p:tav>
                                          </p:tavLst>
                                        </p:anim>
                                        <p:anim calcmode="lin" valueType="num" p14:bounceEnd="44000">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14:presetBounceEnd="44000">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14:bounceEnd="44000">
                                          <p:cBhvr additive="base">
                                            <p:cTn id="28" dur="300" fill="hold"/>
                                            <p:tgtEl>
                                              <p:spTgt spid="19"/>
                                            </p:tgtEl>
                                            <p:attrNameLst>
                                              <p:attrName>ppt_x</p:attrName>
                                            </p:attrNameLst>
                                          </p:cBhvr>
                                          <p:tavLst>
                                            <p:tav tm="0">
                                              <p:val>
                                                <p:strVal val="#ppt_x"/>
                                              </p:val>
                                            </p:tav>
                                            <p:tav tm="100000">
                                              <p:val>
                                                <p:strVal val="#ppt_x"/>
                                              </p:val>
                                            </p:tav>
                                          </p:tavLst>
                                        </p:anim>
                                        <p:anim calcmode="lin" valueType="num" p14:bounceEnd="44000">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14:presetBounceEnd="44000">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14:bounceEnd="44000">
                                          <p:cBhvr additive="base">
                                            <p:cTn id="32" dur="300" fill="hold"/>
                                            <p:tgtEl>
                                              <p:spTgt spid="13"/>
                                            </p:tgtEl>
                                            <p:attrNameLst>
                                              <p:attrName>ppt_x</p:attrName>
                                            </p:attrNameLst>
                                          </p:cBhvr>
                                          <p:tavLst>
                                            <p:tav tm="0">
                                              <p:val>
                                                <p:strVal val="#ppt_x"/>
                                              </p:val>
                                            </p:tav>
                                            <p:tav tm="100000">
                                              <p:val>
                                                <p:strVal val="#ppt_x"/>
                                              </p:val>
                                            </p:tav>
                                          </p:tavLst>
                                        </p:anim>
                                        <p:anim calcmode="lin" valueType="num" p14:bounceEnd="44000">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14:presetBounceEnd="81000">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14:bounceEnd="81000">
                                          <p:cBhvr additive="base">
                                            <p:cTn id="64" dur="1000" fill="hold"/>
                                            <p:tgtEl>
                                              <p:spTgt spid="33"/>
                                            </p:tgtEl>
                                            <p:attrNameLst>
                                              <p:attrName>ppt_x</p:attrName>
                                            </p:attrNameLst>
                                          </p:cBhvr>
                                          <p:tavLst>
                                            <p:tav tm="0">
                                              <p:val>
                                                <p:strVal val="#ppt_x"/>
                                              </p:val>
                                            </p:tav>
                                            <p:tav tm="100000">
                                              <p:val>
                                                <p:strVal val="#ppt_x"/>
                                              </p:val>
                                            </p:tav>
                                          </p:tavLst>
                                        </p:anim>
                                        <p:anim calcmode="lin" valueType="num" p14:bounceEnd="81000">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nodeType="withEffect">
                                      <p:stCondLst>
                                        <p:cond delay="50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p:tgtEl>
                                              <p:spTgt spid="26"/>
                                            </p:tgtEl>
                                            <p:attrNameLst>
                                              <p:attrName>ppt_x</p:attrName>
                                            </p:attrNameLst>
                                          </p:cBhvr>
                                          <p:tavLst>
                                            <p:tav tm="0">
                                              <p:val>
                                                <p:strVal val="#ppt_x-#ppt_w*1.125000"/>
                                              </p:val>
                                            </p:tav>
                                            <p:tav tm="100000">
                                              <p:val>
                                                <p:strVal val="#ppt_x"/>
                                              </p:val>
                                            </p:tav>
                                          </p:tavLst>
                                        </p:anim>
                                        <p:animEffect transition="in" filter="wipe(right)">
                                          <p:cBhvr>
                                            <p:cTn id="8" dur="500"/>
                                            <p:tgtEl>
                                              <p:spTgt spid="26"/>
                                            </p:tgtEl>
                                          </p:cBhvr>
                                        </p:animEffect>
                                      </p:childTnLst>
                                    </p:cTn>
                                  </p:par>
                                  <p:par>
                                    <p:cTn id="9" presetID="12" presetClass="entr" presetSubtype="8" fill="hold" grpId="0" nodeType="withEffect">
                                      <p:stCondLst>
                                        <p:cond delay="50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500"/>
                                      </p:stCondLst>
                                      <p:childTnLst>
                                        <p:set>
                                          <p:cBhvr>
                                            <p:cTn id="14" dur="1" fill="hold">
                                              <p:stCondLst>
                                                <p:cond delay="0"/>
                                              </p:stCondLst>
                                            </p:cTn>
                                            <p:tgtEl>
                                              <p:spTgt spid="25"/>
                                            </p:tgtEl>
                                            <p:attrNameLst>
                                              <p:attrName>style.visibility</p:attrName>
                                            </p:attrNameLst>
                                          </p:cBhvr>
                                          <p:to>
                                            <p:strVal val="visible"/>
                                          </p:to>
                                        </p:set>
                                        <p:anim calcmode="lin" valueType="num">
                                          <p:cBhvr additive="base">
                                            <p:cTn id="15" dur="500"/>
                                            <p:tgtEl>
                                              <p:spTgt spid="25"/>
                                            </p:tgtEl>
                                            <p:attrNameLst>
                                              <p:attrName>ppt_x</p:attrName>
                                            </p:attrNameLst>
                                          </p:cBhvr>
                                          <p:tavLst>
                                            <p:tav tm="0">
                                              <p:val>
                                                <p:strVal val="#ppt_x-#ppt_w*1.125000"/>
                                              </p:val>
                                            </p:tav>
                                            <p:tav tm="100000">
                                              <p:val>
                                                <p:strVal val="#ppt_x"/>
                                              </p:val>
                                            </p:tav>
                                          </p:tavLst>
                                        </p:anim>
                                        <p:animEffect transition="in" filter="wipe(right)">
                                          <p:cBhvr>
                                            <p:cTn id="16" dur="500"/>
                                            <p:tgtEl>
                                              <p:spTgt spid="25"/>
                                            </p:tgtEl>
                                          </p:cBhvr>
                                        </p:animEffect>
                                      </p:childTnLst>
                                    </p:cTn>
                                  </p:par>
                                </p:childTnLst>
                              </p:cTn>
                            </p:par>
                            <p:par>
                              <p:cTn id="17" fill="hold">
                                <p:stCondLst>
                                  <p:cond delay="1000"/>
                                </p:stCondLst>
                                <p:childTnLst>
                                  <p:par>
                                    <p:cTn id="18" presetID="2" presetClass="entr" presetSubtype="4" fill="hold" grpId="0" nodeType="afterEffect">
                                      <p:stCondLst>
                                        <p:cond delay="0"/>
                                      </p:stCondLst>
                                      <p:childTnLst>
                                        <p:set>
                                          <p:cBhvr>
                                            <p:cTn id="19" dur="1" fill="hold">
                                              <p:stCondLst>
                                                <p:cond delay="0"/>
                                              </p:stCondLst>
                                            </p:cTn>
                                            <p:tgtEl>
                                              <p:spTgt spid="11"/>
                                            </p:tgtEl>
                                            <p:attrNameLst>
                                              <p:attrName>style.visibility</p:attrName>
                                            </p:attrNameLst>
                                          </p:cBhvr>
                                          <p:to>
                                            <p:strVal val="visible"/>
                                          </p:to>
                                        </p:set>
                                        <p:anim calcmode="lin" valueType="num">
                                          <p:cBhvr additive="base">
                                            <p:cTn id="20" dur="300" fill="hold"/>
                                            <p:tgtEl>
                                              <p:spTgt spid="11"/>
                                            </p:tgtEl>
                                            <p:attrNameLst>
                                              <p:attrName>ppt_x</p:attrName>
                                            </p:attrNameLst>
                                          </p:cBhvr>
                                          <p:tavLst>
                                            <p:tav tm="0">
                                              <p:val>
                                                <p:strVal val="#ppt_x"/>
                                              </p:val>
                                            </p:tav>
                                            <p:tav tm="100000">
                                              <p:val>
                                                <p:strVal val="#ppt_x"/>
                                              </p:val>
                                            </p:tav>
                                          </p:tavLst>
                                        </p:anim>
                                        <p:anim calcmode="lin" valueType="num">
                                          <p:cBhvr additive="base">
                                            <p:cTn id="21" dur="300" fill="hold"/>
                                            <p:tgtEl>
                                              <p:spTgt spid="11"/>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200"/>
                                      </p:stCondLst>
                                      <p:childTnLst>
                                        <p:set>
                                          <p:cBhvr>
                                            <p:cTn id="23" dur="1" fill="hold">
                                              <p:stCondLst>
                                                <p:cond delay="0"/>
                                              </p:stCondLst>
                                            </p:cTn>
                                            <p:tgtEl>
                                              <p:spTgt spid="5"/>
                                            </p:tgtEl>
                                            <p:attrNameLst>
                                              <p:attrName>style.visibility</p:attrName>
                                            </p:attrNameLst>
                                          </p:cBhvr>
                                          <p:to>
                                            <p:strVal val="visible"/>
                                          </p:to>
                                        </p:set>
                                        <p:anim calcmode="lin" valueType="num">
                                          <p:cBhvr additive="base">
                                            <p:cTn id="24" dur="300" fill="hold"/>
                                            <p:tgtEl>
                                              <p:spTgt spid="5"/>
                                            </p:tgtEl>
                                            <p:attrNameLst>
                                              <p:attrName>ppt_x</p:attrName>
                                            </p:attrNameLst>
                                          </p:cBhvr>
                                          <p:tavLst>
                                            <p:tav tm="0">
                                              <p:val>
                                                <p:strVal val="#ppt_x"/>
                                              </p:val>
                                            </p:tav>
                                            <p:tav tm="100000">
                                              <p:val>
                                                <p:strVal val="#ppt_x"/>
                                              </p:val>
                                            </p:tav>
                                          </p:tavLst>
                                        </p:anim>
                                        <p:anim calcmode="lin" valueType="num">
                                          <p:cBhvr additive="base">
                                            <p:cTn id="25" dur="300" fill="hold"/>
                                            <p:tgtEl>
                                              <p:spTgt spid="5"/>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40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300" fill="hold"/>
                                            <p:tgtEl>
                                              <p:spTgt spid="19"/>
                                            </p:tgtEl>
                                            <p:attrNameLst>
                                              <p:attrName>ppt_x</p:attrName>
                                            </p:attrNameLst>
                                          </p:cBhvr>
                                          <p:tavLst>
                                            <p:tav tm="0">
                                              <p:val>
                                                <p:strVal val="#ppt_x"/>
                                              </p:val>
                                            </p:tav>
                                            <p:tav tm="100000">
                                              <p:val>
                                                <p:strVal val="#ppt_x"/>
                                              </p:val>
                                            </p:tav>
                                          </p:tavLst>
                                        </p:anim>
                                        <p:anim calcmode="lin" valueType="num">
                                          <p:cBhvr additive="base">
                                            <p:cTn id="29" dur="300" fill="hold"/>
                                            <p:tgtEl>
                                              <p:spTgt spid="1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60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300" fill="hold"/>
                                            <p:tgtEl>
                                              <p:spTgt spid="13"/>
                                            </p:tgtEl>
                                            <p:attrNameLst>
                                              <p:attrName>ppt_x</p:attrName>
                                            </p:attrNameLst>
                                          </p:cBhvr>
                                          <p:tavLst>
                                            <p:tav tm="0">
                                              <p:val>
                                                <p:strVal val="#ppt_x"/>
                                              </p:val>
                                            </p:tav>
                                            <p:tav tm="100000">
                                              <p:val>
                                                <p:strVal val="#ppt_x"/>
                                              </p:val>
                                            </p:tav>
                                          </p:tavLst>
                                        </p:anim>
                                        <p:anim calcmode="lin" valueType="num">
                                          <p:cBhvr additive="base">
                                            <p:cTn id="33" dur="300" fill="hold"/>
                                            <p:tgtEl>
                                              <p:spTgt spid="13"/>
                                            </p:tgtEl>
                                            <p:attrNameLst>
                                              <p:attrName>ppt_y</p:attrName>
                                            </p:attrNameLst>
                                          </p:cBhvr>
                                          <p:tavLst>
                                            <p:tav tm="0">
                                              <p:val>
                                                <p:strVal val="1+#ppt_h/2"/>
                                              </p:val>
                                            </p:tav>
                                            <p:tav tm="100000">
                                              <p:val>
                                                <p:strVal val="#ppt_y"/>
                                              </p:val>
                                            </p:tav>
                                          </p:tavLst>
                                        </p:anim>
                                      </p:childTnLst>
                                    </p:cTn>
                                  </p:par>
                                  <p:par>
                                    <p:cTn id="34" presetID="22" presetClass="entr" presetSubtype="4" fill="hold" nodeType="withEffect">
                                      <p:stCondLst>
                                        <p:cond delay="30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par>
                                    <p:cTn id="37" presetID="22" presetClass="entr" presetSubtype="4" fill="hold" grpId="0" nodeType="withEffect">
                                      <p:stCondLst>
                                        <p:cond delay="500"/>
                                      </p:stCondLst>
                                      <p:childTnLst>
                                        <p:set>
                                          <p:cBhvr>
                                            <p:cTn id="38" dur="1" fill="hold">
                                              <p:stCondLst>
                                                <p:cond delay="0"/>
                                              </p:stCondLst>
                                            </p:cTn>
                                            <p:tgtEl>
                                              <p:spTgt spid="3"/>
                                            </p:tgtEl>
                                            <p:attrNameLst>
                                              <p:attrName>style.visibility</p:attrName>
                                            </p:attrNameLst>
                                          </p:cBhvr>
                                          <p:to>
                                            <p:strVal val="visible"/>
                                          </p:to>
                                        </p:set>
                                        <p:animEffect transition="in" filter="wipe(down)">
                                          <p:cBhvr>
                                            <p:cTn id="39" dur="500"/>
                                            <p:tgtEl>
                                              <p:spTgt spid="3"/>
                                            </p:tgtEl>
                                          </p:cBhvr>
                                        </p:animEffect>
                                      </p:childTnLst>
                                    </p:cTn>
                                  </p:par>
                                  <p:par>
                                    <p:cTn id="40" presetID="22" presetClass="entr" presetSubtype="4" fill="hold" nodeType="withEffect">
                                      <p:stCondLst>
                                        <p:cond delay="700"/>
                                      </p:stCondLst>
                                      <p:childTnLst>
                                        <p:set>
                                          <p:cBhvr>
                                            <p:cTn id="41" dur="1" fill="hold">
                                              <p:stCondLst>
                                                <p:cond delay="0"/>
                                              </p:stCondLst>
                                            </p:cTn>
                                            <p:tgtEl>
                                              <p:spTgt spid="16"/>
                                            </p:tgtEl>
                                            <p:attrNameLst>
                                              <p:attrName>style.visibility</p:attrName>
                                            </p:attrNameLst>
                                          </p:cBhvr>
                                          <p:to>
                                            <p:strVal val="visible"/>
                                          </p:to>
                                        </p:set>
                                        <p:animEffect transition="in" filter="wipe(down)">
                                          <p:cBhvr>
                                            <p:cTn id="42" dur="500"/>
                                            <p:tgtEl>
                                              <p:spTgt spid="16"/>
                                            </p:tgtEl>
                                          </p:cBhvr>
                                        </p:animEffect>
                                      </p:childTnLst>
                                    </p:cTn>
                                  </p:par>
                                  <p:par>
                                    <p:cTn id="43" presetID="22" presetClass="entr" presetSubtype="4" fill="hold" grpId="0" nodeType="withEffect">
                                      <p:stCondLst>
                                        <p:cond delay="900"/>
                                      </p:stCondLst>
                                      <p:childTnLst>
                                        <p:set>
                                          <p:cBhvr>
                                            <p:cTn id="44" dur="1" fill="hold">
                                              <p:stCondLst>
                                                <p:cond delay="0"/>
                                              </p:stCondLst>
                                            </p:cTn>
                                            <p:tgtEl>
                                              <p:spTgt spid="12"/>
                                            </p:tgtEl>
                                            <p:attrNameLst>
                                              <p:attrName>style.visibility</p:attrName>
                                            </p:attrNameLst>
                                          </p:cBhvr>
                                          <p:to>
                                            <p:strVal val="visible"/>
                                          </p:to>
                                        </p:set>
                                        <p:animEffect transition="in" filter="wipe(down)">
                                          <p:cBhvr>
                                            <p:cTn id="45" dur="500"/>
                                            <p:tgtEl>
                                              <p:spTgt spid="12"/>
                                            </p:tgtEl>
                                          </p:cBhvr>
                                        </p:animEffect>
                                      </p:childTnLst>
                                    </p:cTn>
                                  </p:par>
                                  <p:par>
                                    <p:cTn id="46" presetID="12" presetClass="entr" presetSubtype="1" fill="hold" grpId="0" nodeType="withEffect">
                                      <p:stCondLst>
                                        <p:cond delay="8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p:tgtEl>
                                              <p:spTgt spid="21"/>
                                            </p:tgtEl>
                                            <p:attrNameLst>
                                              <p:attrName>ppt_y</p:attrName>
                                            </p:attrNameLst>
                                          </p:cBhvr>
                                          <p:tavLst>
                                            <p:tav tm="0">
                                              <p:val>
                                                <p:strVal val="#ppt_y-#ppt_h*1.125000"/>
                                              </p:val>
                                            </p:tav>
                                            <p:tav tm="100000">
                                              <p:val>
                                                <p:strVal val="#ppt_y"/>
                                              </p:val>
                                            </p:tav>
                                          </p:tavLst>
                                        </p:anim>
                                        <p:animEffect transition="in" filter="wipe(down)">
                                          <p:cBhvr>
                                            <p:cTn id="49" dur="500"/>
                                            <p:tgtEl>
                                              <p:spTgt spid="21"/>
                                            </p:tgtEl>
                                          </p:cBhvr>
                                        </p:animEffect>
                                      </p:childTnLst>
                                    </p:cTn>
                                  </p:par>
                                  <p:par>
                                    <p:cTn id="50" presetID="12" presetClass="entr" presetSubtype="1" fill="hold" grpId="0" nodeType="withEffect">
                                      <p:stCondLst>
                                        <p:cond delay="100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p:tgtEl>
                                              <p:spTgt spid="22"/>
                                            </p:tgtEl>
                                            <p:attrNameLst>
                                              <p:attrName>ppt_y</p:attrName>
                                            </p:attrNameLst>
                                          </p:cBhvr>
                                          <p:tavLst>
                                            <p:tav tm="0">
                                              <p:val>
                                                <p:strVal val="#ppt_y-#ppt_h*1.125000"/>
                                              </p:val>
                                            </p:tav>
                                            <p:tav tm="100000">
                                              <p:val>
                                                <p:strVal val="#ppt_y"/>
                                              </p:val>
                                            </p:tav>
                                          </p:tavLst>
                                        </p:anim>
                                        <p:animEffect transition="in" filter="wipe(down)">
                                          <p:cBhvr>
                                            <p:cTn id="53" dur="500"/>
                                            <p:tgtEl>
                                              <p:spTgt spid="22"/>
                                            </p:tgtEl>
                                          </p:cBhvr>
                                        </p:animEffect>
                                      </p:childTnLst>
                                    </p:cTn>
                                  </p:par>
                                  <p:par>
                                    <p:cTn id="54" presetID="12" presetClass="entr" presetSubtype="1" fill="hold" grpId="0" nodeType="withEffect">
                                      <p:stCondLst>
                                        <p:cond delay="120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500"/>
                                            <p:tgtEl>
                                              <p:spTgt spid="20"/>
                                            </p:tgtEl>
                                            <p:attrNameLst>
                                              <p:attrName>ppt_y</p:attrName>
                                            </p:attrNameLst>
                                          </p:cBhvr>
                                          <p:tavLst>
                                            <p:tav tm="0">
                                              <p:val>
                                                <p:strVal val="#ppt_y-#ppt_h*1.125000"/>
                                              </p:val>
                                            </p:tav>
                                            <p:tav tm="100000">
                                              <p:val>
                                                <p:strVal val="#ppt_y"/>
                                              </p:val>
                                            </p:tav>
                                          </p:tavLst>
                                        </p:anim>
                                        <p:animEffect transition="in" filter="wipe(down)">
                                          <p:cBhvr>
                                            <p:cTn id="57" dur="500"/>
                                            <p:tgtEl>
                                              <p:spTgt spid="20"/>
                                            </p:tgtEl>
                                          </p:cBhvr>
                                        </p:animEffect>
                                      </p:childTnLst>
                                    </p:cTn>
                                  </p:par>
                                  <p:par>
                                    <p:cTn id="58" presetID="12" presetClass="entr" presetSubtype="1" fill="hold" grpId="0" nodeType="withEffect">
                                      <p:stCondLst>
                                        <p:cond delay="1400"/>
                                      </p:stCondLst>
                                      <p:childTnLst>
                                        <p:set>
                                          <p:cBhvr>
                                            <p:cTn id="59" dur="1" fill="hold">
                                              <p:stCondLst>
                                                <p:cond delay="0"/>
                                              </p:stCondLst>
                                            </p:cTn>
                                            <p:tgtEl>
                                              <p:spTgt spid="23"/>
                                            </p:tgtEl>
                                            <p:attrNameLst>
                                              <p:attrName>style.visibility</p:attrName>
                                            </p:attrNameLst>
                                          </p:cBhvr>
                                          <p:to>
                                            <p:strVal val="visible"/>
                                          </p:to>
                                        </p:set>
                                        <p:anim calcmode="lin" valueType="num">
                                          <p:cBhvr additive="base">
                                            <p:cTn id="60" dur="500"/>
                                            <p:tgtEl>
                                              <p:spTgt spid="23"/>
                                            </p:tgtEl>
                                            <p:attrNameLst>
                                              <p:attrName>ppt_y</p:attrName>
                                            </p:attrNameLst>
                                          </p:cBhvr>
                                          <p:tavLst>
                                            <p:tav tm="0">
                                              <p:val>
                                                <p:strVal val="#ppt_y-#ppt_h*1.125000"/>
                                              </p:val>
                                            </p:tav>
                                            <p:tav tm="100000">
                                              <p:val>
                                                <p:strVal val="#ppt_y"/>
                                              </p:val>
                                            </p:tav>
                                          </p:tavLst>
                                        </p:anim>
                                        <p:animEffect transition="in" filter="wipe(down)">
                                          <p:cBhvr>
                                            <p:cTn id="61" dur="500"/>
                                            <p:tgtEl>
                                              <p:spTgt spid="23"/>
                                            </p:tgtEl>
                                          </p:cBhvr>
                                        </p:animEffect>
                                      </p:childTnLst>
                                    </p:cTn>
                                  </p:par>
                                  <p:par>
                                    <p:cTn id="62" presetID="2" presetClass="entr" presetSubtype="1" fill="hold" grpId="0" nodeType="withEffect">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cBhvr additive="base">
                                            <p:cTn id="64" dur="1000" fill="hold"/>
                                            <p:tgtEl>
                                              <p:spTgt spid="33"/>
                                            </p:tgtEl>
                                            <p:attrNameLst>
                                              <p:attrName>ppt_x</p:attrName>
                                            </p:attrNameLst>
                                          </p:cBhvr>
                                          <p:tavLst>
                                            <p:tav tm="0">
                                              <p:val>
                                                <p:strVal val="#ppt_x"/>
                                              </p:val>
                                            </p:tav>
                                            <p:tav tm="100000">
                                              <p:val>
                                                <p:strVal val="#ppt_x"/>
                                              </p:val>
                                            </p:tav>
                                          </p:tavLst>
                                        </p:anim>
                                        <p:anim calcmode="lin" valueType="num">
                                          <p:cBhvr additive="base">
                                            <p:cTn id="65" dur="1000" fill="hold"/>
                                            <p:tgtEl>
                                              <p:spTgt spid="33"/>
                                            </p:tgtEl>
                                            <p:attrNameLst>
                                              <p:attrName>ppt_y</p:attrName>
                                            </p:attrNameLst>
                                          </p:cBhvr>
                                          <p:tavLst>
                                            <p:tav tm="0">
                                              <p:val>
                                                <p:strVal val="0-#ppt_h/2"/>
                                              </p:val>
                                            </p:tav>
                                            <p:tav tm="100000">
                                              <p:val>
                                                <p:strVal val="#ppt_y"/>
                                              </p:val>
                                            </p:tav>
                                          </p:tavLst>
                                        </p:anim>
                                      </p:childTnLst>
                                    </p:cTn>
                                  </p:par>
                                </p:childTnLst>
                              </p:cTn>
                            </p:par>
                            <p:par>
                              <p:cTn id="66" fill="hold">
                                <p:stCondLst>
                                  <p:cond delay="2900"/>
                                </p:stCondLst>
                                <p:childTnLst>
                                  <p:par>
                                    <p:cTn id="67" presetID="22" presetClass="entr" presetSubtype="8" fill="hold" nodeType="after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wipe(left)">
                                          <p:cBhvr>
                                            <p:cTn id="69"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animBg="1"/>
          <p:bldP spid="12" grpId="0" animBg="1"/>
          <p:bldP spid="19" grpId="0" animBg="1"/>
          <p:bldP spid="20" grpId="0"/>
          <p:bldP spid="21" grpId="0"/>
          <p:bldP spid="22" grpId="0"/>
          <p:bldP spid="23" grpId="0"/>
          <p:bldP spid="24" grpId="0"/>
          <p:bldP spid="25" grpId="0"/>
          <p:bldP spid="33" grpId="0"/>
        </p:bld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6"/>
          <p:cNvSpPr/>
          <p:nvPr/>
        </p:nvSpPr>
        <p:spPr bwMode="auto">
          <a:xfrm flipH="1">
            <a:off x="7505389" y="6160382"/>
            <a:ext cx="893635" cy="192253"/>
          </a:xfrm>
          <a:custGeom>
            <a:avLst/>
            <a:gdLst>
              <a:gd name="T0" fmla="*/ 20 w 23"/>
              <a:gd name="T1" fmla="*/ 0 h 5"/>
              <a:gd name="T2" fmla="*/ 3 w 23"/>
              <a:gd name="T3" fmla="*/ 0 h 5"/>
              <a:gd name="T4" fmla="*/ 0 w 23"/>
              <a:gd name="T5" fmla="*/ 2 h 5"/>
              <a:gd name="T6" fmla="*/ 3 w 23"/>
              <a:gd name="T7" fmla="*/ 5 h 5"/>
              <a:gd name="T8" fmla="*/ 20 w 23"/>
              <a:gd name="T9" fmla="*/ 5 h 5"/>
              <a:gd name="T10" fmla="*/ 23 w 23"/>
              <a:gd name="T11" fmla="*/ 2 h 5"/>
              <a:gd name="T12" fmla="*/ 20 w 23"/>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3" h="5">
                <a:moveTo>
                  <a:pt x="20" y="0"/>
                </a:moveTo>
                <a:cubicBezTo>
                  <a:pt x="3" y="0"/>
                  <a:pt x="3" y="0"/>
                  <a:pt x="3" y="0"/>
                </a:cubicBezTo>
                <a:cubicBezTo>
                  <a:pt x="1" y="0"/>
                  <a:pt x="0" y="1"/>
                  <a:pt x="0" y="2"/>
                </a:cubicBezTo>
                <a:cubicBezTo>
                  <a:pt x="0" y="4"/>
                  <a:pt x="1" y="5"/>
                  <a:pt x="3" y="5"/>
                </a:cubicBezTo>
                <a:cubicBezTo>
                  <a:pt x="20" y="5"/>
                  <a:pt x="20" y="5"/>
                  <a:pt x="20" y="5"/>
                </a:cubicBezTo>
                <a:cubicBezTo>
                  <a:pt x="22" y="5"/>
                  <a:pt x="23" y="4"/>
                  <a:pt x="23" y="2"/>
                </a:cubicBezTo>
                <a:cubicBezTo>
                  <a:pt x="23" y="1"/>
                  <a:pt x="22" y="0"/>
                  <a:pt x="20"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55">
              <a:latin typeface="zihun95hao-shoukesong" pitchFamily="2" charset="-122"/>
              <a:ea typeface="zihun95hao-shoukesong" pitchFamily="2" charset="-122"/>
            </a:endParaRPr>
          </a:p>
        </p:txBody>
      </p:sp>
      <p:sp>
        <p:nvSpPr>
          <p:cNvPr id="5" name="Freeform 24"/>
          <p:cNvSpPr/>
          <p:nvPr/>
        </p:nvSpPr>
        <p:spPr>
          <a:xfrm flipH="1">
            <a:off x="7271163" y="5763309"/>
            <a:ext cx="1362084" cy="397072"/>
          </a:xfrm>
          <a:custGeom>
            <a:avLst/>
            <a:gdLst>
              <a:gd name="connsiteX0" fmla="*/ 0 w 2645228"/>
              <a:gd name="connsiteY0" fmla="*/ 0 h 496975"/>
              <a:gd name="connsiteX1" fmla="*/ 2645228 w 2645228"/>
              <a:gd name="connsiteY1" fmla="*/ 0 h 496975"/>
              <a:gd name="connsiteX2" fmla="*/ 2645228 w 2645228"/>
              <a:gd name="connsiteY2" fmla="*/ 56095 h 496975"/>
              <a:gd name="connsiteX3" fmla="*/ 2204348 w 2645228"/>
              <a:gd name="connsiteY3" fmla="*/ 496975 h 496975"/>
              <a:gd name="connsiteX4" fmla="*/ 440880 w 2645228"/>
              <a:gd name="connsiteY4" fmla="*/ 496975 h 496975"/>
              <a:gd name="connsiteX5" fmla="*/ 0 w 2645228"/>
              <a:gd name="connsiteY5" fmla="*/ 56095 h 496975"/>
              <a:gd name="connsiteX6" fmla="*/ 0 w 2645228"/>
              <a:gd name="connsiteY6" fmla="*/ 0 h 49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45228" h="496975">
                <a:moveTo>
                  <a:pt x="0" y="0"/>
                </a:moveTo>
                <a:lnTo>
                  <a:pt x="2645228" y="0"/>
                </a:lnTo>
                <a:lnTo>
                  <a:pt x="2645228" y="56095"/>
                </a:lnTo>
                <a:cubicBezTo>
                  <a:pt x="2645228" y="299586"/>
                  <a:pt x="2447839" y="496975"/>
                  <a:pt x="2204348" y="496975"/>
                </a:cubicBezTo>
                <a:lnTo>
                  <a:pt x="440880" y="496975"/>
                </a:lnTo>
                <a:cubicBezTo>
                  <a:pt x="197389" y="496975"/>
                  <a:pt x="0" y="299586"/>
                  <a:pt x="0" y="56095"/>
                </a:cubicBezTo>
                <a:lnTo>
                  <a:pt x="0" y="0"/>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6" name="Freeform 25"/>
          <p:cNvSpPr/>
          <p:nvPr/>
        </p:nvSpPr>
        <p:spPr>
          <a:xfrm flipH="1">
            <a:off x="7648403" y="6432779"/>
            <a:ext cx="607608" cy="129708"/>
          </a:xfrm>
          <a:custGeom>
            <a:avLst/>
            <a:gdLst>
              <a:gd name="connsiteX0" fmla="*/ 0 w 694404"/>
              <a:gd name="connsiteY0" fmla="*/ 0 h 288475"/>
              <a:gd name="connsiteX1" fmla="*/ 694404 w 694404"/>
              <a:gd name="connsiteY1" fmla="*/ 0 h 288475"/>
              <a:gd name="connsiteX2" fmla="*/ 693800 w 694404"/>
              <a:gd name="connsiteY2" fmla="*/ 5989 h 288475"/>
              <a:gd name="connsiteX3" fmla="*/ 347202 w 694404"/>
              <a:gd name="connsiteY3" fmla="*/ 288475 h 288475"/>
              <a:gd name="connsiteX4" fmla="*/ 604 w 694404"/>
              <a:gd name="connsiteY4" fmla="*/ 5989 h 288475"/>
              <a:gd name="connsiteX5" fmla="*/ 0 w 694404"/>
              <a:gd name="connsiteY5" fmla="*/ 0 h 288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4404" h="288475">
                <a:moveTo>
                  <a:pt x="0" y="0"/>
                </a:moveTo>
                <a:lnTo>
                  <a:pt x="694404" y="0"/>
                </a:lnTo>
                <a:lnTo>
                  <a:pt x="693800" y="5989"/>
                </a:lnTo>
                <a:cubicBezTo>
                  <a:pt x="660811" y="167204"/>
                  <a:pt x="518169" y="288475"/>
                  <a:pt x="347202" y="288475"/>
                </a:cubicBezTo>
                <a:cubicBezTo>
                  <a:pt x="176235" y="288475"/>
                  <a:pt x="33593" y="167204"/>
                  <a:pt x="604" y="5989"/>
                </a:cubicBezTo>
                <a:lnTo>
                  <a:pt x="0" y="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1345">
              <a:solidFill>
                <a:schemeClr val="tx1"/>
              </a:solidFill>
              <a:latin typeface="zihun95hao-shoukesong" pitchFamily="2" charset="-122"/>
              <a:ea typeface="zihun95hao-shoukesong" pitchFamily="2" charset="-122"/>
            </a:endParaRPr>
          </a:p>
        </p:txBody>
      </p:sp>
      <p:sp>
        <p:nvSpPr>
          <p:cNvPr id="7" name="Freeform 5"/>
          <p:cNvSpPr/>
          <p:nvPr/>
        </p:nvSpPr>
        <p:spPr bwMode="auto">
          <a:xfrm>
            <a:off x="7842902" y="4996094"/>
            <a:ext cx="177753" cy="525327"/>
          </a:xfrm>
          <a:custGeom>
            <a:avLst/>
            <a:gdLst>
              <a:gd name="T0" fmla="*/ 77 w 112"/>
              <a:gd name="T1" fmla="*/ 270 h 331"/>
              <a:gd name="T2" fmla="*/ 44 w 112"/>
              <a:gd name="T3" fmla="*/ 331 h 331"/>
              <a:gd name="T4" fmla="*/ 15 w 112"/>
              <a:gd name="T5" fmla="*/ 328 h 331"/>
              <a:gd name="T6" fmla="*/ 0 w 112"/>
              <a:gd name="T7" fmla="*/ 261 h 331"/>
              <a:gd name="T8" fmla="*/ 35 w 112"/>
              <a:gd name="T9" fmla="*/ 0 h 331"/>
              <a:gd name="T10" fmla="*/ 112 w 112"/>
              <a:gd name="T11" fmla="*/ 11 h 331"/>
              <a:gd name="T12" fmla="*/ 77 w 112"/>
              <a:gd name="T13" fmla="*/ 270 h 331"/>
            </a:gdLst>
            <a:ahLst/>
            <a:cxnLst>
              <a:cxn ang="0">
                <a:pos x="T0" y="T1"/>
              </a:cxn>
              <a:cxn ang="0">
                <a:pos x="T2" y="T3"/>
              </a:cxn>
              <a:cxn ang="0">
                <a:pos x="T4" y="T5"/>
              </a:cxn>
              <a:cxn ang="0">
                <a:pos x="T6" y="T7"/>
              </a:cxn>
              <a:cxn ang="0">
                <a:pos x="T8" y="T9"/>
              </a:cxn>
              <a:cxn ang="0">
                <a:pos x="T10" y="T11"/>
              </a:cxn>
              <a:cxn ang="0">
                <a:pos x="T12" y="T13"/>
              </a:cxn>
            </a:cxnLst>
            <a:rect l="0" t="0" r="r" b="b"/>
            <a:pathLst>
              <a:path w="112" h="331">
                <a:moveTo>
                  <a:pt x="77" y="270"/>
                </a:moveTo>
                <a:lnTo>
                  <a:pt x="44" y="331"/>
                </a:lnTo>
                <a:lnTo>
                  <a:pt x="15" y="328"/>
                </a:lnTo>
                <a:lnTo>
                  <a:pt x="0" y="261"/>
                </a:lnTo>
                <a:lnTo>
                  <a:pt x="35" y="0"/>
                </a:lnTo>
                <a:lnTo>
                  <a:pt x="112" y="11"/>
                </a:lnTo>
                <a:lnTo>
                  <a:pt x="77" y="27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 name="Freeform 6"/>
          <p:cNvSpPr/>
          <p:nvPr/>
        </p:nvSpPr>
        <p:spPr bwMode="auto">
          <a:xfrm>
            <a:off x="7893687" y="4902455"/>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2 w 64"/>
              <a:gd name="T15" fmla="*/ 22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3"/>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2" y="22"/>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 name="Freeform 7"/>
          <p:cNvSpPr/>
          <p:nvPr/>
        </p:nvSpPr>
        <p:spPr bwMode="auto">
          <a:xfrm>
            <a:off x="7877817" y="4961176"/>
            <a:ext cx="152360" cy="147600"/>
          </a:xfrm>
          <a:custGeom>
            <a:avLst/>
            <a:gdLst>
              <a:gd name="T0" fmla="*/ 85 w 96"/>
              <a:gd name="T1" fmla="*/ 93 h 93"/>
              <a:gd name="T2" fmla="*/ 0 w 96"/>
              <a:gd name="T3" fmla="*/ 81 h 93"/>
              <a:gd name="T4" fmla="*/ 11 w 96"/>
              <a:gd name="T5" fmla="*/ 0 h 93"/>
              <a:gd name="T6" fmla="*/ 96 w 96"/>
              <a:gd name="T7" fmla="*/ 12 h 93"/>
              <a:gd name="T8" fmla="*/ 85 w 96"/>
              <a:gd name="T9" fmla="*/ 93 h 93"/>
            </a:gdLst>
            <a:ahLst/>
            <a:cxnLst>
              <a:cxn ang="0">
                <a:pos x="T0" y="T1"/>
              </a:cxn>
              <a:cxn ang="0">
                <a:pos x="T2" y="T3"/>
              </a:cxn>
              <a:cxn ang="0">
                <a:pos x="T4" y="T5"/>
              </a:cxn>
              <a:cxn ang="0">
                <a:pos x="T6" y="T7"/>
              </a:cxn>
              <a:cxn ang="0">
                <a:pos x="T8" y="T9"/>
              </a:cxn>
            </a:cxnLst>
            <a:rect l="0" t="0" r="r" b="b"/>
            <a:pathLst>
              <a:path w="96" h="93">
                <a:moveTo>
                  <a:pt x="85" y="93"/>
                </a:moveTo>
                <a:lnTo>
                  <a:pt x="0" y="81"/>
                </a:lnTo>
                <a:lnTo>
                  <a:pt x="11" y="0"/>
                </a:lnTo>
                <a:lnTo>
                  <a:pt x="96" y="12"/>
                </a:lnTo>
                <a:lnTo>
                  <a:pt x="85" y="9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 name="Freeform 8"/>
          <p:cNvSpPr/>
          <p:nvPr/>
        </p:nvSpPr>
        <p:spPr bwMode="auto">
          <a:xfrm>
            <a:off x="7866707" y="5502374"/>
            <a:ext cx="46027" cy="76180"/>
          </a:xfrm>
          <a:custGeom>
            <a:avLst/>
            <a:gdLst>
              <a:gd name="T0" fmla="*/ 0 w 21"/>
              <a:gd name="T1" fmla="*/ 5 h 35"/>
              <a:gd name="T2" fmla="*/ 5 w 21"/>
              <a:gd name="T3" fmla="*/ 26 h 35"/>
              <a:gd name="T4" fmla="*/ 21 w 21"/>
              <a:gd name="T5" fmla="*/ 9 h 35"/>
              <a:gd name="T6" fmla="*/ 0 w 21"/>
              <a:gd name="T7" fmla="*/ 5 h 35"/>
            </a:gdLst>
            <a:ahLst/>
            <a:cxnLst>
              <a:cxn ang="0">
                <a:pos x="T0" y="T1"/>
              </a:cxn>
              <a:cxn ang="0">
                <a:pos x="T2" y="T3"/>
              </a:cxn>
              <a:cxn ang="0">
                <a:pos x="T4" y="T5"/>
              </a:cxn>
              <a:cxn ang="0">
                <a:pos x="T6" y="T7"/>
              </a:cxn>
            </a:cxnLst>
            <a:rect l="0" t="0" r="r" b="b"/>
            <a:pathLst>
              <a:path w="21" h="35">
                <a:moveTo>
                  <a:pt x="0" y="5"/>
                </a:moveTo>
                <a:cubicBezTo>
                  <a:pt x="0" y="5"/>
                  <a:pt x="3" y="22"/>
                  <a:pt x="5" y="26"/>
                </a:cubicBezTo>
                <a:cubicBezTo>
                  <a:pt x="6" y="31"/>
                  <a:pt x="9" y="35"/>
                  <a:pt x="21" y="9"/>
                </a:cubicBezTo>
                <a:cubicBezTo>
                  <a:pt x="21" y="9"/>
                  <a:pt x="13" y="0"/>
                  <a:pt x="0" y="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1" name="Freeform 9"/>
          <p:cNvSpPr/>
          <p:nvPr/>
        </p:nvSpPr>
        <p:spPr bwMode="auto">
          <a:xfrm>
            <a:off x="8027005" y="4994506"/>
            <a:ext cx="176167" cy="525327"/>
          </a:xfrm>
          <a:custGeom>
            <a:avLst/>
            <a:gdLst>
              <a:gd name="T0" fmla="*/ 75 w 111"/>
              <a:gd name="T1" fmla="*/ 269 h 331"/>
              <a:gd name="T2" fmla="*/ 44 w 111"/>
              <a:gd name="T3" fmla="*/ 331 h 331"/>
              <a:gd name="T4" fmla="*/ 15 w 111"/>
              <a:gd name="T5" fmla="*/ 326 h 331"/>
              <a:gd name="T6" fmla="*/ 0 w 111"/>
              <a:gd name="T7" fmla="*/ 259 h 331"/>
              <a:gd name="T8" fmla="*/ 34 w 111"/>
              <a:gd name="T9" fmla="*/ 0 h 331"/>
              <a:gd name="T10" fmla="*/ 111 w 111"/>
              <a:gd name="T11" fmla="*/ 9 h 331"/>
              <a:gd name="T12" fmla="*/ 75 w 111"/>
              <a:gd name="T13" fmla="*/ 269 h 331"/>
            </a:gdLst>
            <a:ahLst/>
            <a:cxnLst>
              <a:cxn ang="0">
                <a:pos x="T0" y="T1"/>
              </a:cxn>
              <a:cxn ang="0">
                <a:pos x="T2" y="T3"/>
              </a:cxn>
              <a:cxn ang="0">
                <a:pos x="T4" y="T5"/>
              </a:cxn>
              <a:cxn ang="0">
                <a:pos x="T6" y="T7"/>
              </a:cxn>
              <a:cxn ang="0">
                <a:pos x="T8" y="T9"/>
              </a:cxn>
              <a:cxn ang="0">
                <a:pos x="T10" y="T11"/>
              </a:cxn>
              <a:cxn ang="0">
                <a:pos x="T12" y="T13"/>
              </a:cxn>
            </a:cxnLst>
            <a:rect l="0" t="0" r="r" b="b"/>
            <a:pathLst>
              <a:path w="111" h="331">
                <a:moveTo>
                  <a:pt x="75" y="269"/>
                </a:moveTo>
                <a:lnTo>
                  <a:pt x="44" y="331"/>
                </a:lnTo>
                <a:lnTo>
                  <a:pt x="15" y="326"/>
                </a:lnTo>
                <a:lnTo>
                  <a:pt x="0" y="259"/>
                </a:lnTo>
                <a:lnTo>
                  <a:pt x="34" y="0"/>
                </a:lnTo>
                <a:lnTo>
                  <a:pt x="111" y="9"/>
                </a:lnTo>
                <a:lnTo>
                  <a:pt x="75" y="26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2" name="Freeform 10"/>
          <p:cNvSpPr/>
          <p:nvPr/>
        </p:nvSpPr>
        <p:spPr bwMode="auto">
          <a:xfrm>
            <a:off x="8076203" y="4897693"/>
            <a:ext cx="139664" cy="161883"/>
          </a:xfrm>
          <a:custGeom>
            <a:avLst/>
            <a:gdLst>
              <a:gd name="T0" fmla="*/ 58 w 64"/>
              <a:gd name="T1" fmla="*/ 48 h 74"/>
              <a:gd name="T2" fmla="*/ 27 w 64"/>
              <a:gd name="T3" fmla="*/ 72 h 74"/>
              <a:gd name="T4" fmla="*/ 26 w 64"/>
              <a:gd name="T5" fmla="*/ 72 h 74"/>
              <a:gd name="T6" fmla="*/ 2 w 64"/>
              <a:gd name="T7" fmla="*/ 41 h 74"/>
              <a:gd name="T8" fmla="*/ 6 w 64"/>
              <a:gd name="T9" fmla="*/ 15 h 74"/>
              <a:gd name="T10" fmla="*/ 35 w 64"/>
              <a:gd name="T11" fmla="*/ 7 h 74"/>
              <a:gd name="T12" fmla="*/ 36 w 64"/>
              <a:gd name="T13" fmla="*/ 7 h 74"/>
              <a:gd name="T14" fmla="*/ 61 w 64"/>
              <a:gd name="T15" fmla="*/ 23 h 74"/>
              <a:gd name="T16" fmla="*/ 58 w 64"/>
              <a:gd name="T17" fmla="*/ 48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4" h="74">
                <a:moveTo>
                  <a:pt x="58" y="48"/>
                </a:moveTo>
                <a:cubicBezTo>
                  <a:pt x="56" y="64"/>
                  <a:pt x="42" y="74"/>
                  <a:pt x="27" y="72"/>
                </a:cubicBezTo>
                <a:cubicBezTo>
                  <a:pt x="26" y="72"/>
                  <a:pt x="26" y="72"/>
                  <a:pt x="26" y="72"/>
                </a:cubicBezTo>
                <a:cubicBezTo>
                  <a:pt x="11" y="70"/>
                  <a:pt x="0" y="56"/>
                  <a:pt x="2" y="41"/>
                </a:cubicBezTo>
                <a:cubicBezTo>
                  <a:pt x="6" y="15"/>
                  <a:pt x="6" y="15"/>
                  <a:pt x="6" y="15"/>
                </a:cubicBezTo>
                <a:cubicBezTo>
                  <a:pt x="8" y="0"/>
                  <a:pt x="20" y="5"/>
                  <a:pt x="35" y="7"/>
                </a:cubicBezTo>
                <a:cubicBezTo>
                  <a:pt x="36" y="7"/>
                  <a:pt x="36" y="7"/>
                  <a:pt x="36" y="7"/>
                </a:cubicBezTo>
                <a:cubicBezTo>
                  <a:pt x="51" y="9"/>
                  <a:pt x="64" y="7"/>
                  <a:pt x="61" y="23"/>
                </a:cubicBezTo>
                <a:lnTo>
                  <a:pt x="58" y="4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3" name="Freeform 11"/>
          <p:cNvSpPr/>
          <p:nvPr/>
        </p:nvSpPr>
        <p:spPr bwMode="auto">
          <a:xfrm>
            <a:off x="8061919" y="4959590"/>
            <a:ext cx="152360" cy="146012"/>
          </a:xfrm>
          <a:custGeom>
            <a:avLst/>
            <a:gdLst>
              <a:gd name="T0" fmla="*/ 85 w 96"/>
              <a:gd name="T1" fmla="*/ 92 h 92"/>
              <a:gd name="T2" fmla="*/ 0 w 96"/>
              <a:gd name="T3" fmla="*/ 81 h 92"/>
              <a:gd name="T4" fmla="*/ 11 w 96"/>
              <a:gd name="T5" fmla="*/ 0 h 92"/>
              <a:gd name="T6" fmla="*/ 96 w 96"/>
              <a:gd name="T7" fmla="*/ 11 h 92"/>
              <a:gd name="T8" fmla="*/ 85 w 96"/>
              <a:gd name="T9" fmla="*/ 92 h 92"/>
            </a:gdLst>
            <a:ahLst/>
            <a:cxnLst>
              <a:cxn ang="0">
                <a:pos x="T0" y="T1"/>
              </a:cxn>
              <a:cxn ang="0">
                <a:pos x="T2" y="T3"/>
              </a:cxn>
              <a:cxn ang="0">
                <a:pos x="T4" y="T5"/>
              </a:cxn>
              <a:cxn ang="0">
                <a:pos x="T6" y="T7"/>
              </a:cxn>
              <a:cxn ang="0">
                <a:pos x="T8" y="T9"/>
              </a:cxn>
            </a:cxnLst>
            <a:rect l="0" t="0" r="r" b="b"/>
            <a:pathLst>
              <a:path w="96" h="92">
                <a:moveTo>
                  <a:pt x="85" y="92"/>
                </a:moveTo>
                <a:lnTo>
                  <a:pt x="0" y="81"/>
                </a:lnTo>
                <a:lnTo>
                  <a:pt x="11" y="0"/>
                </a:lnTo>
                <a:lnTo>
                  <a:pt x="96" y="11"/>
                </a:lnTo>
                <a:lnTo>
                  <a:pt x="85" y="9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4" name="Freeform 12"/>
          <p:cNvSpPr/>
          <p:nvPr/>
        </p:nvSpPr>
        <p:spPr bwMode="auto">
          <a:xfrm>
            <a:off x="8050809" y="5497613"/>
            <a:ext cx="46027" cy="76180"/>
          </a:xfrm>
          <a:custGeom>
            <a:avLst/>
            <a:gdLst>
              <a:gd name="T0" fmla="*/ 0 w 21"/>
              <a:gd name="T1" fmla="*/ 6 h 35"/>
              <a:gd name="T2" fmla="*/ 5 w 21"/>
              <a:gd name="T3" fmla="*/ 27 h 35"/>
              <a:gd name="T4" fmla="*/ 21 w 21"/>
              <a:gd name="T5" fmla="*/ 10 h 35"/>
              <a:gd name="T6" fmla="*/ 0 w 21"/>
              <a:gd name="T7" fmla="*/ 6 h 35"/>
            </a:gdLst>
            <a:ahLst/>
            <a:cxnLst>
              <a:cxn ang="0">
                <a:pos x="T0" y="T1"/>
              </a:cxn>
              <a:cxn ang="0">
                <a:pos x="T2" y="T3"/>
              </a:cxn>
              <a:cxn ang="0">
                <a:pos x="T4" y="T5"/>
              </a:cxn>
              <a:cxn ang="0">
                <a:pos x="T6" y="T7"/>
              </a:cxn>
            </a:cxnLst>
            <a:rect l="0" t="0" r="r" b="b"/>
            <a:pathLst>
              <a:path w="21" h="35">
                <a:moveTo>
                  <a:pt x="0" y="6"/>
                </a:moveTo>
                <a:cubicBezTo>
                  <a:pt x="0" y="6"/>
                  <a:pt x="3" y="22"/>
                  <a:pt x="5" y="27"/>
                </a:cubicBezTo>
                <a:cubicBezTo>
                  <a:pt x="6" y="31"/>
                  <a:pt x="9" y="35"/>
                  <a:pt x="21" y="10"/>
                </a:cubicBezTo>
                <a:cubicBezTo>
                  <a:pt x="21" y="10"/>
                  <a:pt x="13" y="0"/>
                  <a:pt x="0" y="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5" name="Freeform 13"/>
          <p:cNvSpPr/>
          <p:nvPr/>
        </p:nvSpPr>
        <p:spPr bwMode="auto">
          <a:xfrm>
            <a:off x="8187300" y="4997679"/>
            <a:ext cx="41264" cy="266631"/>
          </a:xfrm>
          <a:custGeom>
            <a:avLst/>
            <a:gdLst>
              <a:gd name="T0" fmla="*/ 4 w 19"/>
              <a:gd name="T1" fmla="*/ 0 h 122"/>
              <a:gd name="T2" fmla="*/ 19 w 19"/>
              <a:gd name="T3" fmla="*/ 16 h 122"/>
              <a:gd name="T4" fmla="*/ 7 w 19"/>
              <a:gd name="T5" fmla="*/ 115 h 122"/>
              <a:gd name="T6" fmla="*/ 0 w 19"/>
              <a:gd name="T7" fmla="*/ 121 h 122"/>
              <a:gd name="T8" fmla="*/ 10 w 19"/>
              <a:gd name="T9" fmla="*/ 43 h 122"/>
              <a:gd name="T10" fmla="*/ 5 w 19"/>
              <a:gd name="T11" fmla="*/ 34 h 122"/>
              <a:gd name="T12" fmla="*/ 4 w 19"/>
              <a:gd name="T13" fmla="*/ 0 h 122"/>
            </a:gdLst>
            <a:ahLst/>
            <a:cxnLst>
              <a:cxn ang="0">
                <a:pos x="T0" y="T1"/>
              </a:cxn>
              <a:cxn ang="0">
                <a:pos x="T2" y="T3"/>
              </a:cxn>
              <a:cxn ang="0">
                <a:pos x="T4" y="T5"/>
              </a:cxn>
              <a:cxn ang="0">
                <a:pos x="T6" y="T7"/>
              </a:cxn>
              <a:cxn ang="0">
                <a:pos x="T8" y="T9"/>
              </a:cxn>
              <a:cxn ang="0">
                <a:pos x="T10" y="T11"/>
              </a:cxn>
              <a:cxn ang="0">
                <a:pos x="T12" y="T13"/>
              </a:cxn>
            </a:cxnLst>
            <a:rect l="0" t="0" r="r" b="b"/>
            <a:pathLst>
              <a:path w="19" h="122">
                <a:moveTo>
                  <a:pt x="4" y="0"/>
                </a:moveTo>
                <a:cubicBezTo>
                  <a:pt x="4" y="0"/>
                  <a:pt x="18" y="10"/>
                  <a:pt x="19" y="16"/>
                </a:cubicBezTo>
                <a:cubicBezTo>
                  <a:pt x="19" y="21"/>
                  <a:pt x="7" y="115"/>
                  <a:pt x="7" y="115"/>
                </a:cubicBezTo>
                <a:cubicBezTo>
                  <a:pt x="7" y="115"/>
                  <a:pt x="8" y="122"/>
                  <a:pt x="0" y="121"/>
                </a:cubicBezTo>
                <a:cubicBezTo>
                  <a:pt x="10" y="43"/>
                  <a:pt x="10" y="43"/>
                  <a:pt x="10" y="43"/>
                </a:cubicBezTo>
                <a:cubicBezTo>
                  <a:pt x="5" y="34"/>
                  <a:pt x="5" y="34"/>
                  <a:pt x="5" y="34"/>
                </a:cubicBezTo>
                <a:cubicBezTo>
                  <a:pt x="4" y="0"/>
                  <a:pt x="4" y="0"/>
                  <a:pt x="4"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16" name="Group 123"/>
          <p:cNvGrpSpPr/>
          <p:nvPr/>
        </p:nvGrpSpPr>
        <p:grpSpPr>
          <a:xfrm>
            <a:off x="6952546" y="4875079"/>
            <a:ext cx="817351" cy="620552"/>
            <a:chOff x="7170738" y="4168775"/>
            <a:chExt cx="817563" cy="620713"/>
          </a:xfrm>
          <a:solidFill>
            <a:schemeClr val="accent1">
              <a:lumMod val="75000"/>
            </a:schemeClr>
          </a:solidFill>
        </p:grpSpPr>
        <p:sp>
          <p:nvSpPr>
            <p:cNvPr id="17" name="Freeform 14"/>
            <p:cNvSpPr/>
            <p:nvPr/>
          </p:nvSpPr>
          <p:spPr bwMode="auto">
            <a:xfrm>
              <a:off x="7170738" y="4168775"/>
              <a:ext cx="785813" cy="354013"/>
            </a:xfrm>
            <a:custGeom>
              <a:avLst/>
              <a:gdLst>
                <a:gd name="T0" fmla="*/ 246 w 495"/>
                <a:gd name="T1" fmla="*/ 223 h 223"/>
                <a:gd name="T2" fmla="*/ 0 w 495"/>
                <a:gd name="T3" fmla="*/ 111 h 223"/>
                <a:gd name="T4" fmla="*/ 252 w 495"/>
                <a:gd name="T5" fmla="*/ 0 h 223"/>
                <a:gd name="T6" fmla="*/ 495 w 495"/>
                <a:gd name="T7" fmla="*/ 109 h 223"/>
                <a:gd name="T8" fmla="*/ 246 w 495"/>
                <a:gd name="T9" fmla="*/ 223 h 223"/>
              </a:gdLst>
              <a:ahLst/>
              <a:cxnLst>
                <a:cxn ang="0">
                  <a:pos x="T0" y="T1"/>
                </a:cxn>
                <a:cxn ang="0">
                  <a:pos x="T2" y="T3"/>
                </a:cxn>
                <a:cxn ang="0">
                  <a:pos x="T4" y="T5"/>
                </a:cxn>
                <a:cxn ang="0">
                  <a:pos x="T6" y="T7"/>
                </a:cxn>
                <a:cxn ang="0">
                  <a:pos x="T8" y="T9"/>
                </a:cxn>
              </a:cxnLst>
              <a:rect l="0" t="0" r="r" b="b"/>
              <a:pathLst>
                <a:path w="495" h="223">
                  <a:moveTo>
                    <a:pt x="246" y="223"/>
                  </a:moveTo>
                  <a:lnTo>
                    <a:pt x="0" y="111"/>
                  </a:lnTo>
                  <a:lnTo>
                    <a:pt x="252" y="0"/>
                  </a:lnTo>
                  <a:lnTo>
                    <a:pt x="495" y="109"/>
                  </a:lnTo>
                  <a:lnTo>
                    <a:pt x="246" y="22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8" name="Rectangle 15"/>
            <p:cNvSpPr>
              <a:spLocks noChangeArrowheads="1"/>
            </p:cNvSpPr>
            <p:nvPr/>
          </p:nvSpPr>
          <p:spPr bwMode="auto">
            <a:xfrm>
              <a:off x="7924800" y="4335463"/>
              <a:ext cx="23813" cy="2571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9" name="Oval 16"/>
            <p:cNvSpPr>
              <a:spLocks noChangeArrowheads="1"/>
            </p:cNvSpPr>
            <p:nvPr/>
          </p:nvSpPr>
          <p:spPr bwMode="auto">
            <a:xfrm>
              <a:off x="7897813" y="4564063"/>
              <a:ext cx="76200" cy="7778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0" name="Freeform 17"/>
            <p:cNvSpPr/>
            <p:nvPr/>
          </p:nvSpPr>
          <p:spPr bwMode="auto">
            <a:xfrm>
              <a:off x="7888288" y="4605338"/>
              <a:ext cx="55563" cy="171450"/>
            </a:xfrm>
            <a:custGeom>
              <a:avLst/>
              <a:gdLst>
                <a:gd name="T0" fmla="*/ 14 w 26"/>
                <a:gd name="T1" fmla="*/ 4 h 79"/>
                <a:gd name="T2" fmla="*/ 6 w 26"/>
                <a:gd name="T3" fmla="*/ 79 h 79"/>
                <a:gd name="T4" fmla="*/ 26 w 26"/>
                <a:gd name="T5" fmla="*/ 79 h 79"/>
                <a:gd name="T6" fmla="*/ 26 w 26"/>
                <a:gd name="T7" fmla="*/ 0 h 79"/>
                <a:gd name="T8" fmla="*/ 14 w 26"/>
                <a:gd name="T9" fmla="*/ 4 h 79"/>
              </a:gdLst>
              <a:ahLst/>
              <a:cxnLst>
                <a:cxn ang="0">
                  <a:pos x="T0" y="T1"/>
                </a:cxn>
                <a:cxn ang="0">
                  <a:pos x="T2" y="T3"/>
                </a:cxn>
                <a:cxn ang="0">
                  <a:pos x="T4" y="T5"/>
                </a:cxn>
                <a:cxn ang="0">
                  <a:pos x="T6" y="T7"/>
                </a:cxn>
                <a:cxn ang="0">
                  <a:pos x="T8" y="T9"/>
                </a:cxn>
              </a:cxnLst>
              <a:rect l="0" t="0" r="r" b="b"/>
              <a:pathLst>
                <a:path w="26" h="79">
                  <a:moveTo>
                    <a:pt x="14" y="4"/>
                  </a:moveTo>
                  <a:cubicBezTo>
                    <a:pt x="14" y="4"/>
                    <a:pt x="0" y="34"/>
                    <a:pt x="6" y="79"/>
                  </a:cubicBezTo>
                  <a:cubicBezTo>
                    <a:pt x="26" y="79"/>
                    <a:pt x="26" y="79"/>
                    <a:pt x="26" y="79"/>
                  </a:cubicBezTo>
                  <a:cubicBezTo>
                    <a:pt x="26" y="0"/>
                    <a:pt x="26" y="0"/>
                    <a:pt x="26" y="0"/>
                  </a:cubicBezTo>
                  <a:cubicBezTo>
                    <a:pt x="26" y="0"/>
                    <a:pt x="14" y="7"/>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1" name="Freeform 18"/>
            <p:cNvSpPr/>
            <p:nvPr/>
          </p:nvSpPr>
          <p:spPr bwMode="auto">
            <a:xfrm>
              <a:off x="7932738" y="4605338"/>
              <a:ext cx="55563" cy="171450"/>
            </a:xfrm>
            <a:custGeom>
              <a:avLst/>
              <a:gdLst>
                <a:gd name="T0" fmla="*/ 11 w 25"/>
                <a:gd name="T1" fmla="*/ 4 h 79"/>
                <a:gd name="T2" fmla="*/ 20 w 25"/>
                <a:gd name="T3" fmla="*/ 79 h 79"/>
                <a:gd name="T4" fmla="*/ 0 w 25"/>
                <a:gd name="T5" fmla="*/ 79 h 79"/>
                <a:gd name="T6" fmla="*/ 0 w 25"/>
                <a:gd name="T7" fmla="*/ 0 h 79"/>
                <a:gd name="T8" fmla="*/ 11 w 25"/>
                <a:gd name="T9" fmla="*/ 4 h 79"/>
              </a:gdLst>
              <a:ahLst/>
              <a:cxnLst>
                <a:cxn ang="0">
                  <a:pos x="T0" y="T1"/>
                </a:cxn>
                <a:cxn ang="0">
                  <a:pos x="T2" y="T3"/>
                </a:cxn>
                <a:cxn ang="0">
                  <a:pos x="T4" y="T5"/>
                </a:cxn>
                <a:cxn ang="0">
                  <a:pos x="T6" y="T7"/>
                </a:cxn>
                <a:cxn ang="0">
                  <a:pos x="T8" y="T9"/>
                </a:cxn>
              </a:cxnLst>
              <a:rect l="0" t="0" r="r" b="b"/>
              <a:pathLst>
                <a:path w="25" h="79">
                  <a:moveTo>
                    <a:pt x="11" y="4"/>
                  </a:moveTo>
                  <a:cubicBezTo>
                    <a:pt x="11" y="4"/>
                    <a:pt x="25" y="34"/>
                    <a:pt x="20" y="79"/>
                  </a:cubicBezTo>
                  <a:cubicBezTo>
                    <a:pt x="0" y="79"/>
                    <a:pt x="0" y="79"/>
                    <a:pt x="0" y="79"/>
                  </a:cubicBezTo>
                  <a:cubicBezTo>
                    <a:pt x="0" y="0"/>
                    <a:pt x="0" y="0"/>
                    <a:pt x="0" y="0"/>
                  </a:cubicBezTo>
                  <a:cubicBezTo>
                    <a:pt x="0" y="0"/>
                    <a:pt x="11" y="7"/>
                    <a:pt x="1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2" name="Freeform 19"/>
            <p:cNvSpPr/>
            <p:nvPr/>
          </p:nvSpPr>
          <p:spPr bwMode="auto">
            <a:xfrm>
              <a:off x="7327900" y="4449763"/>
              <a:ext cx="455613" cy="339725"/>
            </a:xfrm>
            <a:custGeom>
              <a:avLst/>
              <a:gdLst>
                <a:gd name="T0" fmla="*/ 209 w 209"/>
                <a:gd name="T1" fmla="*/ 0 h 156"/>
                <a:gd name="T2" fmla="*/ 104 w 209"/>
                <a:gd name="T3" fmla="*/ 49 h 156"/>
                <a:gd name="T4" fmla="*/ 0 w 209"/>
                <a:gd name="T5" fmla="*/ 0 h 156"/>
                <a:gd name="T6" fmla="*/ 0 w 209"/>
                <a:gd name="T7" fmla="*/ 120 h 156"/>
                <a:gd name="T8" fmla="*/ 102 w 209"/>
                <a:gd name="T9" fmla="*/ 156 h 156"/>
                <a:gd name="T10" fmla="*/ 102 w 209"/>
                <a:gd name="T11" fmla="*/ 156 h 156"/>
                <a:gd name="T12" fmla="*/ 104 w 209"/>
                <a:gd name="T13" fmla="*/ 156 h 156"/>
                <a:gd name="T14" fmla="*/ 107 w 209"/>
                <a:gd name="T15" fmla="*/ 156 h 156"/>
                <a:gd name="T16" fmla="*/ 107 w 209"/>
                <a:gd name="T17" fmla="*/ 156 h 156"/>
                <a:gd name="T18" fmla="*/ 209 w 209"/>
                <a:gd name="T19" fmla="*/ 120 h 156"/>
                <a:gd name="T20" fmla="*/ 209 w 209"/>
                <a:gd name="T21"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9" h="156">
                  <a:moveTo>
                    <a:pt x="209" y="0"/>
                  </a:moveTo>
                  <a:cubicBezTo>
                    <a:pt x="209" y="1"/>
                    <a:pt x="121" y="41"/>
                    <a:pt x="104" y="49"/>
                  </a:cubicBezTo>
                  <a:cubicBezTo>
                    <a:pt x="87" y="41"/>
                    <a:pt x="0" y="1"/>
                    <a:pt x="0" y="0"/>
                  </a:cubicBezTo>
                  <a:cubicBezTo>
                    <a:pt x="0" y="120"/>
                    <a:pt x="0" y="120"/>
                    <a:pt x="0" y="120"/>
                  </a:cubicBezTo>
                  <a:cubicBezTo>
                    <a:pt x="28" y="150"/>
                    <a:pt x="84" y="155"/>
                    <a:pt x="102" y="156"/>
                  </a:cubicBezTo>
                  <a:cubicBezTo>
                    <a:pt x="102" y="156"/>
                    <a:pt x="102" y="156"/>
                    <a:pt x="102" y="156"/>
                  </a:cubicBezTo>
                  <a:cubicBezTo>
                    <a:pt x="102" y="156"/>
                    <a:pt x="103" y="156"/>
                    <a:pt x="104" y="156"/>
                  </a:cubicBezTo>
                  <a:cubicBezTo>
                    <a:pt x="106" y="156"/>
                    <a:pt x="107" y="156"/>
                    <a:pt x="107" y="156"/>
                  </a:cubicBezTo>
                  <a:cubicBezTo>
                    <a:pt x="107" y="156"/>
                    <a:pt x="107" y="156"/>
                    <a:pt x="107" y="156"/>
                  </a:cubicBezTo>
                  <a:cubicBezTo>
                    <a:pt x="125" y="155"/>
                    <a:pt x="181" y="150"/>
                    <a:pt x="209" y="120"/>
                  </a:cubicBezTo>
                  <a:lnTo>
                    <a:pt x="20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23" name="Freeform 20"/>
          <p:cNvSpPr>
            <a:spLocks noEditPoints="1"/>
          </p:cNvSpPr>
          <p:nvPr/>
        </p:nvSpPr>
        <p:spPr bwMode="auto">
          <a:xfrm>
            <a:off x="6287557" y="2756713"/>
            <a:ext cx="477713" cy="503107"/>
          </a:xfrm>
          <a:custGeom>
            <a:avLst/>
            <a:gdLst>
              <a:gd name="T0" fmla="*/ 168 w 219"/>
              <a:gd name="T1" fmla="*/ 224 h 231"/>
              <a:gd name="T2" fmla="*/ 197 w 219"/>
              <a:gd name="T3" fmla="*/ 212 h 231"/>
              <a:gd name="T4" fmla="*/ 168 w 219"/>
              <a:gd name="T5" fmla="*/ 132 h 231"/>
              <a:gd name="T6" fmla="*/ 168 w 219"/>
              <a:gd name="T7" fmla="*/ 150 h 231"/>
              <a:gd name="T8" fmla="*/ 192 w 219"/>
              <a:gd name="T9" fmla="*/ 190 h 231"/>
              <a:gd name="T10" fmla="*/ 168 w 219"/>
              <a:gd name="T11" fmla="*/ 209 h 231"/>
              <a:gd name="T12" fmla="*/ 168 w 219"/>
              <a:gd name="T13" fmla="*/ 224 h 231"/>
              <a:gd name="T14" fmla="*/ 168 w 219"/>
              <a:gd name="T15" fmla="*/ 203 h 231"/>
              <a:gd name="T16" fmla="*/ 168 w 219"/>
              <a:gd name="T17" fmla="*/ 157 h 231"/>
              <a:gd name="T18" fmla="*/ 181 w 219"/>
              <a:gd name="T19" fmla="*/ 187 h 231"/>
              <a:gd name="T20" fmla="*/ 168 w 219"/>
              <a:gd name="T21" fmla="*/ 203 h 231"/>
              <a:gd name="T22" fmla="*/ 146 w 219"/>
              <a:gd name="T23" fmla="*/ 112 h 231"/>
              <a:gd name="T24" fmla="*/ 141 w 219"/>
              <a:gd name="T25" fmla="*/ 98 h 231"/>
              <a:gd name="T26" fmla="*/ 141 w 219"/>
              <a:gd name="T27" fmla="*/ 44 h 231"/>
              <a:gd name="T28" fmla="*/ 146 w 219"/>
              <a:gd name="T29" fmla="*/ 37 h 231"/>
              <a:gd name="T30" fmla="*/ 148 w 219"/>
              <a:gd name="T31" fmla="*/ 37 h 231"/>
              <a:gd name="T32" fmla="*/ 148 w 219"/>
              <a:gd name="T33" fmla="*/ 14 h 231"/>
              <a:gd name="T34" fmla="*/ 146 w 219"/>
              <a:gd name="T35" fmla="*/ 14 h 231"/>
              <a:gd name="T36" fmla="*/ 146 w 219"/>
              <a:gd name="T37" fmla="*/ 13 h 231"/>
              <a:gd name="T38" fmla="*/ 114 w 219"/>
              <a:gd name="T39" fmla="*/ 0 h 231"/>
              <a:gd name="T40" fmla="*/ 81 w 219"/>
              <a:gd name="T41" fmla="*/ 13 h 231"/>
              <a:gd name="T42" fmla="*/ 81 w 219"/>
              <a:gd name="T43" fmla="*/ 14 h 231"/>
              <a:gd name="T44" fmla="*/ 80 w 219"/>
              <a:gd name="T45" fmla="*/ 14 h 231"/>
              <a:gd name="T46" fmla="*/ 80 w 219"/>
              <a:gd name="T47" fmla="*/ 37 h 231"/>
              <a:gd name="T48" fmla="*/ 81 w 219"/>
              <a:gd name="T49" fmla="*/ 37 h 231"/>
              <a:gd name="T50" fmla="*/ 90 w 219"/>
              <a:gd name="T51" fmla="*/ 45 h 231"/>
              <a:gd name="T52" fmla="*/ 90 w 219"/>
              <a:gd name="T53" fmla="*/ 98 h 231"/>
              <a:gd name="T54" fmla="*/ 83 w 219"/>
              <a:gd name="T55" fmla="*/ 112 h 231"/>
              <a:gd name="T56" fmla="*/ 31 w 219"/>
              <a:gd name="T57" fmla="*/ 212 h 231"/>
              <a:gd name="T58" fmla="*/ 114 w 219"/>
              <a:gd name="T59" fmla="*/ 230 h 231"/>
              <a:gd name="T60" fmla="*/ 168 w 219"/>
              <a:gd name="T61" fmla="*/ 224 h 231"/>
              <a:gd name="T62" fmla="*/ 168 w 219"/>
              <a:gd name="T63" fmla="*/ 209 h 231"/>
              <a:gd name="T64" fmla="*/ 144 w 219"/>
              <a:gd name="T65" fmla="*/ 212 h 231"/>
              <a:gd name="T66" fmla="*/ 144 w 219"/>
              <a:gd name="T67" fmla="*/ 212 h 231"/>
              <a:gd name="T68" fmla="*/ 168 w 219"/>
              <a:gd name="T69" fmla="*/ 203 h 231"/>
              <a:gd name="T70" fmla="*/ 168 w 219"/>
              <a:gd name="T71" fmla="*/ 157 h 231"/>
              <a:gd name="T72" fmla="*/ 149 w 219"/>
              <a:gd name="T73" fmla="*/ 134 h 231"/>
              <a:gd name="T74" fmla="*/ 168 w 219"/>
              <a:gd name="T75" fmla="*/ 150 h 231"/>
              <a:gd name="T76" fmla="*/ 168 w 219"/>
              <a:gd name="T77" fmla="*/ 132 h 231"/>
              <a:gd name="T78" fmla="*/ 146 w 219"/>
              <a:gd name="T79" fmla="*/ 1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9" h="231">
                <a:moveTo>
                  <a:pt x="168" y="224"/>
                </a:moveTo>
                <a:cubicBezTo>
                  <a:pt x="179" y="221"/>
                  <a:pt x="189" y="217"/>
                  <a:pt x="197" y="212"/>
                </a:cubicBezTo>
                <a:cubicBezTo>
                  <a:pt x="219" y="196"/>
                  <a:pt x="191" y="157"/>
                  <a:pt x="168" y="132"/>
                </a:cubicBezTo>
                <a:cubicBezTo>
                  <a:pt x="168" y="150"/>
                  <a:pt x="168" y="150"/>
                  <a:pt x="168" y="150"/>
                </a:cubicBezTo>
                <a:cubicBezTo>
                  <a:pt x="180" y="162"/>
                  <a:pt x="193" y="177"/>
                  <a:pt x="192" y="190"/>
                </a:cubicBezTo>
                <a:cubicBezTo>
                  <a:pt x="192" y="201"/>
                  <a:pt x="180" y="207"/>
                  <a:pt x="168" y="209"/>
                </a:cubicBezTo>
                <a:cubicBezTo>
                  <a:pt x="168" y="224"/>
                  <a:pt x="168" y="224"/>
                  <a:pt x="168" y="224"/>
                </a:cubicBezTo>
                <a:close/>
                <a:moveTo>
                  <a:pt x="168" y="203"/>
                </a:moveTo>
                <a:cubicBezTo>
                  <a:pt x="168" y="157"/>
                  <a:pt x="168" y="157"/>
                  <a:pt x="168" y="157"/>
                </a:cubicBezTo>
                <a:cubicBezTo>
                  <a:pt x="175" y="167"/>
                  <a:pt x="182" y="179"/>
                  <a:pt x="181" y="187"/>
                </a:cubicBezTo>
                <a:cubicBezTo>
                  <a:pt x="180" y="194"/>
                  <a:pt x="175" y="199"/>
                  <a:pt x="168" y="203"/>
                </a:cubicBezTo>
                <a:close/>
                <a:moveTo>
                  <a:pt x="146" y="112"/>
                </a:moveTo>
                <a:cubicBezTo>
                  <a:pt x="146" y="112"/>
                  <a:pt x="141" y="109"/>
                  <a:pt x="141" y="98"/>
                </a:cubicBezTo>
                <a:cubicBezTo>
                  <a:pt x="141" y="90"/>
                  <a:pt x="141" y="56"/>
                  <a:pt x="141" y="44"/>
                </a:cubicBezTo>
                <a:cubicBezTo>
                  <a:pt x="144" y="43"/>
                  <a:pt x="146" y="40"/>
                  <a:pt x="146" y="37"/>
                </a:cubicBezTo>
                <a:cubicBezTo>
                  <a:pt x="148" y="37"/>
                  <a:pt x="148" y="37"/>
                  <a:pt x="148" y="37"/>
                </a:cubicBezTo>
                <a:cubicBezTo>
                  <a:pt x="148" y="14"/>
                  <a:pt x="148" y="14"/>
                  <a:pt x="148" y="14"/>
                </a:cubicBezTo>
                <a:cubicBezTo>
                  <a:pt x="146" y="14"/>
                  <a:pt x="146" y="14"/>
                  <a:pt x="146" y="14"/>
                </a:cubicBezTo>
                <a:cubicBezTo>
                  <a:pt x="146" y="14"/>
                  <a:pt x="146" y="13"/>
                  <a:pt x="146" y="13"/>
                </a:cubicBezTo>
                <a:cubicBezTo>
                  <a:pt x="146" y="6"/>
                  <a:pt x="132" y="0"/>
                  <a:pt x="114" y="0"/>
                </a:cubicBezTo>
                <a:cubicBezTo>
                  <a:pt x="95" y="0"/>
                  <a:pt x="81" y="6"/>
                  <a:pt x="81" y="13"/>
                </a:cubicBezTo>
                <a:cubicBezTo>
                  <a:pt x="81" y="13"/>
                  <a:pt x="81" y="14"/>
                  <a:pt x="81" y="14"/>
                </a:cubicBezTo>
                <a:cubicBezTo>
                  <a:pt x="80" y="14"/>
                  <a:pt x="80" y="14"/>
                  <a:pt x="80" y="14"/>
                </a:cubicBezTo>
                <a:cubicBezTo>
                  <a:pt x="80" y="37"/>
                  <a:pt x="80" y="37"/>
                  <a:pt x="80" y="37"/>
                </a:cubicBezTo>
                <a:cubicBezTo>
                  <a:pt x="81" y="37"/>
                  <a:pt x="81" y="37"/>
                  <a:pt x="81" y="37"/>
                </a:cubicBezTo>
                <a:cubicBezTo>
                  <a:pt x="81" y="40"/>
                  <a:pt x="84" y="43"/>
                  <a:pt x="90" y="45"/>
                </a:cubicBezTo>
                <a:cubicBezTo>
                  <a:pt x="90" y="56"/>
                  <a:pt x="90" y="90"/>
                  <a:pt x="90" y="98"/>
                </a:cubicBezTo>
                <a:cubicBezTo>
                  <a:pt x="90" y="109"/>
                  <a:pt x="83" y="112"/>
                  <a:pt x="83" y="112"/>
                </a:cubicBezTo>
                <a:cubicBezTo>
                  <a:pt x="71" y="119"/>
                  <a:pt x="0" y="190"/>
                  <a:pt x="31" y="212"/>
                </a:cubicBezTo>
                <a:cubicBezTo>
                  <a:pt x="58" y="231"/>
                  <a:pt x="105" y="230"/>
                  <a:pt x="114" y="230"/>
                </a:cubicBezTo>
                <a:cubicBezTo>
                  <a:pt x="121" y="230"/>
                  <a:pt x="145" y="230"/>
                  <a:pt x="168" y="224"/>
                </a:cubicBezTo>
                <a:cubicBezTo>
                  <a:pt x="168" y="209"/>
                  <a:pt x="168" y="209"/>
                  <a:pt x="168" y="209"/>
                </a:cubicBezTo>
                <a:cubicBezTo>
                  <a:pt x="156" y="212"/>
                  <a:pt x="144" y="212"/>
                  <a:pt x="144" y="212"/>
                </a:cubicBezTo>
                <a:cubicBezTo>
                  <a:pt x="144" y="212"/>
                  <a:pt x="144" y="212"/>
                  <a:pt x="144" y="212"/>
                </a:cubicBezTo>
                <a:cubicBezTo>
                  <a:pt x="144" y="212"/>
                  <a:pt x="158" y="210"/>
                  <a:pt x="168" y="203"/>
                </a:cubicBezTo>
                <a:cubicBezTo>
                  <a:pt x="168" y="157"/>
                  <a:pt x="168" y="157"/>
                  <a:pt x="168" y="157"/>
                </a:cubicBezTo>
                <a:cubicBezTo>
                  <a:pt x="159" y="144"/>
                  <a:pt x="149" y="134"/>
                  <a:pt x="149" y="134"/>
                </a:cubicBezTo>
                <a:cubicBezTo>
                  <a:pt x="149" y="134"/>
                  <a:pt x="158" y="141"/>
                  <a:pt x="168" y="150"/>
                </a:cubicBezTo>
                <a:cubicBezTo>
                  <a:pt x="168" y="132"/>
                  <a:pt x="168" y="132"/>
                  <a:pt x="168" y="132"/>
                </a:cubicBezTo>
                <a:cubicBezTo>
                  <a:pt x="159" y="122"/>
                  <a:pt x="150" y="114"/>
                  <a:pt x="146" y="11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4" name="Oval 21"/>
          <p:cNvSpPr>
            <a:spLocks noChangeArrowheads="1"/>
          </p:cNvSpPr>
          <p:nvPr/>
        </p:nvSpPr>
        <p:spPr bwMode="auto">
          <a:xfrm>
            <a:off x="9336351" y="2639268"/>
            <a:ext cx="141251" cy="141251"/>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5" name="Freeform 22"/>
          <p:cNvSpPr/>
          <p:nvPr/>
        </p:nvSpPr>
        <p:spPr bwMode="auto">
          <a:xfrm>
            <a:off x="9387136" y="2744016"/>
            <a:ext cx="222192" cy="463429"/>
          </a:xfrm>
          <a:custGeom>
            <a:avLst/>
            <a:gdLst>
              <a:gd name="T0" fmla="*/ 0 w 102"/>
              <a:gd name="T1" fmla="*/ 6 h 213"/>
              <a:gd name="T2" fmla="*/ 68 w 102"/>
              <a:gd name="T3" fmla="*/ 184 h 213"/>
              <a:gd name="T4" fmla="*/ 99 w 102"/>
              <a:gd name="T5" fmla="*/ 213 h 213"/>
              <a:gd name="T6" fmla="*/ 23 w 102"/>
              <a:gd name="T7" fmla="*/ 0 h 213"/>
              <a:gd name="T8" fmla="*/ 0 w 102"/>
              <a:gd name="T9" fmla="*/ 6 h 213"/>
            </a:gdLst>
            <a:ahLst/>
            <a:cxnLst>
              <a:cxn ang="0">
                <a:pos x="T0" y="T1"/>
              </a:cxn>
              <a:cxn ang="0">
                <a:pos x="T2" y="T3"/>
              </a:cxn>
              <a:cxn ang="0">
                <a:pos x="T4" y="T5"/>
              </a:cxn>
              <a:cxn ang="0">
                <a:pos x="T6" y="T7"/>
              </a:cxn>
              <a:cxn ang="0">
                <a:pos x="T8" y="T9"/>
              </a:cxn>
            </a:cxnLst>
            <a:rect l="0" t="0" r="r" b="b"/>
            <a:pathLst>
              <a:path w="102" h="213">
                <a:moveTo>
                  <a:pt x="0" y="6"/>
                </a:moveTo>
                <a:cubicBezTo>
                  <a:pt x="0" y="7"/>
                  <a:pt x="68" y="184"/>
                  <a:pt x="68" y="184"/>
                </a:cubicBezTo>
                <a:cubicBezTo>
                  <a:pt x="68" y="184"/>
                  <a:pt x="96" y="213"/>
                  <a:pt x="99" y="213"/>
                </a:cubicBezTo>
                <a:cubicBezTo>
                  <a:pt x="102" y="213"/>
                  <a:pt x="23" y="0"/>
                  <a:pt x="23" y="0"/>
                </a:cubicBezTo>
                <a:lnTo>
                  <a:pt x="0" y="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p>
        </p:txBody>
      </p:sp>
      <p:sp>
        <p:nvSpPr>
          <p:cNvPr id="26" name="Freeform 23"/>
          <p:cNvSpPr/>
          <p:nvPr/>
        </p:nvSpPr>
        <p:spPr bwMode="auto">
          <a:xfrm>
            <a:off x="9191926" y="2744017"/>
            <a:ext cx="238063" cy="457081"/>
          </a:xfrm>
          <a:custGeom>
            <a:avLst/>
            <a:gdLst>
              <a:gd name="T0" fmla="*/ 149 w 150"/>
              <a:gd name="T1" fmla="*/ 14 h 288"/>
              <a:gd name="T2" fmla="*/ 40 w 150"/>
              <a:gd name="T3" fmla="*/ 248 h 288"/>
              <a:gd name="T4" fmla="*/ 0 w 150"/>
              <a:gd name="T5" fmla="*/ 288 h 288"/>
              <a:gd name="T6" fmla="*/ 11 w 150"/>
              <a:gd name="T7" fmla="*/ 233 h 288"/>
              <a:gd name="T8" fmla="*/ 117 w 150"/>
              <a:gd name="T9" fmla="*/ 0 h 288"/>
              <a:gd name="T10" fmla="*/ 150 w 150"/>
              <a:gd name="T11" fmla="*/ 11 h 288"/>
              <a:gd name="T12" fmla="*/ 149 w 150"/>
              <a:gd name="T13" fmla="*/ 14 h 288"/>
            </a:gdLst>
            <a:ahLst/>
            <a:cxnLst>
              <a:cxn ang="0">
                <a:pos x="T0" y="T1"/>
              </a:cxn>
              <a:cxn ang="0">
                <a:pos x="T2" y="T3"/>
              </a:cxn>
              <a:cxn ang="0">
                <a:pos x="T4" y="T5"/>
              </a:cxn>
              <a:cxn ang="0">
                <a:pos x="T6" y="T7"/>
              </a:cxn>
              <a:cxn ang="0">
                <a:pos x="T8" y="T9"/>
              </a:cxn>
              <a:cxn ang="0">
                <a:pos x="T10" y="T11"/>
              </a:cxn>
              <a:cxn ang="0">
                <a:pos x="T12" y="T13"/>
              </a:cxn>
            </a:cxnLst>
            <a:rect l="0" t="0" r="r" b="b"/>
            <a:pathLst>
              <a:path w="150" h="288">
                <a:moveTo>
                  <a:pt x="149" y="14"/>
                </a:moveTo>
                <a:lnTo>
                  <a:pt x="40" y="248"/>
                </a:lnTo>
                <a:lnTo>
                  <a:pt x="0" y="288"/>
                </a:lnTo>
                <a:lnTo>
                  <a:pt x="11" y="233"/>
                </a:lnTo>
                <a:lnTo>
                  <a:pt x="117" y="0"/>
                </a:lnTo>
                <a:lnTo>
                  <a:pt x="150" y="11"/>
                </a:lnTo>
                <a:lnTo>
                  <a:pt x="149" y="1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7" name="Freeform 24"/>
          <p:cNvSpPr/>
          <p:nvPr/>
        </p:nvSpPr>
        <p:spPr bwMode="auto">
          <a:xfrm>
            <a:off x="9399834" y="2588481"/>
            <a:ext cx="25393" cy="79355"/>
          </a:xfrm>
          <a:custGeom>
            <a:avLst/>
            <a:gdLst>
              <a:gd name="T0" fmla="*/ 12 w 12"/>
              <a:gd name="T1" fmla="*/ 30 h 36"/>
              <a:gd name="T2" fmla="*/ 6 w 12"/>
              <a:gd name="T3" fmla="*/ 36 h 36"/>
              <a:gd name="T4" fmla="*/ 0 w 12"/>
              <a:gd name="T5" fmla="*/ 30 h 36"/>
              <a:gd name="T6" fmla="*/ 0 w 12"/>
              <a:gd name="T7" fmla="*/ 6 h 36"/>
              <a:gd name="T8" fmla="*/ 6 w 12"/>
              <a:gd name="T9" fmla="*/ 0 h 36"/>
              <a:gd name="T10" fmla="*/ 12 w 12"/>
              <a:gd name="T11" fmla="*/ 6 h 36"/>
              <a:gd name="T12" fmla="*/ 12 w 12"/>
              <a:gd name="T13" fmla="*/ 30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12" y="30"/>
                </a:moveTo>
                <a:cubicBezTo>
                  <a:pt x="12" y="33"/>
                  <a:pt x="10" y="36"/>
                  <a:pt x="6" y="36"/>
                </a:cubicBezTo>
                <a:cubicBezTo>
                  <a:pt x="3" y="36"/>
                  <a:pt x="0" y="33"/>
                  <a:pt x="0" y="30"/>
                </a:cubicBezTo>
                <a:cubicBezTo>
                  <a:pt x="0" y="6"/>
                  <a:pt x="0" y="6"/>
                  <a:pt x="0" y="6"/>
                </a:cubicBezTo>
                <a:cubicBezTo>
                  <a:pt x="0" y="3"/>
                  <a:pt x="3" y="0"/>
                  <a:pt x="6" y="0"/>
                </a:cubicBezTo>
                <a:cubicBezTo>
                  <a:pt x="10" y="0"/>
                  <a:pt x="12" y="3"/>
                  <a:pt x="12" y="6"/>
                </a:cubicBezTo>
                <a:lnTo>
                  <a:pt x="12" y="3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8" name="Freeform 25"/>
          <p:cNvSpPr>
            <a:spLocks noEditPoints="1"/>
          </p:cNvSpPr>
          <p:nvPr/>
        </p:nvSpPr>
        <p:spPr bwMode="auto">
          <a:xfrm>
            <a:off x="8263481" y="2247260"/>
            <a:ext cx="225367" cy="609441"/>
          </a:xfrm>
          <a:custGeom>
            <a:avLst/>
            <a:gdLst>
              <a:gd name="T0" fmla="*/ 51 w 103"/>
              <a:gd name="T1" fmla="*/ 280 h 280"/>
              <a:gd name="T2" fmla="*/ 103 w 103"/>
              <a:gd name="T3" fmla="*/ 140 h 280"/>
              <a:gd name="T4" fmla="*/ 51 w 103"/>
              <a:gd name="T5" fmla="*/ 0 h 280"/>
              <a:gd name="T6" fmla="*/ 51 w 103"/>
              <a:gd name="T7" fmla="*/ 22 h 280"/>
              <a:gd name="T8" fmla="*/ 94 w 103"/>
              <a:gd name="T9" fmla="*/ 140 h 280"/>
              <a:gd name="T10" fmla="*/ 51 w 103"/>
              <a:gd name="T11" fmla="*/ 257 h 280"/>
              <a:gd name="T12" fmla="*/ 51 w 103"/>
              <a:gd name="T13" fmla="*/ 280 h 280"/>
              <a:gd name="T14" fmla="*/ 51 w 103"/>
              <a:gd name="T15" fmla="*/ 0 h 280"/>
              <a:gd name="T16" fmla="*/ 0 w 103"/>
              <a:gd name="T17" fmla="*/ 140 h 280"/>
              <a:gd name="T18" fmla="*/ 51 w 103"/>
              <a:gd name="T19" fmla="*/ 280 h 280"/>
              <a:gd name="T20" fmla="*/ 51 w 103"/>
              <a:gd name="T21" fmla="*/ 280 h 280"/>
              <a:gd name="T22" fmla="*/ 51 w 103"/>
              <a:gd name="T23" fmla="*/ 257 h 280"/>
              <a:gd name="T24" fmla="*/ 51 w 103"/>
              <a:gd name="T25" fmla="*/ 257 h 280"/>
              <a:gd name="T26" fmla="*/ 51 w 103"/>
              <a:gd name="T27" fmla="*/ 257 h 280"/>
              <a:gd name="T28" fmla="*/ 8 w 103"/>
              <a:gd name="T29" fmla="*/ 140 h 280"/>
              <a:gd name="T30" fmla="*/ 51 w 103"/>
              <a:gd name="T31" fmla="*/ 22 h 280"/>
              <a:gd name="T32" fmla="*/ 51 w 103"/>
              <a:gd name="T33" fmla="*/ 22 h 280"/>
              <a:gd name="T34" fmla="*/ 51 w 103"/>
              <a:gd name="T35" fmla="*/ 0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03" h="280">
                <a:moveTo>
                  <a:pt x="51" y="280"/>
                </a:moveTo>
                <a:cubicBezTo>
                  <a:pt x="80" y="280"/>
                  <a:pt x="103" y="217"/>
                  <a:pt x="103" y="140"/>
                </a:cubicBezTo>
                <a:cubicBezTo>
                  <a:pt x="103" y="62"/>
                  <a:pt x="80" y="0"/>
                  <a:pt x="51" y="0"/>
                </a:cubicBezTo>
                <a:cubicBezTo>
                  <a:pt x="51" y="22"/>
                  <a:pt x="51" y="22"/>
                  <a:pt x="51" y="22"/>
                </a:cubicBezTo>
                <a:cubicBezTo>
                  <a:pt x="75" y="22"/>
                  <a:pt x="94" y="75"/>
                  <a:pt x="94" y="140"/>
                </a:cubicBezTo>
                <a:cubicBezTo>
                  <a:pt x="94" y="204"/>
                  <a:pt x="75" y="257"/>
                  <a:pt x="51" y="257"/>
                </a:cubicBezTo>
                <a:lnTo>
                  <a:pt x="51" y="280"/>
                </a:lnTo>
                <a:close/>
                <a:moveTo>
                  <a:pt x="51" y="0"/>
                </a:moveTo>
                <a:cubicBezTo>
                  <a:pt x="23" y="0"/>
                  <a:pt x="0" y="62"/>
                  <a:pt x="0" y="140"/>
                </a:cubicBezTo>
                <a:cubicBezTo>
                  <a:pt x="0" y="217"/>
                  <a:pt x="23" y="280"/>
                  <a:pt x="51" y="280"/>
                </a:cubicBezTo>
                <a:cubicBezTo>
                  <a:pt x="51" y="280"/>
                  <a:pt x="51" y="280"/>
                  <a:pt x="51" y="280"/>
                </a:cubicBezTo>
                <a:cubicBezTo>
                  <a:pt x="51" y="257"/>
                  <a:pt x="51" y="257"/>
                  <a:pt x="51" y="257"/>
                </a:cubicBezTo>
                <a:cubicBezTo>
                  <a:pt x="51" y="257"/>
                  <a:pt x="51" y="257"/>
                  <a:pt x="51" y="257"/>
                </a:cubicBezTo>
                <a:cubicBezTo>
                  <a:pt x="51" y="257"/>
                  <a:pt x="51" y="257"/>
                  <a:pt x="51" y="257"/>
                </a:cubicBezTo>
                <a:cubicBezTo>
                  <a:pt x="27" y="257"/>
                  <a:pt x="8" y="204"/>
                  <a:pt x="8" y="140"/>
                </a:cubicBezTo>
                <a:cubicBezTo>
                  <a:pt x="8" y="75"/>
                  <a:pt x="27" y="22"/>
                  <a:pt x="51" y="22"/>
                </a:cubicBezTo>
                <a:cubicBezTo>
                  <a:pt x="51" y="22"/>
                  <a:pt x="51" y="22"/>
                  <a:pt x="51" y="22"/>
                </a:cubicBezTo>
                <a:cubicBezTo>
                  <a:pt x="51" y="0"/>
                  <a:pt x="51" y="0"/>
                  <a:pt x="51"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29" name="Freeform 26"/>
          <p:cNvSpPr>
            <a:spLocks noEditPoints="1"/>
          </p:cNvSpPr>
          <p:nvPr/>
        </p:nvSpPr>
        <p:spPr bwMode="auto">
          <a:xfrm>
            <a:off x="8069855" y="2439295"/>
            <a:ext cx="611029" cy="223780"/>
          </a:xfrm>
          <a:custGeom>
            <a:avLst/>
            <a:gdLst>
              <a:gd name="T0" fmla="*/ 280 w 280"/>
              <a:gd name="T1" fmla="*/ 52 h 103"/>
              <a:gd name="T2" fmla="*/ 140 w 280"/>
              <a:gd name="T3" fmla="*/ 0 h 103"/>
              <a:gd name="T4" fmla="*/ 140 w 280"/>
              <a:gd name="T5" fmla="*/ 8 h 103"/>
              <a:gd name="T6" fmla="*/ 257 w 280"/>
              <a:gd name="T7" fmla="*/ 52 h 103"/>
              <a:gd name="T8" fmla="*/ 140 w 280"/>
              <a:gd name="T9" fmla="*/ 95 h 103"/>
              <a:gd name="T10" fmla="*/ 140 w 280"/>
              <a:gd name="T11" fmla="*/ 103 h 103"/>
              <a:gd name="T12" fmla="*/ 280 w 280"/>
              <a:gd name="T13" fmla="*/ 52 h 103"/>
              <a:gd name="T14" fmla="*/ 140 w 280"/>
              <a:gd name="T15" fmla="*/ 0 h 103"/>
              <a:gd name="T16" fmla="*/ 140 w 280"/>
              <a:gd name="T17" fmla="*/ 0 h 103"/>
              <a:gd name="T18" fmla="*/ 0 w 280"/>
              <a:gd name="T19" fmla="*/ 52 h 103"/>
              <a:gd name="T20" fmla="*/ 140 w 280"/>
              <a:gd name="T21" fmla="*/ 103 h 103"/>
              <a:gd name="T22" fmla="*/ 140 w 280"/>
              <a:gd name="T23" fmla="*/ 103 h 103"/>
              <a:gd name="T24" fmla="*/ 140 w 280"/>
              <a:gd name="T25" fmla="*/ 95 h 103"/>
              <a:gd name="T26" fmla="*/ 140 w 280"/>
              <a:gd name="T27" fmla="*/ 95 h 103"/>
              <a:gd name="T28" fmla="*/ 23 w 280"/>
              <a:gd name="T29" fmla="*/ 52 h 103"/>
              <a:gd name="T30" fmla="*/ 23 w 280"/>
              <a:gd name="T31" fmla="*/ 52 h 103"/>
              <a:gd name="T32" fmla="*/ 140 w 280"/>
              <a:gd name="T33" fmla="*/ 8 h 103"/>
              <a:gd name="T34" fmla="*/ 140 w 280"/>
              <a:gd name="T35" fmla="*/ 8 h 103"/>
              <a:gd name="T36" fmla="*/ 140 w 280"/>
              <a:gd name="T37" fmla="*/ 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0" h="103">
                <a:moveTo>
                  <a:pt x="280" y="52"/>
                </a:moveTo>
                <a:cubicBezTo>
                  <a:pt x="280" y="23"/>
                  <a:pt x="217" y="0"/>
                  <a:pt x="140" y="0"/>
                </a:cubicBezTo>
                <a:cubicBezTo>
                  <a:pt x="140" y="8"/>
                  <a:pt x="140" y="8"/>
                  <a:pt x="140" y="8"/>
                </a:cubicBezTo>
                <a:cubicBezTo>
                  <a:pt x="205" y="8"/>
                  <a:pt x="257" y="28"/>
                  <a:pt x="257" y="52"/>
                </a:cubicBezTo>
                <a:cubicBezTo>
                  <a:pt x="257" y="75"/>
                  <a:pt x="205" y="95"/>
                  <a:pt x="140" y="95"/>
                </a:cubicBezTo>
                <a:cubicBezTo>
                  <a:pt x="140" y="103"/>
                  <a:pt x="140" y="103"/>
                  <a:pt x="140" y="103"/>
                </a:cubicBezTo>
                <a:cubicBezTo>
                  <a:pt x="217" y="103"/>
                  <a:pt x="280" y="80"/>
                  <a:pt x="280" y="52"/>
                </a:cubicBezTo>
                <a:close/>
                <a:moveTo>
                  <a:pt x="140" y="0"/>
                </a:moveTo>
                <a:cubicBezTo>
                  <a:pt x="140" y="0"/>
                  <a:pt x="140" y="0"/>
                  <a:pt x="140" y="0"/>
                </a:cubicBezTo>
                <a:cubicBezTo>
                  <a:pt x="63" y="0"/>
                  <a:pt x="0" y="23"/>
                  <a:pt x="0" y="52"/>
                </a:cubicBezTo>
                <a:cubicBezTo>
                  <a:pt x="0" y="80"/>
                  <a:pt x="63" y="103"/>
                  <a:pt x="140" y="103"/>
                </a:cubicBezTo>
                <a:cubicBezTo>
                  <a:pt x="140" y="103"/>
                  <a:pt x="140" y="103"/>
                  <a:pt x="140" y="103"/>
                </a:cubicBezTo>
                <a:cubicBezTo>
                  <a:pt x="140" y="95"/>
                  <a:pt x="140" y="95"/>
                  <a:pt x="140" y="95"/>
                </a:cubicBezTo>
                <a:cubicBezTo>
                  <a:pt x="140" y="95"/>
                  <a:pt x="140" y="95"/>
                  <a:pt x="140" y="95"/>
                </a:cubicBezTo>
                <a:cubicBezTo>
                  <a:pt x="75" y="95"/>
                  <a:pt x="23" y="75"/>
                  <a:pt x="23" y="52"/>
                </a:cubicBezTo>
                <a:cubicBezTo>
                  <a:pt x="23" y="52"/>
                  <a:pt x="23" y="52"/>
                  <a:pt x="23" y="52"/>
                </a:cubicBezTo>
                <a:cubicBezTo>
                  <a:pt x="23" y="28"/>
                  <a:pt x="75" y="8"/>
                  <a:pt x="140" y="8"/>
                </a:cubicBezTo>
                <a:cubicBezTo>
                  <a:pt x="140" y="8"/>
                  <a:pt x="140" y="8"/>
                  <a:pt x="140" y="8"/>
                </a:cubicBezTo>
                <a:lnTo>
                  <a:pt x="14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0" name="Freeform 27"/>
          <p:cNvSpPr>
            <a:spLocks noEditPoints="1"/>
          </p:cNvSpPr>
          <p:nvPr/>
        </p:nvSpPr>
        <p:spPr bwMode="auto">
          <a:xfrm>
            <a:off x="8115881" y="2301221"/>
            <a:ext cx="518977" cy="498345"/>
          </a:xfrm>
          <a:custGeom>
            <a:avLst/>
            <a:gdLst>
              <a:gd name="T0" fmla="*/ 218 w 238"/>
              <a:gd name="T1" fmla="*/ 16 h 229"/>
              <a:gd name="T2" fmla="*/ 119 w 238"/>
              <a:gd name="T3" fmla="*/ 46 h 229"/>
              <a:gd name="T4" fmla="*/ 119 w 238"/>
              <a:gd name="T5" fmla="*/ 57 h 229"/>
              <a:gd name="T6" fmla="*/ 202 w 238"/>
              <a:gd name="T7" fmla="*/ 32 h 229"/>
              <a:gd name="T8" fmla="*/ 150 w 238"/>
              <a:gd name="T9" fmla="*/ 145 h 229"/>
              <a:gd name="T10" fmla="*/ 119 w 238"/>
              <a:gd name="T11" fmla="*/ 172 h 229"/>
              <a:gd name="T12" fmla="*/ 119 w 238"/>
              <a:gd name="T13" fmla="*/ 183 h 229"/>
              <a:gd name="T14" fmla="*/ 156 w 238"/>
              <a:gd name="T15" fmla="*/ 151 h 229"/>
              <a:gd name="T16" fmla="*/ 218 w 238"/>
              <a:gd name="T17" fmla="*/ 16 h 229"/>
              <a:gd name="T18" fmla="*/ 119 w 238"/>
              <a:gd name="T19" fmla="*/ 46 h 229"/>
              <a:gd name="T20" fmla="*/ 83 w 238"/>
              <a:gd name="T21" fmla="*/ 78 h 229"/>
              <a:gd name="T22" fmla="*/ 20 w 238"/>
              <a:gd name="T23" fmla="*/ 214 h 229"/>
              <a:gd name="T24" fmla="*/ 119 w 238"/>
              <a:gd name="T25" fmla="*/ 183 h 229"/>
              <a:gd name="T26" fmla="*/ 119 w 238"/>
              <a:gd name="T27" fmla="*/ 172 h 229"/>
              <a:gd name="T28" fmla="*/ 36 w 238"/>
              <a:gd name="T29" fmla="*/ 197 h 229"/>
              <a:gd name="T30" fmla="*/ 36 w 238"/>
              <a:gd name="T31" fmla="*/ 197 h 229"/>
              <a:gd name="T32" fmla="*/ 89 w 238"/>
              <a:gd name="T33" fmla="*/ 84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16"/>
                </a:moveTo>
                <a:cubicBezTo>
                  <a:pt x="202" y="0"/>
                  <a:pt x="162" y="13"/>
                  <a:pt x="119" y="46"/>
                </a:cubicBezTo>
                <a:cubicBezTo>
                  <a:pt x="119" y="57"/>
                  <a:pt x="119" y="57"/>
                  <a:pt x="119" y="57"/>
                </a:cubicBezTo>
                <a:cubicBezTo>
                  <a:pt x="155" y="30"/>
                  <a:pt x="189" y="19"/>
                  <a:pt x="202" y="32"/>
                </a:cubicBezTo>
                <a:cubicBezTo>
                  <a:pt x="219" y="49"/>
                  <a:pt x="195" y="99"/>
                  <a:pt x="150" y="145"/>
                </a:cubicBezTo>
                <a:cubicBezTo>
                  <a:pt x="140" y="155"/>
                  <a:pt x="129" y="164"/>
                  <a:pt x="119" y="172"/>
                </a:cubicBezTo>
                <a:cubicBezTo>
                  <a:pt x="119" y="183"/>
                  <a:pt x="119" y="183"/>
                  <a:pt x="119" y="183"/>
                </a:cubicBezTo>
                <a:cubicBezTo>
                  <a:pt x="131" y="174"/>
                  <a:pt x="144" y="163"/>
                  <a:pt x="156" y="151"/>
                </a:cubicBezTo>
                <a:cubicBezTo>
                  <a:pt x="210" y="96"/>
                  <a:pt x="238" y="36"/>
                  <a:pt x="218" y="16"/>
                </a:cubicBezTo>
                <a:close/>
                <a:moveTo>
                  <a:pt x="119" y="46"/>
                </a:moveTo>
                <a:cubicBezTo>
                  <a:pt x="107" y="55"/>
                  <a:pt x="95" y="66"/>
                  <a:pt x="83" y="78"/>
                </a:cubicBezTo>
                <a:cubicBezTo>
                  <a:pt x="28" y="133"/>
                  <a:pt x="0" y="193"/>
                  <a:pt x="20" y="214"/>
                </a:cubicBezTo>
                <a:cubicBezTo>
                  <a:pt x="36" y="229"/>
                  <a:pt x="76" y="216"/>
                  <a:pt x="119" y="183"/>
                </a:cubicBezTo>
                <a:cubicBezTo>
                  <a:pt x="119" y="172"/>
                  <a:pt x="119" y="172"/>
                  <a:pt x="119" y="172"/>
                </a:cubicBezTo>
                <a:cubicBezTo>
                  <a:pt x="83" y="199"/>
                  <a:pt x="49" y="211"/>
                  <a:pt x="36" y="197"/>
                </a:cubicBezTo>
                <a:cubicBezTo>
                  <a:pt x="36" y="197"/>
                  <a:pt x="36" y="197"/>
                  <a:pt x="36" y="197"/>
                </a:cubicBezTo>
                <a:cubicBezTo>
                  <a:pt x="19" y="181"/>
                  <a:pt x="43" y="130"/>
                  <a:pt x="89" y="84"/>
                </a:cubicBezTo>
                <a:cubicBezTo>
                  <a:pt x="99" y="74"/>
                  <a:pt x="109" y="65"/>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1" name="Freeform 28"/>
          <p:cNvSpPr>
            <a:spLocks noEditPoints="1"/>
          </p:cNvSpPr>
          <p:nvPr/>
        </p:nvSpPr>
        <p:spPr bwMode="auto">
          <a:xfrm>
            <a:off x="8115881" y="2301221"/>
            <a:ext cx="518977" cy="498345"/>
          </a:xfrm>
          <a:custGeom>
            <a:avLst/>
            <a:gdLst>
              <a:gd name="T0" fmla="*/ 218 w 238"/>
              <a:gd name="T1" fmla="*/ 214 h 229"/>
              <a:gd name="T2" fmla="*/ 156 w 238"/>
              <a:gd name="T3" fmla="*/ 78 h 229"/>
              <a:gd name="T4" fmla="*/ 119 w 238"/>
              <a:gd name="T5" fmla="*/ 46 h 229"/>
              <a:gd name="T6" fmla="*/ 119 w 238"/>
              <a:gd name="T7" fmla="*/ 57 h 229"/>
              <a:gd name="T8" fmla="*/ 150 w 238"/>
              <a:gd name="T9" fmla="*/ 84 h 229"/>
              <a:gd name="T10" fmla="*/ 202 w 238"/>
              <a:gd name="T11" fmla="*/ 197 h 229"/>
              <a:gd name="T12" fmla="*/ 119 w 238"/>
              <a:gd name="T13" fmla="*/ 172 h 229"/>
              <a:gd name="T14" fmla="*/ 119 w 238"/>
              <a:gd name="T15" fmla="*/ 183 h 229"/>
              <a:gd name="T16" fmla="*/ 218 w 238"/>
              <a:gd name="T17" fmla="*/ 214 h 229"/>
              <a:gd name="T18" fmla="*/ 119 w 238"/>
              <a:gd name="T19" fmla="*/ 46 h 229"/>
              <a:gd name="T20" fmla="*/ 20 w 238"/>
              <a:gd name="T21" fmla="*/ 16 h 229"/>
              <a:gd name="T22" fmla="*/ 83 w 238"/>
              <a:gd name="T23" fmla="*/ 151 h 229"/>
              <a:gd name="T24" fmla="*/ 119 w 238"/>
              <a:gd name="T25" fmla="*/ 183 h 229"/>
              <a:gd name="T26" fmla="*/ 119 w 238"/>
              <a:gd name="T27" fmla="*/ 172 h 229"/>
              <a:gd name="T28" fmla="*/ 89 w 238"/>
              <a:gd name="T29" fmla="*/ 145 h 229"/>
              <a:gd name="T30" fmla="*/ 36 w 238"/>
              <a:gd name="T31" fmla="*/ 32 h 229"/>
              <a:gd name="T32" fmla="*/ 36 w 238"/>
              <a:gd name="T33" fmla="*/ 32 h 229"/>
              <a:gd name="T34" fmla="*/ 119 w 238"/>
              <a:gd name="T35" fmla="*/ 57 h 229"/>
              <a:gd name="T36" fmla="*/ 119 w 238"/>
              <a:gd name="T37" fmla="*/ 46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8" h="229">
                <a:moveTo>
                  <a:pt x="218" y="214"/>
                </a:moveTo>
                <a:cubicBezTo>
                  <a:pt x="238" y="193"/>
                  <a:pt x="210" y="133"/>
                  <a:pt x="156" y="78"/>
                </a:cubicBezTo>
                <a:cubicBezTo>
                  <a:pt x="144" y="66"/>
                  <a:pt x="131" y="55"/>
                  <a:pt x="119" y="46"/>
                </a:cubicBezTo>
                <a:cubicBezTo>
                  <a:pt x="119" y="57"/>
                  <a:pt x="119" y="57"/>
                  <a:pt x="119" y="57"/>
                </a:cubicBezTo>
                <a:cubicBezTo>
                  <a:pt x="129" y="65"/>
                  <a:pt x="140" y="74"/>
                  <a:pt x="150" y="84"/>
                </a:cubicBezTo>
                <a:cubicBezTo>
                  <a:pt x="195" y="130"/>
                  <a:pt x="219" y="181"/>
                  <a:pt x="202" y="197"/>
                </a:cubicBezTo>
                <a:cubicBezTo>
                  <a:pt x="189" y="211"/>
                  <a:pt x="155" y="199"/>
                  <a:pt x="119" y="172"/>
                </a:cubicBezTo>
                <a:cubicBezTo>
                  <a:pt x="119" y="183"/>
                  <a:pt x="119" y="183"/>
                  <a:pt x="119" y="183"/>
                </a:cubicBezTo>
                <a:cubicBezTo>
                  <a:pt x="162" y="216"/>
                  <a:pt x="202" y="229"/>
                  <a:pt x="218" y="214"/>
                </a:cubicBezTo>
                <a:close/>
                <a:moveTo>
                  <a:pt x="119" y="46"/>
                </a:moveTo>
                <a:cubicBezTo>
                  <a:pt x="76" y="13"/>
                  <a:pt x="36" y="0"/>
                  <a:pt x="20" y="16"/>
                </a:cubicBezTo>
                <a:cubicBezTo>
                  <a:pt x="0" y="36"/>
                  <a:pt x="28" y="96"/>
                  <a:pt x="83" y="151"/>
                </a:cubicBezTo>
                <a:cubicBezTo>
                  <a:pt x="95" y="163"/>
                  <a:pt x="107" y="174"/>
                  <a:pt x="119" y="183"/>
                </a:cubicBezTo>
                <a:cubicBezTo>
                  <a:pt x="119" y="172"/>
                  <a:pt x="119" y="172"/>
                  <a:pt x="119" y="172"/>
                </a:cubicBezTo>
                <a:cubicBezTo>
                  <a:pt x="109" y="164"/>
                  <a:pt x="99" y="155"/>
                  <a:pt x="89" y="145"/>
                </a:cubicBezTo>
                <a:cubicBezTo>
                  <a:pt x="43" y="99"/>
                  <a:pt x="19" y="49"/>
                  <a:pt x="36" y="32"/>
                </a:cubicBezTo>
                <a:cubicBezTo>
                  <a:pt x="36" y="32"/>
                  <a:pt x="36" y="32"/>
                  <a:pt x="36" y="32"/>
                </a:cubicBezTo>
                <a:cubicBezTo>
                  <a:pt x="49" y="19"/>
                  <a:pt x="83" y="30"/>
                  <a:pt x="119" y="57"/>
                </a:cubicBezTo>
                <a:lnTo>
                  <a:pt x="119" y="4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2" name="Oval 29"/>
          <p:cNvSpPr>
            <a:spLocks noChangeArrowheads="1"/>
          </p:cNvSpPr>
          <p:nvPr/>
        </p:nvSpPr>
        <p:spPr bwMode="auto">
          <a:xfrm>
            <a:off x="8330138" y="2504367"/>
            <a:ext cx="93639" cy="93639"/>
          </a:xfrm>
          <a:prstGeom prst="ellipse">
            <a:avLst/>
          </a:pr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3" name="Freeform 30"/>
          <p:cNvSpPr>
            <a:spLocks noEditPoints="1"/>
          </p:cNvSpPr>
          <p:nvPr/>
        </p:nvSpPr>
        <p:spPr bwMode="auto">
          <a:xfrm>
            <a:off x="9049087" y="2074266"/>
            <a:ext cx="257108" cy="487236"/>
          </a:xfrm>
          <a:custGeom>
            <a:avLst/>
            <a:gdLst>
              <a:gd name="T0" fmla="*/ 67 w 162"/>
              <a:gd name="T1" fmla="*/ 307 h 307"/>
              <a:gd name="T2" fmla="*/ 162 w 162"/>
              <a:gd name="T3" fmla="*/ 307 h 307"/>
              <a:gd name="T4" fmla="*/ 67 w 162"/>
              <a:gd name="T5" fmla="*/ 127 h 307"/>
              <a:gd name="T6" fmla="*/ 67 w 162"/>
              <a:gd name="T7" fmla="*/ 193 h 307"/>
              <a:gd name="T8" fmla="*/ 110 w 162"/>
              <a:gd name="T9" fmla="*/ 267 h 307"/>
              <a:gd name="T10" fmla="*/ 67 w 162"/>
              <a:gd name="T11" fmla="*/ 267 h 307"/>
              <a:gd name="T12" fmla="*/ 67 w 162"/>
              <a:gd name="T13" fmla="*/ 307 h 307"/>
              <a:gd name="T14" fmla="*/ 0 w 162"/>
              <a:gd name="T15" fmla="*/ 0 h 307"/>
              <a:gd name="T16" fmla="*/ 0 w 162"/>
              <a:gd name="T17" fmla="*/ 307 h 307"/>
              <a:gd name="T18" fmla="*/ 67 w 162"/>
              <a:gd name="T19" fmla="*/ 307 h 307"/>
              <a:gd name="T20" fmla="*/ 67 w 162"/>
              <a:gd name="T21" fmla="*/ 267 h 307"/>
              <a:gd name="T22" fmla="*/ 24 w 162"/>
              <a:gd name="T23" fmla="*/ 267 h 307"/>
              <a:gd name="T24" fmla="*/ 24 w 162"/>
              <a:gd name="T25" fmla="*/ 120 h 307"/>
              <a:gd name="T26" fmla="*/ 24 w 162"/>
              <a:gd name="T27" fmla="*/ 120 h 307"/>
              <a:gd name="T28" fmla="*/ 67 w 162"/>
              <a:gd name="T29" fmla="*/ 193 h 307"/>
              <a:gd name="T30" fmla="*/ 67 w 162"/>
              <a:gd name="T31" fmla="*/ 127 h 307"/>
              <a:gd name="T32" fmla="*/ 0 w 162"/>
              <a:gd name="T33" fmla="*/ 0 h 3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62" h="307">
                <a:moveTo>
                  <a:pt x="67" y="307"/>
                </a:moveTo>
                <a:lnTo>
                  <a:pt x="162" y="307"/>
                </a:lnTo>
                <a:lnTo>
                  <a:pt x="67" y="127"/>
                </a:lnTo>
                <a:lnTo>
                  <a:pt x="67" y="193"/>
                </a:lnTo>
                <a:lnTo>
                  <a:pt x="110" y="267"/>
                </a:lnTo>
                <a:lnTo>
                  <a:pt x="67" y="267"/>
                </a:lnTo>
                <a:lnTo>
                  <a:pt x="67" y="307"/>
                </a:lnTo>
                <a:close/>
                <a:moveTo>
                  <a:pt x="0" y="0"/>
                </a:moveTo>
                <a:lnTo>
                  <a:pt x="0" y="307"/>
                </a:lnTo>
                <a:lnTo>
                  <a:pt x="67" y="307"/>
                </a:lnTo>
                <a:lnTo>
                  <a:pt x="67" y="267"/>
                </a:lnTo>
                <a:lnTo>
                  <a:pt x="24" y="267"/>
                </a:lnTo>
                <a:lnTo>
                  <a:pt x="24" y="120"/>
                </a:lnTo>
                <a:lnTo>
                  <a:pt x="24" y="120"/>
                </a:lnTo>
                <a:lnTo>
                  <a:pt x="67" y="193"/>
                </a:lnTo>
                <a:lnTo>
                  <a:pt x="67" y="127"/>
                </a:ln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4" name="Rectangle 31"/>
          <p:cNvSpPr>
            <a:spLocks noChangeArrowheads="1"/>
          </p:cNvSpPr>
          <p:nvPr/>
        </p:nvSpPr>
        <p:spPr bwMode="auto">
          <a:xfrm>
            <a:off x="8920534" y="2072679"/>
            <a:ext cx="65071" cy="474540"/>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5" name="Freeform 32"/>
          <p:cNvSpPr>
            <a:spLocks noEditPoints="1"/>
          </p:cNvSpPr>
          <p:nvPr/>
        </p:nvSpPr>
        <p:spPr bwMode="auto">
          <a:xfrm>
            <a:off x="6812883" y="4462832"/>
            <a:ext cx="561829" cy="411056"/>
          </a:xfrm>
          <a:custGeom>
            <a:avLst/>
            <a:gdLst>
              <a:gd name="T0" fmla="*/ 213 w 258"/>
              <a:gd name="T1" fmla="*/ 31 h 189"/>
              <a:gd name="T2" fmla="*/ 204 w 258"/>
              <a:gd name="T3" fmla="*/ 69 h 189"/>
              <a:gd name="T4" fmla="*/ 228 w 258"/>
              <a:gd name="T5" fmla="*/ 109 h 189"/>
              <a:gd name="T6" fmla="*/ 204 w 258"/>
              <a:gd name="T7" fmla="*/ 146 h 189"/>
              <a:gd name="T8" fmla="*/ 204 w 258"/>
              <a:gd name="T9" fmla="*/ 27 h 189"/>
              <a:gd name="T10" fmla="*/ 91 w 258"/>
              <a:gd name="T11" fmla="*/ 14 h 189"/>
              <a:gd name="T12" fmla="*/ 97 w 258"/>
              <a:gd name="T13" fmla="*/ 15 h 189"/>
              <a:gd name="T14" fmla="*/ 91 w 258"/>
              <a:gd name="T15" fmla="*/ 42 h 189"/>
              <a:gd name="T16" fmla="*/ 91 w 258"/>
              <a:gd name="T17" fmla="*/ 162 h 189"/>
              <a:gd name="T18" fmla="*/ 166 w 258"/>
              <a:gd name="T19" fmla="*/ 145 h 189"/>
              <a:gd name="T20" fmla="*/ 204 w 258"/>
              <a:gd name="T21" fmla="*/ 125 h 189"/>
              <a:gd name="T22" fmla="*/ 191 w 258"/>
              <a:gd name="T23" fmla="*/ 122 h 189"/>
              <a:gd name="T24" fmla="*/ 204 w 258"/>
              <a:gd name="T25" fmla="*/ 69 h 189"/>
              <a:gd name="T26" fmla="*/ 91 w 258"/>
              <a:gd name="T27" fmla="*/ 6 h 189"/>
              <a:gd name="T28" fmla="*/ 78 w 258"/>
              <a:gd name="T29" fmla="*/ 24 h 189"/>
              <a:gd name="T30" fmla="*/ 91 w 258"/>
              <a:gd name="T31" fmla="*/ 14 h 189"/>
              <a:gd name="T32" fmla="*/ 78 w 258"/>
              <a:gd name="T33" fmla="*/ 188 h 189"/>
              <a:gd name="T34" fmla="*/ 91 w 258"/>
              <a:gd name="T35" fmla="*/ 162 h 189"/>
              <a:gd name="T36" fmla="*/ 78 w 258"/>
              <a:gd name="T37" fmla="*/ 176 h 189"/>
              <a:gd name="T38" fmla="*/ 91 w 258"/>
              <a:gd name="T39" fmla="*/ 42 h 189"/>
              <a:gd name="T40" fmla="*/ 80 w 258"/>
              <a:gd name="T41" fmla="*/ 134 h 189"/>
              <a:gd name="T42" fmla="*/ 78 w 258"/>
              <a:gd name="T43" fmla="*/ 64 h 189"/>
              <a:gd name="T44" fmla="*/ 78 w 258"/>
              <a:gd name="T45" fmla="*/ 33 h 189"/>
              <a:gd name="T46" fmla="*/ 91 w 258"/>
              <a:gd name="T47" fmla="*/ 42 h 189"/>
              <a:gd name="T48" fmla="*/ 60 w 258"/>
              <a:gd name="T49" fmla="*/ 18 h 189"/>
              <a:gd name="T50" fmla="*/ 68 w 258"/>
              <a:gd name="T51" fmla="*/ 42 h 189"/>
              <a:gd name="T52" fmla="*/ 78 w 258"/>
              <a:gd name="T53" fmla="*/ 33 h 189"/>
              <a:gd name="T54" fmla="*/ 78 w 258"/>
              <a:gd name="T55" fmla="*/ 9 h 189"/>
              <a:gd name="T56" fmla="*/ 78 w 258"/>
              <a:gd name="T57" fmla="*/ 188 h 189"/>
              <a:gd name="T58" fmla="*/ 60 w 258"/>
              <a:gd name="T59" fmla="*/ 176 h 189"/>
              <a:gd name="T60" fmla="*/ 78 w 258"/>
              <a:gd name="T61" fmla="*/ 64 h 189"/>
              <a:gd name="T62" fmla="*/ 60 w 258"/>
              <a:gd name="T63" fmla="*/ 134 h 189"/>
              <a:gd name="T64" fmla="*/ 70 w 258"/>
              <a:gd name="T65" fmla="*/ 116 h 189"/>
              <a:gd name="T66" fmla="*/ 60 w 258"/>
              <a:gd name="T67" fmla="*/ 87 h 189"/>
              <a:gd name="T68" fmla="*/ 76 w 258"/>
              <a:gd name="T69" fmla="*/ 68 h 189"/>
              <a:gd name="T70" fmla="*/ 60 w 258"/>
              <a:gd name="T71" fmla="*/ 18 h 189"/>
              <a:gd name="T72" fmla="*/ 60 w 258"/>
              <a:gd name="T73" fmla="*/ 187 h 189"/>
              <a:gd name="T74" fmla="*/ 59 w 258"/>
              <a:gd name="T75" fmla="*/ 175 h 189"/>
              <a:gd name="T76" fmla="*/ 49 w 258"/>
              <a:gd name="T77" fmla="*/ 144 h 189"/>
              <a:gd name="T78" fmla="*/ 60 w 258"/>
              <a:gd name="T79" fmla="*/ 125 h 189"/>
              <a:gd name="T80" fmla="*/ 41 w 258"/>
              <a:gd name="T81" fmla="*/ 125 h 189"/>
              <a:gd name="T82" fmla="*/ 60 w 258"/>
              <a:gd name="T83" fmla="*/ 87 h 189"/>
              <a:gd name="T84" fmla="*/ 51 w 258"/>
              <a:gd name="T85" fmla="*/ 76 h 189"/>
              <a:gd name="T86" fmla="*/ 43 w 258"/>
              <a:gd name="T87" fmla="*/ 51 h 189"/>
              <a:gd name="T88" fmla="*/ 60 w 258"/>
              <a:gd name="T89" fmla="*/ 18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58" h="189">
                <a:moveTo>
                  <a:pt x="253" y="104"/>
                </a:moveTo>
                <a:cubicBezTo>
                  <a:pt x="258" y="60"/>
                  <a:pt x="213" y="31"/>
                  <a:pt x="213" y="31"/>
                </a:cubicBezTo>
                <a:cubicBezTo>
                  <a:pt x="210" y="30"/>
                  <a:pt x="207" y="28"/>
                  <a:pt x="204" y="27"/>
                </a:cubicBezTo>
                <a:cubicBezTo>
                  <a:pt x="204" y="69"/>
                  <a:pt x="204" y="69"/>
                  <a:pt x="204" y="69"/>
                </a:cubicBezTo>
                <a:cubicBezTo>
                  <a:pt x="208" y="69"/>
                  <a:pt x="212" y="70"/>
                  <a:pt x="216" y="72"/>
                </a:cubicBezTo>
                <a:cubicBezTo>
                  <a:pt x="230" y="79"/>
                  <a:pt x="235" y="95"/>
                  <a:pt x="228" y="109"/>
                </a:cubicBezTo>
                <a:cubicBezTo>
                  <a:pt x="224" y="119"/>
                  <a:pt x="214" y="125"/>
                  <a:pt x="204" y="125"/>
                </a:cubicBezTo>
                <a:cubicBezTo>
                  <a:pt x="204" y="146"/>
                  <a:pt x="204" y="146"/>
                  <a:pt x="204" y="146"/>
                </a:cubicBezTo>
                <a:cubicBezTo>
                  <a:pt x="230" y="144"/>
                  <a:pt x="249" y="134"/>
                  <a:pt x="253" y="104"/>
                </a:cubicBezTo>
                <a:close/>
                <a:moveTo>
                  <a:pt x="204" y="27"/>
                </a:moveTo>
                <a:cubicBezTo>
                  <a:pt x="156" y="5"/>
                  <a:pt x="119" y="0"/>
                  <a:pt x="91" y="6"/>
                </a:cubicBezTo>
                <a:cubicBezTo>
                  <a:pt x="91" y="14"/>
                  <a:pt x="91" y="14"/>
                  <a:pt x="91" y="14"/>
                </a:cubicBezTo>
                <a:cubicBezTo>
                  <a:pt x="93" y="14"/>
                  <a:pt x="95" y="14"/>
                  <a:pt x="97" y="15"/>
                </a:cubicBezTo>
                <a:cubicBezTo>
                  <a:pt x="97" y="15"/>
                  <a:pt x="97" y="15"/>
                  <a:pt x="97" y="15"/>
                </a:cubicBezTo>
                <a:cubicBezTo>
                  <a:pt x="104" y="19"/>
                  <a:pt x="107" y="27"/>
                  <a:pt x="103" y="34"/>
                </a:cubicBezTo>
                <a:cubicBezTo>
                  <a:pt x="101" y="39"/>
                  <a:pt x="96" y="42"/>
                  <a:pt x="91" y="42"/>
                </a:cubicBezTo>
                <a:cubicBezTo>
                  <a:pt x="91" y="146"/>
                  <a:pt x="91" y="146"/>
                  <a:pt x="91" y="146"/>
                </a:cubicBezTo>
                <a:cubicBezTo>
                  <a:pt x="93" y="151"/>
                  <a:pt x="93" y="157"/>
                  <a:pt x="91" y="162"/>
                </a:cubicBezTo>
                <a:cubicBezTo>
                  <a:pt x="91" y="185"/>
                  <a:pt x="91" y="185"/>
                  <a:pt x="91" y="185"/>
                </a:cubicBezTo>
                <a:cubicBezTo>
                  <a:pt x="117" y="174"/>
                  <a:pt x="138" y="143"/>
                  <a:pt x="166" y="145"/>
                </a:cubicBezTo>
                <a:cubicBezTo>
                  <a:pt x="179" y="147"/>
                  <a:pt x="192" y="147"/>
                  <a:pt x="204" y="146"/>
                </a:cubicBezTo>
                <a:cubicBezTo>
                  <a:pt x="204" y="125"/>
                  <a:pt x="204" y="125"/>
                  <a:pt x="204" y="125"/>
                </a:cubicBezTo>
                <a:cubicBezTo>
                  <a:pt x="199" y="125"/>
                  <a:pt x="195" y="124"/>
                  <a:pt x="191" y="122"/>
                </a:cubicBezTo>
                <a:cubicBezTo>
                  <a:pt x="191" y="122"/>
                  <a:pt x="191" y="122"/>
                  <a:pt x="191" y="122"/>
                </a:cubicBezTo>
                <a:cubicBezTo>
                  <a:pt x="177" y="115"/>
                  <a:pt x="172" y="98"/>
                  <a:pt x="179" y="84"/>
                </a:cubicBezTo>
                <a:cubicBezTo>
                  <a:pt x="184" y="74"/>
                  <a:pt x="193" y="69"/>
                  <a:pt x="204" y="69"/>
                </a:cubicBezTo>
                <a:lnTo>
                  <a:pt x="204" y="27"/>
                </a:lnTo>
                <a:close/>
                <a:moveTo>
                  <a:pt x="91" y="6"/>
                </a:moveTo>
                <a:cubicBezTo>
                  <a:pt x="86" y="6"/>
                  <a:pt x="82" y="8"/>
                  <a:pt x="78" y="9"/>
                </a:cubicBezTo>
                <a:cubicBezTo>
                  <a:pt x="78" y="24"/>
                  <a:pt x="78" y="24"/>
                  <a:pt x="78" y="24"/>
                </a:cubicBezTo>
                <a:cubicBezTo>
                  <a:pt x="78" y="23"/>
                  <a:pt x="78" y="22"/>
                  <a:pt x="78" y="22"/>
                </a:cubicBezTo>
                <a:cubicBezTo>
                  <a:pt x="81" y="17"/>
                  <a:pt x="86" y="14"/>
                  <a:pt x="91" y="14"/>
                </a:cubicBezTo>
                <a:cubicBezTo>
                  <a:pt x="91" y="6"/>
                  <a:pt x="91" y="6"/>
                  <a:pt x="91" y="6"/>
                </a:cubicBezTo>
                <a:close/>
                <a:moveTo>
                  <a:pt x="78" y="188"/>
                </a:moveTo>
                <a:cubicBezTo>
                  <a:pt x="82" y="188"/>
                  <a:pt x="87" y="187"/>
                  <a:pt x="91" y="185"/>
                </a:cubicBezTo>
                <a:cubicBezTo>
                  <a:pt x="91" y="162"/>
                  <a:pt x="91" y="162"/>
                  <a:pt x="91" y="162"/>
                </a:cubicBezTo>
                <a:cubicBezTo>
                  <a:pt x="90" y="163"/>
                  <a:pt x="90" y="164"/>
                  <a:pt x="90" y="165"/>
                </a:cubicBezTo>
                <a:cubicBezTo>
                  <a:pt x="87" y="170"/>
                  <a:pt x="83" y="174"/>
                  <a:pt x="78" y="176"/>
                </a:cubicBezTo>
                <a:cubicBezTo>
                  <a:pt x="78" y="188"/>
                  <a:pt x="78" y="188"/>
                  <a:pt x="78" y="188"/>
                </a:cubicBezTo>
                <a:close/>
                <a:moveTo>
                  <a:pt x="91" y="42"/>
                </a:moveTo>
                <a:cubicBezTo>
                  <a:pt x="91" y="146"/>
                  <a:pt x="91" y="146"/>
                  <a:pt x="91" y="146"/>
                </a:cubicBezTo>
                <a:cubicBezTo>
                  <a:pt x="89" y="141"/>
                  <a:pt x="85" y="136"/>
                  <a:pt x="80" y="134"/>
                </a:cubicBezTo>
                <a:cubicBezTo>
                  <a:pt x="79" y="133"/>
                  <a:pt x="78" y="133"/>
                  <a:pt x="78" y="133"/>
                </a:cubicBezTo>
                <a:cubicBezTo>
                  <a:pt x="78" y="64"/>
                  <a:pt x="78" y="64"/>
                  <a:pt x="78" y="64"/>
                </a:cubicBezTo>
                <a:cubicBezTo>
                  <a:pt x="79" y="61"/>
                  <a:pt x="79" y="57"/>
                  <a:pt x="78" y="54"/>
                </a:cubicBezTo>
                <a:cubicBezTo>
                  <a:pt x="78" y="33"/>
                  <a:pt x="78" y="33"/>
                  <a:pt x="78" y="33"/>
                </a:cubicBezTo>
                <a:cubicBezTo>
                  <a:pt x="79" y="36"/>
                  <a:pt x="81" y="39"/>
                  <a:pt x="84" y="41"/>
                </a:cubicBezTo>
                <a:cubicBezTo>
                  <a:pt x="86" y="42"/>
                  <a:pt x="89" y="42"/>
                  <a:pt x="91" y="42"/>
                </a:cubicBezTo>
                <a:close/>
                <a:moveTo>
                  <a:pt x="78" y="9"/>
                </a:moveTo>
                <a:cubicBezTo>
                  <a:pt x="71" y="11"/>
                  <a:pt x="65" y="14"/>
                  <a:pt x="60" y="18"/>
                </a:cubicBezTo>
                <a:cubicBezTo>
                  <a:pt x="60" y="40"/>
                  <a:pt x="60" y="40"/>
                  <a:pt x="60" y="40"/>
                </a:cubicBezTo>
                <a:cubicBezTo>
                  <a:pt x="62" y="40"/>
                  <a:pt x="65" y="41"/>
                  <a:pt x="68" y="42"/>
                </a:cubicBezTo>
                <a:cubicBezTo>
                  <a:pt x="73" y="45"/>
                  <a:pt x="76" y="49"/>
                  <a:pt x="78" y="54"/>
                </a:cubicBezTo>
                <a:cubicBezTo>
                  <a:pt x="78" y="33"/>
                  <a:pt x="78" y="33"/>
                  <a:pt x="78" y="33"/>
                </a:cubicBezTo>
                <a:cubicBezTo>
                  <a:pt x="77" y="30"/>
                  <a:pt x="77" y="27"/>
                  <a:pt x="78" y="24"/>
                </a:cubicBezTo>
                <a:cubicBezTo>
                  <a:pt x="78" y="9"/>
                  <a:pt x="78" y="9"/>
                  <a:pt x="78" y="9"/>
                </a:cubicBezTo>
                <a:close/>
                <a:moveTo>
                  <a:pt x="60" y="187"/>
                </a:moveTo>
                <a:cubicBezTo>
                  <a:pt x="66" y="188"/>
                  <a:pt x="72" y="189"/>
                  <a:pt x="78" y="188"/>
                </a:cubicBezTo>
                <a:cubicBezTo>
                  <a:pt x="78" y="176"/>
                  <a:pt x="78" y="176"/>
                  <a:pt x="78" y="176"/>
                </a:cubicBezTo>
                <a:cubicBezTo>
                  <a:pt x="72" y="178"/>
                  <a:pt x="65" y="178"/>
                  <a:pt x="60" y="176"/>
                </a:cubicBezTo>
                <a:cubicBezTo>
                  <a:pt x="60" y="187"/>
                  <a:pt x="60" y="187"/>
                  <a:pt x="60" y="187"/>
                </a:cubicBezTo>
                <a:close/>
                <a:moveTo>
                  <a:pt x="78" y="64"/>
                </a:moveTo>
                <a:cubicBezTo>
                  <a:pt x="78" y="133"/>
                  <a:pt x="78" y="133"/>
                  <a:pt x="78" y="133"/>
                </a:cubicBezTo>
                <a:cubicBezTo>
                  <a:pt x="72" y="131"/>
                  <a:pt x="65" y="131"/>
                  <a:pt x="60" y="134"/>
                </a:cubicBezTo>
                <a:cubicBezTo>
                  <a:pt x="60" y="125"/>
                  <a:pt x="60" y="125"/>
                  <a:pt x="60" y="125"/>
                </a:cubicBezTo>
                <a:cubicBezTo>
                  <a:pt x="64" y="123"/>
                  <a:pt x="67" y="120"/>
                  <a:pt x="70" y="116"/>
                </a:cubicBezTo>
                <a:cubicBezTo>
                  <a:pt x="75" y="105"/>
                  <a:pt x="71" y="92"/>
                  <a:pt x="60" y="87"/>
                </a:cubicBezTo>
                <a:cubicBezTo>
                  <a:pt x="60" y="87"/>
                  <a:pt x="60" y="87"/>
                  <a:pt x="60" y="87"/>
                </a:cubicBezTo>
                <a:cubicBezTo>
                  <a:pt x="60" y="78"/>
                  <a:pt x="60" y="78"/>
                  <a:pt x="60" y="78"/>
                </a:cubicBezTo>
                <a:cubicBezTo>
                  <a:pt x="66" y="78"/>
                  <a:pt x="73" y="74"/>
                  <a:pt x="76" y="68"/>
                </a:cubicBezTo>
                <a:cubicBezTo>
                  <a:pt x="77" y="66"/>
                  <a:pt x="77" y="65"/>
                  <a:pt x="78" y="64"/>
                </a:cubicBezTo>
                <a:close/>
                <a:moveTo>
                  <a:pt x="60" y="18"/>
                </a:moveTo>
                <a:cubicBezTo>
                  <a:pt x="0" y="56"/>
                  <a:pt x="10" y="159"/>
                  <a:pt x="46" y="180"/>
                </a:cubicBezTo>
                <a:cubicBezTo>
                  <a:pt x="51" y="183"/>
                  <a:pt x="55" y="185"/>
                  <a:pt x="60" y="187"/>
                </a:cubicBezTo>
                <a:cubicBezTo>
                  <a:pt x="60" y="176"/>
                  <a:pt x="60" y="176"/>
                  <a:pt x="60" y="176"/>
                </a:cubicBezTo>
                <a:cubicBezTo>
                  <a:pt x="59" y="175"/>
                  <a:pt x="59" y="175"/>
                  <a:pt x="59" y="175"/>
                </a:cubicBezTo>
                <a:cubicBezTo>
                  <a:pt x="59" y="175"/>
                  <a:pt x="59" y="175"/>
                  <a:pt x="59" y="175"/>
                </a:cubicBezTo>
                <a:cubicBezTo>
                  <a:pt x="48" y="170"/>
                  <a:pt x="43" y="156"/>
                  <a:pt x="49" y="144"/>
                </a:cubicBezTo>
                <a:cubicBezTo>
                  <a:pt x="51" y="139"/>
                  <a:pt x="55" y="136"/>
                  <a:pt x="60" y="134"/>
                </a:cubicBezTo>
                <a:cubicBezTo>
                  <a:pt x="60" y="125"/>
                  <a:pt x="60" y="125"/>
                  <a:pt x="60" y="125"/>
                </a:cubicBezTo>
                <a:cubicBezTo>
                  <a:pt x="54" y="128"/>
                  <a:pt x="47" y="128"/>
                  <a:pt x="41" y="125"/>
                </a:cubicBezTo>
                <a:cubicBezTo>
                  <a:pt x="41" y="125"/>
                  <a:pt x="41" y="125"/>
                  <a:pt x="41" y="125"/>
                </a:cubicBezTo>
                <a:cubicBezTo>
                  <a:pt x="31" y="120"/>
                  <a:pt x="26" y="107"/>
                  <a:pt x="32" y="97"/>
                </a:cubicBezTo>
                <a:cubicBezTo>
                  <a:pt x="37" y="86"/>
                  <a:pt x="49" y="82"/>
                  <a:pt x="60" y="87"/>
                </a:cubicBezTo>
                <a:cubicBezTo>
                  <a:pt x="60" y="78"/>
                  <a:pt x="60" y="78"/>
                  <a:pt x="60" y="78"/>
                </a:cubicBezTo>
                <a:cubicBezTo>
                  <a:pt x="57" y="78"/>
                  <a:pt x="54" y="77"/>
                  <a:pt x="51" y="76"/>
                </a:cubicBezTo>
                <a:cubicBezTo>
                  <a:pt x="42" y="71"/>
                  <a:pt x="38" y="60"/>
                  <a:pt x="43" y="51"/>
                </a:cubicBezTo>
                <a:cubicBezTo>
                  <a:pt x="43" y="51"/>
                  <a:pt x="43" y="51"/>
                  <a:pt x="43" y="51"/>
                </a:cubicBezTo>
                <a:cubicBezTo>
                  <a:pt x="46" y="44"/>
                  <a:pt x="53" y="40"/>
                  <a:pt x="60" y="40"/>
                </a:cubicBezTo>
                <a:lnTo>
                  <a:pt x="60" y="18"/>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36" name="Group 127"/>
          <p:cNvGrpSpPr/>
          <p:nvPr/>
        </p:nvGrpSpPr>
        <p:grpSpPr>
          <a:xfrm>
            <a:off x="8392034" y="4873887"/>
            <a:ext cx="507869" cy="653880"/>
            <a:chOff x="8610600" y="4127500"/>
            <a:chExt cx="508001" cy="654050"/>
          </a:xfrm>
          <a:solidFill>
            <a:schemeClr val="accent1">
              <a:lumMod val="75000"/>
            </a:schemeClr>
          </a:solidFill>
        </p:grpSpPr>
        <p:sp>
          <p:nvSpPr>
            <p:cNvPr id="37" name="Freeform 33"/>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8" name="Freeform 34"/>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39" name="Freeform 35"/>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0" name="Freeform 36"/>
            <p:cNvSpPr/>
            <p:nvPr/>
          </p:nvSpPr>
          <p:spPr bwMode="auto">
            <a:xfrm>
              <a:off x="8729663" y="4613275"/>
              <a:ext cx="141288" cy="168275"/>
            </a:xfrm>
            <a:custGeom>
              <a:avLst/>
              <a:gdLst>
                <a:gd name="T0" fmla="*/ 45 w 65"/>
                <a:gd name="T1" fmla="*/ 5 h 77"/>
                <a:gd name="T2" fmla="*/ 45 w 65"/>
                <a:gd name="T3" fmla="*/ 28 h 77"/>
                <a:gd name="T4" fmla="*/ 25 w 65"/>
                <a:gd name="T5" fmla="*/ 45 h 77"/>
                <a:gd name="T6" fmla="*/ 1 w 65"/>
                <a:gd name="T7" fmla="*/ 64 h 77"/>
                <a:gd name="T8" fmla="*/ 65 w 65"/>
                <a:gd name="T9" fmla="*/ 77 h 77"/>
                <a:gd name="T10" fmla="*/ 65 w 65"/>
                <a:gd name="T11" fmla="*/ 0 h 77"/>
                <a:gd name="T12" fmla="*/ 45 w 65"/>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5" h="77">
                  <a:moveTo>
                    <a:pt x="45" y="5"/>
                  </a:moveTo>
                  <a:cubicBezTo>
                    <a:pt x="45" y="28"/>
                    <a:pt x="45" y="28"/>
                    <a:pt x="45" y="28"/>
                  </a:cubicBezTo>
                  <a:cubicBezTo>
                    <a:pt x="45" y="28"/>
                    <a:pt x="39" y="40"/>
                    <a:pt x="25" y="45"/>
                  </a:cubicBezTo>
                  <a:cubicBezTo>
                    <a:pt x="12" y="49"/>
                    <a:pt x="0" y="56"/>
                    <a:pt x="1" y="64"/>
                  </a:cubicBezTo>
                  <a:cubicBezTo>
                    <a:pt x="2" y="71"/>
                    <a:pt x="18" y="77"/>
                    <a:pt x="65" y="77"/>
                  </a:cubicBezTo>
                  <a:cubicBezTo>
                    <a:pt x="65" y="0"/>
                    <a:pt x="65" y="0"/>
                    <a:pt x="65" y="0"/>
                  </a:cubicBezTo>
                  <a:lnTo>
                    <a:pt x="4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1" name="Freeform 37"/>
            <p:cNvSpPr/>
            <p:nvPr/>
          </p:nvSpPr>
          <p:spPr bwMode="auto">
            <a:xfrm>
              <a:off x="8855075" y="4613275"/>
              <a:ext cx="134938" cy="168275"/>
            </a:xfrm>
            <a:custGeom>
              <a:avLst/>
              <a:gdLst>
                <a:gd name="T0" fmla="*/ 14 w 62"/>
                <a:gd name="T1" fmla="*/ 5 h 77"/>
                <a:gd name="T2" fmla="*/ 14 w 62"/>
                <a:gd name="T3" fmla="*/ 28 h 77"/>
                <a:gd name="T4" fmla="*/ 32 w 62"/>
                <a:gd name="T5" fmla="*/ 45 h 77"/>
                <a:gd name="T6" fmla="*/ 61 w 62"/>
                <a:gd name="T7" fmla="*/ 64 h 77"/>
                <a:gd name="T8" fmla="*/ 0 w 62"/>
                <a:gd name="T9" fmla="*/ 77 h 77"/>
                <a:gd name="T10" fmla="*/ 0 w 62"/>
                <a:gd name="T11" fmla="*/ 0 h 77"/>
                <a:gd name="T12" fmla="*/ 14 w 62"/>
                <a:gd name="T13" fmla="*/ 5 h 77"/>
              </a:gdLst>
              <a:ahLst/>
              <a:cxnLst>
                <a:cxn ang="0">
                  <a:pos x="T0" y="T1"/>
                </a:cxn>
                <a:cxn ang="0">
                  <a:pos x="T2" y="T3"/>
                </a:cxn>
                <a:cxn ang="0">
                  <a:pos x="T4" y="T5"/>
                </a:cxn>
                <a:cxn ang="0">
                  <a:pos x="T6" y="T7"/>
                </a:cxn>
                <a:cxn ang="0">
                  <a:pos x="T8" y="T9"/>
                </a:cxn>
                <a:cxn ang="0">
                  <a:pos x="T10" y="T11"/>
                </a:cxn>
                <a:cxn ang="0">
                  <a:pos x="T12" y="T13"/>
                </a:cxn>
              </a:cxnLst>
              <a:rect l="0" t="0" r="r" b="b"/>
              <a:pathLst>
                <a:path w="62" h="77">
                  <a:moveTo>
                    <a:pt x="14" y="5"/>
                  </a:moveTo>
                  <a:cubicBezTo>
                    <a:pt x="14" y="28"/>
                    <a:pt x="14" y="28"/>
                    <a:pt x="14" y="28"/>
                  </a:cubicBezTo>
                  <a:cubicBezTo>
                    <a:pt x="14" y="28"/>
                    <a:pt x="19" y="40"/>
                    <a:pt x="32" y="45"/>
                  </a:cubicBezTo>
                  <a:cubicBezTo>
                    <a:pt x="46" y="49"/>
                    <a:pt x="62" y="56"/>
                    <a:pt x="61" y="64"/>
                  </a:cubicBezTo>
                  <a:cubicBezTo>
                    <a:pt x="60" y="71"/>
                    <a:pt x="34" y="77"/>
                    <a:pt x="0" y="77"/>
                  </a:cubicBezTo>
                  <a:cubicBezTo>
                    <a:pt x="0" y="0"/>
                    <a:pt x="0" y="0"/>
                    <a:pt x="0" y="0"/>
                  </a:cubicBezTo>
                  <a:lnTo>
                    <a:pt x="14"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2" name="Freeform 38"/>
            <p:cNvSpPr/>
            <p:nvPr/>
          </p:nvSpPr>
          <p:spPr bwMode="auto">
            <a:xfrm>
              <a:off x="8618538" y="4127500"/>
              <a:ext cx="500063" cy="503238"/>
            </a:xfrm>
            <a:custGeom>
              <a:avLst/>
              <a:gdLst>
                <a:gd name="T0" fmla="*/ 169 w 230"/>
                <a:gd name="T1" fmla="*/ 12 h 231"/>
                <a:gd name="T2" fmla="*/ 215 w 230"/>
                <a:gd name="T3" fmla="*/ 103 h 231"/>
                <a:gd name="T4" fmla="*/ 102 w 230"/>
                <a:gd name="T5" fmla="*/ 216 h 231"/>
                <a:gd name="T6" fmla="*/ 12 w 230"/>
                <a:gd name="T7" fmla="*/ 171 h 231"/>
                <a:gd name="T8" fmla="*/ 0 w 230"/>
                <a:gd name="T9" fmla="*/ 181 h 231"/>
                <a:gd name="T10" fmla="*/ 102 w 230"/>
                <a:gd name="T11" fmla="*/ 231 h 231"/>
                <a:gd name="T12" fmla="*/ 230 w 230"/>
                <a:gd name="T13" fmla="*/ 103 h 231"/>
                <a:gd name="T14" fmla="*/ 178 w 230"/>
                <a:gd name="T15" fmla="*/ 0 h 231"/>
                <a:gd name="T16" fmla="*/ 169 w 230"/>
                <a:gd name="T17" fmla="*/ 12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0" h="231">
                  <a:moveTo>
                    <a:pt x="169" y="12"/>
                  </a:moveTo>
                  <a:cubicBezTo>
                    <a:pt x="197" y="32"/>
                    <a:pt x="215" y="65"/>
                    <a:pt x="215" y="103"/>
                  </a:cubicBezTo>
                  <a:cubicBezTo>
                    <a:pt x="215" y="165"/>
                    <a:pt x="165" y="216"/>
                    <a:pt x="102" y="216"/>
                  </a:cubicBezTo>
                  <a:cubicBezTo>
                    <a:pt x="65" y="216"/>
                    <a:pt x="33" y="198"/>
                    <a:pt x="12" y="171"/>
                  </a:cubicBezTo>
                  <a:cubicBezTo>
                    <a:pt x="0" y="181"/>
                    <a:pt x="0" y="181"/>
                    <a:pt x="0" y="181"/>
                  </a:cubicBezTo>
                  <a:cubicBezTo>
                    <a:pt x="24" y="211"/>
                    <a:pt x="61" y="231"/>
                    <a:pt x="102" y="231"/>
                  </a:cubicBezTo>
                  <a:cubicBezTo>
                    <a:pt x="173" y="231"/>
                    <a:pt x="230" y="174"/>
                    <a:pt x="230" y="103"/>
                  </a:cubicBezTo>
                  <a:cubicBezTo>
                    <a:pt x="230" y="61"/>
                    <a:pt x="210" y="23"/>
                    <a:pt x="178" y="0"/>
                  </a:cubicBezTo>
                  <a:lnTo>
                    <a:pt x="169" y="1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3" name="Freeform 39"/>
            <p:cNvSpPr>
              <a:spLocks noEditPoints="1"/>
            </p:cNvSpPr>
            <p:nvPr/>
          </p:nvSpPr>
          <p:spPr bwMode="auto">
            <a:xfrm>
              <a:off x="8621713" y="4137025"/>
              <a:ext cx="442913" cy="441325"/>
            </a:xfrm>
            <a:custGeom>
              <a:avLst/>
              <a:gdLst>
                <a:gd name="T0" fmla="*/ 102 w 203"/>
                <a:gd name="T1" fmla="*/ 203 h 203"/>
                <a:gd name="T2" fmla="*/ 203 w 203"/>
                <a:gd name="T3" fmla="*/ 101 h 203"/>
                <a:gd name="T4" fmla="*/ 102 w 203"/>
                <a:gd name="T5" fmla="*/ 0 h 203"/>
                <a:gd name="T6" fmla="*/ 102 w 203"/>
                <a:gd name="T7" fmla="*/ 5 h 203"/>
                <a:gd name="T8" fmla="*/ 198 w 203"/>
                <a:gd name="T9" fmla="*/ 101 h 203"/>
                <a:gd name="T10" fmla="*/ 102 w 203"/>
                <a:gd name="T11" fmla="*/ 198 h 203"/>
                <a:gd name="T12" fmla="*/ 102 w 203"/>
                <a:gd name="T13" fmla="*/ 203 h 203"/>
                <a:gd name="T14" fmla="*/ 102 w 203"/>
                <a:gd name="T15" fmla="*/ 0 h 203"/>
                <a:gd name="T16" fmla="*/ 0 w 203"/>
                <a:gd name="T17" fmla="*/ 101 h 203"/>
                <a:gd name="T18" fmla="*/ 102 w 203"/>
                <a:gd name="T19" fmla="*/ 203 h 203"/>
                <a:gd name="T20" fmla="*/ 102 w 203"/>
                <a:gd name="T21" fmla="*/ 203 h 203"/>
                <a:gd name="T22" fmla="*/ 102 w 203"/>
                <a:gd name="T23" fmla="*/ 198 h 203"/>
                <a:gd name="T24" fmla="*/ 102 w 203"/>
                <a:gd name="T25" fmla="*/ 198 h 203"/>
                <a:gd name="T26" fmla="*/ 102 w 203"/>
                <a:gd name="T27" fmla="*/ 198 h 203"/>
                <a:gd name="T28" fmla="*/ 5 w 203"/>
                <a:gd name="T29" fmla="*/ 101 h 203"/>
                <a:gd name="T30" fmla="*/ 102 w 203"/>
                <a:gd name="T31" fmla="*/ 5 h 203"/>
                <a:gd name="T32" fmla="*/ 102 w 203"/>
                <a:gd name="T33" fmla="*/ 5 h 203"/>
                <a:gd name="T34" fmla="*/ 102 w 203"/>
                <a:gd name="T35"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3" h="203">
                  <a:moveTo>
                    <a:pt x="102" y="203"/>
                  </a:moveTo>
                  <a:cubicBezTo>
                    <a:pt x="158" y="203"/>
                    <a:pt x="203" y="157"/>
                    <a:pt x="203" y="101"/>
                  </a:cubicBezTo>
                  <a:cubicBezTo>
                    <a:pt x="203" y="45"/>
                    <a:pt x="158" y="0"/>
                    <a:pt x="102" y="0"/>
                  </a:cubicBezTo>
                  <a:cubicBezTo>
                    <a:pt x="102" y="5"/>
                    <a:pt x="102" y="5"/>
                    <a:pt x="102" y="5"/>
                  </a:cubicBezTo>
                  <a:cubicBezTo>
                    <a:pt x="155" y="5"/>
                    <a:pt x="198" y="48"/>
                    <a:pt x="198" y="101"/>
                  </a:cubicBezTo>
                  <a:cubicBezTo>
                    <a:pt x="198" y="155"/>
                    <a:pt x="155" y="198"/>
                    <a:pt x="102" y="198"/>
                  </a:cubicBezTo>
                  <a:lnTo>
                    <a:pt x="102" y="203"/>
                  </a:lnTo>
                  <a:close/>
                  <a:moveTo>
                    <a:pt x="102" y="0"/>
                  </a:moveTo>
                  <a:cubicBezTo>
                    <a:pt x="46" y="0"/>
                    <a:pt x="0" y="45"/>
                    <a:pt x="0" y="101"/>
                  </a:cubicBezTo>
                  <a:cubicBezTo>
                    <a:pt x="0" y="157"/>
                    <a:pt x="46" y="203"/>
                    <a:pt x="102" y="203"/>
                  </a:cubicBezTo>
                  <a:cubicBezTo>
                    <a:pt x="102" y="203"/>
                    <a:pt x="102" y="203"/>
                    <a:pt x="102" y="203"/>
                  </a:cubicBezTo>
                  <a:cubicBezTo>
                    <a:pt x="102" y="198"/>
                    <a:pt x="102" y="198"/>
                    <a:pt x="102" y="198"/>
                  </a:cubicBezTo>
                  <a:cubicBezTo>
                    <a:pt x="102" y="198"/>
                    <a:pt x="102" y="198"/>
                    <a:pt x="102" y="198"/>
                  </a:cubicBezTo>
                  <a:cubicBezTo>
                    <a:pt x="102" y="198"/>
                    <a:pt x="102" y="198"/>
                    <a:pt x="102" y="198"/>
                  </a:cubicBezTo>
                  <a:cubicBezTo>
                    <a:pt x="48" y="198"/>
                    <a:pt x="5" y="155"/>
                    <a:pt x="5" y="101"/>
                  </a:cubicBezTo>
                  <a:cubicBezTo>
                    <a:pt x="5" y="48"/>
                    <a:pt x="48" y="5"/>
                    <a:pt x="102" y="5"/>
                  </a:cubicBezTo>
                  <a:cubicBezTo>
                    <a:pt x="102" y="5"/>
                    <a:pt x="102" y="5"/>
                    <a:pt x="102" y="5"/>
                  </a:cubicBezTo>
                  <a:cubicBezTo>
                    <a:pt x="102" y="0"/>
                    <a:pt x="102" y="0"/>
                    <a:pt x="10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4" name="Freeform 40"/>
            <p:cNvSpPr/>
            <p:nvPr/>
          </p:nvSpPr>
          <p:spPr bwMode="auto">
            <a:xfrm>
              <a:off x="8610600" y="4144963"/>
              <a:ext cx="496888" cy="433388"/>
            </a:xfrm>
            <a:custGeom>
              <a:avLst/>
              <a:gdLst>
                <a:gd name="T0" fmla="*/ 65 w 228"/>
                <a:gd name="T1" fmla="*/ 15 h 199"/>
                <a:gd name="T2" fmla="*/ 61 w 228"/>
                <a:gd name="T3" fmla="*/ 23 h 199"/>
                <a:gd name="T4" fmla="*/ 57 w 228"/>
                <a:gd name="T5" fmla="*/ 29 h 199"/>
                <a:gd name="T6" fmla="*/ 54 w 228"/>
                <a:gd name="T7" fmla="*/ 26 h 199"/>
                <a:gd name="T8" fmla="*/ 52 w 228"/>
                <a:gd name="T9" fmla="*/ 32 h 199"/>
                <a:gd name="T10" fmla="*/ 42 w 228"/>
                <a:gd name="T11" fmla="*/ 34 h 199"/>
                <a:gd name="T12" fmla="*/ 36 w 228"/>
                <a:gd name="T13" fmla="*/ 41 h 199"/>
                <a:gd name="T14" fmla="*/ 27 w 228"/>
                <a:gd name="T15" fmla="*/ 53 h 199"/>
                <a:gd name="T16" fmla="*/ 21 w 228"/>
                <a:gd name="T17" fmla="*/ 61 h 199"/>
                <a:gd name="T18" fmla="*/ 27 w 228"/>
                <a:gd name="T19" fmla="*/ 67 h 199"/>
                <a:gd name="T20" fmla="*/ 27 w 228"/>
                <a:gd name="T21" fmla="*/ 70 h 199"/>
                <a:gd name="T22" fmla="*/ 22 w 228"/>
                <a:gd name="T23" fmla="*/ 65 h 199"/>
                <a:gd name="T24" fmla="*/ 18 w 228"/>
                <a:gd name="T25" fmla="*/ 60 h 199"/>
                <a:gd name="T26" fmla="*/ 16 w 228"/>
                <a:gd name="T27" fmla="*/ 69 h 199"/>
                <a:gd name="T28" fmla="*/ 17 w 228"/>
                <a:gd name="T29" fmla="*/ 83 h 199"/>
                <a:gd name="T30" fmla="*/ 24 w 228"/>
                <a:gd name="T31" fmla="*/ 80 h 199"/>
                <a:gd name="T32" fmla="*/ 32 w 228"/>
                <a:gd name="T33" fmla="*/ 88 h 199"/>
                <a:gd name="T34" fmla="*/ 41 w 228"/>
                <a:gd name="T35" fmla="*/ 98 h 199"/>
                <a:gd name="T36" fmla="*/ 50 w 228"/>
                <a:gd name="T37" fmla="*/ 105 h 199"/>
                <a:gd name="T38" fmla="*/ 61 w 228"/>
                <a:gd name="T39" fmla="*/ 117 h 199"/>
                <a:gd name="T40" fmla="*/ 58 w 228"/>
                <a:gd name="T41" fmla="*/ 134 h 199"/>
                <a:gd name="T42" fmla="*/ 49 w 228"/>
                <a:gd name="T43" fmla="*/ 155 h 199"/>
                <a:gd name="T44" fmla="*/ 52 w 228"/>
                <a:gd name="T45" fmla="*/ 170 h 199"/>
                <a:gd name="T46" fmla="*/ 46 w 228"/>
                <a:gd name="T47" fmla="*/ 171 h 199"/>
                <a:gd name="T48" fmla="*/ 32 w 228"/>
                <a:gd name="T49" fmla="*/ 148 h 199"/>
                <a:gd name="T50" fmla="*/ 16 w 228"/>
                <a:gd name="T51" fmla="*/ 113 h 199"/>
                <a:gd name="T52" fmla="*/ 11 w 228"/>
                <a:gd name="T53" fmla="*/ 87 h 199"/>
                <a:gd name="T54" fmla="*/ 73 w 228"/>
                <a:gd name="T55" fmla="*/ 183 h 199"/>
                <a:gd name="T56" fmla="*/ 89 w 228"/>
                <a:gd name="T57" fmla="*/ 181 h 199"/>
                <a:gd name="T58" fmla="*/ 110 w 228"/>
                <a:gd name="T59" fmla="*/ 178 h 199"/>
                <a:gd name="T60" fmla="*/ 108 w 228"/>
                <a:gd name="T61" fmla="*/ 187 h 199"/>
                <a:gd name="T62" fmla="*/ 121 w 228"/>
                <a:gd name="T63" fmla="*/ 186 h 199"/>
                <a:gd name="T64" fmla="*/ 139 w 228"/>
                <a:gd name="T65" fmla="*/ 184 h 199"/>
                <a:gd name="T66" fmla="*/ 137 w 228"/>
                <a:gd name="T67" fmla="*/ 3 h 199"/>
                <a:gd name="T68" fmla="*/ 197 w 228"/>
                <a:gd name="T69" fmla="*/ 64 h 199"/>
                <a:gd name="T70" fmla="*/ 189 w 228"/>
                <a:gd name="T71" fmla="*/ 58 h 199"/>
                <a:gd name="T72" fmla="*/ 181 w 228"/>
                <a:gd name="T73" fmla="*/ 74 h 199"/>
                <a:gd name="T74" fmla="*/ 170 w 228"/>
                <a:gd name="T75" fmla="*/ 59 h 199"/>
                <a:gd name="T76" fmla="*/ 174 w 228"/>
                <a:gd name="T77" fmla="*/ 75 h 199"/>
                <a:gd name="T78" fmla="*/ 186 w 228"/>
                <a:gd name="T79" fmla="*/ 79 h 199"/>
                <a:gd name="T80" fmla="*/ 181 w 228"/>
                <a:gd name="T81" fmla="*/ 100 h 199"/>
                <a:gd name="T82" fmla="*/ 175 w 228"/>
                <a:gd name="T83" fmla="*/ 122 h 199"/>
                <a:gd name="T84" fmla="*/ 168 w 228"/>
                <a:gd name="T85" fmla="*/ 137 h 199"/>
                <a:gd name="T86" fmla="*/ 147 w 228"/>
                <a:gd name="T87" fmla="*/ 154 h 199"/>
                <a:gd name="T88" fmla="*/ 141 w 228"/>
                <a:gd name="T89" fmla="*/ 139 h 199"/>
                <a:gd name="T90" fmla="*/ 142 w 228"/>
                <a:gd name="T91" fmla="*/ 121 h 199"/>
                <a:gd name="T92" fmla="*/ 135 w 228"/>
                <a:gd name="T93" fmla="*/ 101 h 199"/>
                <a:gd name="T94" fmla="*/ 125 w 228"/>
                <a:gd name="T95" fmla="*/ 89 h 199"/>
                <a:gd name="T96" fmla="*/ 99 w 228"/>
                <a:gd name="T97" fmla="*/ 90 h 199"/>
                <a:gd name="T98" fmla="*/ 89 w 228"/>
                <a:gd name="T99" fmla="*/ 76 h 199"/>
                <a:gd name="T100" fmla="*/ 100 w 228"/>
                <a:gd name="T101" fmla="*/ 49 h 199"/>
                <a:gd name="T102" fmla="*/ 119 w 228"/>
                <a:gd name="T103" fmla="*/ 41 h 199"/>
                <a:gd name="T104" fmla="*/ 130 w 228"/>
                <a:gd name="T105" fmla="*/ 46 h 199"/>
                <a:gd name="T106" fmla="*/ 146 w 228"/>
                <a:gd name="T107" fmla="*/ 46 h 199"/>
                <a:gd name="T108" fmla="*/ 162 w 228"/>
                <a:gd name="T109" fmla="*/ 44 h 199"/>
                <a:gd name="T110" fmla="*/ 147 w 228"/>
                <a:gd name="T111" fmla="*/ 37 h 199"/>
                <a:gd name="T112" fmla="*/ 146 w 228"/>
                <a:gd name="T113" fmla="*/ 32 h 199"/>
                <a:gd name="T114" fmla="*/ 127 w 228"/>
                <a:gd name="T115" fmla="*/ 32 h 199"/>
                <a:gd name="T116" fmla="*/ 111 w 228"/>
                <a:gd name="T117" fmla="*/ 37 h 199"/>
                <a:gd name="T118" fmla="*/ 107 w 228"/>
                <a:gd name="T119" fmla="*/ 21 h 199"/>
                <a:gd name="T120" fmla="*/ 96 w 228"/>
                <a:gd name="T121" fmla="*/ 11 h 199"/>
                <a:gd name="T122" fmla="*/ 109 w 228"/>
                <a:gd name="T123" fmla="*/ 3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28" h="199">
                  <a:moveTo>
                    <a:pt x="92" y="0"/>
                  </a:moveTo>
                  <a:cubicBezTo>
                    <a:pt x="92" y="0"/>
                    <a:pt x="58" y="5"/>
                    <a:pt x="35" y="31"/>
                  </a:cubicBezTo>
                  <a:cubicBezTo>
                    <a:pt x="35" y="31"/>
                    <a:pt x="53" y="13"/>
                    <a:pt x="64" y="13"/>
                  </a:cubicBezTo>
                  <a:cubicBezTo>
                    <a:pt x="66" y="14"/>
                    <a:pt x="66" y="14"/>
                    <a:pt x="66" y="14"/>
                  </a:cubicBezTo>
                  <a:cubicBezTo>
                    <a:pt x="66" y="14"/>
                    <a:pt x="66" y="15"/>
                    <a:pt x="65" y="15"/>
                  </a:cubicBezTo>
                  <a:cubicBezTo>
                    <a:pt x="65" y="16"/>
                    <a:pt x="64" y="17"/>
                    <a:pt x="64" y="18"/>
                  </a:cubicBezTo>
                  <a:cubicBezTo>
                    <a:pt x="64" y="18"/>
                    <a:pt x="64" y="20"/>
                    <a:pt x="64" y="20"/>
                  </a:cubicBezTo>
                  <a:cubicBezTo>
                    <a:pt x="63" y="21"/>
                    <a:pt x="63" y="21"/>
                    <a:pt x="63" y="21"/>
                  </a:cubicBezTo>
                  <a:cubicBezTo>
                    <a:pt x="63" y="21"/>
                    <a:pt x="62" y="21"/>
                    <a:pt x="62" y="22"/>
                  </a:cubicBezTo>
                  <a:cubicBezTo>
                    <a:pt x="62" y="22"/>
                    <a:pt x="61" y="22"/>
                    <a:pt x="61" y="23"/>
                  </a:cubicBezTo>
                  <a:cubicBezTo>
                    <a:pt x="61" y="24"/>
                    <a:pt x="61" y="25"/>
                    <a:pt x="61" y="25"/>
                  </a:cubicBezTo>
                  <a:cubicBezTo>
                    <a:pt x="62" y="27"/>
                    <a:pt x="62" y="27"/>
                    <a:pt x="62" y="27"/>
                  </a:cubicBezTo>
                  <a:cubicBezTo>
                    <a:pt x="61" y="28"/>
                    <a:pt x="61" y="28"/>
                    <a:pt x="61" y="28"/>
                  </a:cubicBezTo>
                  <a:cubicBezTo>
                    <a:pt x="59" y="29"/>
                    <a:pt x="59" y="29"/>
                    <a:pt x="59" y="29"/>
                  </a:cubicBezTo>
                  <a:cubicBezTo>
                    <a:pt x="59" y="29"/>
                    <a:pt x="58" y="29"/>
                    <a:pt x="57" y="29"/>
                  </a:cubicBezTo>
                  <a:cubicBezTo>
                    <a:pt x="56" y="29"/>
                    <a:pt x="56" y="27"/>
                    <a:pt x="56" y="27"/>
                  </a:cubicBezTo>
                  <a:cubicBezTo>
                    <a:pt x="58" y="26"/>
                    <a:pt x="58" y="26"/>
                    <a:pt x="58" y="26"/>
                  </a:cubicBezTo>
                  <a:cubicBezTo>
                    <a:pt x="58" y="26"/>
                    <a:pt x="58" y="26"/>
                    <a:pt x="58" y="25"/>
                  </a:cubicBezTo>
                  <a:cubicBezTo>
                    <a:pt x="57" y="25"/>
                    <a:pt x="57" y="24"/>
                    <a:pt x="56" y="24"/>
                  </a:cubicBezTo>
                  <a:cubicBezTo>
                    <a:pt x="55" y="24"/>
                    <a:pt x="54" y="26"/>
                    <a:pt x="54" y="26"/>
                  </a:cubicBezTo>
                  <a:cubicBezTo>
                    <a:pt x="52" y="27"/>
                    <a:pt x="52" y="27"/>
                    <a:pt x="52" y="27"/>
                  </a:cubicBezTo>
                  <a:cubicBezTo>
                    <a:pt x="52" y="27"/>
                    <a:pt x="51" y="29"/>
                    <a:pt x="51" y="29"/>
                  </a:cubicBezTo>
                  <a:cubicBezTo>
                    <a:pt x="52" y="29"/>
                    <a:pt x="53" y="29"/>
                    <a:pt x="53" y="29"/>
                  </a:cubicBezTo>
                  <a:cubicBezTo>
                    <a:pt x="53" y="29"/>
                    <a:pt x="53" y="30"/>
                    <a:pt x="53" y="31"/>
                  </a:cubicBezTo>
                  <a:cubicBezTo>
                    <a:pt x="53" y="31"/>
                    <a:pt x="52" y="32"/>
                    <a:pt x="52" y="32"/>
                  </a:cubicBezTo>
                  <a:cubicBezTo>
                    <a:pt x="52" y="32"/>
                    <a:pt x="52" y="33"/>
                    <a:pt x="51" y="33"/>
                  </a:cubicBezTo>
                  <a:cubicBezTo>
                    <a:pt x="50" y="32"/>
                    <a:pt x="49" y="32"/>
                    <a:pt x="48" y="32"/>
                  </a:cubicBezTo>
                  <a:cubicBezTo>
                    <a:pt x="47" y="32"/>
                    <a:pt x="46" y="31"/>
                    <a:pt x="46" y="32"/>
                  </a:cubicBezTo>
                  <a:cubicBezTo>
                    <a:pt x="45" y="32"/>
                    <a:pt x="45" y="32"/>
                    <a:pt x="45" y="32"/>
                  </a:cubicBezTo>
                  <a:cubicBezTo>
                    <a:pt x="45" y="33"/>
                    <a:pt x="42" y="34"/>
                    <a:pt x="42" y="34"/>
                  </a:cubicBezTo>
                  <a:cubicBezTo>
                    <a:pt x="42" y="34"/>
                    <a:pt x="41" y="35"/>
                    <a:pt x="41" y="35"/>
                  </a:cubicBezTo>
                  <a:cubicBezTo>
                    <a:pt x="41" y="35"/>
                    <a:pt x="41" y="37"/>
                    <a:pt x="41" y="37"/>
                  </a:cubicBezTo>
                  <a:cubicBezTo>
                    <a:pt x="41" y="37"/>
                    <a:pt x="40" y="38"/>
                    <a:pt x="38" y="38"/>
                  </a:cubicBezTo>
                  <a:cubicBezTo>
                    <a:pt x="37" y="39"/>
                    <a:pt x="36" y="39"/>
                    <a:pt x="36" y="39"/>
                  </a:cubicBezTo>
                  <a:cubicBezTo>
                    <a:pt x="36" y="41"/>
                    <a:pt x="36" y="41"/>
                    <a:pt x="36" y="41"/>
                  </a:cubicBezTo>
                  <a:cubicBezTo>
                    <a:pt x="36" y="41"/>
                    <a:pt x="34" y="42"/>
                    <a:pt x="34" y="43"/>
                  </a:cubicBezTo>
                  <a:cubicBezTo>
                    <a:pt x="33" y="44"/>
                    <a:pt x="30" y="46"/>
                    <a:pt x="30" y="46"/>
                  </a:cubicBezTo>
                  <a:cubicBezTo>
                    <a:pt x="30" y="46"/>
                    <a:pt x="29" y="47"/>
                    <a:pt x="28" y="48"/>
                  </a:cubicBezTo>
                  <a:cubicBezTo>
                    <a:pt x="28" y="49"/>
                    <a:pt x="28" y="50"/>
                    <a:pt x="28" y="51"/>
                  </a:cubicBezTo>
                  <a:cubicBezTo>
                    <a:pt x="28" y="51"/>
                    <a:pt x="27" y="52"/>
                    <a:pt x="27" y="53"/>
                  </a:cubicBezTo>
                  <a:cubicBezTo>
                    <a:pt x="27" y="54"/>
                    <a:pt x="26" y="55"/>
                    <a:pt x="26" y="56"/>
                  </a:cubicBezTo>
                  <a:cubicBezTo>
                    <a:pt x="25" y="56"/>
                    <a:pt x="25" y="57"/>
                    <a:pt x="24" y="57"/>
                  </a:cubicBezTo>
                  <a:cubicBezTo>
                    <a:pt x="24" y="57"/>
                    <a:pt x="22" y="58"/>
                    <a:pt x="21" y="58"/>
                  </a:cubicBezTo>
                  <a:cubicBezTo>
                    <a:pt x="20" y="59"/>
                    <a:pt x="20" y="60"/>
                    <a:pt x="20" y="60"/>
                  </a:cubicBezTo>
                  <a:cubicBezTo>
                    <a:pt x="20" y="60"/>
                    <a:pt x="21" y="61"/>
                    <a:pt x="21" y="61"/>
                  </a:cubicBezTo>
                  <a:cubicBezTo>
                    <a:pt x="22" y="61"/>
                    <a:pt x="23" y="62"/>
                    <a:pt x="23" y="62"/>
                  </a:cubicBezTo>
                  <a:cubicBezTo>
                    <a:pt x="23" y="62"/>
                    <a:pt x="23" y="63"/>
                    <a:pt x="23" y="64"/>
                  </a:cubicBezTo>
                  <a:cubicBezTo>
                    <a:pt x="23" y="64"/>
                    <a:pt x="22" y="66"/>
                    <a:pt x="23" y="66"/>
                  </a:cubicBezTo>
                  <a:cubicBezTo>
                    <a:pt x="24" y="66"/>
                    <a:pt x="25" y="66"/>
                    <a:pt x="25" y="66"/>
                  </a:cubicBezTo>
                  <a:cubicBezTo>
                    <a:pt x="27" y="67"/>
                    <a:pt x="27" y="67"/>
                    <a:pt x="27" y="67"/>
                  </a:cubicBezTo>
                  <a:cubicBezTo>
                    <a:pt x="28" y="68"/>
                    <a:pt x="28" y="68"/>
                    <a:pt x="28" y="68"/>
                  </a:cubicBezTo>
                  <a:cubicBezTo>
                    <a:pt x="29" y="68"/>
                    <a:pt x="29" y="68"/>
                    <a:pt x="29" y="68"/>
                  </a:cubicBezTo>
                  <a:cubicBezTo>
                    <a:pt x="29" y="68"/>
                    <a:pt x="29" y="69"/>
                    <a:pt x="29" y="70"/>
                  </a:cubicBezTo>
                  <a:cubicBezTo>
                    <a:pt x="28" y="70"/>
                    <a:pt x="28" y="71"/>
                    <a:pt x="28" y="71"/>
                  </a:cubicBezTo>
                  <a:cubicBezTo>
                    <a:pt x="27" y="71"/>
                    <a:pt x="27" y="71"/>
                    <a:pt x="27" y="70"/>
                  </a:cubicBezTo>
                  <a:cubicBezTo>
                    <a:pt x="27" y="69"/>
                    <a:pt x="27" y="69"/>
                    <a:pt x="26" y="68"/>
                  </a:cubicBezTo>
                  <a:cubicBezTo>
                    <a:pt x="25" y="68"/>
                    <a:pt x="24" y="69"/>
                    <a:pt x="24" y="69"/>
                  </a:cubicBezTo>
                  <a:cubicBezTo>
                    <a:pt x="24" y="69"/>
                    <a:pt x="23" y="69"/>
                    <a:pt x="23" y="68"/>
                  </a:cubicBezTo>
                  <a:cubicBezTo>
                    <a:pt x="22" y="67"/>
                    <a:pt x="22" y="68"/>
                    <a:pt x="22" y="67"/>
                  </a:cubicBezTo>
                  <a:cubicBezTo>
                    <a:pt x="22" y="66"/>
                    <a:pt x="23" y="66"/>
                    <a:pt x="22" y="65"/>
                  </a:cubicBezTo>
                  <a:cubicBezTo>
                    <a:pt x="22" y="65"/>
                    <a:pt x="21" y="64"/>
                    <a:pt x="21" y="64"/>
                  </a:cubicBezTo>
                  <a:cubicBezTo>
                    <a:pt x="20" y="64"/>
                    <a:pt x="21" y="65"/>
                    <a:pt x="20" y="64"/>
                  </a:cubicBezTo>
                  <a:cubicBezTo>
                    <a:pt x="20" y="63"/>
                    <a:pt x="19" y="63"/>
                    <a:pt x="19" y="63"/>
                  </a:cubicBezTo>
                  <a:cubicBezTo>
                    <a:pt x="19" y="63"/>
                    <a:pt x="18" y="63"/>
                    <a:pt x="18" y="62"/>
                  </a:cubicBezTo>
                  <a:cubicBezTo>
                    <a:pt x="18" y="62"/>
                    <a:pt x="18" y="61"/>
                    <a:pt x="18" y="60"/>
                  </a:cubicBezTo>
                  <a:cubicBezTo>
                    <a:pt x="18" y="60"/>
                    <a:pt x="19" y="59"/>
                    <a:pt x="19" y="58"/>
                  </a:cubicBezTo>
                  <a:cubicBezTo>
                    <a:pt x="19" y="58"/>
                    <a:pt x="19" y="55"/>
                    <a:pt x="19" y="55"/>
                  </a:cubicBezTo>
                  <a:cubicBezTo>
                    <a:pt x="19" y="55"/>
                    <a:pt x="16" y="61"/>
                    <a:pt x="15" y="66"/>
                  </a:cubicBezTo>
                  <a:cubicBezTo>
                    <a:pt x="15" y="66"/>
                    <a:pt x="16" y="65"/>
                    <a:pt x="16" y="66"/>
                  </a:cubicBezTo>
                  <a:cubicBezTo>
                    <a:pt x="16" y="67"/>
                    <a:pt x="17" y="68"/>
                    <a:pt x="16" y="69"/>
                  </a:cubicBezTo>
                  <a:cubicBezTo>
                    <a:pt x="16" y="69"/>
                    <a:pt x="16" y="69"/>
                    <a:pt x="16" y="72"/>
                  </a:cubicBezTo>
                  <a:cubicBezTo>
                    <a:pt x="16" y="74"/>
                    <a:pt x="17" y="75"/>
                    <a:pt x="17" y="76"/>
                  </a:cubicBezTo>
                  <a:cubicBezTo>
                    <a:pt x="16" y="76"/>
                    <a:pt x="16" y="77"/>
                    <a:pt x="16" y="78"/>
                  </a:cubicBezTo>
                  <a:cubicBezTo>
                    <a:pt x="16" y="79"/>
                    <a:pt x="16" y="82"/>
                    <a:pt x="17" y="82"/>
                  </a:cubicBezTo>
                  <a:cubicBezTo>
                    <a:pt x="17" y="82"/>
                    <a:pt x="17" y="83"/>
                    <a:pt x="17" y="83"/>
                  </a:cubicBezTo>
                  <a:cubicBezTo>
                    <a:pt x="18" y="84"/>
                    <a:pt x="17" y="85"/>
                    <a:pt x="18" y="84"/>
                  </a:cubicBezTo>
                  <a:cubicBezTo>
                    <a:pt x="19" y="82"/>
                    <a:pt x="20" y="81"/>
                    <a:pt x="20" y="81"/>
                  </a:cubicBezTo>
                  <a:cubicBezTo>
                    <a:pt x="20" y="80"/>
                    <a:pt x="20" y="80"/>
                    <a:pt x="20" y="80"/>
                  </a:cubicBezTo>
                  <a:cubicBezTo>
                    <a:pt x="20" y="80"/>
                    <a:pt x="20" y="79"/>
                    <a:pt x="22" y="79"/>
                  </a:cubicBezTo>
                  <a:cubicBezTo>
                    <a:pt x="23" y="79"/>
                    <a:pt x="24" y="79"/>
                    <a:pt x="24" y="80"/>
                  </a:cubicBezTo>
                  <a:cubicBezTo>
                    <a:pt x="25" y="80"/>
                    <a:pt x="23" y="82"/>
                    <a:pt x="24" y="82"/>
                  </a:cubicBezTo>
                  <a:cubicBezTo>
                    <a:pt x="25" y="82"/>
                    <a:pt x="27" y="81"/>
                    <a:pt x="28" y="81"/>
                  </a:cubicBezTo>
                  <a:cubicBezTo>
                    <a:pt x="29" y="81"/>
                    <a:pt x="29" y="82"/>
                    <a:pt x="30" y="83"/>
                  </a:cubicBezTo>
                  <a:cubicBezTo>
                    <a:pt x="30" y="84"/>
                    <a:pt x="30" y="85"/>
                    <a:pt x="31" y="86"/>
                  </a:cubicBezTo>
                  <a:cubicBezTo>
                    <a:pt x="32" y="86"/>
                    <a:pt x="31" y="87"/>
                    <a:pt x="32" y="88"/>
                  </a:cubicBezTo>
                  <a:cubicBezTo>
                    <a:pt x="32" y="89"/>
                    <a:pt x="34" y="90"/>
                    <a:pt x="35" y="90"/>
                  </a:cubicBezTo>
                  <a:cubicBezTo>
                    <a:pt x="35" y="90"/>
                    <a:pt x="37" y="90"/>
                    <a:pt x="38" y="90"/>
                  </a:cubicBezTo>
                  <a:cubicBezTo>
                    <a:pt x="39" y="91"/>
                    <a:pt x="38" y="92"/>
                    <a:pt x="39" y="92"/>
                  </a:cubicBezTo>
                  <a:cubicBezTo>
                    <a:pt x="40" y="92"/>
                    <a:pt x="41" y="95"/>
                    <a:pt x="41" y="95"/>
                  </a:cubicBezTo>
                  <a:cubicBezTo>
                    <a:pt x="41" y="95"/>
                    <a:pt x="41" y="97"/>
                    <a:pt x="41" y="98"/>
                  </a:cubicBezTo>
                  <a:cubicBezTo>
                    <a:pt x="41" y="98"/>
                    <a:pt x="41" y="99"/>
                    <a:pt x="42" y="100"/>
                  </a:cubicBezTo>
                  <a:cubicBezTo>
                    <a:pt x="42" y="100"/>
                    <a:pt x="44" y="100"/>
                    <a:pt x="44" y="100"/>
                  </a:cubicBezTo>
                  <a:cubicBezTo>
                    <a:pt x="44" y="100"/>
                    <a:pt x="43" y="102"/>
                    <a:pt x="45" y="102"/>
                  </a:cubicBezTo>
                  <a:cubicBezTo>
                    <a:pt x="47" y="103"/>
                    <a:pt x="48" y="103"/>
                    <a:pt x="49" y="104"/>
                  </a:cubicBezTo>
                  <a:cubicBezTo>
                    <a:pt x="49" y="104"/>
                    <a:pt x="48" y="105"/>
                    <a:pt x="50" y="105"/>
                  </a:cubicBezTo>
                  <a:cubicBezTo>
                    <a:pt x="52" y="105"/>
                    <a:pt x="54" y="105"/>
                    <a:pt x="55" y="106"/>
                  </a:cubicBezTo>
                  <a:cubicBezTo>
                    <a:pt x="56" y="106"/>
                    <a:pt x="55" y="107"/>
                    <a:pt x="57" y="109"/>
                  </a:cubicBezTo>
                  <a:cubicBezTo>
                    <a:pt x="60" y="110"/>
                    <a:pt x="60" y="111"/>
                    <a:pt x="61" y="111"/>
                  </a:cubicBezTo>
                  <a:cubicBezTo>
                    <a:pt x="62" y="111"/>
                    <a:pt x="63" y="111"/>
                    <a:pt x="63" y="113"/>
                  </a:cubicBezTo>
                  <a:cubicBezTo>
                    <a:pt x="62" y="115"/>
                    <a:pt x="62" y="116"/>
                    <a:pt x="61" y="117"/>
                  </a:cubicBezTo>
                  <a:cubicBezTo>
                    <a:pt x="60" y="118"/>
                    <a:pt x="59" y="120"/>
                    <a:pt x="58" y="121"/>
                  </a:cubicBezTo>
                  <a:cubicBezTo>
                    <a:pt x="58" y="122"/>
                    <a:pt x="57" y="123"/>
                    <a:pt x="58" y="124"/>
                  </a:cubicBezTo>
                  <a:cubicBezTo>
                    <a:pt x="58" y="126"/>
                    <a:pt x="59" y="127"/>
                    <a:pt x="59" y="128"/>
                  </a:cubicBezTo>
                  <a:cubicBezTo>
                    <a:pt x="59" y="129"/>
                    <a:pt x="59" y="131"/>
                    <a:pt x="59" y="132"/>
                  </a:cubicBezTo>
                  <a:cubicBezTo>
                    <a:pt x="58" y="133"/>
                    <a:pt x="58" y="134"/>
                    <a:pt x="58" y="134"/>
                  </a:cubicBezTo>
                  <a:cubicBezTo>
                    <a:pt x="58" y="134"/>
                    <a:pt x="59" y="136"/>
                    <a:pt x="58" y="137"/>
                  </a:cubicBezTo>
                  <a:cubicBezTo>
                    <a:pt x="57" y="138"/>
                    <a:pt x="55" y="140"/>
                    <a:pt x="54" y="140"/>
                  </a:cubicBezTo>
                  <a:cubicBezTo>
                    <a:pt x="53" y="140"/>
                    <a:pt x="51" y="142"/>
                    <a:pt x="51" y="142"/>
                  </a:cubicBezTo>
                  <a:cubicBezTo>
                    <a:pt x="51" y="142"/>
                    <a:pt x="51" y="146"/>
                    <a:pt x="51" y="147"/>
                  </a:cubicBezTo>
                  <a:cubicBezTo>
                    <a:pt x="51" y="147"/>
                    <a:pt x="47" y="154"/>
                    <a:pt x="49" y="155"/>
                  </a:cubicBezTo>
                  <a:cubicBezTo>
                    <a:pt x="50" y="156"/>
                    <a:pt x="50" y="158"/>
                    <a:pt x="50" y="159"/>
                  </a:cubicBezTo>
                  <a:cubicBezTo>
                    <a:pt x="49" y="160"/>
                    <a:pt x="49" y="160"/>
                    <a:pt x="49" y="160"/>
                  </a:cubicBezTo>
                  <a:cubicBezTo>
                    <a:pt x="48" y="161"/>
                    <a:pt x="46" y="161"/>
                    <a:pt x="47" y="163"/>
                  </a:cubicBezTo>
                  <a:cubicBezTo>
                    <a:pt x="49" y="165"/>
                    <a:pt x="50" y="165"/>
                    <a:pt x="50" y="167"/>
                  </a:cubicBezTo>
                  <a:cubicBezTo>
                    <a:pt x="51" y="168"/>
                    <a:pt x="51" y="168"/>
                    <a:pt x="52" y="170"/>
                  </a:cubicBezTo>
                  <a:cubicBezTo>
                    <a:pt x="53" y="171"/>
                    <a:pt x="53" y="172"/>
                    <a:pt x="54" y="173"/>
                  </a:cubicBezTo>
                  <a:cubicBezTo>
                    <a:pt x="55" y="174"/>
                    <a:pt x="56" y="175"/>
                    <a:pt x="56" y="176"/>
                  </a:cubicBezTo>
                  <a:cubicBezTo>
                    <a:pt x="56" y="177"/>
                    <a:pt x="59" y="179"/>
                    <a:pt x="56" y="177"/>
                  </a:cubicBezTo>
                  <a:cubicBezTo>
                    <a:pt x="53" y="175"/>
                    <a:pt x="56" y="177"/>
                    <a:pt x="52" y="174"/>
                  </a:cubicBezTo>
                  <a:cubicBezTo>
                    <a:pt x="49" y="171"/>
                    <a:pt x="48" y="173"/>
                    <a:pt x="46" y="171"/>
                  </a:cubicBezTo>
                  <a:cubicBezTo>
                    <a:pt x="45" y="169"/>
                    <a:pt x="47" y="175"/>
                    <a:pt x="44" y="168"/>
                  </a:cubicBezTo>
                  <a:cubicBezTo>
                    <a:pt x="41" y="160"/>
                    <a:pt x="40" y="161"/>
                    <a:pt x="39" y="159"/>
                  </a:cubicBezTo>
                  <a:cubicBezTo>
                    <a:pt x="39" y="157"/>
                    <a:pt x="39" y="159"/>
                    <a:pt x="37" y="155"/>
                  </a:cubicBezTo>
                  <a:cubicBezTo>
                    <a:pt x="35" y="151"/>
                    <a:pt x="37" y="154"/>
                    <a:pt x="35" y="151"/>
                  </a:cubicBezTo>
                  <a:cubicBezTo>
                    <a:pt x="33" y="149"/>
                    <a:pt x="33" y="152"/>
                    <a:pt x="32" y="148"/>
                  </a:cubicBezTo>
                  <a:cubicBezTo>
                    <a:pt x="31" y="143"/>
                    <a:pt x="31" y="146"/>
                    <a:pt x="30" y="141"/>
                  </a:cubicBezTo>
                  <a:cubicBezTo>
                    <a:pt x="28" y="136"/>
                    <a:pt x="31" y="136"/>
                    <a:pt x="28" y="133"/>
                  </a:cubicBezTo>
                  <a:cubicBezTo>
                    <a:pt x="25" y="131"/>
                    <a:pt x="25" y="132"/>
                    <a:pt x="24" y="131"/>
                  </a:cubicBezTo>
                  <a:cubicBezTo>
                    <a:pt x="23" y="129"/>
                    <a:pt x="25" y="130"/>
                    <a:pt x="22" y="126"/>
                  </a:cubicBezTo>
                  <a:cubicBezTo>
                    <a:pt x="20" y="122"/>
                    <a:pt x="16" y="120"/>
                    <a:pt x="16" y="113"/>
                  </a:cubicBezTo>
                  <a:cubicBezTo>
                    <a:pt x="16" y="105"/>
                    <a:pt x="16" y="104"/>
                    <a:pt x="16" y="104"/>
                  </a:cubicBezTo>
                  <a:cubicBezTo>
                    <a:pt x="16" y="104"/>
                    <a:pt x="13" y="101"/>
                    <a:pt x="14" y="97"/>
                  </a:cubicBezTo>
                  <a:cubicBezTo>
                    <a:pt x="15" y="92"/>
                    <a:pt x="16" y="94"/>
                    <a:pt x="15" y="92"/>
                  </a:cubicBezTo>
                  <a:cubicBezTo>
                    <a:pt x="15" y="91"/>
                    <a:pt x="14" y="91"/>
                    <a:pt x="13" y="89"/>
                  </a:cubicBezTo>
                  <a:cubicBezTo>
                    <a:pt x="12" y="88"/>
                    <a:pt x="12" y="88"/>
                    <a:pt x="11" y="87"/>
                  </a:cubicBezTo>
                  <a:cubicBezTo>
                    <a:pt x="11" y="86"/>
                    <a:pt x="11" y="83"/>
                    <a:pt x="11" y="83"/>
                  </a:cubicBezTo>
                  <a:cubicBezTo>
                    <a:pt x="10" y="84"/>
                    <a:pt x="10" y="84"/>
                    <a:pt x="10" y="84"/>
                  </a:cubicBezTo>
                  <a:cubicBezTo>
                    <a:pt x="10" y="84"/>
                    <a:pt x="0" y="182"/>
                    <a:pt x="97" y="197"/>
                  </a:cubicBezTo>
                  <a:cubicBezTo>
                    <a:pt x="97" y="197"/>
                    <a:pt x="75" y="192"/>
                    <a:pt x="73" y="187"/>
                  </a:cubicBezTo>
                  <a:cubicBezTo>
                    <a:pt x="73" y="187"/>
                    <a:pt x="72" y="183"/>
                    <a:pt x="73" y="183"/>
                  </a:cubicBezTo>
                  <a:cubicBezTo>
                    <a:pt x="74" y="183"/>
                    <a:pt x="76" y="184"/>
                    <a:pt x="77" y="183"/>
                  </a:cubicBezTo>
                  <a:cubicBezTo>
                    <a:pt x="79" y="181"/>
                    <a:pt x="80" y="180"/>
                    <a:pt x="80" y="180"/>
                  </a:cubicBezTo>
                  <a:cubicBezTo>
                    <a:pt x="80" y="182"/>
                    <a:pt x="80" y="182"/>
                    <a:pt x="80" y="182"/>
                  </a:cubicBezTo>
                  <a:cubicBezTo>
                    <a:pt x="80" y="182"/>
                    <a:pt x="79" y="182"/>
                    <a:pt x="83" y="181"/>
                  </a:cubicBezTo>
                  <a:cubicBezTo>
                    <a:pt x="88" y="181"/>
                    <a:pt x="88" y="181"/>
                    <a:pt x="89" y="181"/>
                  </a:cubicBezTo>
                  <a:cubicBezTo>
                    <a:pt x="91" y="180"/>
                    <a:pt x="93" y="176"/>
                    <a:pt x="94" y="178"/>
                  </a:cubicBezTo>
                  <a:cubicBezTo>
                    <a:pt x="95" y="181"/>
                    <a:pt x="93" y="180"/>
                    <a:pt x="95" y="181"/>
                  </a:cubicBezTo>
                  <a:cubicBezTo>
                    <a:pt x="97" y="181"/>
                    <a:pt x="101" y="180"/>
                    <a:pt x="101" y="180"/>
                  </a:cubicBezTo>
                  <a:cubicBezTo>
                    <a:pt x="101" y="180"/>
                    <a:pt x="108" y="181"/>
                    <a:pt x="108" y="180"/>
                  </a:cubicBezTo>
                  <a:cubicBezTo>
                    <a:pt x="109" y="179"/>
                    <a:pt x="109" y="178"/>
                    <a:pt x="110" y="178"/>
                  </a:cubicBezTo>
                  <a:cubicBezTo>
                    <a:pt x="111" y="178"/>
                    <a:pt x="112" y="180"/>
                    <a:pt x="112" y="180"/>
                  </a:cubicBezTo>
                  <a:cubicBezTo>
                    <a:pt x="108" y="182"/>
                    <a:pt x="108" y="182"/>
                    <a:pt x="108" y="182"/>
                  </a:cubicBezTo>
                  <a:cubicBezTo>
                    <a:pt x="105" y="185"/>
                    <a:pt x="105" y="185"/>
                    <a:pt x="105" y="185"/>
                  </a:cubicBezTo>
                  <a:cubicBezTo>
                    <a:pt x="105" y="185"/>
                    <a:pt x="103" y="185"/>
                    <a:pt x="105" y="186"/>
                  </a:cubicBezTo>
                  <a:cubicBezTo>
                    <a:pt x="106" y="187"/>
                    <a:pt x="107" y="187"/>
                    <a:pt x="108" y="187"/>
                  </a:cubicBezTo>
                  <a:cubicBezTo>
                    <a:pt x="110" y="187"/>
                    <a:pt x="114" y="190"/>
                    <a:pt x="115" y="188"/>
                  </a:cubicBezTo>
                  <a:cubicBezTo>
                    <a:pt x="116" y="186"/>
                    <a:pt x="116" y="186"/>
                    <a:pt x="117" y="185"/>
                  </a:cubicBezTo>
                  <a:cubicBezTo>
                    <a:pt x="117" y="184"/>
                    <a:pt x="117" y="182"/>
                    <a:pt x="119" y="182"/>
                  </a:cubicBezTo>
                  <a:cubicBezTo>
                    <a:pt x="120" y="182"/>
                    <a:pt x="122" y="183"/>
                    <a:pt x="122" y="183"/>
                  </a:cubicBezTo>
                  <a:cubicBezTo>
                    <a:pt x="121" y="186"/>
                    <a:pt x="121" y="186"/>
                    <a:pt x="121" y="186"/>
                  </a:cubicBezTo>
                  <a:cubicBezTo>
                    <a:pt x="121" y="186"/>
                    <a:pt x="123" y="186"/>
                    <a:pt x="125" y="186"/>
                  </a:cubicBezTo>
                  <a:cubicBezTo>
                    <a:pt x="126" y="186"/>
                    <a:pt x="126" y="188"/>
                    <a:pt x="128" y="186"/>
                  </a:cubicBezTo>
                  <a:cubicBezTo>
                    <a:pt x="129" y="184"/>
                    <a:pt x="129" y="184"/>
                    <a:pt x="131" y="184"/>
                  </a:cubicBezTo>
                  <a:cubicBezTo>
                    <a:pt x="133" y="184"/>
                    <a:pt x="135" y="183"/>
                    <a:pt x="136" y="183"/>
                  </a:cubicBezTo>
                  <a:cubicBezTo>
                    <a:pt x="136" y="184"/>
                    <a:pt x="138" y="184"/>
                    <a:pt x="139" y="184"/>
                  </a:cubicBezTo>
                  <a:cubicBezTo>
                    <a:pt x="139" y="184"/>
                    <a:pt x="143" y="186"/>
                    <a:pt x="143" y="186"/>
                  </a:cubicBezTo>
                  <a:cubicBezTo>
                    <a:pt x="144" y="185"/>
                    <a:pt x="148" y="186"/>
                    <a:pt x="148" y="186"/>
                  </a:cubicBezTo>
                  <a:cubicBezTo>
                    <a:pt x="148" y="186"/>
                    <a:pt x="137" y="196"/>
                    <a:pt x="113" y="197"/>
                  </a:cubicBezTo>
                  <a:cubicBezTo>
                    <a:pt x="113" y="197"/>
                    <a:pt x="167" y="199"/>
                    <a:pt x="197" y="146"/>
                  </a:cubicBezTo>
                  <a:cubicBezTo>
                    <a:pt x="228" y="94"/>
                    <a:pt x="206" y="26"/>
                    <a:pt x="137" y="3"/>
                  </a:cubicBezTo>
                  <a:cubicBezTo>
                    <a:pt x="137" y="3"/>
                    <a:pt x="189" y="22"/>
                    <a:pt x="203" y="71"/>
                  </a:cubicBezTo>
                  <a:cubicBezTo>
                    <a:pt x="202" y="72"/>
                    <a:pt x="202" y="72"/>
                    <a:pt x="202" y="72"/>
                  </a:cubicBezTo>
                  <a:cubicBezTo>
                    <a:pt x="201" y="71"/>
                    <a:pt x="201" y="72"/>
                    <a:pt x="200" y="69"/>
                  </a:cubicBezTo>
                  <a:cubicBezTo>
                    <a:pt x="199" y="67"/>
                    <a:pt x="199" y="68"/>
                    <a:pt x="199" y="66"/>
                  </a:cubicBezTo>
                  <a:cubicBezTo>
                    <a:pt x="198" y="64"/>
                    <a:pt x="198" y="65"/>
                    <a:pt x="197" y="64"/>
                  </a:cubicBezTo>
                  <a:cubicBezTo>
                    <a:pt x="195" y="62"/>
                    <a:pt x="195" y="62"/>
                    <a:pt x="194" y="61"/>
                  </a:cubicBezTo>
                  <a:cubicBezTo>
                    <a:pt x="193" y="61"/>
                    <a:pt x="192" y="58"/>
                    <a:pt x="192" y="57"/>
                  </a:cubicBezTo>
                  <a:cubicBezTo>
                    <a:pt x="191" y="56"/>
                    <a:pt x="189" y="55"/>
                    <a:pt x="188" y="55"/>
                  </a:cubicBezTo>
                  <a:cubicBezTo>
                    <a:pt x="187" y="55"/>
                    <a:pt x="188" y="54"/>
                    <a:pt x="187" y="55"/>
                  </a:cubicBezTo>
                  <a:cubicBezTo>
                    <a:pt x="187" y="56"/>
                    <a:pt x="189" y="58"/>
                    <a:pt x="189" y="58"/>
                  </a:cubicBezTo>
                  <a:cubicBezTo>
                    <a:pt x="189" y="62"/>
                    <a:pt x="189" y="62"/>
                    <a:pt x="189" y="62"/>
                  </a:cubicBezTo>
                  <a:cubicBezTo>
                    <a:pt x="189" y="62"/>
                    <a:pt x="190" y="65"/>
                    <a:pt x="190" y="66"/>
                  </a:cubicBezTo>
                  <a:cubicBezTo>
                    <a:pt x="190" y="67"/>
                    <a:pt x="189" y="70"/>
                    <a:pt x="189" y="70"/>
                  </a:cubicBezTo>
                  <a:cubicBezTo>
                    <a:pt x="189" y="70"/>
                    <a:pt x="188" y="72"/>
                    <a:pt x="187" y="73"/>
                  </a:cubicBezTo>
                  <a:cubicBezTo>
                    <a:pt x="186" y="73"/>
                    <a:pt x="181" y="74"/>
                    <a:pt x="181" y="74"/>
                  </a:cubicBezTo>
                  <a:cubicBezTo>
                    <a:pt x="181" y="74"/>
                    <a:pt x="179" y="72"/>
                    <a:pt x="179" y="71"/>
                  </a:cubicBezTo>
                  <a:cubicBezTo>
                    <a:pt x="178" y="69"/>
                    <a:pt x="175" y="69"/>
                    <a:pt x="174" y="68"/>
                  </a:cubicBezTo>
                  <a:cubicBezTo>
                    <a:pt x="174" y="67"/>
                    <a:pt x="175" y="66"/>
                    <a:pt x="173" y="64"/>
                  </a:cubicBezTo>
                  <a:cubicBezTo>
                    <a:pt x="172" y="62"/>
                    <a:pt x="173" y="63"/>
                    <a:pt x="172" y="61"/>
                  </a:cubicBezTo>
                  <a:cubicBezTo>
                    <a:pt x="170" y="59"/>
                    <a:pt x="170" y="59"/>
                    <a:pt x="170" y="59"/>
                  </a:cubicBezTo>
                  <a:cubicBezTo>
                    <a:pt x="170" y="59"/>
                    <a:pt x="166" y="58"/>
                    <a:pt x="167" y="60"/>
                  </a:cubicBezTo>
                  <a:cubicBezTo>
                    <a:pt x="168" y="63"/>
                    <a:pt x="167" y="65"/>
                    <a:pt x="168" y="65"/>
                  </a:cubicBezTo>
                  <a:cubicBezTo>
                    <a:pt x="169" y="66"/>
                    <a:pt x="170" y="65"/>
                    <a:pt x="171" y="67"/>
                  </a:cubicBezTo>
                  <a:cubicBezTo>
                    <a:pt x="172" y="69"/>
                    <a:pt x="172" y="70"/>
                    <a:pt x="172" y="71"/>
                  </a:cubicBezTo>
                  <a:cubicBezTo>
                    <a:pt x="173" y="71"/>
                    <a:pt x="173" y="74"/>
                    <a:pt x="174" y="75"/>
                  </a:cubicBezTo>
                  <a:cubicBezTo>
                    <a:pt x="175" y="75"/>
                    <a:pt x="178" y="75"/>
                    <a:pt x="178" y="76"/>
                  </a:cubicBezTo>
                  <a:cubicBezTo>
                    <a:pt x="177" y="77"/>
                    <a:pt x="176" y="78"/>
                    <a:pt x="178" y="79"/>
                  </a:cubicBezTo>
                  <a:cubicBezTo>
                    <a:pt x="179" y="79"/>
                    <a:pt x="179" y="80"/>
                    <a:pt x="180" y="80"/>
                  </a:cubicBezTo>
                  <a:cubicBezTo>
                    <a:pt x="181" y="80"/>
                    <a:pt x="181" y="80"/>
                    <a:pt x="182" y="79"/>
                  </a:cubicBezTo>
                  <a:cubicBezTo>
                    <a:pt x="184" y="79"/>
                    <a:pt x="186" y="79"/>
                    <a:pt x="186" y="79"/>
                  </a:cubicBezTo>
                  <a:cubicBezTo>
                    <a:pt x="186" y="79"/>
                    <a:pt x="188" y="80"/>
                    <a:pt x="188" y="81"/>
                  </a:cubicBezTo>
                  <a:cubicBezTo>
                    <a:pt x="188" y="82"/>
                    <a:pt x="187" y="86"/>
                    <a:pt x="187" y="86"/>
                  </a:cubicBezTo>
                  <a:cubicBezTo>
                    <a:pt x="185" y="90"/>
                    <a:pt x="185" y="90"/>
                    <a:pt x="185" y="90"/>
                  </a:cubicBezTo>
                  <a:cubicBezTo>
                    <a:pt x="185" y="90"/>
                    <a:pt x="185" y="97"/>
                    <a:pt x="184" y="97"/>
                  </a:cubicBezTo>
                  <a:cubicBezTo>
                    <a:pt x="183" y="97"/>
                    <a:pt x="182" y="100"/>
                    <a:pt x="181" y="100"/>
                  </a:cubicBezTo>
                  <a:cubicBezTo>
                    <a:pt x="180" y="101"/>
                    <a:pt x="180" y="105"/>
                    <a:pt x="180" y="105"/>
                  </a:cubicBezTo>
                  <a:cubicBezTo>
                    <a:pt x="178" y="108"/>
                    <a:pt x="178" y="108"/>
                    <a:pt x="178" y="108"/>
                  </a:cubicBezTo>
                  <a:cubicBezTo>
                    <a:pt x="178" y="108"/>
                    <a:pt x="178" y="111"/>
                    <a:pt x="178" y="112"/>
                  </a:cubicBezTo>
                  <a:cubicBezTo>
                    <a:pt x="178" y="113"/>
                    <a:pt x="179" y="117"/>
                    <a:pt x="178" y="119"/>
                  </a:cubicBezTo>
                  <a:cubicBezTo>
                    <a:pt x="178" y="121"/>
                    <a:pt x="175" y="122"/>
                    <a:pt x="175" y="122"/>
                  </a:cubicBezTo>
                  <a:cubicBezTo>
                    <a:pt x="175" y="122"/>
                    <a:pt x="179" y="126"/>
                    <a:pt x="177" y="126"/>
                  </a:cubicBezTo>
                  <a:cubicBezTo>
                    <a:pt x="175" y="127"/>
                    <a:pt x="173" y="129"/>
                    <a:pt x="173" y="130"/>
                  </a:cubicBezTo>
                  <a:cubicBezTo>
                    <a:pt x="172" y="131"/>
                    <a:pt x="172" y="132"/>
                    <a:pt x="171" y="132"/>
                  </a:cubicBezTo>
                  <a:cubicBezTo>
                    <a:pt x="170" y="133"/>
                    <a:pt x="168" y="133"/>
                    <a:pt x="168" y="134"/>
                  </a:cubicBezTo>
                  <a:cubicBezTo>
                    <a:pt x="168" y="134"/>
                    <a:pt x="168" y="137"/>
                    <a:pt x="168" y="137"/>
                  </a:cubicBezTo>
                  <a:cubicBezTo>
                    <a:pt x="164" y="142"/>
                    <a:pt x="164" y="142"/>
                    <a:pt x="164" y="142"/>
                  </a:cubicBezTo>
                  <a:cubicBezTo>
                    <a:pt x="160" y="146"/>
                    <a:pt x="160" y="146"/>
                    <a:pt x="160" y="146"/>
                  </a:cubicBezTo>
                  <a:cubicBezTo>
                    <a:pt x="160" y="146"/>
                    <a:pt x="160" y="149"/>
                    <a:pt x="159" y="149"/>
                  </a:cubicBezTo>
                  <a:cubicBezTo>
                    <a:pt x="158" y="149"/>
                    <a:pt x="153" y="151"/>
                    <a:pt x="152" y="152"/>
                  </a:cubicBezTo>
                  <a:cubicBezTo>
                    <a:pt x="152" y="152"/>
                    <a:pt x="148" y="154"/>
                    <a:pt x="147" y="154"/>
                  </a:cubicBezTo>
                  <a:cubicBezTo>
                    <a:pt x="146" y="154"/>
                    <a:pt x="148" y="157"/>
                    <a:pt x="146" y="154"/>
                  </a:cubicBezTo>
                  <a:cubicBezTo>
                    <a:pt x="144" y="151"/>
                    <a:pt x="145" y="153"/>
                    <a:pt x="144" y="149"/>
                  </a:cubicBezTo>
                  <a:cubicBezTo>
                    <a:pt x="142" y="145"/>
                    <a:pt x="142" y="148"/>
                    <a:pt x="142" y="145"/>
                  </a:cubicBezTo>
                  <a:cubicBezTo>
                    <a:pt x="142" y="143"/>
                    <a:pt x="142" y="145"/>
                    <a:pt x="142" y="143"/>
                  </a:cubicBezTo>
                  <a:cubicBezTo>
                    <a:pt x="142" y="140"/>
                    <a:pt x="143" y="142"/>
                    <a:pt x="141" y="139"/>
                  </a:cubicBezTo>
                  <a:cubicBezTo>
                    <a:pt x="140" y="136"/>
                    <a:pt x="140" y="137"/>
                    <a:pt x="138" y="135"/>
                  </a:cubicBezTo>
                  <a:cubicBezTo>
                    <a:pt x="136" y="133"/>
                    <a:pt x="135" y="135"/>
                    <a:pt x="136" y="132"/>
                  </a:cubicBezTo>
                  <a:cubicBezTo>
                    <a:pt x="137" y="129"/>
                    <a:pt x="137" y="132"/>
                    <a:pt x="137" y="129"/>
                  </a:cubicBezTo>
                  <a:cubicBezTo>
                    <a:pt x="138" y="126"/>
                    <a:pt x="137" y="125"/>
                    <a:pt x="139" y="124"/>
                  </a:cubicBezTo>
                  <a:cubicBezTo>
                    <a:pt x="141" y="123"/>
                    <a:pt x="142" y="122"/>
                    <a:pt x="142" y="121"/>
                  </a:cubicBezTo>
                  <a:cubicBezTo>
                    <a:pt x="142" y="119"/>
                    <a:pt x="142" y="118"/>
                    <a:pt x="142" y="117"/>
                  </a:cubicBezTo>
                  <a:cubicBezTo>
                    <a:pt x="141" y="116"/>
                    <a:pt x="139" y="114"/>
                    <a:pt x="139" y="113"/>
                  </a:cubicBezTo>
                  <a:cubicBezTo>
                    <a:pt x="139" y="112"/>
                    <a:pt x="139" y="113"/>
                    <a:pt x="137" y="111"/>
                  </a:cubicBezTo>
                  <a:cubicBezTo>
                    <a:pt x="136" y="109"/>
                    <a:pt x="135" y="108"/>
                    <a:pt x="135" y="108"/>
                  </a:cubicBezTo>
                  <a:cubicBezTo>
                    <a:pt x="135" y="108"/>
                    <a:pt x="135" y="103"/>
                    <a:pt x="135" y="101"/>
                  </a:cubicBezTo>
                  <a:cubicBezTo>
                    <a:pt x="135" y="99"/>
                    <a:pt x="134" y="102"/>
                    <a:pt x="135" y="99"/>
                  </a:cubicBezTo>
                  <a:cubicBezTo>
                    <a:pt x="135" y="96"/>
                    <a:pt x="135" y="94"/>
                    <a:pt x="135" y="94"/>
                  </a:cubicBezTo>
                  <a:cubicBezTo>
                    <a:pt x="135" y="94"/>
                    <a:pt x="132" y="92"/>
                    <a:pt x="131" y="92"/>
                  </a:cubicBezTo>
                  <a:cubicBezTo>
                    <a:pt x="129" y="92"/>
                    <a:pt x="129" y="94"/>
                    <a:pt x="127" y="93"/>
                  </a:cubicBezTo>
                  <a:cubicBezTo>
                    <a:pt x="125" y="91"/>
                    <a:pt x="126" y="90"/>
                    <a:pt x="125" y="89"/>
                  </a:cubicBezTo>
                  <a:cubicBezTo>
                    <a:pt x="124" y="89"/>
                    <a:pt x="123" y="89"/>
                    <a:pt x="122" y="90"/>
                  </a:cubicBezTo>
                  <a:cubicBezTo>
                    <a:pt x="121" y="91"/>
                    <a:pt x="118" y="91"/>
                    <a:pt x="116" y="91"/>
                  </a:cubicBezTo>
                  <a:cubicBezTo>
                    <a:pt x="114" y="92"/>
                    <a:pt x="113" y="92"/>
                    <a:pt x="110" y="92"/>
                  </a:cubicBezTo>
                  <a:cubicBezTo>
                    <a:pt x="108" y="92"/>
                    <a:pt x="104" y="93"/>
                    <a:pt x="102" y="92"/>
                  </a:cubicBezTo>
                  <a:cubicBezTo>
                    <a:pt x="100" y="91"/>
                    <a:pt x="100" y="92"/>
                    <a:pt x="99" y="90"/>
                  </a:cubicBezTo>
                  <a:cubicBezTo>
                    <a:pt x="98" y="88"/>
                    <a:pt x="99" y="88"/>
                    <a:pt x="97" y="87"/>
                  </a:cubicBezTo>
                  <a:cubicBezTo>
                    <a:pt x="95" y="86"/>
                    <a:pt x="94" y="87"/>
                    <a:pt x="94" y="85"/>
                  </a:cubicBezTo>
                  <a:cubicBezTo>
                    <a:pt x="94" y="82"/>
                    <a:pt x="95" y="83"/>
                    <a:pt x="93" y="81"/>
                  </a:cubicBezTo>
                  <a:cubicBezTo>
                    <a:pt x="92" y="79"/>
                    <a:pt x="94" y="82"/>
                    <a:pt x="92" y="79"/>
                  </a:cubicBezTo>
                  <a:cubicBezTo>
                    <a:pt x="89" y="76"/>
                    <a:pt x="88" y="79"/>
                    <a:pt x="89" y="76"/>
                  </a:cubicBezTo>
                  <a:cubicBezTo>
                    <a:pt x="90" y="74"/>
                    <a:pt x="91" y="75"/>
                    <a:pt x="91" y="73"/>
                  </a:cubicBezTo>
                  <a:cubicBezTo>
                    <a:pt x="91" y="70"/>
                    <a:pt x="95" y="74"/>
                    <a:pt x="92" y="68"/>
                  </a:cubicBezTo>
                  <a:cubicBezTo>
                    <a:pt x="90" y="63"/>
                    <a:pt x="89" y="64"/>
                    <a:pt x="92" y="60"/>
                  </a:cubicBezTo>
                  <a:cubicBezTo>
                    <a:pt x="94" y="55"/>
                    <a:pt x="97" y="54"/>
                    <a:pt x="98" y="53"/>
                  </a:cubicBezTo>
                  <a:cubicBezTo>
                    <a:pt x="98" y="52"/>
                    <a:pt x="99" y="50"/>
                    <a:pt x="100" y="49"/>
                  </a:cubicBezTo>
                  <a:cubicBezTo>
                    <a:pt x="101" y="48"/>
                    <a:pt x="100" y="48"/>
                    <a:pt x="102" y="48"/>
                  </a:cubicBezTo>
                  <a:cubicBezTo>
                    <a:pt x="104" y="48"/>
                    <a:pt x="107" y="47"/>
                    <a:pt x="108" y="46"/>
                  </a:cubicBezTo>
                  <a:cubicBezTo>
                    <a:pt x="109" y="45"/>
                    <a:pt x="111" y="42"/>
                    <a:pt x="112" y="42"/>
                  </a:cubicBezTo>
                  <a:cubicBezTo>
                    <a:pt x="113" y="42"/>
                    <a:pt x="113" y="42"/>
                    <a:pt x="115" y="42"/>
                  </a:cubicBezTo>
                  <a:cubicBezTo>
                    <a:pt x="117" y="41"/>
                    <a:pt x="117" y="41"/>
                    <a:pt x="119" y="41"/>
                  </a:cubicBezTo>
                  <a:cubicBezTo>
                    <a:pt x="120" y="41"/>
                    <a:pt x="117" y="42"/>
                    <a:pt x="121" y="41"/>
                  </a:cubicBezTo>
                  <a:cubicBezTo>
                    <a:pt x="125" y="40"/>
                    <a:pt x="124" y="40"/>
                    <a:pt x="125" y="40"/>
                  </a:cubicBezTo>
                  <a:cubicBezTo>
                    <a:pt x="126" y="40"/>
                    <a:pt x="126" y="41"/>
                    <a:pt x="127" y="41"/>
                  </a:cubicBezTo>
                  <a:cubicBezTo>
                    <a:pt x="129" y="41"/>
                    <a:pt x="129" y="38"/>
                    <a:pt x="129" y="41"/>
                  </a:cubicBezTo>
                  <a:cubicBezTo>
                    <a:pt x="129" y="45"/>
                    <a:pt x="128" y="46"/>
                    <a:pt x="130" y="46"/>
                  </a:cubicBezTo>
                  <a:cubicBezTo>
                    <a:pt x="133" y="47"/>
                    <a:pt x="130" y="47"/>
                    <a:pt x="133" y="47"/>
                  </a:cubicBezTo>
                  <a:cubicBezTo>
                    <a:pt x="136" y="47"/>
                    <a:pt x="135" y="47"/>
                    <a:pt x="137" y="48"/>
                  </a:cubicBezTo>
                  <a:cubicBezTo>
                    <a:pt x="138" y="48"/>
                    <a:pt x="139" y="49"/>
                    <a:pt x="141" y="49"/>
                  </a:cubicBezTo>
                  <a:cubicBezTo>
                    <a:pt x="143" y="49"/>
                    <a:pt x="140" y="52"/>
                    <a:pt x="143" y="49"/>
                  </a:cubicBezTo>
                  <a:cubicBezTo>
                    <a:pt x="146" y="46"/>
                    <a:pt x="141" y="46"/>
                    <a:pt x="146" y="46"/>
                  </a:cubicBezTo>
                  <a:cubicBezTo>
                    <a:pt x="151" y="47"/>
                    <a:pt x="152" y="48"/>
                    <a:pt x="153" y="48"/>
                  </a:cubicBezTo>
                  <a:cubicBezTo>
                    <a:pt x="154" y="47"/>
                    <a:pt x="154" y="48"/>
                    <a:pt x="156" y="47"/>
                  </a:cubicBezTo>
                  <a:cubicBezTo>
                    <a:pt x="159" y="46"/>
                    <a:pt x="159" y="46"/>
                    <a:pt x="160" y="46"/>
                  </a:cubicBezTo>
                  <a:cubicBezTo>
                    <a:pt x="161" y="47"/>
                    <a:pt x="161" y="49"/>
                    <a:pt x="162" y="47"/>
                  </a:cubicBezTo>
                  <a:cubicBezTo>
                    <a:pt x="163" y="45"/>
                    <a:pt x="165" y="45"/>
                    <a:pt x="162" y="44"/>
                  </a:cubicBezTo>
                  <a:cubicBezTo>
                    <a:pt x="159" y="42"/>
                    <a:pt x="158" y="44"/>
                    <a:pt x="158" y="42"/>
                  </a:cubicBezTo>
                  <a:cubicBezTo>
                    <a:pt x="157" y="40"/>
                    <a:pt x="160" y="41"/>
                    <a:pt x="157" y="40"/>
                  </a:cubicBezTo>
                  <a:cubicBezTo>
                    <a:pt x="154" y="40"/>
                    <a:pt x="155" y="40"/>
                    <a:pt x="153" y="39"/>
                  </a:cubicBezTo>
                  <a:cubicBezTo>
                    <a:pt x="151" y="38"/>
                    <a:pt x="149" y="41"/>
                    <a:pt x="148" y="39"/>
                  </a:cubicBezTo>
                  <a:cubicBezTo>
                    <a:pt x="147" y="37"/>
                    <a:pt x="143" y="41"/>
                    <a:pt x="147" y="37"/>
                  </a:cubicBezTo>
                  <a:cubicBezTo>
                    <a:pt x="151" y="34"/>
                    <a:pt x="149" y="32"/>
                    <a:pt x="152" y="33"/>
                  </a:cubicBezTo>
                  <a:cubicBezTo>
                    <a:pt x="155" y="34"/>
                    <a:pt x="154" y="36"/>
                    <a:pt x="155" y="35"/>
                  </a:cubicBezTo>
                  <a:cubicBezTo>
                    <a:pt x="157" y="33"/>
                    <a:pt x="160" y="32"/>
                    <a:pt x="157" y="30"/>
                  </a:cubicBezTo>
                  <a:cubicBezTo>
                    <a:pt x="154" y="28"/>
                    <a:pt x="156" y="29"/>
                    <a:pt x="153" y="28"/>
                  </a:cubicBezTo>
                  <a:cubicBezTo>
                    <a:pt x="150" y="26"/>
                    <a:pt x="147" y="33"/>
                    <a:pt x="146" y="32"/>
                  </a:cubicBezTo>
                  <a:cubicBezTo>
                    <a:pt x="145" y="31"/>
                    <a:pt x="144" y="30"/>
                    <a:pt x="143" y="31"/>
                  </a:cubicBezTo>
                  <a:cubicBezTo>
                    <a:pt x="142" y="31"/>
                    <a:pt x="142" y="34"/>
                    <a:pt x="142" y="36"/>
                  </a:cubicBezTo>
                  <a:cubicBezTo>
                    <a:pt x="142" y="38"/>
                    <a:pt x="143" y="38"/>
                    <a:pt x="140" y="37"/>
                  </a:cubicBezTo>
                  <a:cubicBezTo>
                    <a:pt x="137" y="35"/>
                    <a:pt x="144" y="36"/>
                    <a:pt x="137" y="33"/>
                  </a:cubicBezTo>
                  <a:cubicBezTo>
                    <a:pt x="130" y="31"/>
                    <a:pt x="128" y="31"/>
                    <a:pt x="127" y="32"/>
                  </a:cubicBezTo>
                  <a:cubicBezTo>
                    <a:pt x="126" y="33"/>
                    <a:pt x="125" y="33"/>
                    <a:pt x="124" y="34"/>
                  </a:cubicBezTo>
                  <a:cubicBezTo>
                    <a:pt x="123" y="35"/>
                    <a:pt x="126" y="36"/>
                    <a:pt x="123" y="35"/>
                  </a:cubicBezTo>
                  <a:cubicBezTo>
                    <a:pt x="120" y="33"/>
                    <a:pt x="118" y="35"/>
                    <a:pt x="118" y="35"/>
                  </a:cubicBezTo>
                  <a:cubicBezTo>
                    <a:pt x="118" y="35"/>
                    <a:pt x="117" y="35"/>
                    <a:pt x="116" y="36"/>
                  </a:cubicBezTo>
                  <a:cubicBezTo>
                    <a:pt x="114" y="37"/>
                    <a:pt x="112" y="38"/>
                    <a:pt x="111" y="37"/>
                  </a:cubicBezTo>
                  <a:cubicBezTo>
                    <a:pt x="109" y="37"/>
                    <a:pt x="106" y="38"/>
                    <a:pt x="109" y="34"/>
                  </a:cubicBezTo>
                  <a:cubicBezTo>
                    <a:pt x="111" y="31"/>
                    <a:pt x="109" y="33"/>
                    <a:pt x="113" y="31"/>
                  </a:cubicBezTo>
                  <a:cubicBezTo>
                    <a:pt x="117" y="30"/>
                    <a:pt x="123" y="29"/>
                    <a:pt x="118" y="28"/>
                  </a:cubicBezTo>
                  <a:cubicBezTo>
                    <a:pt x="113" y="27"/>
                    <a:pt x="121" y="27"/>
                    <a:pt x="114" y="24"/>
                  </a:cubicBezTo>
                  <a:cubicBezTo>
                    <a:pt x="107" y="21"/>
                    <a:pt x="107" y="25"/>
                    <a:pt x="107" y="21"/>
                  </a:cubicBezTo>
                  <a:cubicBezTo>
                    <a:pt x="108" y="16"/>
                    <a:pt x="107" y="16"/>
                    <a:pt x="106" y="16"/>
                  </a:cubicBezTo>
                  <a:cubicBezTo>
                    <a:pt x="104" y="16"/>
                    <a:pt x="100" y="17"/>
                    <a:pt x="98" y="18"/>
                  </a:cubicBezTo>
                  <a:cubicBezTo>
                    <a:pt x="97" y="18"/>
                    <a:pt x="99" y="19"/>
                    <a:pt x="96" y="17"/>
                  </a:cubicBezTo>
                  <a:cubicBezTo>
                    <a:pt x="92" y="15"/>
                    <a:pt x="91" y="18"/>
                    <a:pt x="92" y="15"/>
                  </a:cubicBezTo>
                  <a:cubicBezTo>
                    <a:pt x="94" y="13"/>
                    <a:pt x="94" y="12"/>
                    <a:pt x="96" y="11"/>
                  </a:cubicBezTo>
                  <a:cubicBezTo>
                    <a:pt x="98" y="9"/>
                    <a:pt x="97" y="3"/>
                    <a:pt x="102" y="5"/>
                  </a:cubicBezTo>
                  <a:cubicBezTo>
                    <a:pt x="106" y="8"/>
                    <a:pt x="105" y="7"/>
                    <a:pt x="108" y="7"/>
                  </a:cubicBezTo>
                  <a:cubicBezTo>
                    <a:pt x="112" y="7"/>
                    <a:pt x="114" y="7"/>
                    <a:pt x="114" y="6"/>
                  </a:cubicBezTo>
                  <a:cubicBezTo>
                    <a:pt x="114" y="5"/>
                    <a:pt x="109" y="3"/>
                    <a:pt x="109" y="3"/>
                  </a:cubicBezTo>
                  <a:cubicBezTo>
                    <a:pt x="109" y="3"/>
                    <a:pt x="108" y="4"/>
                    <a:pt x="109" y="3"/>
                  </a:cubicBezTo>
                  <a:cubicBezTo>
                    <a:pt x="109" y="2"/>
                    <a:pt x="110" y="1"/>
                    <a:pt x="110" y="1"/>
                  </a:cubicBezTo>
                  <a:cubicBezTo>
                    <a:pt x="109" y="0"/>
                    <a:pt x="109" y="0"/>
                    <a:pt x="109" y="0"/>
                  </a:cubicBezTo>
                  <a:cubicBezTo>
                    <a:pt x="109" y="0"/>
                    <a:pt x="96" y="0"/>
                    <a:pt x="9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45" name="Freeform 41"/>
          <p:cNvSpPr>
            <a:spLocks noEditPoints="1"/>
          </p:cNvSpPr>
          <p:nvPr/>
        </p:nvSpPr>
        <p:spPr bwMode="auto">
          <a:xfrm>
            <a:off x="8812613" y="4213659"/>
            <a:ext cx="428513" cy="390423"/>
          </a:xfrm>
          <a:custGeom>
            <a:avLst/>
            <a:gdLst>
              <a:gd name="T0" fmla="*/ 116 w 196"/>
              <a:gd name="T1" fmla="*/ 2 h 179"/>
              <a:gd name="T2" fmla="*/ 98 w 196"/>
              <a:gd name="T3" fmla="*/ 0 h 179"/>
              <a:gd name="T4" fmla="*/ 98 w 196"/>
              <a:gd name="T5" fmla="*/ 17 h 179"/>
              <a:gd name="T6" fmla="*/ 113 w 196"/>
              <a:gd name="T7" fmla="*/ 18 h 179"/>
              <a:gd name="T8" fmla="*/ 169 w 196"/>
              <a:gd name="T9" fmla="*/ 105 h 179"/>
              <a:gd name="T10" fmla="*/ 98 w 196"/>
              <a:gd name="T11" fmla="*/ 163 h 179"/>
              <a:gd name="T12" fmla="*/ 98 w 196"/>
              <a:gd name="T13" fmla="*/ 179 h 179"/>
              <a:gd name="T14" fmla="*/ 185 w 196"/>
              <a:gd name="T15" fmla="*/ 108 h 179"/>
              <a:gd name="T16" fmla="*/ 116 w 196"/>
              <a:gd name="T17" fmla="*/ 2 h 179"/>
              <a:gd name="T18" fmla="*/ 98 w 196"/>
              <a:gd name="T19" fmla="*/ 0 h 179"/>
              <a:gd name="T20" fmla="*/ 10 w 196"/>
              <a:gd name="T21" fmla="*/ 71 h 179"/>
              <a:gd name="T22" fmla="*/ 79 w 196"/>
              <a:gd name="T23" fmla="*/ 177 h 179"/>
              <a:gd name="T24" fmla="*/ 98 w 196"/>
              <a:gd name="T25" fmla="*/ 179 h 179"/>
              <a:gd name="T26" fmla="*/ 98 w 196"/>
              <a:gd name="T27" fmla="*/ 163 h 179"/>
              <a:gd name="T28" fmla="*/ 83 w 196"/>
              <a:gd name="T29" fmla="*/ 161 h 179"/>
              <a:gd name="T30" fmla="*/ 83 w 196"/>
              <a:gd name="T31" fmla="*/ 161 h 179"/>
              <a:gd name="T32" fmla="*/ 26 w 196"/>
              <a:gd name="T33" fmla="*/ 75 h 179"/>
              <a:gd name="T34" fmla="*/ 98 w 196"/>
              <a:gd name="T35" fmla="*/ 17 h 179"/>
              <a:gd name="T36" fmla="*/ 98 w 196"/>
              <a:gd name="T37" fmla="*/ 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96" h="179">
                <a:moveTo>
                  <a:pt x="116" y="2"/>
                </a:moveTo>
                <a:cubicBezTo>
                  <a:pt x="110" y="1"/>
                  <a:pt x="104" y="0"/>
                  <a:pt x="98" y="0"/>
                </a:cubicBezTo>
                <a:cubicBezTo>
                  <a:pt x="98" y="17"/>
                  <a:pt x="98" y="17"/>
                  <a:pt x="98" y="17"/>
                </a:cubicBezTo>
                <a:cubicBezTo>
                  <a:pt x="103" y="17"/>
                  <a:pt x="108" y="17"/>
                  <a:pt x="113" y="18"/>
                </a:cubicBezTo>
                <a:cubicBezTo>
                  <a:pt x="152" y="27"/>
                  <a:pt x="177" y="65"/>
                  <a:pt x="169" y="105"/>
                </a:cubicBezTo>
                <a:cubicBezTo>
                  <a:pt x="162" y="139"/>
                  <a:pt x="131" y="163"/>
                  <a:pt x="98" y="163"/>
                </a:cubicBezTo>
                <a:cubicBezTo>
                  <a:pt x="98" y="179"/>
                  <a:pt x="98" y="179"/>
                  <a:pt x="98" y="179"/>
                </a:cubicBezTo>
                <a:cubicBezTo>
                  <a:pt x="139" y="179"/>
                  <a:pt x="177" y="150"/>
                  <a:pt x="185" y="108"/>
                </a:cubicBezTo>
                <a:cubicBezTo>
                  <a:pt x="196" y="60"/>
                  <a:pt x="165" y="12"/>
                  <a:pt x="116" y="2"/>
                </a:cubicBezTo>
                <a:close/>
                <a:moveTo>
                  <a:pt x="98" y="0"/>
                </a:moveTo>
                <a:cubicBezTo>
                  <a:pt x="56" y="0"/>
                  <a:pt x="19" y="29"/>
                  <a:pt x="10" y="71"/>
                </a:cubicBezTo>
                <a:cubicBezTo>
                  <a:pt x="0" y="120"/>
                  <a:pt x="31" y="167"/>
                  <a:pt x="79" y="177"/>
                </a:cubicBezTo>
                <a:cubicBezTo>
                  <a:pt x="85" y="179"/>
                  <a:pt x="92" y="179"/>
                  <a:pt x="98" y="179"/>
                </a:cubicBezTo>
                <a:cubicBezTo>
                  <a:pt x="98" y="163"/>
                  <a:pt x="98" y="163"/>
                  <a:pt x="98" y="163"/>
                </a:cubicBezTo>
                <a:cubicBezTo>
                  <a:pt x="93" y="163"/>
                  <a:pt x="88" y="162"/>
                  <a:pt x="83" y="161"/>
                </a:cubicBezTo>
                <a:cubicBezTo>
                  <a:pt x="83" y="161"/>
                  <a:pt x="83" y="161"/>
                  <a:pt x="83" y="161"/>
                </a:cubicBezTo>
                <a:cubicBezTo>
                  <a:pt x="43" y="153"/>
                  <a:pt x="18" y="114"/>
                  <a:pt x="26" y="75"/>
                </a:cubicBezTo>
                <a:cubicBezTo>
                  <a:pt x="33" y="40"/>
                  <a:pt x="64" y="17"/>
                  <a:pt x="98" y="17"/>
                </a:cubicBezTo>
                <a:lnTo>
                  <a:pt x="98"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6" name="Freeform 42"/>
          <p:cNvSpPr/>
          <p:nvPr/>
        </p:nvSpPr>
        <p:spPr bwMode="auto">
          <a:xfrm>
            <a:off x="8923708" y="4573927"/>
            <a:ext cx="92051" cy="198387"/>
          </a:xfrm>
          <a:custGeom>
            <a:avLst/>
            <a:gdLst>
              <a:gd name="T0" fmla="*/ 33 w 58"/>
              <a:gd name="T1" fmla="*/ 125 h 125"/>
              <a:gd name="T2" fmla="*/ 0 w 58"/>
              <a:gd name="T3" fmla="*/ 118 h 125"/>
              <a:gd name="T4" fmla="*/ 25 w 58"/>
              <a:gd name="T5" fmla="*/ 0 h 125"/>
              <a:gd name="T6" fmla="*/ 58 w 58"/>
              <a:gd name="T7" fmla="*/ 7 h 125"/>
              <a:gd name="T8" fmla="*/ 33 w 58"/>
              <a:gd name="T9" fmla="*/ 125 h 125"/>
            </a:gdLst>
            <a:ahLst/>
            <a:cxnLst>
              <a:cxn ang="0">
                <a:pos x="T0" y="T1"/>
              </a:cxn>
              <a:cxn ang="0">
                <a:pos x="T2" y="T3"/>
              </a:cxn>
              <a:cxn ang="0">
                <a:pos x="T4" y="T5"/>
              </a:cxn>
              <a:cxn ang="0">
                <a:pos x="T6" y="T7"/>
              </a:cxn>
              <a:cxn ang="0">
                <a:pos x="T8" y="T9"/>
              </a:cxn>
            </a:cxnLst>
            <a:rect l="0" t="0" r="r" b="b"/>
            <a:pathLst>
              <a:path w="58" h="125">
                <a:moveTo>
                  <a:pt x="33" y="125"/>
                </a:moveTo>
                <a:lnTo>
                  <a:pt x="0" y="118"/>
                </a:lnTo>
                <a:lnTo>
                  <a:pt x="25" y="0"/>
                </a:lnTo>
                <a:lnTo>
                  <a:pt x="58" y="7"/>
                </a:lnTo>
                <a:lnTo>
                  <a:pt x="33" y="1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7" name="Freeform 43"/>
          <p:cNvSpPr/>
          <p:nvPr/>
        </p:nvSpPr>
        <p:spPr bwMode="auto">
          <a:xfrm>
            <a:off x="8885618" y="4634236"/>
            <a:ext cx="130141" cy="268219"/>
          </a:xfrm>
          <a:custGeom>
            <a:avLst/>
            <a:gdLst>
              <a:gd name="T0" fmla="*/ 40 w 60"/>
              <a:gd name="T1" fmla="*/ 106 h 123"/>
              <a:gd name="T2" fmla="*/ 18 w 60"/>
              <a:gd name="T3" fmla="*/ 121 h 123"/>
              <a:gd name="T4" fmla="*/ 3 w 60"/>
              <a:gd name="T5" fmla="*/ 98 h 123"/>
              <a:gd name="T6" fmla="*/ 20 w 60"/>
              <a:gd name="T7" fmla="*/ 17 h 123"/>
              <a:gd name="T8" fmla="*/ 42 w 60"/>
              <a:gd name="T9" fmla="*/ 2 h 123"/>
              <a:gd name="T10" fmla="*/ 57 w 60"/>
              <a:gd name="T11" fmla="*/ 25 h 123"/>
              <a:gd name="T12" fmla="*/ 40 w 60"/>
              <a:gd name="T13" fmla="*/ 106 h 123"/>
            </a:gdLst>
            <a:ahLst/>
            <a:cxnLst>
              <a:cxn ang="0">
                <a:pos x="T0" y="T1"/>
              </a:cxn>
              <a:cxn ang="0">
                <a:pos x="T2" y="T3"/>
              </a:cxn>
              <a:cxn ang="0">
                <a:pos x="T4" y="T5"/>
              </a:cxn>
              <a:cxn ang="0">
                <a:pos x="T6" y="T7"/>
              </a:cxn>
              <a:cxn ang="0">
                <a:pos x="T8" y="T9"/>
              </a:cxn>
              <a:cxn ang="0">
                <a:pos x="T10" y="T11"/>
              </a:cxn>
              <a:cxn ang="0">
                <a:pos x="T12" y="T13"/>
              </a:cxn>
            </a:cxnLst>
            <a:rect l="0" t="0" r="r" b="b"/>
            <a:pathLst>
              <a:path w="60" h="123">
                <a:moveTo>
                  <a:pt x="40" y="106"/>
                </a:moveTo>
                <a:cubicBezTo>
                  <a:pt x="38" y="116"/>
                  <a:pt x="28" y="123"/>
                  <a:pt x="18" y="121"/>
                </a:cubicBezTo>
                <a:cubicBezTo>
                  <a:pt x="7" y="118"/>
                  <a:pt x="0" y="108"/>
                  <a:pt x="3" y="98"/>
                </a:cubicBezTo>
                <a:cubicBezTo>
                  <a:pt x="20" y="17"/>
                  <a:pt x="20" y="17"/>
                  <a:pt x="20" y="17"/>
                </a:cubicBezTo>
                <a:cubicBezTo>
                  <a:pt x="22" y="6"/>
                  <a:pt x="32" y="0"/>
                  <a:pt x="42" y="2"/>
                </a:cubicBezTo>
                <a:cubicBezTo>
                  <a:pt x="53" y="4"/>
                  <a:pt x="60" y="14"/>
                  <a:pt x="57" y="25"/>
                </a:cubicBezTo>
                <a:lnTo>
                  <a:pt x="40" y="10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8" name="Freeform 44"/>
          <p:cNvSpPr/>
          <p:nvPr/>
        </p:nvSpPr>
        <p:spPr bwMode="auto">
          <a:xfrm>
            <a:off x="7696889" y="1629882"/>
            <a:ext cx="523739" cy="479300"/>
          </a:xfrm>
          <a:custGeom>
            <a:avLst/>
            <a:gdLst>
              <a:gd name="T0" fmla="*/ 117 w 240"/>
              <a:gd name="T1" fmla="*/ 220 h 220"/>
              <a:gd name="T2" fmla="*/ 0 w 240"/>
              <a:gd name="T3" fmla="*/ 219 h 220"/>
              <a:gd name="T4" fmla="*/ 0 w 240"/>
              <a:gd name="T5" fmla="*/ 44 h 220"/>
              <a:gd name="T6" fmla="*/ 120 w 240"/>
              <a:gd name="T7" fmla="*/ 44 h 220"/>
              <a:gd name="T8" fmla="*/ 240 w 240"/>
              <a:gd name="T9" fmla="*/ 44 h 220"/>
              <a:gd name="T10" fmla="*/ 240 w 240"/>
              <a:gd name="T11" fmla="*/ 219 h 220"/>
              <a:gd name="T12" fmla="*/ 117 w 240"/>
              <a:gd name="T13" fmla="*/ 220 h 220"/>
            </a:gdLst>
            <a:ahLst/>
            <a:cxnLst>
              <a:cxn ang="0">
                <a:pos x="T0" y="T1"/>
              </a:cxn>
              <a:cxn ang="0">
                <a:pos x="T2" y="T3"/>
              </a:cxn>
              <a:cxn ang="0">
                <a:pos x="T4" y="T5"/>
              </a:cxn>
              <a:cxn ang="0">
                <a:pos x="T6" y="T7"/>
              </a:cxn>
              <a:cxn ang="0">
                <a:pos x="T8" y="T9"/>
              </a:cxn>
              <a:cxn ang="0">
                <a:pos x="T10" y="T11"/>
              </a:cxn>
              <a:cxn ang="0">
                <a:pos x="T12" y="T13"/>
              </a:cxn>
            </a:cxnLst>
            <a:rect l="0" t="0" r="r" b="b"/>
            <a:pathLst>
              <a:path w="240" h="220">
                <a:moveTo>
                  <a:pt x="117" y="220"/>
                </a:moveTo>
                <a:cubicBezTo>
                  <a:pt x="117" y="220"/>
                  <a:pt x="76" y="179"/>
                  <a:pt x="0" y="219"/>
                </a:cubicBezTo>
                <a:cubicBezTo>
                  <a:pt x="0" y="44"/>
                  <a:pt x="0" y="44"/>
                  <a:pt x="0" y="44"/>
                </a:cubicBezTo>
                <a:cubicBezTo>
                  <a:pt x="0" y="44"/>
                  <a:pt x="78" y="0"/>
                  <a:pt x="120" y="44"/>
                </a:cubicBezTo>
                <a:cubicBezTo>
                  <a:pt x="240" y="44"/>
                  <a:pt x="240" y="44"/>
                  <a:pt x="240" y="44"/>
                </a:cubicBezTo>
                <a:cubicBezTo>
                  <a:pt x="240" y="219"/>
                  <a:pt x="240" y="219"/>
                  <a:pt x="240" y="219"/>
                </a:cubicBezTo>
                <a:lnTo>
                  <a:pt x="117" y="220"/>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49" name="Freeform 45"/>
          <p:cNvSpPr>
            <a:spLocks noEditPoints="1"/>
          </p:cNvSpPr>
          <p:nvPr/>
        </p:nvSpPr>
        <p:spPr bwMode="auto">
          <a:xfrm>
            <a:off x="7541356" y="4289839"/>
            <a:ext cx="638009" cy="528500"/>
          </a:xfrm>
          <a:custGeom>
            <a:avLst/>
            <a:gdLst>
              <a:gd name="T0" fmla="*/ 199 w 293"/>
              <a:gd name="T1" fmla="*/ 192 h 242"/>
              <a:gd name="T2" fmla="*/ 219 w 293"/>
              <a:gd name="T3" fmla="*/ 205 h 242"/>
              <a:gd name="T4" fmla="*/ 219 w 293"/>
              <a:gd name="T5" fmla="*/ 214 h 242"/>
              <a:gd name="T6" fmla="*/ 199 w 293"/>
              <a:gd name="T7" fmla="*/ 214 h 242"/>
              <a:gd name="T8" fmla="*/ 219 w 293"/>
              <a:gd name="T9" fmla="*/ 242 h 242"/>
              <a:gd name="T10" fmla="*/ 242 w 293"/>
              <a:gd name="T11" fmla="*/ 216 h 242"/>
              <a:gd name="T12" fmla="*/ 199 w 293"/>
              <a:gd name="T13" fmla="*/ 170 h 242"/>
              <a:gd name="T14" fmla="*/ 293 w 293"/>
              <a:gd name="T15" fmla="*/ 147 h 242"/>
              <a:gd name="T16" fmla="*/ 269 w 293"/>
              <a:gd name="T17" fmla="*/ 0 h 242"/>
              <a:gd name="T18" fmla="*/ 199 w 293"/>
              <a:gd name="T19" fmla="*/ 16 h 242"/>
              <a:gd name="T20" fmla="*/ 275 w 293"/>
              <a:gd name="T21" fmla="*/ 35 h 242"/>
              <a:gd name="T22" fmla="*/ 256 w 293"/>
              <a:gd name="T23" fmla="*/ 154 h 242"/>
              <a:gd name="T24" fmla="*/ 199 w 293"/>
              <a:gd name="T25" fmla="*/ 170 h 242"/>
              <a:gd name="T26" fmla="*/ 175 w 293"/>
              <a:gd name="T27" fmla="*/ 192 h 242"/>
              <a:gd name="T28" fmla="*/ 199 w 293"/>
              <a:gd name="T29" fmla="*/ 170 h 242"/>
              <a:gd name="T30" fmla="*/ 146 w 293"/>
              <a:gd name="T31" fmla="*/ 154 h 242"/>
              <a:gd name="T32" fmla="*/ 199 w 293"/>
              <a:gd name="T33" fmla="*/ 242 h 242"/>
              <a:gd name="T34" fmla="*/ 179 w 293"/>
              <a:gd name="T35" fmla="*/ 214 h 242"/>
              <a:gd name="T36" fmla="*/ 179 w 293"/>
              <a:gd name="T37" fmla="*/ 205 h 242"/>
              <a:gd name="T38" fmla="*/ 199 w 293"/>
              <a:gd name="T39" fmla="*/ 192 h 242"/>
              <a:gd name="T40" fmla="*/ 146 w 293"/>
              <a:gd name="T41" fmla="*/ 0 h 242"/>
              <a:gd name="T42" fmla="*/ 199 w 293"/>
              <a:gd name="T43" fmla="*/ 16 h 242"/>
              <a:gd name="T44" fmla="*/ 146 w 293"/>
              <a:gd name="T45" fmla="*/ 0 h 242"/>
              <a:gd name="T46" fmla="*/ 0 w 293"/>
              <a:gd name="T47" fmla="*/ 24 h 242"/>
              <a:gd name="T48" fmla="*/ 23 w 293"/>
              <a:gd name="T49" fmla="*/ 170 h 242"/>
              <a:gd name="T50" fmla="*/ 117 w 293"/>
              <a:gd name="T51" fmla="*/ 192 h 242"/>
              <a:gd name="T52" fmla="*/ 52 w 293"/>
              <a:gd name="T53" fmla="*/ 216 h 242"/>
              <a:gd name="T54" fmla="*/ 75 w 293"/>
              <a:gd name="T55" fmla="*/ 242 h 242"/>
              <a:gd name="T56" fmla="*/ 146 w 293"/>
              <a:gd name="T57" fmla="*/ 154 h 242"/>
              <a:gd name="T58" fmla="*/ 37 w 293"/>
              <a:gd name="T59" fmla="*/ 154 h 242"/>
              <a:gd name="T60" fmla="*/ 17 w 293"/>
              <a:gd name="T61" fmla="*/ 35 h 242"/>
              <a:gd name="T62" fmla="*/ 146 w 293"/>
              <a:gd name="T63" fmla="*/ 16 h 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3" h="242">
                <a:moveTo>
                  <a:pt x="219" y="192"/>
                </a:moveTo>
                <a:cubicBezTo>
                  <a:pt x="199" y="192"/>
                  <a:pt x="199" y="192"/>
                  <a:pt x="199" y="192"/>
                </a:cubicBezTo>
                <a:cubicBezTo>
                  <a:pt x="199" y="205"/>
                  <a:pt x="199" y="205"/>
                  <a:pt x="199" y="205"/>
                </a:cubicBezTo>
                <a:cubicBezTo>
                  <a:pt x="219" y="205"/>
                  <a:pt x="219" y="205"/>
                  <a:pt x="219" y="205"/>
                </a:cubicBezTo>
                <a:cubicBezTo>
                  <a:pt x="221" y="205"/>
                  <a:pt x="223" y="207"/>
                  <a:pt x="223" y="209"/>
                </a:cubicBezTo>
                <a:cubicBezTo>
                  <a:pt x="223" y="212"/>
                  <a:pt x="221" y="214"/>
                  <a:pt x="219" y="214"/>
                </a:cubicBezTo>
                <a:cubicBezTo>
                  <a:pt x="219" y="214"/>
                  <a:pt x="219" y="214"/>
                  <a:pt x="219" y="214"/>
                </a:cubicBezTo>
                <a:cubicBezTo>
                  <a:pt x="199" y="214"/>
                  <a:pt x="199" y="214"/>
                  <a:pt x="199" y="214"/>
                </a:cubicBezTo>
                <a:cubicBezTo>
                  <a:pt x="199" y="242"/>
                  <a:pt x="199" y="242"/>
                  <a:pt x="199" y="242"/>
                </a:cubicBezTo>
                <a:cubicBezTo>
                  <a:pt x="219" y="242"/>
                  <a:pt x="219" y="242"/>
                  <a:pt x="219" y="242"/>
                </a:cubicBezTo>
                <a:cubicBezTo>
                  <a:pt x="232" y="242"/>
                  <a:pt x="242" y="232"/>
                  <a:pt x="242" y="219"/>
                </a:cubicBezTo>
                <a:cubicBezTo>
                  <a:pt x="242" y="216"/>
                  <a:pt x="242" y="216"/>
                  <a:pt x="242" y="216"/>
                </a:cubicBezTo>
                <a:cubicBezTo>
                  <a:pt x="242" y="203"/>
                  <a:pt x="232" y="192"/>
                  <a:pt x="219" y="192"/>
                </a:cubicBezTo>
                <a:close/>
                <a:moveTo>
                  <a:pt x="199" y="170"/>
                </a:moveTo>
                <a:cubicBezTo>
                  <a:pt x="269" y="170"/>
                  <a:pt x="269" y="170"/>
                  <a:pt x="269" y="170"/>
                </a:cubicBezTo>
                <a:cubicBezTo>
                  <a:pt x="282" y="170"/>
                  <a:pt x="293" y="160"/>
                  <a:pt x="293" y="147"/>
                </a:cubicBezTo>
                <a:cubicBezTo>
                  <a:pt x="293" y="24"/>
                  <a:pt x="293" y="24"/>
                  <a:pt x="293" y="24"/>
                </a:cubicBezTo>
                <a:cubicBezTo>
                  <a:pt x="293" y="11"/>
                  <a:pt x="282" y="0"/>
                  <a:pt x="269" y="0"/>
                </a:cubicBezTo>
                <a:cubicBezTo>
                  <a:pt x="199" y="0"/>
                  <a:pt x="199" y="0"/>
                  <a:pt x="199" y="0"/>
                </a:cubicBezTo>
                <a:cubicBezTo>
                  <a:pt x="199" y="16"/>
                  <a:pt x="199" y="16"/>
                  <a:pt x="199" y="16"/>
                </a:cubicBezTo>
                <a:cubicBezTo>
                  <a:pt x="256" y="16"/>
                  <a:pt x="256" y="16"/>
                  <a:pt x="256" y="16"/>
                </a:cubicBezTo>
                <a:cubicBezTo>
                  <a:pt x="267" y="16"/>
                  <a:pt x="275" y="24"/>
                  <a:pt x="275" y="35"/>
                </a:cubicBezTo>
                <a:cubicBezTo>
                  <a:pt x="275" y="135"/>
                  <a:pt x="275" y="135"/>
                  <a:pt x="275" y="135"/>
                </a:cubicBezTo>
                <a:cubicBezTo>
                  <a:pt x="275" y="146"/>
                  <a:pt x="267" y="154"/>
                  <a:pt x="256" y="154"/>
                </a:cubicBezTo>
                <a:cubicBezTo>
                  <a:pt x="199" y="154"/>
                  <a:pt x="199" y="154"/>
                  <a:pt x="199" y="154"/>
                </a:cubicBezTo>
                <a:lnTo>
                  <a:pt x="199" y="170"/>
                </a:lnTo>
                <a:close/>
                <a:moveTo>
                  <a:pt x="199" y="192"/>
                </a:moveTo>
                <a:cubicBezTo>
                  <a:pt x="175" y="192"/>
                  <a:pt x="175" y="192"/>
                  <a:pt x="175" y="192"/>
                </a:cubicBezTo>
                <a:cubicBezTo>
                  <a:pt x="175" y="170"/>
                  <a:pt x="175" y="170"/>
                  <a:pt x="175" y="170"/>
                </a:cubicBezTo>
                <a:cubicBezTo>
                  <a:pt x="199" y="170"/>
                  <a:pt x="199" y="170"/>
                  <a:pt x="199" y="170"/>
                </a:cubicBezTo>
                <a:cubicBezTo>
                  <a:pt x="199" y="154"/>
                  <a:pt x="199" y="154"/>
                  <a:pt x="199" y="154"/>
                </a:cubicBezTo>
                <a:cubicBezTo>
                  <a:pt x="146" y="154"/>
                  <a:pt x="146" y="154"/>
                  <a:pt x="146" y="154"/>
                </a:cubicBezTo>
                <a:cubicBezTo>
                  <a:pt x="146" y="242"/>
                  <a:pt x="146" y="242"/>
                  <a:pt x="146" y="242"/>
                </a:cubicBezTo>
                <a:cubicBezTo>
                  <a:pt x="199" y="242"/>
                  <a:pt x="199" y="242"/>
                  <a:pt x="199" y="242"/>
                </a:cubicBezTo>
                <a:cubicBezTo>
                  <a:pt x="199" y="214"/>
                  <a:pt x="199" y="214"/>
                  <a:pt x="199" y="214"/>
                </a:cubicBezTo>
                <a:cubicBezTo>
                  <a:pt x="179" y="214"/>
                  <a:pt x="179" y="214"/>
                  <a:pt x="179" y="214"/>
                </a:cubicBezTo>
                <a:cubicBezTo>
                  <a:pt x="177" y="214"/>
                  <a:pt x="175" y="212"/>
                  <a:pt x="175" y="209"/>
                </a:cubicBezTo>
                <a:cubicBezTo>
                  <a:pt x="175" y="207"/>
                  <a:pt x="177" y="205"/>
                  <a:pt x="179" y="205"/>
                </a:cubicBezTo>
                <a:cubicBezTo>
                  <a:pt x="199" y="205"/>
                  <a:pt x="199" y="205"/>
                  <a:pt x="199" y="205"/>
                </a:cubicBezTo>
                <a:cubicBezTo>
                  <a:pt x="199" y="192"/>
                  <a:pt x="199" y="192"/>
                  <a:pt x="199" y="192"/>
                </a:cubicBezTo>
                <a:close/>
                <a:moveTo>
                  <a:pt x="199" y="0"/>
                </a:moveTo>
                <a:cubicBezTo>
                  <a:pt x="146" y="0"/>
                  <a:pt x="146" y="0"/>
                  <a:pt x="146" y="0"/>
                </a:cubicBezTo>
                <a:cubicBezTo>
                  <a:pt x="146" y="16"/>
                  <a:pt x="146" y="16"/>
                  <a:pt x="146" y="16"/>
                </a:cubicBezTo>
                <a:cubicBezTo>
                  <a:pt x="199" y="16"/>
                  <a:pt x="199" y="16"/>
                  <a:pt x="199" y="16"/>
                </a:cubicBezTo>
                <a:lnTo>
                  <a:pt x="199" y="0"/>
                </a:lnTo>
                <a:close/>
                <a:moveTo>
                  <a:pt x="146" y="0"/>
                </a:moveTo>
                <a:cubicBezTo>
                  <a:pt x="23" y="0"/>
                  <a:pt x="23" y="0"/>
                  <a:pt x="23" y="0"/>
                </a:cubicBezTo>
                <a:cubicBezTo>
                  <a:pt x="10" y="0"/>
                  <a:pt x="0" y="11"/>
                  <a:pt x="0" y="24"/>
                </a:cubicBezTo>
                <a:cubicBezTo>
                  <a:pt x="0" y="147"/>
                  <a:pt x="0" y="147"/>
                  <a:pt x="0" y="147"/>
                </a:cubicBezTo>
                <a:cubicBezTo>
                  <a:pt x="0" y="160"/>
                  <a:pt x="10" y="170"/>
                  <a:pt x="23" y="170"/>
                </a:cubicBezTo>
                <a:cubicBezTo>
                  <a:pt x="117" y="170"/>
                  <a:pt x="117" y="170"/>
                  <a:pt x="117" y="170"/>
                </a:cubicBezTo>
                <a:cubicBezTo>
                  <a:pt x="117" y="192"/>
                  <a:pt x="117" y="192"/>
                  <a:pt x="117" y="192"/>
                </a:cubicBezTo>
                <a:cubicBezTo>
                  <a:pt x="75" y="192"/>
                  <a:pt x="75" y="192"/>
                  <a:pt x="75" y="192"/>
                </a:cubicBezTo>
                <a:cubicBezTo>
                  <a:pt x="62" y="192"/>
                  <a:pt x="52" y="203"/>
                  <a:pt x="52" y="216"/>
                </a:cubicBezTo>
                <a:cubicBezTo>
                  <a:pt x="52" y="219"/>
                  <a:pt x="52" y="219"/>
                  <a:pt x="52" y="219"/>
                </a:cubicBezTo>
                <a:cubicBezTo>
                  <a:pt x="52" y="232"/>
                  <a:pt x="62" y="242"/>
                  <a:pt x="75" y="242"/>
                </a:cubicBezTo>
                <a:cubicBezTo>
                  <a:pt x="146" y="242"/>
                  <a:pt x="146" y="242"/>
                  <a:pt x="146" y="242"/>
                </a:cubicBezTo>
                <a:cubicBezTo>
                  <a:pt x="146" y="154"/>
                  <a:pt x="146" y="154"/>
                  <a:pt x="146" y="154"/>
                </a:cubicBezTo>
                <a:cubicBezTo>
                  <a:pt x="37" y="154"/>
                  <a:pt x="37" y="154"/>
                  <a:pt x="37" y="154"/>
                </a:cubicBezTo>
                <a:cubicBezTo>
                  <a:pt x="37" y="154"/>
                  <a:pt x="37" y="154"/>
                  <a:pt x="37" y="154"/>
                </a:cubicBezTo>
                <a:cubicBezTo>
                  <a:pt x="26" y="154"/>
                  <a:pt x="17" y="146"/>
                  <a:pt x="17" y="135"/>
                </a:cubicBezTo>
                <a:cubicBezTo>
                  <a:pt x="17" y="35"/>
                  <a:pt x="17" y="35"/>
                  <a:pt x="17" y="35"/>
                </a:cubicBezTo>
                <a:cubicBezTo>
                  <a:pt x="17" y="24"/>
                  <a:pt x="26" y="16"/>
                  <a:pt x="37" y="16"/>
                </a:cubicBezTo>
                <a:cubicBezTo>
                  <a:pt x="146" y="16"/>
                  <a:pt x="146" y="16"/>
                  <a:pt x="146" y="16"/>
                </a:cubicBezTo>
                <a:lnTo>
                  <a:pt x="146"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0" name="Freeform 46"/>
          <p:cNvSpPr>
            <a:spLocks noEditPoints="1"/>
          </p:cNvSpPr>
          <p:nvPr/>
        </p:nvSpPr>
        <p:spPr bwMode="auto">
          <a:xfrm>
            <a:off x="8669774" y="3237600"/>
            <a:ext cx="818937" cy="955427"/>
          </a:xfrm>
          <a:custGeom>
            <a:avLst/>
            <a:gdLst>
              <a:gd name="T0" fmla="*/ 376 w 376"/>
              <a:gd name="T1" fmla="*/ 43 h 438"/>
              <a:gd name="T2" fmla="*/ 324 w 376"/>
              <a:gd name="T3" fmla="*/ 32 h 438"/>
              <a:gd name="T4" fmla="*/ 334 w 376"/>
              <a:gd name="T5" fmla="*/ 54 h 438"/>
              <a:gd name="T6" fmla="*/ 324 w 376"/>
              <a:gd name="T7" fmla="*/ 59 h 438"/>
              <a:gd name="T8" fmla="*/ 272 w 376"/>
              <a:gd name="T9" fmla="*/ 63 h 438"/>
              <a:gd name="T10" fmla="*/ 304 w 376"/>
              <a:gd name="T11" fmla="*/ 98 h 438"/>
              <a:gd name="T12" fmla="*/ 256 w 376"/>
              <a:gd name="T13" fmla="*/ 81 h 438"/>
              <a:gd name="T14" fmla="*/ 271 w 376"/>
              <a:gd name="T15" fmla="*/ 103 h 438"/>
              <a:gd name="T16" fmla="*/ 241 w 376"/>
              <a:gd name="T17" fmla="*/ 100 h 438"/>
              <a:gd name="T18" fmla="*/ 256 w 376"/>
              <a:gd name="T19" fmla="*/ 122 h 438"/>
              <a:gd name="T20" fmla="*/ 226 w 376"/>
              <a:gd name="T21" fmla="*/ 119 h 438"/>
              <a:gd name="T22" fmla="*/ 240 w 376"/>
              <a:gd name="T23" fmla="*/ 140 h 438"/>
              <a:gd name="T24" fmla="*/ 210 w 376"/>
              <a:gd name="T25" fmla="*/ 138 h 438"/>
              <a:gd name="T26" fmla="*/ 242 w 376"/>
              <a:gd name="T27" fmla="*/ 173 h 438"/>
              <a:gd name="T28" fmla="*/ 195 w 376"/>
              <a:gd name="T29" fmla="*/ 156 h 438"/>
              <a:gd name="T30" fmla="*/ 210 w 376"/>
              <a:gd name="T31" fmla="*/ 178 h 438"/>
              <a:gd name="T32" fmla="*/ 180 w 376"/>
              <a:gd name="T33" fmla="*/ 175 h 438"/>
              <a:gd name="T34" fmla="*/ 194 w 376"/>
              <a:gd name="T35" fmla="*/ 197 h 438"/>
              <a:gd name="T36" fmla="*/ 164 w 376"/>
              <a:gd name="T37" fmla="*/ 194 h 438"/>
              <a:gd name="T38" fmla="*/ 179 w 376"/>
              <a:gd name="T39" fmla="*/ 215 h 438"/>
              <a:gd name="T40" fmla="*/ 149 w 376"/>
              <a:gd name="T41" fmla="*/ 213 h 438"/>
              <a:gd name="T42" fmla="*/ 181 w 376"/>
              <a:gd name="T43" fmla="*/ 248 h 438"/>
              <a:gd name="T44" fmla="*/ 134 w 376"/>
              <a:gd name="T45" fmla="*/ 232 h 438"/>
              <a:gd name="T46" fmla="*/ 148 w 376"/>
              <a:gd name="T47" fmla="*/ 253 h 438"/>
              <a:gd name="T48" fmla="*/ 118 w 376"/>
              <a:gd name="T49" fmla="*/ 250 h 438"/>
              <a:gd name="T50" fmla="*/ 133 w 376"/>
              <a:gd name="T51" fmla="*/ 272 h 438"/>
              <a:gd name="T52" fmla="*/ 103 w 376"/>
              <a:gd name="T53" fmla="*/ 269 h 438"/>
              <a:gd name="T54" fmla="*/ 117 w 376"/>
              <a:gd name="T55" fmla="*/ 290 h 438"/>
              <a:gd name="T56" fmla="*/ 88 w 376"/>
              <a:gd name="T57" fmla="*/ 288 h 438"/>
              <a:gd name="T58" fmla="*/ 119 w 376"/>
              <a:gd name="T59" fmla="*/ 323 h 438"/>
              <a:gd name="T60" fmla="*/ 72 w 376"/>
              <a:gd name="T61" fmla="*/ 307 h 438"/>
              <a:gd name="T62" fmla="*/ 87 w 376"/>
              <a:gd name="T63" fmla="*/ 328 h 438"/>
              <a:gd name="T64" fmla="*/ 57 w 376"/>
              <a:gd name="T65" fmla="*/ 325 h 438"/>
              <a:gd name="T66" fmla="*/ 71 w 376"/>
              <a:gd name="T67" fmla="*/ 347 h 438"/>
              <a:gd name="T68" fmla="*/ 42 w 376"/>
              <a:gd name="T69" fmla="*/ 344 h 438"/>
              <a:gd name="T70" fmla="*/ 56 w 376"/>
              <a:gd name="T71" fmla="*/ 366 h 438"/>
              <a:gd name="T72" fmla="*/ 26 w 376"/>
              <a:gd name="T73" fmla="*/ 363 h 438"/>
              <a:gd name="T74" fmla="*/ 58 w 376"/>
              <a:gd name="T75" fmla="*/ 398 h 438"/>
              <a:gd name="T76" fmla="*/ 0 w 376"/>
              <a:gd name="T77" fmla="*/ 395 h 438"/>
              <a:gd name="T78" fmla="*/ 324 w 376"/>
              <a:gd name="T79" fmla="*/ 106 h 438"/>
              <a:gd name="T80" fmla="*/ 316 w 376"/>
              <a:gd name="T81" fmla="*/ 56 h 438"/>
              <a:gd name="T82" fmla="*/ 324 w 376"/>
              <a:gd name="T83" fmla="*/ 32 h 438"/>
              <a:gd name="T84" fmla="*/ 323 w 376"/>
              <a:gd name="T85" fmla="*/ 0 h 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76" h="438">
                <a:moveTo>
                  <a:pt x="324" y="106"/>
                </a:moveTo>
                <a:cubicBezTo>
                  <a:pt x="376" y="43"/>
                  <a:pt x="376" y="43"/>
                  <a:pt x="376" y="43"/>
                </a:cubicBezTo>
                <a:cubicBezTo>
                  <a:pt x="324" y="1"/>
                  <a:pt x="324" y="1"/>
                  <a:pt x="324" y="1"/>
                </a:cubicBezTo>
                <a:cubicBezTo>
                  <a:pt x="324" y="32"/>
                  <a:pt x="324" y="32"/>
                  <a:pt x="324" y="32"/>
                </a:cubicBezTo>
                <a:cubicBezTo>
                  <a:pt x="327" y="32"/>
                  <a:pt x="330" y="33"/>
                  <a:pt x="332" y="35"/>
                </a:cubicBezTo>
                <a:cubicBezTo>
                  <a:pt x="338" y="40"/>
                  <a:pt x="339" y="49"/>
                  <a:pt x="334" y="54"/>
                </a:cubicBezTo>
                <a:cubicBezTo>
                  <a:pt x="334" y="54"/>
                  <a:pt x="334" y="54"/>
                  <a:pt x="334" y="54"/>
                </a:cubicBezTo>
                <a:cubicBezTo>
                  <a:pt x="332" y="57"/>
                  <a:pt x="328" y="59"/>
                  <a:pt x="324" y="59"/>
                </a:cubicBezTo>
                <a:lnTo>
                  <a:pt x="324" y="106"/>
                </a:lnTo>
                <a:close/>
                <a:moveTo>
                  <a:pt x="272" y="63"/>
                </a:moveTo>
                <a:cubicBezTo>
                  <a:pt x="308" y="92"/>
                  <a:pt x="308" y="92"/>
                  <a:pt x="308" y="92"/>
                </a:cubicBezTo>
                <a:cubicBezTo>
                  <a:pt x="304" y="98"/>
                  <a:pt x="304" y="98"/>
                  <a:pt x="304" y="98"/>
                </a:cubicBezTo>
                <a:cubicBezTo>
                  <a:pt x="267" y="68"/>
                  <a:pt x="267" y="68"/>
                  <a:pt x="267" y="68"/>
                </a:cubicBezTo>
                <a:cubicBezTo>
                  <a:pt x="256" y="81"/>
                  <a:pt x="256" y="81"/>
                  <a:pt x="256" y="81"/>
                </a:cubicBezTo>
                <a:cubicBezTo>
                  <a:pt x="276" y="97"/>
                  <a:pt x="276" y="97"/>
                  <a:pt x="276" y="97"/>
                </a:cubicBezTo>
                <a:cubicBezTo>
                  <a:pt x="271" y="103"/>
                  <a:pt x="271" y="103"/>
                  <a:pt x="271" y="103"/>
                </a:cubicBezTo>
                <a:cubicBezTo>
                  <a:pt x="252" y="87"/>
                  <a:pt x="252" y="87"/>
                  <a:pt x="252" y="87"/>
                </a:cubicBezTo>
                <a:cubicBezTo>
                  <a:pt x="241" y="100"/>
                  <a:pt x="241" y="100"/>
                  <a:pt x="241" y="100"/>
                </a:cubicBezTo>
                <a:cubicBezTo>
                  <a:pt x="260" y="116"/>
                  <a:pt x="260" y="116"/>
                  <a:pt x="260" y="116"/>
                </a:cubicBezTo>
                <a:cubicBezTo>
                  <a:pt x="256" y="122"/>
                  <a:pt x="256" y="122"/>
                  <a:pt x="256" y="122"/>
                </a:cubicBezTo>
                <a:cubicBezTo>
                  <a:pt x="236" y="106"/>
                  <a:pt x="236" y="106"/>
                  <a:pt x="236" y="106"/>
                </a:cubicBezTo>
                <a:cubicBezTo>
                  <a:pt x="226" y="119"/>
                  <a:pt x="226" y="119"/>
                  <a:pt x="226" y="119"/>
                </a:cubicBezTo>
                <a:cubicBezTo>
                  <a:pt x="245" y="135"/>
                  <a:pt x="245" y="135"/>
                  <a:pt x="245" y="135"/>
                </a:cubicBezTo>
                <a:cubicBezTo>
                  <a:pt x="240" y="140"/>
                  <a:pt x="240" y="140"/>
                  <a:pt x="240" y="140"/>
                </a:cubicBezTo>
                <a:cubicBezTo>
                  <a:pt x="221" y="125"/>
                  <a:pt x="221" y="125"/>
                  <a:pt x="221" y="125"/>
                </a:cubicBezTo>
                <a:cubicBezTo>
                  <a:pt x="210" y="138"/>
                  <a:pt x="210" y="138"/>
                  <a:pt x="210" y="138"/>
                </a:cubicBezTo>
                <a:cubicBezTo>
                  <a:pt x="247" y="167"/>
                  <a:pt x="247" y="167"/>
                  <a:pt x="247" y="167"/>
                </a:cubicBezTo>
                <a:cubicBezTo>
                  <a:pt x="242" y="173"/>
                  <a:pt x="242" y="173"/>
                  <a:pt x="242" y="173"/>
                </a:cubicBezTo>
                <a:cubicBezTo>
                  <a:pt x="206" y="143"/>
                  <a:pt x="206" y="143"/>
                  <a:pt x="206" y="143"/>
                </a:cubicBezTo>
                <a:cubicBezTo>
                  <a:pt x="195" y="156"/>
                  <a:pt x="195" y="156"/>
                  <a:pt x="195" y="156"/>
                </a:cubicBezTo>
                <a:cubicBezTo>
                  <a:pt x="214" y="172"/>
                  <a:pt x="214" y="172"/>
                  <a:pt x="214" y="172"/>
                </a:cubicBezTo>
                <a:cubicBezTo>
                  <a:pt x="210" y="178"/>
                  <a:pt x="210" y="178"/>
                  <a:pt x="210" y="178"/>
                </a:cubicBezTo>
                <a:cubicBezTo>
                  <a:pt x="190" y="162"/>
                  <a:pt x="190" y="162"/>
                  <a:pt x="190" y="162"/>
                </a:cubicBezTo>
                <a:cubicBezTo>
                  <a:pt x="180" y="175"/>
                  <a:pt x="180" y="175"/>
                  <a:pt x="180" y="175"/>
                </a:cubicBezTo>
                <a:cubicBezTo>
                  <a:pt x="199" y="191"/>
                  <a:pt x="199" y="191"/>
                  <a:pt x="199" y="191"/>
                </a:cubicBezTo>
                <a:cubicBezTo>
                  <a:pt x="194" y="197"/>
                  <a:pt x="194" y="197"/>
                  <a:pt x="194" y="197"/>
                </a:cubicBezTo>
                <a:cubicBezTo>
                  <a:pt x="175" y="181"/>
                  <a:pt x="175" y="181"/>
                  <a:pt x="175" y="181"/>
                </a:cubicBezTo>
                <a:cubicBezTo>
                  <a:pt x="164" y="194"/>
                  <a:pt x="164" y="194"/>
                  <a:pt x="164" y="194"/>
                </a:cubicBezTo>
                <a:cubicBezTo>
                  <a:pt x="184" y="210"/>
                  <a:pt x="184" y="210"/>
                  <a:pt x="184" y="210"/>
                </a:cubicBezTo>
                <a:cubicBezTo>
                  <a:pt x="179" y="215"/>
                  <a:pt x="179" y="215"/>
                  <a:pt x="179" y="215"/>
                </a:cubicBezTo>
                <a:cubicBezTo>
                  <a:pt x="160" y="200"/>
                  <a:pt x="160" y="200"/>
                  <a:pt x="160" y="200"/>
                </a:cubicBezTo>
                <a:cubicBezTo>
                  <a:pt x="149" y="213"/>
                  <a:pt x="149" y="213"/>
                  <a:pt x="149" y="213"/>
                </a:cubicBezTo>
                <a:cubicBezTo>
                  <a:pt x="185" y="243"/>
                  <a:pt x="185" y="243"/>
                  <a:pt x="185" y="243"/>
                </a:cubicBezTo>
                <a:cubicBezTo>
                  <a:pt x="181" y="248"/>
                  <a:pt x="181" y="248"/>
                  <a:pt x="181" y="248"/>
                </a:cubicBezTo>
                <a:cubicBezTo>
                  <a:pt x="144" y="218"/>
                  <a:pt x="144" y="218"/>
                  <a:pt x="144" y="218"/>
                </a:cubicBezTo>
                <a:cubicBezTo>
                  <a:pt x="134" y="232"/>
                  <a:pt x="134" y="232"/>
                  <a:pt x="134" y="232"/>
                </a:cubicBezTo>
                <a:cubicBezTo>
                  <a:pt x="153" y="247"/>
                  <a:pt x="153" y="247"/>
                  <a:pt x="153" y="247"/>
                </a:cubicBezTo>
                <a:cubicBezTo>
                  <a:pt x="148" y="253"/>
                  <a:pt x="148" y="253"/>
                  <a:pt x="148" y="253"/>
                </a:cubicBezTo>
                <a:cubicBezTo>
                  <a:pt x="129" y="237"/>
                  <a:pt x="129" y="237"/>
                  <a:pt x="129" y="237"/>
                </a:cubicBezTo>
                <a:cubicBezTo>
                  <a:pt x="118" y="250"/>
                  <a:pt x="118" y="250"/>
                  <a:pt x="118" y="250"/>
                </a:cubicBezTo>
                <a:cubicBezTo>
                  <a:pt x="137" y="266"/>
                  <a:pt x="137" y="266"/>
                  <a:pt x="137" y="266"/>
                </a:cubicBezTo>
                <a:cubicBezTo>
                  <a:pt x="133" y="272"/>
                  <a:pt x="133" y="272"/>
                  <a:pt x="133" y="272"/>
                </a:cubicBezTo>
                <a:cubicBezTo>
                  <a:pt x="114" y="256"/>
                  <a:pt x="114" y="256"/>
                  <a:pt x="114" y="256"/>
                </a:cubicBezTo>
                <a:cubicBezTo>
                  <a:pt x="103" y="269"/>
                  <a:pt x="103" y="269"/>
                  <a:pt x="103" y="269"/>
                </a:cubicBezTo>
                <a:cubicBezTo>
                  <a:pt x="122" y="285"/>
                  <a:pt x="122" y="285"/>
                  <a:pt x="122" y="285"/>
                </a:cubicBezTo>
                <a:cubicBezTo>
                  <a:pt x="117" y="290"/>
                  <a:pt x="117" y="290"/>
                  <a:pt x="117" y="290"/>
                </a:cubicBezTo>
                <a:cubicBezTo>
                  <a:pt x="98" y="275"/>
                  <a:pt x="98" y="275"/>
                  <a:pt x="98" y="275"/>
                </a:cubicBezTo>
                <a:cubicBezTo>
                  <a:pt x="88" y="288"/>
                  <a:pt x="88" y="288"/>
                  <a:pt x="88" y="288"/>
                </a:cubicBezTo>
                <a:cubicBezTo>
                  <a:pt x="124" y="318"/>
                  <a:pt x="124" y="318"/>
                  <a:pt x="124" y="318"/>
                </a:cubicBezTo>
                <a:cubicBezTo>
                  <a:pt x="119" y="323"/>
                  <a:pt x="119" y="323"/>
                  <a:pt x="119" y="323"/>
                </a:cubicBezTo>
                <a:cubicBezTo>
                  <a:pt x="83" y="294"/>
                  <a:pt x="83" y="294"/>
                  <a:pt x="83" y="294"/>
                </a:cubicBezTo>
                <a:cubicBezTo>
                  <a:pt x="72" y="307"/>
                  <a:pt x="72" y="307"/>
                  <a:pt x="72" y="307"/>
                </a:cubicBezTo>
                <a:cubicBezTo>
                  <a:pt x="91" y="322"/>
                  <a:pt x="91" y="322"/>
                  <a:pt x="91" y="322"/>
                </a:cubicBezTo>
                <a:cubicBezTo>
                  <a:pt x="87" y="328"/>
                  <a:pt x="87" y="328"/>
                  <a:pt x="87" y="328"/>
                </a:cubicBezTo>
                <a:cubicBezTo>
                  <a:pt x="68" y="312"/>
                  <a:pt x="68" y="312"/>
                  <a:pt x="68" y="312"/>
                </a:cubicBezTo>
                <a:cubicBezTo>
                  <a:pt x="57" y="325"/>
                  <a:pt x="57" y="325"/>
                  <a:pt x="57" y="325"/>
                </a:cubicBezTo>
                <a:cubicBezTo>
                  <a:pt x="76" y="341"/>
                  <a:pt x="76" y="341"/>
                  <a:pt x="76" y="341"/>
                </a:cubicBezTo>
                <a:cubicBezTo>
                  <a:pt x="71" y="347"/>
                  <a:pt x="71" y="347"/>
                  <a:pt x="71" y="347"/>
                </a:cubicBezTo>
                <a:cubicBezTo>
                  <a:pt x="52" y="331"/>
                  <a:pt x="52" y="331"/>
                  <a:pt x="52" y="331"/>
                </a:cubicBezTo>
                <a:cubicBezTo>
                  <a:pt x="42" y="344"/>
                  <a:pt x="42" y="344"/>
                  <a:pt x="42" y="344"/>
                </a:cubicBezTo>
                <a:cubicBezTo>
                  <a:pt x="61" y="360"/>
                  <a:pt x="61" y="360"/>
                  <a:pt x="61" y="360"/>
                </a:cubicBezTo>
                <a:cubicBezTo>
                  <a:pt x="56" y="366"/>
                  <a:pt x="56" y="366"/>
                  <a:pt x="56" y="366"/>
                </a:cubicBezTo>
                <a:cubicBezTo>
                  <a:pt x="37" y="350"/>
                  <a:pt x="37" y="350"/>
                  <a:pt x="37" y="350"/>
                </a:cubicBezTo>
                <a:cubicBezTo>
                  <a:pt x="26" y="363"/>
                  <a:pt x="26" y="363"/>
                  <a:pt x="26" y="363"/>
                </a:cubicBezTo>
                <a:cubicBezTo>
                  <a:pt x="63" y="393"/>
                  <a:pt x="63" y="393"/>
                  <a:pt x="63" y="393"/>
                </a:cubicBezTo>
                <a:cubicBezTo>
                  <a:pt x="58" y="398"/>
                  <a:pt x="58" y="398"/>
                  <a:pt x="58" y="398"/>
                </a:cubicBezTo>
                <a:cubicBezTo>
                  <a:pt x="22" y="369"/>
                  <a:pt x="22" y="369"/>
                  <a:pt x="22" y="369"/>
                </a:cubicBezTo>
                <a:cubicBezTo>
                  <a:pt x="0" y="395"/>
                  <a:pt x="0" y="395"/>
                  <a:pt x="0" y="395"/>
                </a:cubicBezTo>
                <a:cubicBezTo>
                  <a:pt x="53" y="438"/>
                  <a:pt x="53" y="438"/>
                  <a:pt x="53" y="438"/>
                </a:cubicBezTo>
                <a:cubicBezTo>
                  <a:pt x="324" y="106"/>
                  <a:pt x="324" y="106"/>
                  <a:pt x="324" y="106"/>
                </a:cubicBezTo>
                <a:cubicBezTo>
                  <a:pt x="324" y="59"/>
                  <a:pt x="324" y="59"/>
                  <a:pt x="324" y="59"/>
                </a:cubicBezTo>
                <a:cubicBezTo>
                  <a:pt x="321" y="59"/>
                  <a:pt x="318" y="58"/>
                  <a:pt x="316" y="56"/>
                </a:cubicBezTo>
                <a:cubicBezTo>
                  <a:pt x="310" y="51"/>
                  <a:pt x="309" y="43"/>
                  <a:pt x="314" y="37"/>
                </a:cubicBezTo>
                <a:cubicBezTo>
                  <a:pt x="316" y="34"/>
                  <a:pt x="320" y="32"/>
                  <a:pt x="324" y="32"/>
                </a:cubicBezTo>
                <a:cubicBezTo>
                  <a:pt x="324" y="1"/>
                  <a:pt x="324" y="1"/>
                  <a:pt x="324" y="1"/>
                </a:cubicBezTo>
                <a:cubicBezTo>
                  <a:pt x="323" y="0"/>
                  <a:pt x="323" y="0"/>
                  <a:pt x="323" y="0"/>
                </a:cubicBezTo>
                <a:lnTo>
                  <a:pt x="272" y="6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1" name="Freeform 47"/>
          <p:cNvSpPr>
            <a:spLocks noEditPoints="1"/>
          </p:cNvSpPr>
          <p:nvPr/>
        </p:nvSpPr>
        <p:spPr bwMode="auto">
          <a:xfrm>
            <a:off x="9290325" y="3516928"/>
            <a:ext cx="353921" cy="695144"/>
          </a:xfrm>
          <a:custGeom>
            <a:avLst/>
            <a:gdLst>
              <a:gd name="T0" fmla="*/ 121 w 162"/>
              <a:gd name="T1" fmla="*/ 144 h 319"/>
              <a:gd name="T2" fmla="*/ 128 w 162"/>
              <a:gd name="T3" fmla="*/ 138 h 319"/>
              <a:gd name="T4" fmla="*/ 150 w 162"/>
              <a:gd name="T5" fmla="*/ 80 h 319"/>
              <a:gd name="T6" fmla="*/ 147 w 162"/>
              <a:gd name="T7" fmla="*/ 69 h 319"/>
              <a:gd name="T8" fmla="*/ 156 w 162"/>
              <a:gd name="T9" fmla="*/ 46 h 319"/>
              <a:gd name="T10" fmla="*/ 137 w 162"/>
              <a:gd name="T11" fmla="*/ 3 h 319"/>
              <a:gd name="T12" fmla="*/ 121 w 162"/>
              <a:gd name="T13" fmla="*/ 1 h 319"/>
              <a:gd name="T14" fmla="*/ 121 w 162"/>
              <a:gd name="T15" fmla="*/ 58 h 319"/>
              <a:gd name="T16" fmla="*/ 126 w 162"/>
              <a:gd name="T17" fmla="*/ 61 h 319"/>
              <a:gd name="T18" fmla="*/ 121 w 162"/>
              <a:gd name="T19" fmla="*/ 59 h 319"/>
              <a:gd name="T20" fmla="*/ 121 w 162"/>
              <a:gd name="T21" fmla="*/ 85 h 319"/>
              <a:gd name="T22" fmla="*/ 125 w 162"/>
              <a:gd name="T23" fmla="*/ 75 h 319"/>
              <a:gd name="T24" fmla="*/ 123 w 162"/>
              <a:gd name="T25" fmla="*/ 66 h 319"/>
              <a:gd name="T26" fmla="*/ 139 w 162"/>
              <a:gd name="T27" fmla="*/ 72 h 319"/>
              <a:gd name="T28" fmla="*/ 144 w 162"/>
              <a:gd name="T29" fmla="*/ 83 h 319"/>
              <a:gd name="T30" fmla="*/ 125 w 162"/>
              <a:gd name="T31" fmla="*/ 132 h 319"/>
              <a:gd name="T32" fmla="*/ 121 w 162"/>
              <a:gd name="T33" fmla="*/ 136 h 319"/>
              <a:gd name="T34" fmla="*/ 121 w 162"/>
              <a:gd name="T35" fmla="*/ 144 h 319"/>
              <a:gd name="T36" fmla="*/ 66 w 162"/>
              <a:gd name="T37" fmla="*/ 284 h 319"/>
              <a:gd name="T38" fmla="*/ 121 w 162"/>
              <a:gd name="T39" fmla="*/ 144 h 319"/>
              <a:gd name="T40" fmla="*/ 121 w 162"/>
              <a:gd name="T41" fmla="*/ 144 h 319"/>
              <a:gd name="T42" fmla="*/ 121 w 162"/>
              <a:gd name="T43" fmla="*/ 136 h 319"/>
              <a:gd name="T44" fmla="*/ 114 w 162"/>
              <a:gd name="T45" fmla="*/ 137 h 319"/>
              <a:gd name="T46" fmla="*/ 98 w 162"/>
              <a:gd name="T47" fmla="*/ 130 h 319"/>
              <a:gd name="T48" fmla="*/ 98 w 162"/>
              <a:gd name="T49" fmla="*/ 130 h 319"/>
              <a:gd name="T50" fmla="*/ 106 w 162"/>
              <a:gd name="T51" fmla="*/ 125 h 319"/>
              <a:gd name="T52" fmla="*/ 121 w 162"/>
              <a:gd name="T53" fmla="*/ 85 h 319"/>
              <a:gd name="T54" fmla="*/ 121 w 162"/>
              <a:gd name="T55" fmla="*/ 59 h 319"/>
              <a:gd name="T56" fmla="*/ 85 w 162"/>
              <a:gd name="T57" fmla="*/ 45 h 319"/>
              <a:gd name="T58" fmla="*/ 74 w 162"/>
              <a:gd name="T59" fmla="*/ 51 h 319"/>
              <a:gd name="T60" fmla="*/ 52 w 162"/>
              <a:gd name="T61" fmla="*/ 108 h 319"/>
              <a:gd name="T62" fmla="*/ 54 w 162"/>
              <a:gd name="T63" fmla="*/ 118 h 319"/>
              <a:gd name="T64" fmla="*/ 35 w 162"/>
              <a:gd name="T65" fmla="*/ 168 h 319"/>
              <a:gd name="T66" fmla="*/ 35 w 162"/>
              <a:gd name="T67" fmla="*/ 256 h 319"/>
              <a:gd name="T68" fmla="*/ 39 w 162"/>
              <a:gd name="T69" fmla="*/ 257 h 319"/>
              <a:gd name="T70" fmla="*/ 45 w 162"/>
              <a:gd name="T71" fmla="*/ 268 h 319"/>
              <a:gd name="T72" fmla="*/ 58 w 162"/>
              <a:gd name="T73" fmla="*/ 264 h 319"/>
              <a:gd name="T74" fmla="*/ 64 w 162"/>
              <a:gd name="T75" fmla="*/ 278 h 319"/>
              <a:gd name="T76" fmla="*/ 63 w 162"/>
              <a:gd name="T77" fmla="*/ 281 h 319"/>
              <a:gd name="T78" fmla="*/ 35 w 162"/>
              <a:gd name="T79" fmla="*/ 300 h 319"/>
              <a:gd name="T80" fmla="*/ 35 w 162"/>
              <a:gd name="T81" fmla="*/ 306 h 319"/>
              <a:gd name="T82" fmla="*/ 66 w 162"/>
              <a:gd name="T83" fmla="*/ 284 h 319"/>
              <a:gd name="T84" fmla="*/ 121 w 162"/>
              <a:gd name="T85" fmla="*/ 1 h 319"/>
              <a:gd name="T86" fmla="*/ 121 w 162"/>
              <a:gd name="T87" fmla="*/ 58 h 319"/>
              <a:gd name="T88" fmla="*/ 88 w 162"/>
              <a:gd name="T89" fmla="*/ 36 h 319"/>
              <a:gd name="T90" fmla="*/ 94 w 162"/>
              <a:gd name="T91" fmla="*/ 22 h 319"/>
              <a:gd name="T92" fmla="*/ 121 w 162"/>
              <a:gd name="T93" fmla="*/ 1 h 319"/>
              <a:gd name="T94" fmla="*/ 35 w 162"/>
              <a:gd name="T95" fmla="*/ 168 h 319"/>
              <a:gd name="T96" fmla="*/ 0 w 162"/>
              <a:gd name="T97" fmla="*/ 258 h 319"/>
              <a:gd name="T98" fmla="*/ 15 w 162"/>
              <a:gd name="T99" fmla="*/ 319 h 319"/>
              <a:gd name="T100" fmla="*/ 35 w 162"/>
              <a:gd name="T101" fmla="*/ 306 h 319"/>
              <a:gd name="T102" fmla="*/ 35 w 162"/>
              <a:gd name="T103" fmla="*/ 300 h 319"/>
              <a:gd name="T104" fmla="*/ 33 w 162"/>
              <a:gd name="T105" fmla="*/ 301 h 319"/>
              <a:gd name="T106" fmla="*/ 13 w 162"/>
              <a:gd name="T107" fmla="*/ 294 h 319"/>
              <a:gd name="T108" fmla="*/ 5 w 162"/>
              <a:gd name="T109" fmla="*/ 259 h 319"/>
              <a:gd name="T110" fmla="*/ 5 w 162"/>
              <a:gd name="T111" fmla="*/ 259 h 319"/>
              <a:gd name="T112" fmla="*/ 6 w 162"/>
              <a:gd name="T113" fmla="*/ 256 h 319"/>
              <a:gd name="T114" fmla="*/ 19 w 162"/>
              <a:gd name="T115" fmla="*/ 250 h 319"/>
              <a:gd name="T116" fmla="*/ 26 w 162"/>
              <a:gd name="T117" fmla="*/ 261 h 319"/>
              <a:gd name="T118" fmla="*/ 35 w 162"/>
              <a:gd name="T119" fmla="*/ 256 h 319"/>
              <a:gd name="T120" fmla="*/ 35 w 162"/>
              <a:gd name="T121" fmla="*/ 168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62" h="319">
                <a:moveTo>
                  <a:pt x="121" y="144"/>
                </a:moveTo>
                <a:cubicBezTo>
                  <a:pt x="124" y="143"/>
                  <a:pt x="127" y="141"/>
                  <a:pt x="128" y="138"/>
                </a:cubicBezTo>
                <a:cubicBezTo>
                  <a:pt x="150" y="80"/>
                  <a:pt x="150" y="80"/>
                  <a:pt x="150" y="80"/>
                </a:cubicBezTo>
                <a:cubicBezTo>
                  <a:pt x="152" y="76"/>
                  <a:pt x="150" y="71"/>
                  <a:pt x="147" y="69"/>
                </a:cubicBezTo>
                <a:cubicBezTo>
                  <a:pt x="156" y="46"/>
                  <a:pt x="156" y="46"/>
                  <a:pt x="156" y="46"/>
                </a:cubicBezTo>
                <a:cubicBezTo>
                  <a:pt x="162" y="29"/>
                  <a:pt x="154" y="9"/>
                  <a:pt x="137" y="3"/>
                </a:cubicBezTo>
                <a:cubicBezTo>
                  <a:pt x="132" y="1"/>
                  <a:pt x="126" y="0"/>
                  <a:pt x="121" y="1"/>
                </a:cubicBezTo>
                <a:cubicBezTo>
                  <a:pt x="121" y="58"/>
                  <a:pt x="121" y="58"/>
                  <a:pt x="121" y="58"/>
                </a:cubicBezTo>
                <a:cubicBezTo>
                  <a:pt x="126" y="61"/>
                  <a:pt x="126" y="61"/>
                  <a:pt x="126" y="61"/>
                </a:cubicBezTo>
                <a:cubicBezTo>
                  <a:pt x="121" y="59"/>
                  <a:pt x="121" y="59"/>
                  <a:pt x="121" y="59"/>
                </a:cubicBezTo>
                <a:cubicBezTo>
                  <a:pt x="121" y="85"/>
                  <a:pt x="121" y="85"/>
                  <a:pt x="121" y="85"/>
                </a:cubicBezTo>
                <a:cubicBezTo>
                  <a:pt x="125" y="75"/>
                  <a:pt x="125" y="75"/>
                  <a:pt x="125" y="75"/>
                </a:cubicBezTo>
                <a:cubicBezTo>
                  <a:pt x="126" y="72"/>
                  <a:pt x="126" y="68"/>
                  <a:pt x="123" y="66"/>
                </a:cubicBezTo>
                <a:cubicBezTo>
                  <a:pt x="139" y="72"/>
                  <a:pt x="139" y="72"/>
                  <a:pt x="139" y="72"/>
                </a:cubicBezTo>
                <a:cubicBezTo>
                  <a:pt x="143" y="73"/>
                  <a:pt x="146" y="78"/>
                  <a:pt x="144" y="83"/>
                </a:cubicBezTo>
                <a:cubicBezTo>
                  <a:pt x="125" y="132"/>
                  <a:pt x="125" y="132"/>
                  <a:pt x="125" y="132"/>
                </a:cubicBezTo>
                <a:cubicBezTo>
                  <a:pt x="124" y="134"/>
                  <a:pt x="123" y="135"/>
                  <a:pt x="121" y="136"/>
                </a:cubicBezTo>
                <a:lnTo>
                  <a:pt x="121" y="144"/>
                </a:lnTo>
                <a:close/>
                <a:moveTo>
                  <a:pt x="66" y="284"/>
                </a:moveTo>
                <a:cubicBezTo>
                  <a:pt x="121" y="144"/>
                  <a:pt x="121" y="144"/>
                  <a:pt x="121" y="144"/>
                </a:cubicBezTo>
                <a:cubicBezTo>
                  <a:pt x="121" y="144"/>
                  <a:pt x="121" y="144"/>
                  <a:pt x="121" y="144"/>
                </a:cubicBezTo>
                <a:cubicBezTo>
                  <a:pt x="121" y="136"/>
                  <a:pt x="121" y="136"/>
                  <a:pt x="121" y="136"/>
                </a:cubicBezTo>
                <a:cubicBezTo>
                  <a:pt x="119" y="137"/>
                  <a:pt x="117" y="137"/>
                  <a:pt x="114" y="137"/>
                </a:cubicBezTo>
                <a:cubicBezTo>
                  <a:pt x="98" y="130"/>
                  <a:pt x="98" y="130"/>
                  <a:pt x="98" y="130"/>
                </a:cubicBezTo>
                <a:cubicBezTo>
                  <a:pt x="98" y="130"/>
                  <a:pt x="98" y="130"/>
                  <a:pt x="98" y="130"/>
                </a:cubicBezTo>
                <a:cubicBezTo>
                  <a:pt x="102" y="130"/>
                  <a:pt x="105" y="128"/>
                  <a:pt x="106" y="125"/>
                </a:cubicBezTo>
                <a:cubicBezTo>
                  <a:pt x="121" y="85"/>
                  <a:pt x="121" y="85"/>
                  <a:pt x="121" y="85"/>
                </a:cubicBezTo>
                <a:cubicBezTo>
                  <a:pt x="121" y="59"/>
                  <a:pt x="121" y="59"/>
                  <a:pt x="121" y="59"/>
                </a:cubicBezTo>
                <a:cubicBezTo>
                  <a:pt x="85" y="45"/>
                  <a:pt x="85" y="45"/>
                  <a:pt x="85" y="45"/>
                </a:cubicBezTo>
                <a:cubicBezTo>
                  <a:pt x="80" y="44"/>
                  <a:pt x="76" y="47"/>
                  <a:pt x="74" y="51"/>
                </a:cubicBezTo>
                <a:cubicBezTo>
                  <a:pt x="52" y="108"/>
                  <a:pt x="52" y="108"/>
                  <a:pt x="52" y="108"/>
                </a:cubicBezTo>
                <a:cubicBezTo>
                  <a:pt x="51" y="112"/>
                  <a:pt x="52" y="115"/>
                  <a:pt x="54" y="118"/>
                </a:cubicBezTo>
                <a:cubicBezTo>
                  <a:pt x="35" y="168"/>
                  <a:pt x="35" y="168"/>
                  <a:pt x="35" y="168"/>
                </a:cubicBezTo>
                <a:cubicBezTo>
                  <a:pt x="35" y="256"/>
                  <a:pt x="35" y="256"/>
                  <a:pt x="35" y="256"/>
                </a:cubicBezTo>
                <a:cubicBezTo>
                  <a:pt x="36" y="256"/>
                  <a:pt x="37" y="257"/>
                  <a:pt x="39" y="257"/>
                </a:cubicBezTo>
                <a:cubicBezTo>
                  <a:pt x="43" y="259"/>
                  <a:pt x="46" y="264"/>
                  <a:pt x="45" y="268"/>
                </a:cubicBezTo>
                <a:cubicBezTo>
                  <a:pt x="48" y="264"/>
                  <a:pt x="53" y="263"/>
                  <a:pt x="58" y="264"/>
                </a:cubicBezTo>
                <a:cubicBezTo>
                  <a:pt x="63" y="267"/>
                  <a:pt x="66" y="273"/>
                  <a:pt x="64" y="278"/>
                </a:cubicBezTo>
                <a:cubicBezTo>
                  <a:pt x="63" y="281"/>
                  <a:pt x="63" y="281"/>
                  <a:pt x="63" y="281"/>
                </a:cubicBezTo>
                <a:cubicBezTo>
                  <a:pt x="35" y="300"/>
                  <a:pt x="35" y="300"/>
                  <a:pt x="35" y="300"/>
                </a:cubicBezTo>
                <a:cubicBezTo>
                  <a:pt x="35" y="306"/>
                  <a:pt x="35" y="306"/>
                  <a:pt x="35" y="306"/>
                </a:cubicBezTo>
                <a:cubicBezTo>
                  <a:pt x="66" y="284"/>
                  <a:pt x="66" y="284"/>
                  <a:pt x="66" y="284"/>
                </a:cubicBezTo>
                <a:close/>
                <a:moveTo>
                  <a:pt x="121" y="1"/>
                </a:moveTo>
                <a:cubicBezTo>
                  <a:pt x="121" y="58"/>
                  <a:pt x="121" y="58"/>
                  <a:pt x="121" y="58"/>
                </a:cubicBezTo>
                <a:cubicBezTo>
                  <a:pt x="88" y="36"/>
                  <a:pt x="88" y="36"/>
                  <a:pt x="88" y="36"/>
                </a:cubicBezTo>
                <a:cubicBezTo>
                  <a:pt x="94" y="22"/>
                  <a:pt x="94" y="22"/>
                  <a:pt x="94" y="22"/>
                </a:cubicBezTo>
                <a:cubicBezTo>
                  <a:pt x="98" y="10"/>
                  <a:pt x="109" y="2"/>
                  <a:pt x="121" y="1"/>
                </a:cubicBezTo>
                <a:close/>
                <a:moveTo>
                  <a:pt x="35" y="168"/>
                </a:moveTo>
                <a:cubicBezTo>
                  <a:pt x="0" y="258"/>
                  <a:pt x="0" y="258"/>
                  <a:pt x="0" y="258"/>
                </a:cubicBezTo>
                <a:cubicBezTo>
                  <a:pt x="15" y="319"/>
                  <a:pt x="15" y="319"/>
                  <a:pt x="15" y="319"/>
                </a:cubicBezTo>
                <a:cubicBezTo>
                  <a:pt x="35" y="306"/>
                  <a:pt x="35" y="306"/>
                  <a:pt x="35" y="306"/>
                </a:cubicBezTo>
                <a:cubicBezTo>
                  <a:pt x="35" y="300"/>
                  <a:pt x="35" y="300"/>
                  <a:pt x="35" y="300"/>
                </a:cubicBezTo>
                <a:cubicBezTo>
                  <a:pt x="33" y="301"/>
                  <a:pt x="33" y="301"/>
                  <a:pt x="33" y="301"/>
                </a:cubicBezTo>
                <a:cubicBezTo>
                  <a:pt x="13" y="294"/>
                  <a:pt x="13" y="294"/>
                  <a:pt x="13" y="294"/>
                </a:cubicBezTo>
                <a:cubicBezTo>
                  <a:pt x="5" y="259"/>
                  <a:pt x="5" y="259"/>
                  <a:pt x="5" y="259"/>
                </a:cubicBezTo>
                <a:cubicBezTo>
                  <a:pt x="5" y="259"/>
                  <a:pt x="5" y="259"/>
                  <a:pt x="5" y="259"/>
                </a:cubicBezTo>
                <a:cubicBezTo>
                  <a:pt x="6" y="256"/>
                  <a:pt x="6" y="256"/>
                  <a:pt x="6" y="256"/>
                </a:cubicBezTo>
                <a:cubicBezTo>
                  <a:pt x="8" y="250"/>
                  <a:pt x="14" y="248"/>
                  <a:pt x="19" y="250"/>
                </a:cubicBezTo>
                <a:cubicBezTo>
                  <a:pt x="24" y="251"/>
                  <a:pt x="27" y="256"/>
                  <a:pt x="26" y="261"/>
                </a:cubicBezTo>
                <a:cubicBezTo>
                  <a:pt x="28" y="258"/>
                  <a:pt x="31" y="256"/>
                  <a:pt x="35" y="256"/>
                </a:cubicBezTo>
                <a:lnTo>
                  <a:pt x="35" y="168"/>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p>
        </p:txBody>
      </p:sp>
      <p:sp>
        <p:nvSpPr>
          <p:cNvPr id="52" name="Freeform 48"/>
          <p:cNvSpPr>
            <a:spLocks noEditPoints="1"/>
          </p:cNvSpPr>
          <p:nvPr/>
        </p:nvSpPr>
        <p:spPr bwMode="auto">
          <a:xfrm>
            <a:off x="8055571" y="3605806"/>
            <a:ext cx="579287" cy="579287"/>
          </a:xfrm>
          <a:custGeom>
            <a:avLst/>
            <a:gdLst>
              <a:gd name="T0" fmla="*/ 133 w 266"/>
              <a:gd name="T1" fmla="*/ 0 h 266"/>
              <a:gd name="T2" fmla="*/ 133 w 266"/>
              <a:gd name="T3" fmla="*/ 0 h 266"/>
              <a:gd name="T4" fmla="*/ 133 w 266"/>
              <a:gd name="T5" fmla="*/ 35 h 266"/>
              <a:gd name="T6" fmla="*/ 150 w 266"/>
              <a:gd name="T7" fmla="*/ 24 h 266"/>
              <a:gd name="T8" fmla="*/ 242 w 266"/>
              <a:gd name="T9" fmla="*/ 117 h 266"/>
              <a:gd name="T10" fmla="*/ 231 w 266"/>
              <a:gd name="T11" fmla="*/ 133 h 266"/>
              <a:gd name="T12" fmla="*/ 242 w 266"/>
              <a:gd name="T13" fmla="*/ 149 h 266"/>
              <a:gd name="T14" fmla="*/ 150 w 266"/>
              <a:gd name="T15" fmla="*/ 242 h 266"/>
              <a:gd name="T16" fmla="*/ 150 w 266"/>
              <a:gd name="T17" fmla="*/ 242 h 266"/>
              <a:gd name="T18" fmla="*/ 133 w 266"/>
              <a:gd name="T19" fmla="*/ 231 h 266"/>
              <a:gd name="T20" fmla="*/ 133 w 266"/>
              <a:gd name="T21" fmla="*/ 266 h 266"/>
              <a:gd name="T22" fmla="*/ 133 w 266"/>
              <a:gd name="T23" fmla="*/ 266 h 266"/>
              <a:gd name="T24" fmla="*/ 266 w 266"/>
              <a:gd name="T25" fmla="*/ 133 h 266"/>
              <a:gd name="T26" fmla="*/ 133 w 266"/>
              <a:gd name="T27" fmla="*/ 0 h 266"/>
              <a:gd name="T28" fmla="*/ 133 w 266"/>
              <a:gd name="T29" fmla="*/ 0 h 266"/>
              <a:gd name="T30" fmla="*/ 133 w 266"/>
              <a:gd name="T31" fmla="*/ 0 h 266"/>
              <a:gd name="T32" fmla="*/ 0 w 266"/>
              <a:gd name="T33" fmla="*/ 133 h 266"/>
              <a:gd name="T34" fmla="*/ 133 w 266"/>
              <a:gd name="T35" fmla="*/ 266 h 266"/>
              <a:gd name="T36" fmla="*/ 133 w 266"/>
              <a:gd name="T37" fmla="*/ 266 h 266"/>
              <a:gd name="T38" fmla="*/ 133 w 266"/>
              <a:gd name="T39" fmla="*/ 231 h 266"/>
              <a:gd name="T40" fmla="*/ 133 w 266"/>
              <a:gd name="T41" fmla="*/ 231 h 266"/>
              <a:gd name="T42" fmla="*/ 117 w 266"/>
              <a:gd name="T43" fmla="*/ 242 h 266"/>
              <a:gd name="T44" fmla="*/ 24 w 266"/>
              <a:gd name="T45" fmla="*/ 149 h 266"/>
              <a:gd name="T46" fmla="*/ 35 w 266"/>
              <a:gd name="T47" fmla="*/ 133 h 266"/>
              <a:gd name="T48" fmla="*/ 24 w 266"/>
              <a:gd name="T49" fmla="*/ 117 h 266"/>
              <a:gd name="T50" fmla="*/ 117 w 266"/>
              <a:gd name="T51" fmla="*/ 24 h 266"/>
              <a:gd name="T52" fmla="*/ 133 w 266"/>
              <a:gd name="T53" fmla="*/ 35 h 266"/>
              <a:gd name="T54" fmla="*/ 133 w 266"/>
              <a:gd name="T55" fmla="*/ 35 h 266"/>
              <a:gd name="T56" fmla="*/ 133 w 266"/>
              <a:gd name="T57" fmla="*/ 0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266">
                <a:moveTo>
                  <a:pt x="133" y="0"/>
                </a:moveTo>
                <a:cubicBezTo>
                  <a:pt x="133" y="0"/>
                  <a:pt x="133" y="0"/>
                  <a:pt x="133" y="0"/>
                </a:cubicBezTo>
                <a:cubicBezTo>
                  <a:pt x="133" y="35"/>
                  <a:pt x="133" y="35"/>
                  <a:pt x="133" y="35"/>
                </a:cubicBezTo>
                <a:cubicBezTo>
                  <a:pt x="141" y="35"/>
                  <a:pt x="147" y="30"/>
                  <a:pt x="150" y="24"/>
                </a:cubicBezTo>
                <a:cubicBezTo>
                  <a:pt x="197" y="31"/>
                  <a:pt x="235" y="69"/>
                  <a:pt x="242" y="117"/>
                </a:cubicBezTo>
                <a:cubicBezTo>
                  <a:pt x="236" y="119"/>
                  <a:pt x="231" y="125"/>
                  <a:pt x="231" y="133"/>
                </a:cubicBezTo>
                <a:cubicBezTo>
                  <a:pt x="231" y="140"/>
                  <a:pt x="236" y="147"/>
                  <a:pt x="242" y="149"/>
                </a:cubicBezTo>
                <a:cubicBezTo>
                  <a:pt x="235" y="197"/>
                  <a:pt x="197" y="235"/>
                  <a:pt x="150" y="242"/>
                </a:cubicBezTo>
                <a:cubicBezTo>
                  <a:pt x="150" y="242"/>
                  <a:pt x="150" y="242"/>
                  <a:pt x="150" y="242"/>
                </a:cubicBezTo>
                <a:cubicBezTo>
                  <a:pt x="147" y="236"/>
                  <a:pt x="141" y="231"/>
                  <a:pt x="133" y="231"/>
                </a:cubicBezTo>
                <a:cubicBezTo>
                  <a:pt x="133" y="266"/>
                  <a:pt x="133" y="266"/>
                  <a:pt x="133" y="266"/>
                </a:cubicBezTo>
                <a:cubicBezTo>
                  <a:pt x="133" y="266"/>
                  <a:pt x="133" y="266"/>
                  <a:pt x="133" y="266"/>
                </a:cubicBezTo>
                <a:cubicBezTo>
                  <a:pt x="207" y="266"/>
                  <a:pt x="266" y="206"/>
                  <a:pt x="266" y="133"/>
                </a:cubicBezTo>
                <a:cubicBezTo>
                  <a:pt x="266" y="59"/>
                  <a:pt x="207" y="0"/>
                  <a:pt x="133" y="0"/>
                </a:cubicBezTo>
                <a:close/>
                <a:moveTo>
                  <a:pt x="133" y="0"/>
                </a:moveTo>
                <a:cubicBezTo>
                  <a:pt x="133" y="0"/>
                  <a:pt x="133" y="0"/>
                  <a:pt x="133" y="0"/>
                </a:cubicBezTo>
                <a:cubicBezTo>
                  <a:pt x="60" y="0"/>
                  <a:pt x="0" y="59"/>
                  <a:pt x="0" y="133"/>
                </a:cubicBezTo>
                <a:cubicBezTo>
                  <a:pt x="0" y="206"/>
                  <a:pt x="60" y="266"/>
                  <a:pt x="133" y="266"/>
                </a:cubicBezTo>
                <a:cubicBezTo>
                  <a:pt x="133" y="266"/>
                  <a:pt x="133" y="266"/>
                  <a:pt x="133" y="266"/>
                </a:cubicBezTo>
                <a:cubicBezTo>
                  <a:pt x="133" y="231"/>
                  <a:pt x="133" y="231"/>
                  <a:pt x="133" y="231"/>
                </a:cubicBezTo>
                <a:cubicBezTo>
                  <a:pt x="133" y="231"/>
                  <a:pt x="133" y="231"/>
                  <a:pt x="133" y="231"/>
                </a:cubicBezTo>
                <a:cubicBezTo>
                  <a:pt x="126" y="231"/>
                  <a:pt x="120" y="236"/>
                  <a:pt x="117" y="242"/>
                </a:cubicBezTo>
                <a:cubicBezTo>
                  <a:pt x="69" y="235"/>
                  <a:pt x="31" y="197"/>
                  <a:pt x="24" y="149"/>
                </a:cubicBezTo>
                <a:cubicBezTo>
                  <a:pt x="31" y="147"/>
                  <a:pt x="35" y="140"/>
                  <a:pt x="35" y="133"/>
                </a:cubicBezTo>
                <a:cubicBezTo>
                  <a:pt x="35" y="125"/>
                  <a:pt x="31" y="119"/>
                  <a:pt x="24" y="117"/>
                </a:cubicBezTo>
                <a:cubicBezTo>
                  <a:pt x="31" y="69"/>
                  <a:pt x="69" y="31"/>
                  <a:pt x="117" y="24"/>
                </a:cubicBezTo>
                <a:cubicBezTo>
                  <a:pt x="120" y="30"/>
                  <a:pt x="126" y="35"/>
                  <a:pt x="133" y="35"/>
                </a:cubicBezTo>
                <a:cubicBezTo>
                  <a:pt x="133" y="35"/>
                  <a:pt x="133" y="35"/>
                  <a:pt x="133" y="35"/>
                </a:cubicBezTo>
                <a:lnTo>
                  <a:pt x="133"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3" name="Freeform 49"/>
          <p:cNvSpPr/>
          <p:nvPr/>
        </p:nvSpPr>
        <p:spPr bwMode="auto">
          <a:xfrm>
            <a:off x="8161908" y="3789907"/>
            <a:ext cx="288849" cy="152360"/>
          </a:xfrm>
          <a:custGeom>
            <a:avLst/>
            <a:gdLst>
              <a:gd name="T0" fmla="*/ 124 w 133"/>
              <a:gd name="T1" fmla="*/ 0 h 70"/>
              <a:gd name="T2" fmla="*/ 93 w 133"/>
              <a:gd name="T3" fmla="*/ 30 h 70"/>
              <a:gd name="T4" fmla="*/ 84 w 133"/>
              <a:gd name="T5" fmla="*/ 28 h 70"/>
              <a:gd name="T6" fmla="*/ 65 w 133"/>
              <a:gd name="T7" fmla="*/ 42 h 70"/>
              <a:gd name="T8" fmla="*/ 0 w 133"/>
              <a:gd name="T9" fmla="*/ 42 h 70"/>
              <a:gd name="T10" fmla="*/ 0 w 133"/>
              <a:gd name="T11" fmla="*/ 56 h 70"/>
              <a:gd name="T12" fmla="*/ 65 w 133"/>
              <a:gd name="T13" fmla="*/ 56 h 70"/>
              <a:gd name="T14" fmla="*/ 84 w 133"/>
              <a:gd name="T15" fmla="*/ 70 h 70"/>
              <a:gd name="T16" fmla="*/ 105 w 133"/>
              <a:gd name="T17" fmla="*/ 49 h 70"/>
              <a:gd name="T18" fmla="*/ 103 w 133"/>
              <a:gd name="T19" fmla="*/ 40 h 70"/>
              <a:gd name="T20" fmla="*/ 133 w 133"/>
              <a:gd name="T21" fmla="*/ 9 h 70"/>
              <a:gd name="T22" fmla="*/ 124 w 133"/>
              <a:gd name="T23"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3" h="70">
                <a:moveTo>
                  <a:pt x="124" y="0"/>
                </a:moveTo>
                <a:cubicBezTo>
                  <a:pt x="93" y="30"/>
                  <a:pt x="93" y="30"/>
                  <a:pt x="93" y="30"/>
                </a:cubicBezTo>
                <a:cubicBezTo>
                  <a:pt x="91" y="29"/>
                  <a:pt x="88" y="28"/>
                  <a:pt x="84" y="28"/>
                </a:cubicBezTo>
                <a:cubicBezTo>
                  <a:pt x="75" y="28"/>
                  <a:pt x="67" y="34"/>
                  <a:pt x="65" y="42"/>
                </a:cubicBezTo>
                <a:cubicBezTo>
                  <a:pt x="0" y="42"/>
                  <a:pt x="0" y="42"/>
                  <a:pt x="0" y="42"/>
                </a:cubicBezTo>
                <a:cubicBezTo>
                  <a:pt x="0" y="56"/>
                  <a:pt x="0" y="56"/>
                  <a:pt x="0" y="56"/>
                </a:cubicBezTo>
                <a:cubicBezTo>
                  <a:pt x="65" y="56"/>
                  <a:pt x="65" y="56"/>
                  <a:pt x="65" y="56"/>
                </a:cubicBezTo>
                <a:cubicBezTo>
                  <a:pt x="67" y="64"/>
                  <a:pt x="75" y="70"/>
                  <a:pt x="84" y="70"/>
                </a:cubicBezTo>
                <a:cubicBezTo>
                  <a:pt x="96" y="70"/>
                  <a:pt x="105" y="60"/>
                  <a:pt x="105" y="49"/>
                </a:cubicBezTo>
                <a:cubicBezTo>
                  <a:pt x="105" y="46"/>
                  <a:pt x="104" y="43"/>
                  <a:pt x="103" y="40"/>
                </a:cubicBezTo>
                <a:cubicBezTo>
                  <a:pt x="133" y="9"/>
                  <a:pt x="133" y="9"/>
                  <a:pt x="133" y="9"/>
                </a:cubicBezTo>
                <a:lnTo>
                  <a:pt x="124"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nvGrpSpPr>
          <p:cNvPr id="54" name="Group 126"/>
          <p:cNvGrpSpPr/>
          <p:nvPr/>
        </p:nvGrpSpPr>
        <p:grpSpPr>
          <a:xfrm>
            <a:off x="8287285" y="4351735"/>
            <a:ext cx="453907" cy="431688"/>
            <a:chOff x="8505825" y="3605213"/>
            <a:chExt cx="454025" cy="431800"/>
          </a:xfrm>
        </p:grpSpPr>
        <p:sp>
          <p:nvSpPr>
            <p:cNvPr id="55" name="Freeform 50"/>
            <p:cNvSpPr/>
            <p:nvPr/>
          </p:nvSpPr>
          <p:spPr bwMode="auto">
            <a:xfrm>
              <a:off x="8505825" y="3694113"/>
              <a:ext cx="454025" cy="342900"/>
            </a:xfrm>
            <a:custGeom>
              <a:avLst/>
              <a:gdLst>
                <a:gd name="T0" fmla="*/ 146 w 208"/>
                <a:gd name="T1" fmla="*/ 0 h 157"/>
                <a:gd name="T2" fmla="*/ 104 w 208"/>
                <a:gd name="T3" fmla="*/ 15 h 157"/>
                <a:gd name="T4" fmla="*/ 62 w 208"/>
                <a:gd name="T5" fmla="*/ 0 h 157"/>
                <a:gd name="T6" fmla="*/ 0 w 208"/>
                <a:gd name="T7" fmla="*/ 60 h 157"/>
                <a:gd name="T8" fmla="*/ 107 w 208"/>
                <a:gd name="T9" fmla="*/ 157 h 157"/>
                <a:gd name="T10" fmla="*/ 208 w 208"/>
                <a:gd name="T11" fmla="*/ 60 h 157"/>
                <a:gd name="T12" fmla="*/ 146 w 208"/>
                <a:gd name="T13" fmla="*/ 0 h 157"/>
              </a:gdLst>
              <a:ahLst/>
              <a:cxnLst>
                <a:cxn ang="0">
                  <a:pos x="T0" y="T1"/>
                </a:cxn>
                <a:cxn ang="0">
                  <a:pos x="T2" y="T3"/>
                </a:cxn>
                <a:cxn ang="0">
                  <a:pos x="T4" y="T5"/>
                </a:cxn>
                <a:cxn ang="0">
                  <a:pos x="T6" y="T7"/>
                </a:cxn>
                <a:cxn ang="0">
                  <a:pos x="T8" y="T9"/>
                </a:cxn>
                <a:cxn ang="0">
                  <a:pos x="T10" y="T11"/>
                </a:cxn>
                <a:cxn ang="0">
                  <a:pos x="T12" y="T13"/>
                </a:cxn>
              </a:cxnLst>
              <a:rect l="0" t="0" r="r" b="b"/>
              <a:pathLst>
                <a:path w="208" h="157">
                  <a:moveTo>
                    <a:pt x="146" y="0"/>
                  </a:moveTo>
                  <a:cubicBezTo>
                    <a:pt x="130" y="0"/>
                    <a:pt x="115" y="6"/>
                    <a:pt x="104" y="15"/>
                  </a:cubicBezTo>
                  <a:cubicBezTo>
                    <a:pt x="93" y="6"/>
                    <a:pt x="78" y="0"/>
                    <a:pt x="62" y="0"/>
                  </a:cubicBezTo>
                  <a:cubicBezTo>
                    <a:pt x="28" y="0"/>
                    <a:pt x="0" y="27"/>
                    <a:pt x="0" y="60"/>
                  </a:cubicBezTo>
                  <a:cubicBezTo>
                    <a:pt x="0" y="98"/>
                    <a:pt x="31" y="157"/>
                    <a:pt x="107" y="157"/>
                  </a:cubicBezTo>
                  <a:cubicBezTo>
                    <a:pt x="185" y="157"/>
                    <a:pt x="208" y="95"/>
                    <a:pt x="208" y="60"/>
                  </a:cubicBezTo>
                  <a:cubicBezTo>
                    <a:pt x="208" y="27"/>
                    <a:pt x="180" y="0"/>
                    <a:pt x="146"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6" name="Freeform 51"/>
            <p:cNvSpPr/>
            <p:nvPr/>
          </p:nvSpPr>
          <p:spPr bwMode="auto">
            <a:xfrm>
              <a:off x="8709025" y="3605213"/>
              <a:ext cx="123825" cy="157163"/>
            </a:xfrm>
            <a:custGeom>
              <a:avLst/>
              <a:gdLst>
                <a:gd name="T0" fmla="*/ 12 w 57"/>
                <a:gd name="T1" fmla="*/ 72 h 72"/>
                <a:gd name="T2" fmla="*/ 27 w 57"/>
                <a:gd name="T3" fmla="*/ 0 h 72"/>
                <a:gd name="T4" fmla="*/ 57 w 57"/>
                <a:gd name="T5" fmla="*/ 6 h 72"/>
                <a:gd name="T6" fmla="*/ 12 w 57"/>
                <a:gd name="T7" fmla="*/ 72 h 72"/>
              </a:gdLst>
              <a:ahLst/>
              <a:cxnLst>
                <a:cxn ang="0">
                  <a:pos x="T0" y="T1"/>
                </a:cxn>
                <a:cxn ang="0">
                  <a:pos x="T2" y="T3"/>
                </a:cxn>
                <a:cxn ang="0">
                  <a:pos x="T4" y="T5"/>
                </a:cxn>
                <a:cxn ang="0">
                  <a:pos x="T6" y="T7"/>
                </a:cxn>
              </a:cxnLst>
              <a:rect l="0" t="0" r="r" b="b"/>
              <a:pathLst>
                <a:path w="57" h="72">
                  <a:moveTo>
                    <a:pt x="12" y="72"/>
                  </a:moveTo>
                  <a:cubicBezTo>
                    <a:pt x="0" y="48"/>
                    <a:pt x="7" y="20"/>
                    <a:pt x="27" y="0"/>
                  </a:cubicBezTo>
                  <a:cubicBezTo>
                    <a:pt x="57" y="6"/>
                    <a:pt x="57" y="6"/>
                    <a:pt x="57" y="6"/>
                  </a:cubicBezTo>
                  <a:cubicBezTo>
                    <a:pt x="29" y="21"/>
                    <a:pt x="12" y="37"/>
                    <a:pt x="12" y="72"/>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grpSp>
      <p:sp>
        <p:nvSpPr>
          <p:cNvPr id="57" name="Freeform 52"/>
          <p:cNvSpPr/>
          <p:nvPr/>
        </p:nvSpPr>
        <p:spPr bwMode="auto">
          <a:xfrm>
            <a:off x="6887476" y="1782241"/>
            <a:ext cx="679273" cy="552307"/>
          </a:xfrm>
          <a:custGeom>
            <a:avLst/>
            <a:gdLst>
              <a:gd name="T0" fmla="*/ 312 w 312"/>
              <a:gd name="T1" fmla="*/ 86 h 253"/>
              <a:gd name="T2" fmla="*/ 305 w 312"/>
              <a:gd name="T3" fmla="*/ 75 h 253"/>
              <a:gd name="T4" fmla="*/ 79 w 312"/>
              <a:gd name="T5" fmla="*/ 226 h 253"/>
              <a:gd name="T6" fmla="*/ 28 w 312"/>
              <a:gd name="T7" fmla="*/ 214 h 253"/>
              <a:gd name="T8" fmla="*/ 35 w 312"/>
              <a:gd name="T9" fmla="*/ 162 h 253"/>
              <a:gd name="T10" fmla="*/ 262 w 312"/>
              <a:gd name="T11" fmla="*/ 11 h 253"/>
              <a:gd name="T12" fmla="*/ 254 w 312"/>
              <a:gd name="T13" fmla="*/ 0 h 253"/>
              <a:gd name="T14" fmla="*/ 26 w 312"/>
              <a:gd name="T15" fmla="*/ 153 h 253"/>
              <a:gd name="T16" fmla="*/ 15 w 312"/>
              <a:gd name="T17" fmla="*/ 222 h 253"/>
              <a:gd name="T18" fmla="*/ 83 w 312"/>
              <a:gd name="T19" fmla="*/ 239 h 253"/>
              <a:gd name="T20" fmla="*/ 312 w 312"/>
              <a:gd name="T21" fmla="*/ 8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12" h="253">
                <a:moveTo>
                  <a:pt x="312" y="86"/>
                </a:moveTo>
                <a:cubicBezTo>
                  <a:pt x="305" y="75"/>
                  <a:pt x="305" y="75"/>
                  <a:pt x="305" y="75"/>
                </a:cubicBezTo>
                <a:cubicBezTo>
                  <a:pt x="79" y="226"/>
                  <a:pt x="79" y="226"/>
                  <a:pt x="79" y="226"/>
                </a:cubicBezTo>
                <a:cubicBezTo>
                  <a:pt x="63" y="237"/>
                  <a:pt x="40" y="231"/>
                  <a:pt x="28" y="214"/>
                </a:cubicBezTo>
                <a:cubicBezTo>
                  <a:pt x="16" y="196"/>
                  <a:pt x="19" y="173"/>
                  <a:pt x="35" y="162"/>
                </a:cubicBezTo>
                <a:cubicBezTo>
                  <a:pt x="262" y="11"/>
                  <a:pt x="262" y="11"/>
                  <a:pt x="262" y="11"/>
                </a:cubicBezTo>
                <a:cubicBezTo>
                  <a:pt x="254" y="0"/>
                  <a:pt x="254" y="0"/>
                  <a:pt x="254" y="0"/>
                </a:cubicBezTo>
                <a:cubicBezTo>
                  <a:pt x="26" y="153"/>
                  <a:pt x="26" y="153"/>
                  <a:pt x="26" y="153"/>
                </a:cubicBezTo>
                <a:cubicBezTo>
                  <a:pt x="4" y="167"/>
                  <a:pt x="0" y="198"/>
                  <a:pt x="15" y="222"/>
                </a:cubicBezTo>
                <a:cubicBezTo>
                  <a:pt x="31" y="246"/>
                  <a:pt x="62" y="253"/>
                  <a:pt x="83" y="239"/>
                </a:cubicBezTo>
                <a:lnTo>
                  <a:pt x="312" y="86"/>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8" name="Freeform 53"/>
          <p:cNvSpPr/>
          <p:nvPr/>
        </p:nvSpPr>
        <p:spPr bwMode="auto">
          <a:xfrm>
            <a:off x="7403279" y="1752089"/>
            <a:ext cx="187276" cy="257108"/>
          </a:xfrm>
          <a:custGeom>
            <a:avLst/>
            <a:gdLst>
              <a:gd name="T0" fmla="*/ 80 w 86"/>
              <a:gd name="T1" fmla="*/ 115 h 118"/>
              <a:gd name="T2" fmla="*/ 68 w 86"/>
              <a:gd name="T3" fmla="*/ 113 h 118"/>
              <a:gd name="T4" fmla="*/ 3 w 86"/>
              <a:gd name="T5" fmla="*/ 16 h 118"/>
              <a:gd name="T6" fmla="*/ 6 w 86"/>
              <a:gd name="T7" fmla="*/ 3 h 118"/>
              <a:gd name="T8" fmla="*/ 19 w 86"/>
              <a:gd name="T9" fmla="*/ 6 h 118"/>
              <a:gd name="T10" fmla="*/ 83 w 86"/>
              <a:gd name="T11" fmla="*/ 102 h 118"/>
              <a:gd name="T12" fmla="*/ 80 w 86"/>
              <a:gd name="T13" fmla="*/ 115 h 118"/>
            </a:gdLst>
            <a:ahLst/>
            <a:cxnLst>
              <a:cxn ang="0">
                <a:pos x="T0" y="T1"/>
              </a:cxn>
              <a:cxn ang="0">
                <a:pos x="T2" y="T3"/>
              </a:cxn>
              <a:cxn ang="0">
                <a:pos x="T4" y="T5"/>
              </a:cxn>
              <a:cxn ang="0">
                <a:pos x="T6" y="T7"/>
              </a:cxn>
              <a:cxn ang="0">
                <a:pos x="T8" y="T9"/>
              </a:cxn>
              <a:cxn ang="0">
                <a:pos x="T10" y="T11"/>
              </a:cxn>
              <a:cxn ang="0">
                <a:pos x="T12" y="T13"/>
              </a:cxn>
            </a:cxnLst>
            <a:rect l="0" t="0" r="r" b="b"/>
            <a:pathLst>
              <a:path w="86" h="118">
                <a:moveTo>
                  <a:pt x="80" y="115"/>
                </a:moveTo>
                <a:cubicBezTo>
                  <a:pt x="76" y="118"/>
                  <a:pt x="70" y="117"/>
                  <a:pt x="68" y="113"/>
                </a:cubicBezTo>
                <a:cubicBezTo>
                  <a:pt x="3" y="16"/>
                  <a:pt x="3" y="16"/>
                  <a:pt x="3" y="16"/>
                </a:cubicBezTo>
                <a:cubicBezTo>
                  <a:pt x="0" y="12"/>
                  <a:pt x="1" y="6"/>
                  <a:pt x="6" y="3"/>
                </a:cubicBezTo>
                <a:cubicBezTo>
                  <a:pt x="10" y="0"/>
                  <a:pt x="16" y="2"/>
                  <a:pt x="19" y="6"/>
                </a:cubicBezTo>
                <a:cubicBezTo>
                  <a:pt x="83" y="102"/>
                  <a:pt x="83" y="102"/>
                  <a:pt x="83" y="102"/>
                </a:cubicBezTo>
                <a:cubicBezTo>
                  <a:pt x="86" y="107"/>
                  <a:pt x="85" y="112"/>
                  <a:pt x="80" y="11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59" name="Freeform 54"/>
          <p:cNvSpPr/>
          <p:nvPr/>
        </p:nvSpPr>
        <p:spPr bwMode="auto">
          <a:xfrm>
            <a:off x="6976352" y="1928254"/>
            <a:ext cx="514216" cy="336463"/>
          </a:xfrm>
          <a:custGeom>
            <a:avLst/>
            <a:gdLst>
              <a:gd name="T0" fmla="*/ 236 w 236"/>
              <a:gd name="T1" fmla="*/ 13 h 154"/>
              <a:gd name="T2" fmla="*/ 227 w 236"/>
              <a:gd name="T3" fmla="*/ 0 h 154"/>
              <a:gd name="T4" fmla="*/ 25 w 236"/>
              <a:gd name="T5" fmla="*/ 135 h 154"/>
              <a:gd name="T6" fmla="*/ 0 w 236"/>
              <a:gd name="T7" fmla="*/ 136 h 154"/>
              <a:gd name="T8" fmla="*/ 1 w 236"/>
              <a:gd name="T9" fmla="*/ 138 h 154"/>
              <a:gd name="T10" fmla="*/ 36 w 236"/>
              <a:gd name="T11" fmla="*/ 146 h 154"/>
              <a:gd name="T12" fmla="*/ 236 w 236"/>
              <a:gd name="T13" fmla="*/ 13 h 154"/>
            </a:gdLst>
            <a:ahLst/>
            <a:cxnLst>
              <a:cxn ang="0">
                <a:pos x="T0" y="T1"/>
              </a:cxn>
              <a:cxn ang="0">
                <a:pos x="T2" y="T3"/>
              </a:cxn>
              <a:cxn ang="0">
                <a:pos x="T4" y="T5"/>
              </a:cxn>
              <a:cxn ang="0">
                <a:pos x="T6" y="T7"/>
              </a:cxn>
              <a:cxn ang="0">
                <a:pos x="T8" y="T9"/>
              </a:cxn>
              <a:cxn ang="0">
                <a:pos x="T10" y="T11"/>
              </a:cxn>
              <a:cxn ang="0">
                <a:pos x="T12" y="T13"/>
              </a:cxn>
            </a:cxnLst>
            <a:rect l="0" t="0" r="r" b="b"/>
            <a:pathLst>
              <a:path w="236" h="154">
                <a:moveTo>
                  <a:pt x="236" y="13"/>
                </a:moveTo>
                <a:cubicBezTo>
                  <a:pt x="227" y="0"/>
                  <a:pt x="227" y="0"/>
                  <a:pt x="227" y="0"/>
                </a:cubicBezTo>
                <a:cubicBezTo>
                  <a:pt x="25" y="135"/>
                  <a:pt x="25" y="135"/>
                  <a:pt x="25" y="135"/>
                </a:cubicBezTo>
                <a:cubicBezTo>
                  <a:pt x="17" y="140"/>
                  <a:pt x="8" y="140"/>
                  <a:pt x="0" y="136"/>
                </a:cubicBezTo>
                <a:cubicBezTo>
                  <a:pt x="0" y="137"/>
                  <a:pt x="0" y="137"/>
                  <a:pt x="1" y="138"/>
                </a:cubicBezTo>
                <a:cubicBezTo>
                  <a:pt x="9" y="150"/>
                  <a:pt x="25" y="154"/>
                  <a:pt x="36" y="146"/>
                </a:cubicBezTo>
                <a:lnTo>
                  <a:pt x="236" y="1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0" name="Freeform 55"/>
          <p:cNvSpPr>
            <a:spLocks noEditPoints="1"/>
          </p:cNvSpPr>
          <p:nvPr/>
        </p:nvSpPr>
        <p:spPr bwMode="auto">
          <a:xfrm>
            <a:off x="6557362" y="2223453"/>
            <a:ext cx="296785" cy="520564"/>
          </a:xfrm>
          <a:custGeom>
            <a:avLst/>
            <a:gdLst>
              <a:gd name="T0" fmla="*/ 59 w 136"/>
              <a:gd name="T1" fmla="*/ 203 h 239"/>
              <a:gd name="T2" fmla="*/ 54 w 136"/>
              <a:gd name="T3" fmla="*/ 203 h 239"/>
              <a:gd name="T4" fmla="*/ 54 w 136"/>
              <a:gd name="T5" fmla="*/ 239 h 239"/>
              <a:gd name="T6" fmla="*/ 72 w 136"/>
              <a:gd name="T7" fmla="*/ 226 h 239"/>
              <a:gd name="T8" fmla="*/ 59 w 136"/>
              <a:gd name="T9" fmla="*/ 203 h 239"/>
              <a:gd name="T10" fmla="*/ 54 w 136"/>
              <a:gd name="T11" fmla="*/ 187 h 239"/>
              <a:gd name="T12" fmla="*/ 54 w 136"/>
              <a:gd name="T13" fmla="*/ 82 h 239"/>
              <a:gd name="T14" fmla="*/ 81 w 136"/>
              <a:gd name="T15" fmla="*/ 74 h 239"/>
              <a:gd name="T16" fmla="*/ 97 w 136"/>
              <a:gd name="T17" fmla="*/ 13 h 239"/>
              <a:gd name="T18" fmla="*/ 114 w 136"/>
              <a:gd name="T19" fmla="*/ 2 h 239"/>
              <a:gd name="T20" fmla="*/ 124 w 136"/>
              <a:gd name="T21" fmla="*/ 20 h 239"/>
              <a:gd name="T22" fmla="*/ 109 w 136"/>
              <a:gd name="T23" fmla="*/ 81 h 239"/>
              <a:gd name="T24" fmla="*/ 130 w 136"/>
              <a:gd name="T25" fmla="*/ 134 h 239"/>
              <a:gd name="T26" fmla="*/ 122 w 136"/>
              <a:gd name="T27" fmla="*/ 164 h 239"/>
              <a:gd name="T28" fmla="*/ 122 w 136"/>
              <a:gd name="T29" fmla="*/ 164 h 239"/>
              <a:gd name="T30" fmla="*/ 136 w 136"/>
              <a:gd name="T31" fmla="*/ 187 h 239"/>
              <a:gd name="T32" fmla="*/ 131 w 136"/>
              <a:gd name="T33" fmla="*/ 207 h 239"/>
              <a:gd name="T34" fmla="*/ 54 w 136"/>
              <a:gd name="T35" fmla="*/ 187 h 239"/>
              <a:gd name="T36" fmla="*/ 54 w 136"/>
              <a:gd name="T37" fmla="*/ 203 h 239"/>
              <a:gd name="T38" fmla="*/ 36 w 136"/>
              <a:gd name="T39" fmla="*/ 216 h 239"/>
              <a:gd name="T40" fmla="*/ 50 w 136"/>
              <a:gd name="T41" fmla="*/ 239 h 239"/>
              <a:gd name="T42" fmla="*/ 54 w 136"/>
              <a:gd name="T43" fmla="*/ 239 h 239"/>
              <a:gd name="T44" fmla="*/ 54 w 136"/>
              <a:gd name="T45" fmla="*/ 203 h 239"/>
              <a:gd name="T46" fmla="*/ 54 w 136"/>
              <a:gd name="T47" fmla="*/ 82 h 239"/>
              <a:gd name="T48" fmla="*/ 54 w 136"/>
              <a:gd name="T49" fmla="*/ 187 h 239"/>
              <a:gd name="T50" fmla="*/ 0 w 136"/>
              <a:gd name="T51" fmla="*/ 173 h 239"/>
              <a:gd name="T52" fmla="*/ 5 w 136"/>
              <a:gd name="T53" fmla="*/ 152 h 239"/>
              <a:gd name="T54" fmla="*/ 29 w 136"/>
              <a:gd name="T55" fmla="*/ 140 h 239"/>
              <a:gd name="T56" fmla="*/ 37 w 136"/>
              <a:gd name="T57" fmla="*/ 109 h 239"/>
              <a:gd name="T58" fmla="*/ 54 w 136"/>
              <a:gd name="T59" fmla="*/ 82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36" h="239">
                <a:moveTo>
                  <a:pt x="59" y="203"/>
                </a:moveTo>
                <a:cubicBezTo>
                  <a:pt x="57" y="203"/>
                  <a:pt x="56" y="203"/>
                  <a:pt x="54" y="203"/>
                </a:cubicBezTo>
                <a:cubicBezTo>
                  <a:pt x="54" y="239"/>
                  <a:pt x="54" y="239"/>
                  <a:pt x="54" y="239"/>
                </a:cubicBezTo>
                <a:cubicBezTo>
                  <a:pt x="62" y="239"/>
                  <a:pt x="70" y="234"/>
                  <a:pt x="72" y="226"/>
                </a:cubicBezTo>
                <a:cubicBezTo>
                  <a:pt x="74" y="216"/>
                  <a:pt x="69" y="206"/>
                  <a:pt x="59" y="203"/>
                </a:cubicBezTo>
                <a:close/>
                <a:moveTo>
                  <a:pt x="54" y="187"/>
                </a:moveTo>
                <a:cubicBezTo>
                  <a:pt x="54" y="82"/>
                  <a:pt x="54" y="82"/>
                  <a:pt x="54" y="82"/>
                </a:cubicBezTo>
                <a:cubicBezTo>
                  <a:pt x="62" y="76"/>
                  <a:pt x="71" y="74"/>
                  <a:pt x="81" y="74"/>
                </a:cubicBezTo>
                <a:cubicBezTo>
                  <a:pt x="97" y="13"/>
                  <a:pt x="97" y="13"/>
                  <a:pt x="97" y="13"/>
                </a:cubicBezTo>
                <a:cubicBezTo>
                  <a:pt x="99" y="5"/>
                  <a:pt x="107" y="0"/>
                  <a:pt x="114" y="2"/>
                </a:cubicBezTo>
                <a:cubicBezTo>
                  <a:pt x="122" y="4"/>
                  <a:pt x="126" y="12"/>
                  <a:pt x="124" y="20"/>
                </a:cubicBezTo>
                <a:cubicBezTo>
                  <a:pt x="109" y="81"/>
                  <a:pt x="109" y="81"/>
                  <a:pt x="109" y="81"/>
                </a:cubicBezTo>
                <a:cubicBezTo>
                  <a:pt x="125" y="90"/>
                  <a:pt x="136" y="109"/>
                  <a:pt x="130" y="134"/>
                </a:cubicBezTo>
                <a:cubicBezTo>
                  <a:pt x="130" y="134"/>
                  <a:pt x="125" y="154"/>
                  <a:pt x="122" y="164"/>
                </a:cubicBezTo>
                <a:cubicBezTo>
                  <a:pt x="122" y="164"/>
                  <a:pt x="122" y="164"/>
                  <a:pt x="122" y="164"/>
                </a:cubicBezTo>
                <a:cubicBezTo>
                  <a:pt x="118" y="178"/>
                  <a:pt x="136" y="187"/>
                  <a:pt x="136" y="187"/>
                </a:cubicBezTo>
                <a:cubicBezTo>
                  <a:pt x="131" y="207"/>
                  <a:pt x="131" y="207"/>
                  <a:pt x="131" y="207"/>
                </a:cubicBezTo>
                <a:lnTo>
                  <a:pt x="54" y="187"/>
                </a:lnTo>
                <a:close/>
                <a:moveTo>
                  <a:pt x="54" y="203"/>
                </a:moveTo>
                <a:cubicBezTo>
                  <a:pt x="46" y="203"/>
                  <a:pt x="38" y="208"/>
                  <a:pt x="36" y="216"/>
                </a:cubicBezTo>
                <a:cubicBezTo>
                  <a:pt x="34" y="226"/>
                  <a:pt x="40" y="236"/>
                  <a:pt x="50" y="239"/>
                </a:cubicBezTo>
                <a:cubicBezTo>
                  <a:pt x="51" y="239"/>
                  <a:pt x="53" y="239"/>
                  <a:pt x="54" y="239"/>
                </a:cubicBezTo>
                <a:cubicBezTo>
                  <a:pt x="54" y="203"/>
                  <a:pt x="54" y="203"/>
                  <a:pt x="54" y="203"/>
                </a:cubicBezTo>
                <a:close/>
                <a:moveTo>
                  <a:pt x="54" y="82"/>
                </a:moveTo>
                <a:cubicBezTo>
                  <a:pt x="54" y="187"/>
                  <a:pt x="54" y="187"/>
                  <a:pt x="54" y="187"/>
                </a:cubicBezTo>
                <a:cubicBezTo>
                  <a:pt x="0" y="173"/>
                  <a:pt x="0" y="173"/>
                  <a:pt x="0" y="173"/>
                </a:cubicBezTo>
                <a:cubicBezTo>
                  <a:pt x="5" y="152"/>
                  <a:pt x="5" y="152"/>
                  <a:pt x="5" y="152"/>
                </a:cubicBezTo>
                <a:cubicBezTo>
                  <a:pt x="5" y="152"/>
                  <a:pt x="25" y="154"/>
                  <a:pt x="29" y="140"/>
                </a:cubicBezTo>
                <a:cubicBezTo>
                  <a:pt x="32" y="128"/>
                  <a:pt x="37" y="109"/>
                  <a:pt x="37" y="109"/>
                </a:cubicBezTo>
                <a:cubicBezTo>
                  <a:pt x="40" y="97"/>
                  <a:pt x="46" y="88"/>
                  <a:pt x="54" y="82"/>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1" name="Freeform 56"/>
          <p:cNvSpPr>
            <a:spLocks noEditPoints="1"/>
          </p:cNvSpPr>
          <p:nvPr/>
        </p:nvSpPr>
        <p:spPr bwMode="auto">
          <a:xfrm>
            <a:off x="6287556" y="3313781"/>
            <a:ext cx="555480" cy="604680"/>
          </a:xfrm>
          <a:custGeom>
            <a:avLst/>
            <a:gdLst>
              <a:gd name="T0" fmla="*/ 198 w 255"/>
              <a:gd name="T1" fmla="*/ 128 h 277"/>
              <a:gd name="T2" fmla="*/ 191 w 255"/>
              <a:gd name="T3" fmla="*/ 158 h 277"/>
              <a:gd name="T4" fmla="*/ 191 w 255"/>
              <a:gd name="T5" fmla="*/ 185 h 277"/>
              <a:gd name="T6" fmla="*/ 196 w 255"/>
              <a:gd name="T7" fmla="*/ 187 h 277"/>
              <a:gd name="T8" fmla="*/ 218 w 255"/>
              <a:gd name="T9" fmla="*/ 218 h 277"/>
              <a:gd name="T10" fmla="*/ 191 w 255"/>
              <a:gd name="T11" fmla="*/ 201 h 277"/>
              <a:gd name="T12" fmla="*/ 191 w 255"/>
              <a:gd name="T13" fmla="*/ 55 h 277"/>
              <a:gd name="T14" fmla="*/ 218 w 255"/>
              <a:gd name="T15" fmla="*/ 38 h 277"/>
              <a:gd name="T16" fmla="*/ 196 w 255"/>
              <a:gd name="T17" fmla="*/ 69 h 277"/>
              <a:gd name="T18" fmla="*/ 191 w 255"/>
              <a:gd name="T19" fmla="*/ 71 h 277"/>
              <a:gd name="T20" fmla="*/ 249 w 255"/>
              <a:gd name="T21" fmla="*/ 121 h 277"/>
              <a:gd name="T22" fmla="*/ 211 w 255"/>
              <a:gd name="T23" fmla="*/ 128 h 277"/>
              <a:gd name="T24" fmla="*/ 249 w 255"/>
              <a:gd name="T25" fmla="*/ 134 h 277"/>
              <a:gd name="T26" fmla="*/ 249 w 255"/>
              <a:gd name="T27" fmla="*/ 121 h 277"/>
              <a:gd name="T28" fmla="*/ 132 w 255"/>
              <a:gd name="T29" fmla="*/ 277 h 277"/>
              <a:gd name="T30" fmla="*/ 167 w 255"/>
              <a:gd name="T31" fmla="*/ 186 h 277"/>
              <a:gd name="T32" fmla="*/ 191 w 255"/>
              <a:gd name="T33" fmla="*/ 98 h 277"/>
              <a:gd name="T34" fmla="*/ 127 w 255"/>
              <a:gd name="T35" fmla="*/ 72 h 277"/>
              <a:gd name="T36" fmla="*/ 183 w 255"/>
              <a:gd name="T37" fmla="*/ 128 h 277"/>
              <a:gd name="T38" fmla="*/ 156 w 255"/>
              <a:gd name="T39" fmla="*/ 176 h 277"/>
              <a:gd name="T40" fmla="*/ 153 w 255"/>
              <a:gd name="T41" fmla="*/ 214 h 277"/>
              <a:gd name="T42" fmla="*/ 127 w 255"/>
              <a:gd name="T43" fmla="*/ 277 h 277"/>
              <a:gd name="T44" fmla="*/ 191 w 255"/>
              <a:gd name="T45" fmla="*/ 71 h 277"/>
              <a:gd name="T46" fmla="*/ 186 w 255"/>
              <a:gd name="T47" fmla="*/ 60 h 277"/>
              <a:gd name="T48" fmla="*/ 191 w 255"/>
              <a:gd name="T49" fmla="*/ 185 h 277"/>
              <a:gd name="T50" fmla="*/ 186 w 255"/>
              <a:gd name="T51" fmla="*/ 196 h 277"/>
              <a:gd name="T52" fmla="*/ 191 w 255"/>
              <a:gd name="T53" fmla="*/ 185 h 277"/>
              <a:gd name="T54" fmla="*/ 127 w 255"/>
              <a:gd name="T55" fmla="*/ 0 h 277"/>
              <a:gd name="T56" fmla="*/ 134 w 255"/>
              <a:gd name="T57" fmla="*/ 7 h 277"/>
              <a:gd name="T58" fmla="*/ 128 w 255"/>
              <a:gd name="T59" fmla="*/ 45 h 277"/>
              <a:gd name="T60" fmla="*/ 127 w 255"/>
              <a:gd name="T61" fmla="*/ 45 h 277"/>
              <a:gd name="T62" fmla="*/ 64 w 255"/>
              <a:gd name="T63" fmla="*/ 97 h 277"/>
              <a:gd name="T64" fmla="*/ 89 w 255"/>
              <a:gd name="T65" fmla="*/ 187 h 277"/>
              <a:gd name="T66" fmla="*/ 124 w 255"/>
              <a:gd name="T67" fmla="*/ 277 h 277"/>
              <a:gd name="T68" fmla="*/ 127 w 255"/>
              <a:gd name="T69" fmla="*/ 214 h 277"/>
              <a:gd name="T70" fmla="*/ 103 w 255"/>
              <a:gd name="T71" fmla="*/ 183 h 277"/>
              <a:gd name="T72" fmla="*/ 71 w 255"/>
              <a:gd name="T73" fmla="*/ 128 h 277"/>
              <a:gd name="T74" fmla="*/ 127 w 255"/>
              <a:gd name="T75" fmla="*/ 72 h 277"/>
              <a:gd name="T76" fmla="*/ 127 w 255"/>
              <a:gd name="T77" fmla="*/ 57 h 277"/>
              <a:gd name="T78" fmla="*/ 127 w 255"/>
              <a:gd name="T79" fmla="*/ 0 h 277"/>
              <a:gd name="T80" fmla="*/ 121 w 255"/>
              <a:gd name="T81" fmla="*/ 38 h 277"/>
              <a:gd name="T82" fmla="*/ 127 w 255"/>
              <a:gd name="T83" fmla="*/ 0 h 277"/>
              <a:gd name="T84" fmla="*/ 64 w 255"/>
              <a:gd name="T85" fmla="*/ 185 h 277"/>
              <a:gd name="T86" fmla="*/ 69 w 255"/>
              <a:gd name="T87" fmla="*/ 196 h 277"/>
              <a:gd name="T88" fmla="*/ 64 w 255"/>
              <a:gd name="T89" fmla="*/ 71 h 277"/>
              <a:gd name="T90" fmla="*/ 69 w 255"/>
              <a:gd name="T91" fmla="*/ 60 h 277"/>
              <a:gd name="T92" fmla="*/ 64 w 255"/>
              <a:gd name="T93" fmla="*/ 71 h 277"/>
              <a:gd name="T94" fmla="*/ 57 w 255"/>
              <a:gd name="T95" fmla="*/ 128 h 277"/>
              <a:gd name="T96" fmla="*/ 64 w 255"/>
              <a:gd name="T97" fmla="*/ 97 h 277"/>
              <a:gd name="T98" fmla="*/ 64 w 255"/>
              <a:gd name="T99" fmla="*/ 71 h 277"/>
              <a:gd name="T100" fmla="*/ 60 w 255"/>
              <a:gd name="T101" fmla="*/ 69 h 277"/>
              <a:gd name="T102" fmla="*/ 38 w 255"/>
              <a:gd name="T103" fmla="*/ 38 h 277"/>
              <a:gd name="T104" fmla="*/ 64 w 255"/>
              <a:gd name="T105" fmla="*/ 55 h 277"/>
              <a:gd name="T106" fmla="*/ 64 w 255"/>
              <a:gd name="T107" fmla="*/ 201 h 277"/>
              <a:gd name="T108" fmla="*/ 38 w 255"/>
              <a:gd name="T109" fmla="*/ 218 h 277"/>
              <a:gd name="T110" fmla="*/ 60 w 255"/>
              <a:gd name="T111" fmla="*/ 187 h 277"/>
              <a:gd name="T112" fmla="*/ 64 w 255"/>
              <a:gd name="T113" fmla="*/ 185 h 277"/>
              <a:gd name="T114" fmla="*/ 45 w 255"/>
              <a:gd name="T115" fmla="*/ 128 h 277"/>
              <a:gd name="T116" fmla="*/ 7 w 255"/>
              <a:gd name="T117" fmla="*/ 121 h 277"/>
              <a:gd name="T118" fmla="*/ 7 w 255"/>
              <a:gd name="T119" fmla="*/ 134 h 277"/>
              <a:gd name="T120" fmla="*/ 45 w 255"/>
              <a:gd name="T121" fmla="*/ 128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77">
                <a:moveTo>
                  <a:pt x="191" y="158"/>
                </a:moveTo>
                <a:cubicBezTo>
                  <a:pt x="195" y="149"/>
                  <a:pt x="198" y="139"/>
                  <a:pt x="198" y="128"/>
                </a:cubicBezTo>
                <a:cubicBezTo>
                  <a:pt x="198" y="117"/>
                  <a:pt x="195" y="107"/>
                  <a:pt x="191" y="98"/>
                </a:cubicBezTo>
                <a:cubicBezTo>
                  <a:pt x="191" y="158"/>
                  <a:pt x="191" y="158"/>
                  <a:pt x="191" y="158"/>
                </a:cubicBezTo>
                <a:close/>
                <a:moveTo>
                  <a:pt x="191" y="201"/>
                </a:moveTo>
                <a:cubicBezTo>
                  <a:pt x="191" y="185"/>
                  <a:pt x="191" y="185"/>
                  <a:pt x="191" y="185"/>
                </a:cubicBezTo>
                <a:cubicBezTo>
                  <a:pt x="193" y="185"/>
                  <a:pt x="194" y="185"/>
                  <a:pt x="196" y="187"/>
                </a:cubicBezTo>
                <a:cubicBezTo>
                  <a:pt x="196" y="187"/>
                  <a:pt x="196" y="187"/>
                  <a:pt x="196" y="187"/>
                </a:cubicBezTo>
                <a:cubicBezTo>
                  <a:pt x="218" y="209"/>
                  <a:pt x="218" y="209"/>
                  <a:pt x="218" y="209"/>
                </a:cubicBezTo>
                <a:cubicBezTo>
                  <a:pt x="220" y="211"/>
                  <a:pt x="220" y="216"/>
                  <a:pt x="218" y="218"/>
                </a:cubicBezTo>
                <a:cubicBezTo>
                  <a:pt x="215" y="221"/>
                  <a:pt x="211" y="221"/>
                  <a:pt x="209" y="218"/>
                </a:cubicBezTo>
                <a:cubicBezTo>
                  <a:pt x="191" y="201"/>
                  <a:pt x="191" y="201"/>
                  <a:pt x="191" y="201"/>
                </a:cubicBezTo>
                <a:close/>
                <a:moveTo>
                  <a:pt x="191" y="71"/>
                </a:moveTo>
                <a:cubicBezTo>
                  <a:pt x="191" y="55"/>
                  <a:pt x="191" y="55"/>
                  <a:pt x="191" y="55"/>
                </a:cubicBezTo>
                <a:cubicBezTo>
                  <a:pt x="209" y="38"/>
                  <a:pt x="209" y="38"/>
                  <a:pt x="209" y="38"/>
                </a:cubicBezTo>
                <a:cubicBezTo>
                  <a:pt x="211" y="35"/>
                  <a:pt x="215" y="35"/>
                  <a:pt x="218" y="38"/>
                </a:cubicBezTo>
                <a:cubicBezTo>
                  <a:pt x="220" y="40"/>
                  <a:pt x="220" y="44"/>
                  <a:pt x="218" y="47"/>
                </a:cubicBezTo>
                <a:cubicBezTo>
                  <a:pt x="196" y="69"/>
                  <a:pt x="196" y="69"/>
                  <a:pt x="196" y="69"/>
                </a:cubicBezTo>
                <a:cubicBezTo>
                  <a:pt x="196" y="69"/>
                  <a:pt x="196" y="69"/>
                  <a:pt x="196" y="69"/>
                </a:cubicBezTo>
                <a:cubicBezTo>
                  <a:pt x="194" y="71"/>
                  <a:pt x="193" y="71"/>
                  <a:pt x="191" y="71"/>
                </a:cubicBezTo>
                <a:close/>
                <a:moveTo>
                  <a:pt x="249" y="121"/>
                </a:moveTo>
                <a:cubicBezTo>
                  <a:pt x="249" y="121"/>
                  <a:pt x="249" y="121"/>
                  <a:pt x="249" y="121"/>
                </a:cubicBezTo>
                <a:cubicBezTo>
                  <a:pt x="217" y="121"/>
                  <a:pt x="217" y="121"/>
                  <a:pt x="217" y="121"/>
                </a:cubicBezTo>
                <a:cubicBezTo>
                  <a:pt x="214" y="121"/>
                  <a:pt x="211" y="124"/>
                  <a:pt x="211" y="128"/>
                </a:cubicBezTo>
                <a:cubicBezTo>
                  <a:pt x="211" y="132"/>
                  <a:pt x="214" y="134"/>
                  <a:pt x="217" y="134"/>
                </a:cubicBezTo>
                <a:cubicBezTo>
                  <a:pt x="249" y="134"/>
                  <a:pt x="249" y="134"/>
                  <a:pt x="249" y="134"/>
                </a:cubicBezTo>
                <a:cubicBezTo>
                  <a:pt x="252" y="134"/>
                  <a:pt x="255" y="132"/>
                  <a:pt x="255" y="128"/>
                </a:cubicBezTo>
                <a:cubicBezTo>
                  <a:pt x="255" y="124"/>
                  <a:pt x="252" y="121"/>
                  <a:pt x="249" y="121"/>
                </a:cubicBezTo>
                <a:close/>
                <a:moveTo>
                  <a:pt x="127" y="277"/>
                </a:moveTo>
                <a:cubicBezTo>
                  <a:pt x="132" y="277"/>
                  <a:pt x="132" y="277"/>
                  <a:pt x="132" y="277"/>
                </a:cubicBezTo>
                <a:cubicBezTo>
                  <a:pt x="151" y="277"/>
                  <a:pt x="167" y="262"/>
                  <a:pt x="167" y="242"/>
                </a:cubicBezTo>
                <a:cubicBezTo>
                  <a:pt x="167" y="186"/>
                  <a:pt x="167" y="186"/>
                  <a:pt x="167" y="186"/>
                </a:cubicBezTo>
                <a:cubicBezTo>
                  <a:pt x="177" y="179"/>
                  <a:pt x="186" y="169"/>
                  <a:pt x="191" y="158"/>
                </a:cubicBezTo>
                <a:cubicBezTo>
                  <a:pt x="191" y="98"/>
                  <a:pt x="191" y="98"/>
                  <a:pt x="191" y="98"/>
                </a:cubicBezTo>
                <a:cubicBezTo>
                  <a:pt x="180" y="74"/>
                  <a:pt x="156" y="57"/>
                  <a:pt x="127" y="57"/>
                </a:cubicBezTo>
                <a:cubicBezTo>
                  <a:pt x="127" y="72"/>
                  <a:pt x="127" y="72"/>
                  <a:pt x="127" y="72"/>
                </a:cubicBezTo>
                <a:cubicBezTo>
                  <a:pt x="143" y="72"/>
                  <a:pt x="157" y="78"/>
                  <a:pt x="167" y="88"/>
                </a:cubicBezTo>
                <a:cubicBezTo>
                  <a:pt x="177" y="98"/>
                  <a:pt x="183" y="112"/>
                  <a:pt x="183" y="128"/>
                </a:cubicBezTo>
                <a:cubicBezTo>
                  <a:pt x="183" y="148"/>
                  <a:pt x="172" y="166"/>
                  <a:pt x="156" y="176"/>
                </a:cubicBezTo>
                <a:cubicBezTo>
                  <a:pt x="156" y="176"/>
                  <a:pt x="156" y="176"/>
                  <a:pt x="156" y="176"/>
                </a:cubicBezTo>
                <a:cubicBezTo>
                  <a:pt x="154" y="177"/>
                  <a:pt x="153" y="180"/>
                  <a:pt x="153" y="182"/>
                </a:cubicBezTo>
                <a:cubicBezTo>
                  <a:pt x="153" y="214"/>
                  <a:pt x="153" y="214"/>
                  <a:pt x="153" y="214"/>
                </a:cubicBezTo>
                <a:cubicBezTo>
                  <a:pt x="127" y="214"/>
                  <a:pt x="127" y="214"/>
                  <a:pt x="127" y="214"/>
                </a:cubicBezTo>
                <a:cubicBezTo>
                  <a:pt x="127" y="277"/>
                  <a:pt x="127" y="277"/>
                  <a:pt x="127" y="277"/>
                </a:cubicBezTo>
                <a:close/>
                <a:moveTo>
                  <a:pt x="191" y="55"/>
                </a:moveTo>
                <a:cubicBezTo>
                  <a:pt x="191" y="71"/>
                  <a:pt x="191" y="71"/>
                  <a:pt x="191" y="71"/>
                </a:cubicBezTo>
                <a:cubicBezTo>
                  <a:pt x="189" y="71"/>
                  <a:pt x="188" y="71"/>
                  <a:pt x="186" y="69"/>
                </a:cubicBezTo>
                <a:cubicBezTo>
                  <a:pt x="184" y="67"/>
                  <a:pt x="184" y="63"/>
                  <a:pt x="186" y="60"/>
                </a:cubicBezTo>
                <a:cubicBezTo>
                  <a:pt x="191" y="55"/>
                  <a:pt x="191" y="55"/>
                  <a:pt x="191" y="55"/>
                </a:cubicBezTo>
                <a:close/>
                <a:moveTo>
                  <a:pt x="191" y="185"/>
                </a:moveTo>
                <a:cubicBezTo>
                  <a:pt x="191" y="201"/>
                  <a:pt x="191" y="201"/>
                  <a:pt x="191" y="201"/>
                </a:cubicBezTo>
                <a:cubicBezTo>
                  <a:pt x="186" y="196"/>
                  <a:pt x="186" y="196"/>
                  <a:pt x="186" y="196"/>
                </a:cubicBezTo>
                <a:cubicBezTo>
                  <a:pt x="184" y="193"/>
                  <a:pt x="184" y="189"/>
                  <a:pt x="186" y="187"/>
                </a:cubicBezTo>
                <a:cubicBezTo>
                  <a:pt x="188" y="185"/>
                  <a:pt x="189" y="185"/>
                  <a:pt x="191" y="185"/>
                </a:cubicBezTo>
                <a:close/>
                <a:moveTo>
                  <a:pt x="127" y="45"/>
                </a:moveTo>
                <a:cubicBezTo>
                  <a:pt x="127" y="0"/>
                  <a:pt x="127" y="0"/>
                  <a:pt x="127" y="0"/>
                </a:cubicBezTo>
                <a:cubicBezTo>
                  <a:pt x="127" y="0"/>
                  <a:pt x="128" y="0"/>
                  <a:pt x="128" y="0"/>
                </a:cubicBezTo>
                <a:cubicBezTo>
                  <a:pt x="131" y="0"/>
                  <a:pt x="134" y="3"/>
                  <a:pt x="134" y="7"/>
                </a:cubicBezTo>
                <a:cubicBezTo>
                  <a:pt x="134" y="38"/>
                  <a:pt x="134" y="38"/>
                  <a:pt x="134" y="38"/>
                </a:cubicBezTo>
                <a:cubicBezTo>
                  <a:pt x="134" y="42"/>
                  <a:pt x="131" y="45"/>
                  <a:pt x="128" y="45"/>
                </a:cubicBezTo>
                <a:cubicBezTo>
                  <a:pt x="128" y="45"/>
                  <a:pt x="128" y="45"/>
                  <a:pt x="128" y="45"/>
                </a:cubicBezTo>
                <a:cubicBezTo>
                  <a:pt x="128" y="45"/>
                  <a:pt x="127" y="45"/>
                  <a:pt x="127" y="45"/>
                </a:cubicBezTo>
                <a:close/>
                <a:moveTo>
                  <a:pt x="127" y="57"/>
                </a:moveTo>
                <a:cubicBezTo>
                  <a:pt x="99" y="57"/>
                  <a:pt x="75" y="74"/>
                  <a:pt x="64" y="97"/>
                </a:cubicBezTo>
                <a:cubicBezTo>
                  <a:pt x="64" y="159"/>
                  <a:pt x="64" y="159"/>
                  <a:pt x="64" y="159"/>
                </a:cubicBezTo>
                <a:cubicBezTo>
                  <a:pt x="70" y="170"/>
                  <a:pt x="78" y="180"/>
                  <a:pt x="89" y="187"/>
                </a:cubicBezTo>
                <a:cubicBezTo>
                  <a:pt x="89" y="242"/>
                  <a:pt x="89" y="242"/>
                  <a:pt x="89" y="242"/>
                </a:cubicBezTo>
                <a:cubicBezTo>
                  <a:pt x="89" y="262"/>
                  <a:pt x="104" y="277"/>
                  <a:pt x="124" y="277"/>
                </a:cubicBezTo>
                <a:cubicBezTo>
                  <a:pt x="127" y="277"/>
                  <a:pt x="127" y="277"/>
                  <a:pt x="127" y="277"/>
                </a:cubicBezTo>
                <a:cubicBezTo>
                  <a:pt x="127" y="214"/>
                  <a:pt x="127" y="214"/>
                  <a:pt x="127" y="214"/>
                </a:cubicBezTo>
                <a:cubicBezTo>
                  <a:pt x="103" y="214"/>
                  <a:pt x="103" y="214"/>
                  <a:pt x="103" y="214"/>
                </a:cubicBezTo>
                <a:cubicBezTo>
                  <a:pt x="103" y="183"/>
                  <a:pt x="103" y="183"/>
                  <a:pt x="103" y="183"/>
                </a:cubicBezTo>
                <a:cubicBezTo>
                  <a:pt x="103" y="180"/>
                  <a:pt x="102" y="178"/>
                  <a:pt x="100" y="176"/>
                </a:cubicBezTo>
                <a:cubicBezTo>
                  <a:pt x="83" y="167"/>
                  <a:pt x="71" y="149"/>
                  <a:pt x="71" y="128"/>
                </a:cubicBezTo>
                <a:cubicBezTo>
                  <a:pt x="71" y="112"/>
                  <a:pt x="78" y="98"/>
                  <a:pt x="88" y="88"/>
                </a:cubicBezTo>
                <a:cubicBezTo>
                  <a:pt x="98" y="78"/>
                  <a:pt x="112" y="72"/>
                  <a:pt x="127" y="72"/>
                </a:cubicBezTo>
                <a:cubicBezTo>
                  <a:pt x="127" y="72"/>
                  <a:pt x="127" y="72"/>
                  <a:pt x="127" y="72"/>
                </a:cubicBezTo>
                <a:cubicBezTo>
                  <a:pt x="127" y="57"/>
                  <a:pt x="127" y="57"/>
                  <a:pt x="127" y="57"/>
                </a:cubicBezTo>
                <a:cubicBezTo>
                  <a:pt x="127" y="57"/>
                  <a:pt x="127" y="57"/>
                  <a:pt x="127" y="57"/>
                </a:cubicBezTo>
                <a:close/>
                <a:moveTo>
                  <a:pt x="127" y="0"/>
                </a:moveTo>
                <a:cubicBezTo>
                  <a:pt x="127" y="45"/>
                  <a:pt x="127" y="45"/>
                  <a:pt x="127" y="45"/>
                </a:cubicBezTo>
                <a:cubicBezTo>
                  <a:pt x="124" y="45"/>
                  <a:pt x="121" y="42"/>
                  <a:pt x="121" y="38"/>
                </a:cubicBezTo>
                <a:cubicBezTo>
                  <a:pt x="121" y="7"/>
                  <a:pt x="121" y="7"/>
                  <a:pt x="121" y="7"/>
                </a:cubicBezTo>
                <a:cubicBezTo>
                  <a:pt x="121" y="4"/>
                  <a:pt x="124" y="1"/>
                  <a:pt x="127" y="0"/>
                </a:cubicBezTo>
                <a:close/>
                <a:moveTo>
                  <a:pt x="64" y="201"/>
                </a:moveTo>
                <a:cubicBezTo>
                  <a:pt x="64" y="185"/>
                  <a:pt x="64" y="185"/>
                  <a:pt x="64" y="185"/>
                </a:cubicBezTo>
                <a:cubicBezTo>
                  <a:pt x="66" y="185"/>
                  <a:pt x="68" y="185"/>
                  <a:pt x="69" y="187"/>
                </a:cubicBezTo>
                <a:cubicBezTo>
                  <a:pt x="72" y="189"/>
                  <a:pt x="72" y="193"/>
                  <a:pt x="69" y="196"/>
                </a:cubicBezTo>
                <a:cubicBezTo>
                  <a:pt x="64" y="201"/>
                  <a:pt x="64" y="201"/>
                  <a:pt x="64" y="201"/>
                </a:cubicBezTo>
                <a:close/>
                <a:moveTo>
                  <a:pt x="64" y="71"/>
                </a:moveTo>
                <a:cubicBezTo>
                  <a:pt x="64" y="55"/>
                  <a:pt x="64" y="55"/>
                  <a:pt x="64" y="55"/>
                </a:cubicBezTo>
                <a:cubicBezTo>
                  <a:pt x="69" y="60"/>
                  <a:pt x="69" y="60"/>
                  <a:pt x="69" y="60"/>
                </a:cubicBezTo>
                <a:cubicBezTo>
                  <a:pt x="72" y="63"/>
                  <a:pt x="72" y="67"/>
                  <a:pt x="69" y="69"/>
                </a:cubicBezTo>
                <a:cubicBezTo>
                  <a:pt x="68" y="71"/>
                  <a:pt x="66" y="71"/>
                  <a:pt x="64" y="71"/>
                </a:cubicBezTo>
                <a:close/>
                <a:moveTo>
                  <a:pt x="64" y="97"/>
                </a:moveTo>
                <a:cubicBezTo>
                  <a:pt x="59" y="106"/>
                  <a:pt x="57" y="117"/>
                  <a:pt x="57" y="128"/>
                </a:cubicBezTo>
                <a:cubicBezTo>
                  <a:pt x="57" y="139"/>
                  <a:pt x="59" y="149"/>
                  <a:pt x="64" y="159"/>
                </a:cubicBezTo>
                <a:cubicBezTo>
                  <a:pt x="64" y="97"/>
                  <a:pt x="64" y="97"/>
                  <a:pt x="64" y="97"/>
                </a:cubicBezTo>
                <a:close/>
                <a:moveTo>
                  <a:pt x="64" y="55"/>
                </a:moveTo>
                <a:cubicBezTo>
                  <a:pt x="64" y="71"/>
                  <a:pt x="64" y="71"/>
                  <a:pt x="64" y="71"/>
                </a:cubicBezTo>
                <a:cubicBezTo>
                  <a:pt x="62" y="71"/>
                  <a:pt x="61" y="70"/>
                  <a:pt x="60" y="69"/>
                </a:cubicBezTo>
                <a:cubicBezTo>
                  <a:pt x="60" y="69"/>
                  <a:pt x="60" y="69"/>
                  <a:pt x="60" y="69"/>
                </a:cubicBezTo>
                <a:cubicBezTo>
                  <a:pt x="38" y="47"/>
                  <a:pt x="38" y="47"/>
                  <a:pt x="38" y="47"/>
                </a:cubicBezTo>
                <a:cubicBezTo>
                  <a:pt x="35" y="44"/>
                  <a:pt x="35" y="40"/>
                  <a:pt x="38" y="38"/>
                </a:cubicBezTo>
                <a:cubicBezTo>
                  <a:pt x="40" y="35"/>
                  <a:pt x="44" y="35"/>
                  <a:pt x="47" y="38"/>
                </a:cubicBezTo>
                <a:cubicBezTo>
                  <a:pt x="64" y="55"/>
                  <a:pt x="64" y="55"/>
                  <a:pt x="64" y="55"/>
                </a:cubicBezTo>
                <a:close/>
                <a:moveTo>
                  <a:pt x="64" y="185"/>
                </a:moveTo>
                <a:cubicBezTo>
                  <a:pt x="64" y="201"/>
                  <a:pt x="64" y="201"/>
                  <a:pt x="64" y="201"/>
                </a:cubicBezTo>
                <a:cubicBezTo>
                  <a:pt x="47" y="218"/>
                  <a:pt x="47" y="218"/>
                  <a:pt x="47" y="218"/>
                </a:cubicBezTo>
                <a:cubicBezTo>
                  <a:pt x="44" y="221"/>
                  <a:pt x="40" y="221"/>
                  <a:pt x="38" y="218"/>
                </a:cubicBezTo>
                <a:cubicBezTo>
                  <a:pt x="35" y="216"/>
                  <a:pt x="35" y="211"/>
                  <a:pt x="38" y="209"/>
                </a:cubicBezTo>
                <a:cubicBezTo>
                  <a:pt x="60" y="187"/>
                  <a:pt x="60" y="187"/>
                  <a:pt x="60" y="187"/>
                </a:cubicBezTo>
                <a:cubicBezTo>
                  <a:pt x="60" y="187"/>
                  <a:pt x="60" y="187"/>
                  <a:pt x="60" y="187"/>
                </a:cubicBezTo>
                <a:cubicBezTo>
                  <a:pt x="61" y="185"/>
                  <a:pt x="62" y="185"/>
                  <a:pt x="64" y="185"/>
                </a:cubicBezTo>
                <a:close/>
                <a:moveTo>
                  <a:pt x="45" y="128"/>
                </a:moveTo>
                <a:cubicBezTo>
                  <a:pt x="45" y="128"/>
                  <a:pt x="45" y="128"/>
                  <a:pt x="45" y="128"/>
                </a:cubicBezTo>
                <a:cubicBezTo>
                  <a:pt x="45" y="124"/>
                  <a:pt x="42" y="121"/>
                  <a:pt x="38" y="121"/>
                </a:cubicBezTo>
                <a:cubicBezTo>
                  <a:pt x="7" y="121"/>
                  <a:pt x="7" y="121"/>
                  <a:pt x="7" y="121"/>
                </a:cubicBezTo>
                <a:cubicBezTo>
                  <a:pt x="3" y="121"/>
                  <a:pt x="0" y="124"/>
                  <a:pt x="0" y="128"/>
                </a:cubicBezTo>
                <a:cubicBezTo>
                  <a:pt x="0" y="132"/>
                  <a:pt x="3" y="134"/>
                  <a:pt x="7" y="134"/>
                </a:cubicBezTo>
                <a:cubicBezTo>
                  <a:pt x="38" y="134"/>
                  <a:pt x="38" y="134"/>
                  <a:pt x="38" y="134"/>
                </a:cubicBezTo>
                <a:cubicBezTo>
                  <a:pt x="42" y="134"/>
                  <a:pt x="45" y="132"/>
                  <a:pt x="45" y="128"/>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2" name="Freeform 57"/>
          <p:cNvSpPr>
            <a:spLocks noEditPoints="1"/>
          </p:cNvSpPr>
          <p:nvPr/>
        </p:nvSpPr>
        <p:spPr bwMode="auto">
          <a:xfrm>
            <a:off x="8336486" y="1750501"/>
            <a:ext cx="528500" cy="518977"/>
          </a:xfrm>
          <a:custGeom>
            <a:avLst/>
            <a:gdLst>
              <a:gd name="T0" fmla="*/ 231 w 243"/>
              <a:gd name="T1" fmla="*/ 92 h 238"/>
              <a:gd name="T2" fmla="*/ 214 w 243"/>
              <a:gd name="T3" fmla="*/ 83 h 238"/>
              <a:gd name="T4" fmla="*/ 206 w 243"/>
              <a:gd name="T5" fmla="*/ 71 h 238"/>
              <a:gd name="T6" fmla="*/ 192 w 243"/>
              <a:gd name="T7" fmla="*/ 82 h 238"/>
              <a:gd name="T8" fmla="*/ 194 w 243"/>
              <a:gd name="T9" fmla="*/ 64 h 238"/>
              <a:gd name="T10" fmla="*/ 179 w 243"/>
              <a:gd name="T11" fmla="*/ 64 h 238"/>
              <a:gd name="T12" fmla="*/ 162 w 243"/>
              <a:gd name="T13" fmla="*/ 54 h 238"/>
              <a:gd name="T14" fmla="*/ 154 w 243"/>
              <a:gd name="T15" fmla="*/ 42 h 238"/>
              <a:gd name="T16" fmla="*/ 140 w 243"/>
              <a:gd name="T17" fmla="*/ 53 h 238"/>
              <a:gd name="T18" fmla="*/ 142 w 243"/>
              <a:gd name="T19" fmla="*/ 35 h 238"/>
              <a:gd name="T20" fmla="*/ 128 w 243"/>
              <a:gd name="T21" fmla="*/ 35 h 238"/>
              <a:gd name="T22" fmla="*/ 110 w 243"/>
              <a:gd name="T23" fmla="*/ 25 h 238"/>
              <a:gd name="T24" fmla="*/ 102 w 243"/>
              <a:gd name="T25" fmla="*/ 13 h 238"/>
              <a:gd name="T26" fmla="*/ 101 w 243"/>
              <a:gd name="T27" fmla="*/ 22 h 238"/>
              <a:gd name="T28" fmla="*/ 208 w 243"/>
              <a:gd name="T29" fmla="*/ 128 h 238"/>
              <a:gd name="T30" fmla="*/ 206 w 243"/>
              <a:gd name="T31" fmla="*/ 132 h 238"/>
              <a:gd name="T32" fmla="*/ 101 w 243"/>
              <a:gd name="T33" fmla="*/ 74 h 238"/>
              <a:gd name="T34" fmla="*/ 196 w 243"/>
              <a:gd name="T35" fmla="*/ 149 h 238"/>
              <a:gd name="T36" fmla="*/ 194 w 243"/>
              <a:gd name="T37" fmla="*/ 153 h 238"/>
              <a:gd name="T38" fmla="*/ 101 w 243"/>
              <a:gd name="T39" fmla="*/ 101 h 238"/>
              <a:gd name="T40" fmla="*/ 185 w 243"/>
              <a:gd name="T41" fmla="*/ 170 h 238"/>
              <a:gd name="T42" fmla="*/ 182 w 243"/>
              <a:gd name="T43" fmla="*/ 174 h 238"/>
              <a:gd name="T44" fmla="*/ 101 w 243"/>
              <a:gd name="T45" fmla="*/ 129 h 238"/>
              <a:gd name="T46" fmla="*/ 173 w 243"/>
              <a:gd name="T47" fmla="*/ 191 h 238"/>
              <a:gd name="T48" fmla="*/ 171 w 243"/>
              <a:gd name="T49" fmla="*/ 195 h 238"/>
              <a:gd name="T50" fmla="*/ 101 w 243"/>
              <a:gd name="T51" fmla="*/ 156 h 238"/>
              <a:gd name="T52" fmla="*/ 138 w 243"/>
              <a:gd name="T53" fmla="*/ 231 h 238"/>
              <a:gd name="T54" fmla="*/ 243 w 243"/>
              <a:gd name="T55" fmla="*/ 91 h 238"/>
              <a:gd name="T56" fmla="*/ 101 w 243"/>
              <a:gd name="T57" fmla="*/ 22 h 238"/>
              <a:gd name="T58" fmla="*/ 85 w 243"/>
              <a:gd name="T59" fmla="*/ 11 h 238"/>
              <a:gd name="T60" fmla="*/ 78 w 243"/>
              <a:gd name="T61" fmla="*/ 0 h 238"/>
              <a:gd name="T62" fmla="*/ 15 w 243"/>
              <a:gd name="T63" fmla="*/ 163 h 238"/>
              <a:gd name="T64" fmla="*/ 101 w 243"/>
              <a:gd name="T65" fmla="*/ 156 h 238"/>
              <a:gd name="T66" fmla="*/ 27 w 243"/>
              <a:gd name="T67" fmla="*/ 113 h 238"/>
              <a:gd name="T68" fmla="*/ 101 w 243"/>
              <a:gd name="T69" fmla="*/ 151 h 238"/>
              <a:gd name="T70" fmla="*/ 40 w 243"/>
              <a:gd name="T71" fmla="*/ 95 h 238"/>
              <a:gd name="T72" fmla="*/ 42 w 243"/>
              <a:gd name="T73" fmla="*/ 91 h 238"/>
              <a:gd name="T74" fmla="*/ 101 w 243"/>
              <a:gd name="T75" fmla="*/ 101 h 238"/>
              <a:gd name="T76" fmla="*/ 51 w 243"/>
              <a:gd name="T77" fmla="*/ 71 h 238"/>
              <a:gd name="T78" fmla="*/ 101 w 243"/>
              <a:gd name="T79" fmla="*/ 96 h 238"/>
              <a:gd name="T80" fmla="*/ 63 w 243"/>
              <a:gd name="T81" fmla="*/ 53 h 238"/>
              <a:gd name="T82" fmla="*/ 65 w 243"/>
              <a:gd name="T83" fmla="*/ 49 h 238"/>
              <a:gd name="T84" fmla="*/ 101 w 243"/>
              <a:gd name="T85" fmla="*/ 22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43" h="238">
                <a:moveTo>
                  <a:pt x="232" y="85"/>
                </a:moveTo>
                <a:cubicBezTo>
                  <a:pt x="233" y="87"/>
                  <a:pt x="233" y="90"/>
                  <a:pt x="231" y="92"/>
                </a:cubicBezTo>
                <a:cubicBezTo>
                  <a:pt x="229" y="97"/>
                  <a:pt x="223" y="99"/>
                  <a:pt x="218" y="96"/>
                </a:cubicBezTo>
                <a:cubicBezTo>
                  <a:pt x="213" y="94"/>
                  <a:pt x="212" y="88"/>
                  <a:pt x="214" y="83"/>
                </a:cubicBezTo>
                <a:cubicBezTo>
                  <a:pt x="216" y="81"/>
                  <a:pt x="218" y="79"/>
                  <a:pt x="220" y="78"/>
                </a:cubicBezTo>
                <a:cubicBezTo>
                  <a:pt x="206" y="71"/>
                  <a:pt x="206" y="71"/>
                  <a:pt x="206" y="71"/>
                </a:cubicBezTo>
                <a:cubicBezTo>
                  <a:pt x="207" y="73"/>
                  <a:pt x="207" y="76"/>
                  <a:pt x="205" y="78"/>
                </a:cubicBezTo>
                <a:cubicBezTo>
                  <a:pt x="203" y="83"/>
                  <a:pt x="197" y="84"/>
                  <a:pt x="192" y="82"/>
                </a:cubicBezTo>
                <a:cubicBezTo>
                  <a:pt x="188" y="79"/>
                  <a:pt x="186" y="73"/>
                  <a:pt x="188" y="69"/>
                </a:cubicBezTo>
                <a:cubicBezTo>
                  <a:pt x="190" y="66"/>
                  <a:pt x="192" y="65"/>
                  <a:pt x="194" y="64"/>
                </a:cubicBezTo>
                <a:cubicBezTo>
                  <a:pt x="180" y="56"/>
                  <a:pt x="180" y="56"/>
                  <a:pt x="180" y="56"/>
                </a:cubicBezTo>
                <a:cubicBezTo>
                  <a:pt x="181" y="59"/>
                  <a:pt x="181" y="61"/>
                  <a:pt x="179" y="64"/>
                </a:cubicBezTo>
                <a:cubicBezTo>
                  <a:pt x="177" y="68"/>
                  <a:pt x="171" y="70"/>
                  <a:pt x="166" y="67"/>
                </a:cubicBezTo>
                <a:cubicBezTo>
                  <a:pt x="161" y="65"/>
                  <a:pt x="160" y="59"/>
                  <a:pt x="162" y="54"/>
                </a:cubicBezTo>
                <a:cubicBezTo>
                  <a:pt x="164" y="52"/>
                  <a:pt x="166" y="50"/>
                  <a:pt x="168" y="50"/>
                </a:cubicBezTo>
                <a:cubicBezTo>
                  <a:pt x="154" y="42"/>
                  <a:pt x="154" y="42"/>
                  <a:pt x="154" y="42"/>
                </a:cubicBezTo>
                <a:cubicBezTo>
                  <a:pt x="155" y="44"/>
                  <a:pt x="155" y="47"/>
                  <a:pt x="153" y="49"/>
                </a:cubicBezTo>
                <a:cubicBezTo>
                  <a:pt x="151" y="54"/>
                  <a:pt x="145" y="56"/>
                  <a:pt x="140" y="53"/>
                </a:cubicBezTo>
                <a:cubicBezTo>
                  <a:pt x="136" y="50"/>
                  <a:pt x="134" y="45"/>
                  <a:pt x="136" y="40"/>
                </a:cubicBezTo>
                <a:cubicBezTo>
                  <a:pt x="138" y="37"/>
                  <a:pt x="140" y="36"/>
                  <a:pt x="142" y="35"/>
                </a:cubicBezTo>
                <a:cubicBezTo>
                  <a:pt x="128" y="28"/>
                  <a:pt x="128" y="28"/>
                  <a:pt x="128" y="28"/>
                </a:cubicBezTo>
                <a:cubicBezTo>
                  <a:pt x="129" y="30"/>
                  <a:pt x="129" y="33"/>
                  <a:pt x="128" y="35"/>
                </a:cubicBezTo>
                <a:cubicBezTo>
                  <a:pt x="125" y="40"/>
                  <a:pt x="119" y="41"/>
                  <a:pt x="114" y="39"/>
                </a:cubicBezTo>
                <a:cubicBezTo>
                  <a:pt x="110" y="36"/>
                  <a:pt x="108" y="30"/>
                  <a:pt x="110" y="25"/>
                </a:cubicBezTo>
                <a:cubicBezTo>
                  <a:pt x="112" y="23"/>
                  <a:pt x="114" y="22"/>
                  <a:pt x="116" y="21"/>
                </a:cubicBezTo>
                <a:cubicBezTo>
                  <a:pt x="102" y="13"/>
                  <a:pt x="102" y="13"/>
                  <a:pt x="102" y="13"/>
                </a:cubicBezTo>
                <a:cubicBezTo>
                  <a:pt x="103" y="16"/>
                  <a:pt x="103" y="18"/>
                  <a:pt x="102" y="21"/>
                </a:cubicBezTo>
                <a:cubicBezTo>
                  <a:pt x="101" y="21"/>
                  <a:pt x="101" y="22"/>
                  <a:pt x="101" y="22"/>
                </a:cubicBezTo>
                <a:cubicBezTo>
                  <a:pt x="101" y="69"/>
                  <a:pt x="101" y="69"/>
                  <a:pt x="101" y="69"/>
                </a:cubicBezTo>
                <a:cubicBezTo>
                  <a:pt x="208" y="128"/>
                  <a:pt x="208" y="128"/>
                  <a:pt x="208" y="128"/>
                </a:cubicBezTo>
                <a:cubicBezTo>
                  <a:pt x="209" y="129"/>
                  <a:pt x="209" y="130"/>
                  <a:pt x="209" y="131"/>
                </a:cubicBezTo>
                <a:cubicBezTo>
                  <a:pt x="208" y="132"/>
                  <a:pt x="207" y="133"/>
                  <a:pt x="206" y="132"/>
                </a:cubicBezTo>
                <a:cubicBezTo>
                  <a:pt x="206" y="132"/>
                  <a:pt x="206" y="132"/>
                  <a:pt x="206" y="132"/>
                </a:cubicBezTo>
                <a:cubicBezTo>
                  <a:pt x="101" y="74"/>
                  <a:pt x="101" y="74"/>
                  <a:pt x="101" y="74"/>
                </a:cubicBezTo>
                <a:cubicBezTo>
                  <a:pt x="101" y="96"/>
                  <a:pt x="101" y="96"/>
                  <a:pt x="101" y="96"/>
                </a:cubicBezTo>
                <a:cubicBezTo>
                  <a:pt x="196" y="149"/>
                  <a:pt x="196" y="149"/>
                  <a:pt x="196" y="149"/>
                </a:cubicBezTo>
                <a:cubicBezTo>
                  <a:pt x="197" y="150"/>
                  <a:pt x="198" y="151"/>
                  <a:pt x="197" y="152"/>
                </a:cubicBezTo>
                <a:cubicBezTo>
                  <a:pt x="197" y="153"/>
                  <a:pt x="195" y="154"/>
                  <a:pt x="194" y="153"/>
                </a:cubicBezTo>
                <a:cubicBezTo>
                  <a:pt x="194" y="153"/>
                  <a:pt x="194" y="153"/>
                  <a:pt x="194" y="153"/>
                </a:cubicBezTo>
                <a:cubicBezTo>
                  <a:pt x="101" y="101"/>
                  <a:pt x="101" y="101"/>
                  <a:pt x="101" y="101"/>
                </a:cubicBezTo>
                <a:cubicBezTo>
                  <a:pt x="101" y="124"/>
                  <a:pt x="101" y="124"/>
                  <a:pt x="101" y="124"/>
                </a:cubicBezTo>
                <a:cubicBezTo>
                  <a:pt x="185" y="170"/>
                  <a:pt x="185" y="170"/>
                  <a:pt x="185" y="170"/>
                </a:cubicBezTo>
                <a:cubicBezTo>
                  <a:pt x="186" y="171"/>
                  <a:pt x="186" y="172"/>
                  <a:pt x="186" y="173"/>
                </a:cubicBezTo>
                <a:cubicBezTo>
                  <a:pt x="185" y="174"/>
                  <a:pt x="184" y="175"/>
                  <a:pt x="182" y="174"/>
                </a:cubicBezTo>
                <a:cubicBezTo>
                  <a:pt x="182" y="174"/>
                  <a:pt x="182" y="174"/>
                  <a:pt x="182" y="174"/>
                </a:cubicBezTo>
                <a:cubicBezTo>
                  <a:pt x="101" y="129"/>
                  <a:pt x="101" y="129"/>
                  <a:pt x="101" y="129"/>
                </a:cubicBezTo>
                <a:cubicBezTo>
                  <a:pt x="101" y="151"/>
                  <a:pt x="101" y="151"/>
                  <a:pt x="101" y="151"/>
                </a:cubicBezTo>
                <a:cubicBezTo>
                  <a:pt x="173" y="191"/>
                  <a:pt x="173" y="191"/>
                  <a:pt x="173" y="191"/>
                </a:cubicBezTo>
                <a:cubicBezTo>
                  <a:pt x="174" y="192"/>
                  <a:pt x="174" y="193"/>
                  <a:pt x="174" y="194"/>
                </a:cubicBezTo>
                <a:cubicBezTo>
                  <a:pt x="173" y="196"/>
                  <a:pt x="172" y="196"/>
                  <a:pt x="171" y="195"/>
                </a:cubicBezTo>
                <a:cubicBezTo>
                  <a:pt x="171" y="195"/>
                  <a:pt x="171" y="195"/>
                  <a:pt x="171" y="195"/>
                </a:cubicBezTo>
                <a:cubicBezTo>
                  <a:pt x="101" y="156"/>
                  <a:pt x="101" y="156"/>
                  <a:pt x="101" y="156"/>
                </a:cubicBezTo>
                <a:cubicBezTo>
                  <a:pt x="101" y="210"/>
                  <a:pt x="101" y="210"/>
                  <a:pt x="101" y="210"/>
                </a:cubicBezTo>
                <a:cubicBezTo>
                  <a:pt x="138" y="231"/>
                  <a:pt x="138" y="231"/>
                  <a:pt x="138" y="231"/>
                </a:cubicBezTo>
                <a:cubicBezTo>
                  <a:pt x="150" y="238"/>
                  <a:pt x="164" y="233"/>
                  <a:pt x="171" y="222"/>
                </a:cubicBezTo>
                <a:cubicBezTo>
                  <a:pt x="243" y="91"/>
                  <a:pt x="243" y="91"/>
                  <a:pt x="243" y="91"/>
                </a:cubicBezTo>
                <a:lnTo>
                  <a:pt x="232" y="85"/>
                </a:lnTo>
                <a:close/>
                <a:moveTo>
                  <a:pt x="101" y="22"/>
                </a:moveTo>
                <a:cubicBezTo>
                  <a:pt x="98" y="26"/>
                  <a:pt x="93" y="27"/>
                  <a:pt x="88" y="24"/>
                </a:cubicBezTo>
                <a:cubicBezTo>
                  <a:pt x="84" y="22"/>
                  <a:pt x="82" y="16"/>
                  <a:pt x="85" y="11"/>
                </a:cubicBezTo>
                <a:cubicBezTo>
                  <a:pt x="86" y="9"/>
                  <a:pt x="88" y="7"/>
                  <a:pt x="90" y="6"/>
                </a:cubicBezTo>
                <a:cubicBezTo>
                  <a:pt x="78" y="0"/>
                  <a:pt x="78" y="0"/>
                  <a:pt x="78" y="0"/>
                </a:cubicBezTo>
                <a:cubicBezTo>
                  <a:pt x="6" y="130"/>
                  <a:pt x="6" y="130"/>
                  <a:pt x="6" y="130"/>
                </a:cubicBezTo>
                <a:cubicBezTo>
                  <a:pt x="0" y="142"/>
                  <a:pt x="4" y="157"/>
                  <a:pt x="15" y="163"/>
                </a:cubicBezTo>
                <a:cubicBezTo>
                  <a:pt x="101" y="210"/>
                  <a:pt x="101" y="210"/>
                  <a:pt x="101" y="210"/>
                </a:cubicBezTo>
                <a:cubicBezTo>
                  <a:pt x="101" y="156"/>
                  <a:pt x="101" y="156"/>
                  <a:pt x="101" y="156"/>
                </a:cubicBezTo>
                <a:cubicBezTo>
                  <a:pt x="28" y="116"/>
                  <a:pt x="28" y="116"/>
                  <a:pt x="28" y="116"/>
                </a:cubicBezTo>
                <a:cubicBezTo>
                  <a:pt x="27" y="116"/>
                  <a:pt x="27" y="114"/>
                  <a:pt x="27" y="113"/>
                </a:cubicBezTo>
                <a:cubicBezTo>
                  <a:pt x="28" y="112"/>
                  <a:pt x="29" y="112"/>
                  <a:pt x="30" y="112"/>
                </a:cubicBezTo>
                <a:cubicBezTo>
                  <a:pt x="101" y="151"/>
                  <a:pt x="101" y="151"/>
                  <a:pt x="101" y="151"/>
                </a:cubicBezTo>
                <a:cubicBezTo>
                  <a:pt x="101" y="129"/>
                  <a:pt x="101" y="129"/>
                  <a:pt x="101" y="129"/>
                </a:cubicBezTo>
                <a:cubicBezTo>
                  <a:pt x="40" y="95"/>
                  <a:pt x="40" y="95"/>
                  <a:pt x="40" y="95"/>
                </a:cubicBezTo>
                <a:cubicBezTo>
                  <a:pt x="39" y="95"/>
                  <a:pt x="38" y="93"/>
                  <a:pt x="39" y="92"/>
                </a:cubicBezTo>
                <a:cubicBezTo>
                  <a:pt x="40" y="91"/>
                  <a:pt x="41" y="91"/>
                  <a:pt x="42" y="91"/>
                </a:cubicBezTo>
                <a:cubicBezTo>
                  <a:pt x="101" y="124"/>
                  <a:pt x="101" y="124"/>
                  <a:pt x="101" y="124"/>
                </a:cubicBezTo>
                <a:cubicBezTo>
                  <a:pt x="101" y="101"/>
                  <a:pt x="101" y="101"/>
                  <a:pt x="101" y="101"/>
                </a:cubicBezTo>
                <a:cubicBezTo>
                  <a:pt x="51" y="74"/>
                  <a:pt x="51" y="74"/>
                  <a:pt x="51" y="74"/>
                </a:cubicBezTo>
                <a:cubicBezTo>
                  <a:pt x="50" y="74"/>
                  <a:pt x="50" y="72"/>
                  <a:pt x="51" y="71"/>
                </a:cubicBezTo>
                <a:cubicBezTo>
                  <a:pt x="51" y="70"/>
                  <a:pt x="53" y="70"/>
                  <a:pt x="54" y="70"/>
                </a:cubicBezTo>
                <a:cubicBezTo>
                  <a:pt x="101" y="96"/>
                  <a:pt x="101" y="96"/>
                  <a:pt x="101" y="96"/>
                </a:cubicBezTo>
                <a:cubicBezTo>
                  <a:pt x="101" y="74"/>
                  <a:pt x="101" y="74"/>
                  <a:pt x="101" y="74"/>
                </a:cubicBezTo>
                <a:cubicBezTo>
                  <a:pt x="63" y="53"/>
                  <a:pt x="63" y="53"/>
                  <a:pt x="63" y="53"/>
                </a:cubicBezTo>
                <a:cubicBezTo>
                  <a:pt x="62" y="53"/>
                  <a:pt x="62" y="51"/>
                  <a:pt x="62" y="50"/>
                </a:cubicBezTo>
                <a:cubicBezTo>
                  <a:pt x="63" y="49"/>
                  <a:pt x="64" y="49"/>
                  <a:pt x="65" y="49"/>
                </a:cubicBezTo>
                <a:cubicBezTo>
                  <a:pt x="101" y="69"/>
                  <a:pt x="101" y="69"/>
                  <a:pt x="101" y="69"/>
                </a:cubicBezTo>
                <a:lnTo>
                  <a:pt x="101" y="22"/>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3" name="Freeform 58"/>
          <p:cNvSpPr>
            <a:spLocks noEditPoints="1"/>
          </p:cNvSpPr>
          <p:nvPr/>
        </p:nvSpPr>
        <p:spPr bwMode="auto">
          <a:xfrm>
            <a:off x="6469564" y="3915561"/>
            <a:ext cx="514216" cy="520564"/>
          </a:xfrm>
          <a:custGeom>
            <a:avLst/>
            <a:gdLst>
              <a:gd name="T0" fmla="*/ 189 w 236"/>
              <a:gd name="T1" fmla="*/ 60 h 239"/>
              <a:gd name="T2" fmla="*/ 196 w 236"/>
              <a:gd name="T3" fmla="*/ 122 h 239"/>
              <a:gd name="T4" fmla="*/ 198 w 236"/>
              <a:gd name="T5" fmla="*/ 136 h 239"/>
              <a:gd name="T6" fmla="*/ 208 w 236"/>
              <a:gd name="T7" fmla="*/ 157 h 239"/>
              <a:gd name="T8" fmla="*/ 189 w 236"/>
              <a:gd name="T9" fmla="*/ 195 h 239"/>
              <a:gd name="T10" fmla="*/ 168 w 236"/>
              <a:gd name="T11" fmla="*/ 156 h 239"/>
              <a:gd name="T12" fmla="*/ 168 w 236"/>
              <a:gd name="T13" fmla="*/ 78 h 239"/>
              <a:gd name="T14" fmla="*/ 182 w 236"/>
              <a:gd name="T15" fmla="*/ 92 h 239"/>
              <a:gd name="T16" fmla="*/ 185 w 236"/>
              <a:gd name="T17" fmla="*/ 107 h 239"/>
              <a:gd name="T18" fmla="*/ 189 w 236"/>
              <a:gd name="T19" fmla="*/ 141 h 239"/>
              <a:gd name="T20" fmla="*/ 189 w 236"/>
              <a:gd name="T21" fmla="*/ 130 h 239"/>
              <a:gd name="T22" fmla="*/ 168 w 236"/>
              <a:gd name="T23" fmla="*/ 155 h 239"/>
              <a:gd name="T24" fmla="*/ 160 w 236"/>
              <a:gd name="T25" fmla="*/ 138 h 239"/>
              <a:gd name="T26" fmla="*/ 165 w 236"/>
              <a:gd name="T27" fmla="*/ 172 h 239"/>
              <a:gd name="T28" fmla="*/ 168 w 236"/>
              <a:gd name="T29" fmla="*/ 16 h 239"/>
              <a:gd name="T30" fmla="*/ 163 w 236"/>
              <a:gd name="T31" fmla="*/ 49 h 239"/>
              <a:gd name="T32" fmla="*/ 168 w 236"/>
              <a:gd name="T33" fmla="*/ 78 h 239"/>
              <a:gd name="T34" fmla="*/ 159 w 236"/>
              <a:gd name="T35" fmla="*/ 118 h 239"/>
              <a:gd name="T36" fmla="*/ 159 w 236"/>
              <a:gd name="T37" fmla="*/ 209 h 239"/>
              <a:gd name="T38" fmla="*/ 159 w 236"/>
              <a:gd name="T39" fmla="*/ 5 h 239"/>
              <a:gd name="T40" fmla="*/ 159 w 236"/>
              <a:gd name="T41" fmla="*/ 40 h 239"/>
              <a:gd name="T42" fmla="*/ 144 w 236"/>
              <a:gd name="T43" fmla="*/ 89 h 239"/>
              <a:gd name="T44" fmla="*/ 159 w 236"/>
              <a:gd name="T45" fmla="*/ 108 h 239"/>
              <a:gd name="T46" fmla="*/ 159 w 236"/>
              <a:gd name="T47" fmla="*/ 136 h 239"/>
              <a:gd name="T48" fmla="*/ 144 w 236"/>
              <a:gd name="T49" fmla="*/ 162 h 239"/>
              <a:gd name="T50" fmla="*/ 151 w 236"/>
              <a:gd name="T51" fmla="*/ 143 h 239"/>
              <a:gd name="T52" fmla="*/ 146 w 236"/>
              <a:gd name="T53" fmla="*/ 109 h 239"/>
              <a:gd name="T54" fmla="*/ 123 w 236"/>
              <a:gd name="T55" fmla="*/ 7 h 239"/>
              <a:gd name="T56" fmla="*/ 144 w 236"/>
              <a:gd name="T57" fmla="*/ 0 h 239"/>
              <a:gd name="T58" fmla="*/ 144 w 236"/>
              <a:gd name="T59" fmla="*/ 187 h 239"/>
              <a:gd name="T60" fmla="*/ 123 w 236"/>
              <a:gd name="T61" fmla="*/ 225 h 239"/>
              <a:gd name="T62" fmla="*/ 140 w 236"/>
              <a:gd name="T63" fmla="*/ 96 h 239"/>
              <a:gd name="T64" fmla="*/ 123 w 236"/>
              <a:gd name="T65" fmla="*/ 135 h 239"/>
              <a:gd name="T66" fmla="*/ 137 w 236"/>
              <a:gd name="T67" fmla="*/ 113 h 239"/>
              <a:gd name="T68" fmla="*/ 123 w 236"/>
              <a:gd name="T69" fmla="*/ 82 h 239"/>
              <a:gd name="T70" fmla="*/ 125 w 236"/>
              <a:gd name="T71" fmla="*/ 171 h 239"/>
              <a:gd name="T72" fmla="*/ 123 w 236"/>
              <a:gd name="T73" fmla="*/ 7 h 239"/>
              <a:gd name="T74" fmla="*/ 123 w 236"/>
              <a:gd name="T75" fmla="*/ 7 h 239"/>
              <a:gd name="T76" fmla="*/ 123 w 236"/>
              <a:gd name="T77" fmla="*/ 177 h 239"/>
              <a:gd name="T78" fmla="*/ 121 w 236"/>
              <a:gd name="T79" fmla="*/ 162 h 239"/>
              <a:gd name="T80" fmla="*/ 123 w 236"/>
              <a:gd name="T81" fmla="*/ 135 h 239"/>
              <a:gd name="T82" fmla="*/ 99 w 236"/>
              <a:gd name="T83" fmla="*/ 124 h 239"/>
              <a:gd name="T84" fmla="*/ 106 w 236"/>
              <a:gd name="T85" fmla="*/ 164 h 239"/>
              <a:gd name="T86" fmla="*/ 108 w 236"/>
              <a:gd name="T87" fmla="*/ 179 h 239"/>
              <a:gd name="T88" fmla="*/ 118 w 236"/>
              <a:gd name="T89" fmla="*/ 199 h 239"/>
              <a:gd name="T90" fmla="*/ 123 w 236"/>
              <a:gd name="T91" fmla="*/ 99 h 239"/>
              <a:gd name="T92" fmla="*/ 99 w 236"/>
              <a:gd name="T93" fmla="*/ 18 h 239"/>
              <a:gd name="T94" fmla="*/ 99 w 236"/>
              <a:gd name="T95" fmla="*/ 18 h 239"/>
              <a:gd name="T96" fmla="*/ 89 w 236"/>
              <a:gd name="T97" fmla="*/ 212 h 239"/>
              <a:gd name="T98" fmla="*/ 99 w 236"/>
              <a:gd name="T99" fmla="*/ 183 h 239"/>
              <a:gd name="T100" fmla="*/ 71 w 236"/>
              <a:gd name="T101" fmla="*/ 227 h 239"/>
              <a:gd name="T102" fmla="*/ 95 w 236"/>
              <a:gd name="T103" fmla="*/ 117 h 239"/>
              <a:gd name="T104" fmla="*/ 71 w 236"/>
              <a:gd name="T105" fmla="*/ 160 h 239"/>
              <a:gd name="T106" fmla="*/ 92 w 236"/>
              <a:gd name="T107" fmla="*/ 134 h 239"/>
              <a:gd name="T108" fmla="*/ 71 w 236"/>
              <a:gd name="T109" fmla="*/ 107 h 239"/>
              <a:gd name="T110" fmla="*/ 7 w 236"/>
              <a:gd name="T111" fmla="*/ 91 h 239"/>
              <a:gd name="T112" fmla="*/ 70 w 236"/>
              <a:gd name="T113" fmla="*/ 181 h 239"/>
              <a:gd name="T114" fmla="*/ 71 w 236"/>
              <a:gd name="T115" fmla="*/ 149 h 239"/>
              <a:gd name="T116" fmla="*/ 52 w 236"/>
              <a:gd name="T117" fmla="*/ 133 h 239"/>
              <a:gd name="T118" fmla="*/ 35 w 236"/>
              <a:gd name="T119" fmla="*/ 109 h 239"/>
              <a:gd name="T120" fmla="*/ 71 w 236"/>
              <a:gd name="T121" fmla="*/ 31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6" h="239">
                <a:moveTo>
                  <a:pt x="189" y="195"/>
                </a:moveTo>
                <a:cubicBezTo>
                  <a:pt x="216" y="182"/>
                  <a:pt x="216" y="182"/>
                  <a:pt x="216" y="182"/>
                </a:cubicBezTo>
                <a:cubicBezTo>
                  <a:pt x="230" y="176"/>
                  <a:pt x="236" y="159"/>
                  <a:pt x="229" y="146"/>
                </a:cubicBezTo>
                <a:cubicBezTo>
                  <a:pt x="189" y="60"/>
                  <a:pt x="189" y="60"/>
                  <a:pt x="189" y="60"/>
                </a:cubicBezTo>
                <a:cubicBezTo>
                  <a:pt x="189" y="107"/>
                  <a:pt x="189" y="107"/>
                  <a:pt x="189" y="107"/>
                </a:cubicBezTo>
                <a:cubicBezTo>
                  <a:pt x="190" y="108"/>
                  <a:pt x="190" y="108"/>
                  <a:pt x="190" y="109"/>
                </a:cubicBezTo>
                <a:cubicBezTo>
                  <a:pt x="196" y="122"/>
                  <a:pt x="196" y="122"/>
                  <a:pt x="196" y="122"/>
                </a:cubicBezTo>
                <a:cubicBezTo>
                  <a:pt x="196" y="122"/>
                  <a:pt x="196" y="122"/>
                  <a:pt x="196" y="122"/>
                </a:cubicBezTo>
                <a:cubicBezTo>
                  <a:pt x="197" y="124"/>
                  <a:pt x="196" y="126"/>
                  <a:pt x="194" y="127"/>
                </a:cubicBezTo>
                <a:cubicBezTo>
                  <a:pt x="189" y="130"/>
                  <a:pt x="189" y="130"/>
                  <a:pt x="189" y="130"/>
                </a:cubicBezTo>
                <a:cubicBezTo>
                  <a:pt x="189" y="141"/>
                  <a:pt x="189" y="141"/>
                  <a:pt x="189" y="141"/>
                </a:cubicBezTo>
                <a:cubicBezTo>
                  <a:pt x="198" y="136"/>
                  <a:pt x="198" y="136"/>
                  <a:pt x="198" y="136"/>
                </a:cubicBezTo>
                <a:cubicBezTo>
                  <a:pt x="201" y="135"/>
                  <a:pt x="203" y="136"/>
                  <a:pt x="204" y="138"/>
                </a:cubicBezTo>
                <a:cubicBezTo>
                  <a:pt x="210" y="151"/>
                  <a:pt x="210" y="151"/>
                  <a:pt x="210" y="151"/>
                </a:cubicBezTo>
                <a:cubicBezTo>
                  <a:pt x="210" y="151"/>
                  <a:pt x="210" y="151"/>
                  <a:pt x="210" y="151"/>
                </a:cubicBezTo>
                <a:cubicBezTo>
                  <a:pt x="211" y="153"/>
                  <a:pt x="210" y="156"/>
                  <a:pt x="208" y="157"/>
                </a:cubicBezTo>
                <a:cubicBezTo>
                  <a:pt x="189" y="166"/>
                  <a:pt x="189" y="166"/>
                  <a:pt x="189" y="166"/>
                </a:cubicBezTo>
                <a:lnTo>
                  <a:pt x="189" y="195"/>
                </a:lnTo>
                <a:close/>
                <a:moveTo>
                  <a:pt x="168" y="204"/>
                </a:moveTo>
                <a:cubicBezTo>
                  <a:pt x="189" y="195"/>
                  <a:pt x="189" y="195"/>
                  <a:pt x="189" y="195"/>
                </a:cubicBezTo>
                <a:cubicBezTo>
                  <a:pt x="189" y="166"/>
                  <a:pt x="189" y="166"/>
                  <a:pt x="189" y="166"/>
                </a:cubicBezTo>
                <a:cubicBezTo>
                  <a:pt x="180" y="170"/>
                  <a:pt x="180" y="170"/>
                  <a:pt x="180" y="170"/>
                </a:cubicBezTo>
                <a:cubicBezTo>
                  <a:pt x="178" y="171"/>
                  <a:pt x="175" y="170"/>
                  <a:pt x="174" y="168"/>
                </a:cubicBezTo>
                <a:cubicBezTo>
                  <a:pt x="168" y="156"/>
                  <a:pt x="168" y="156"/>
                  <a:pt x="168" y="156"/>
                </a:cubicBezTo>
                <a:cubicBezTo>
                  <a:pt x="168" y="204"/>
                  <a:pt x="168" y="204"/>
                  <a:pt x="168" y="204"/>
                </a:cubicBezTo>
                <a:close/>
                <a:moveTo>
                  <a:pt x="189" y="60"/>
                </a:moveTo>
                <a:cubicBezTo>
                  <a:pt x="168" y="16"/>
                  <a:pt x="168" y="16"/>
                  <a:pt x="168" y="16"/>
                </a:cubicBezTo>
                <a:cubicBezTo>
                  <a:pt x="168" y="78"/>
                  <a:pt x="168" y="78"/>
                  <a:pt x="168" y="78"/>
                </a:cubicBezTo>
                <a:cubicBezTo>
                  <a:pt x="171" y="77"/>
                  <a:pt x="171" y="77"/>
                  <a:pt x="171" y="77"/>
                </a:cubicBezTo>
                <a:cubicBezTo>
                  <a:pt x="173" y="76"/>
                  <a:pt x="175" y="77"/>
                  <a:pt x="176" y="79"/>
                </a:cubicBezTo>
                <a:cubicBezTo>
                  <a:pt x="182" y="92"/>
                  <a:pt x="182" y="92"/>
                  <a:pt x="182" y="92"/>
                </a:cubicBezTo>
                <a:cubicBezTo>
                  <a:pt x="182" y="92"/>
                  <a:pt x="182" y="92"/>
                  <a:pt x="182" y="92"/>
                </a:cubicBezTo>
                <a:cubicBezTo>
                  <a:pt x="183" y="94"/>
                  <a:pt x="182" y="97"/>
                  <a:pt x="180" y="98"/>
                </a:cubicBezTo>
                <a:cubicBezTo>
                  <a:pt x="168" y="103"/>
                  <a:pt x="168" y="103"/>
                  <a:pt x="168" y="103"/>
                </a:cubicBezTo>
                <a:cubicBezTo>
                  <a:pt x="168" y="114"/>
                  <a:pt x="168" y="114"/>
                  <a:pt x="168" y="114"/>
                </a:cubicBezTo>
                <a:cubicBezTo>
                  <a:pt x="185" y="107"/>
                  <a:pt x="185" y="107"/>
                  <a:pt x="185" y="107"/>
                </a:cubicBezTo>
                <a:cubicBezTo>
                  <a:pt x="186" y="106"/>
                  <a:pt x="188" y="106"/>
                  <a:pt x="189" y="107"/>
                </a:cubicBezTo>
                <a:cubicBezTo>
                  <a:pt x="189" y="60"/>
                  <a:pt x="189" y="60"/>
                  <a:pt x="189" y="60"/>
                </a:cubicBezTo>
                <a:close/>
                <a:moveTo>
                  <a:pt x="189" y="130"/>
                </a:moveTo>
                <a:cubicBezTo>
                  <a:pt x="189" y="141"/>
                  <a:pt x="189" y="141"/>
                  <a:pt x="189" y="141"/>
                </a:cubicBezTo>
                <a:cubicBezTo>
                  <a:pt x="170" y="150"/>
                  <a:pt x="170" y="150"/>
                  <a:pt x="170" y="150"/>
                </a:cubicBezTo>
                <a:cubicBezTo>
                  <a:pt x="169" y="150"/>
                  <a:pt x="169" y="151"/>
                  <a:pt x="168" y="151"/>
                </a:cubicBezTo>
                <a:cubicBezTo>
                  <a:pt x="168" y="139"/>
                  <a:pt x="168" y="139"/>
                  <a:pt x="168" y="139"/>
                </a:cubicBezTo>
                <a:lnTo>
                  <a:pt x="189" y="130"/>
                </a:lnTo>
                <a:close/>
                <a:moveTo>
                  <a:pt x="159" y="209"/>
                </a:moveTo>
                <a:cubicBezTo>
                  <a:pt x="168" y="204"/>
                  <a:pt x="168" y="204"/>
                  <a:pt x="168" y="204"/>
                </a:cubicBezTo>
                <a:cubicBezTo>
                  <a:pt x="168" y="156"/>
                  <a:pt x="168" y="156"/>
                  <a:pt x="168" y="156"/>
                </a:cubicBezTo>
                <a:cubicBezTo>
                  <a:pt x="168" y="155"/>
                  <a:pt x="168" y="155"/>
                  <a:pt x="168" y="155"/>
                </a:cubicBezTo>
                <a:cubicBezTo>
                  <a:pt x="168" y="154"/>
                  <a:pt x="168" y="152"/>
                  <a:pt x="168" y="151"/>
                </a:cubicBezTo>
                <a:cubicBezTo>
                  <a:pt x="168" y="139"/>
                  <a:pt x="168" y="139"/>
                  <a:pt x="168" y="139"/>
                </a:cubicBezTo>
                <a:cubicBezTo>
                  <a:pt x="166" y="141"/>
                  <a:pt x="166" y="141"/>
                  <a:pt x="166" y="141"/>
                </a:cubicBezTo>
                <a:cubicBezTo>
                  <a:pt x="164" y="142"/>
                  <a:pt x="161" y="141"/>
                  <a:pt x="160" y="138"/>
                </a:cubicBezTo>
                <a:cubicBezTo>
                  <a:pt x="159" y="136"/>
                  <a:pt x="159" y="136"/>
                  <a:pt x="159" y="136"/>
                </a:cubicBezTo>
                <a:cubicBezTo>
                  <a:pt x="159" y="160"/>
                  <a:pt x="159" y="160"/>
                  <a:pt x="159" y="160"/>
                </a:cubicBezTo>
                <a:cubicBezTo>
                  <a:pt x="165" y="172"/>
                  <a:pt x="165" y="172"/>
                  <a:pt x="165" y="172"/>
                </a:cubicBezTo>
                <a:cubicBezTo>
                  <a:pt x="165" y="172"/>
                  <a:pt x="165" y="172"/>
                  <a:pt x="165" y="172"/>
                </a:cubicBezTo>
                <a:cubicBezTo>
                  <a:pt x="166" y="175"/>
                  <a:pt x="165" y="177"/>
                  <a:pt x="163" y="178"/>
                </a:cubicBezTo>
                <a:cubicBezTo>
                  <a:pt x="159" y="180"/>
                  <a:pt x="159" y="180"/>
                  <a:pt x="159" y="180"/>
                </a:cubicBezTo>
                <a:cubicBezTo>
                  <a:pt x="159" y="209"/>
                  <a:pt x="159" y="209"/>
                  <a:pt x="159" y="209"/>
                </a:cubicBezTo>
                <a:close/>
                <a:moveTo>
                  <a:pt x="168" y="16"/>
                </a:moveTo>
                <a:cubicBezTo>
                  <a:pt x="168" y="15"/>
                  <a:pt x="168" y="15"/>
                  <a:pt x="168" y="15"/>
                </a:cubicBezTo>
                <a:cubicBezTo>
                  <a:pt x="166" y="11"/>
                  <a:pt x="163" y="7"/>
                  <a:pt x="159" y="5"/>
                </a:cubicBezTo>
                <a:cubicBezTo>
                  <a:pt x="159" y="40"/>
                  <a:pt x="159" y="40"/>
                  <a:pt x="159" y="40"/>
                </a:cubicBezTo>
                <a:cubicBezTo>
                  <a:pt x="163" y="49"/>
                  <a:pt x="163" y="49"/>
                  <a:pt x="163" y="49"/>
                </a:cubicBezTo>
                <a:cubicBezTo>
                  <a:pt x="163" y="49"/>
                  <a:pt x="163" y="49"/>
                  <a:pt x="163" y="49"/>
                </a:cubicBezTo>
                <a:cubicBezTo>
                  <a:pt x="166" y="55"/>
                  <a:pt x="164" y="61"/>
                  <a:pt x="159" y="65"/>
                </a:cubicBezTo>
                <a:cubicBezTo>
                  <a:pt x="159" y="82"/>
                  <a:pt x="159" y="82"/>
                  <a:pt x="159" y="82"/>
                </a:cubicBezTo>
                <a:cubicBezTo>
                  <a:pt x="168" y="78"/>
                  <a:pt x="168" y="78"/>
                  <a:pt x="168" y="78"/>
                </a:cubicBezTo>
                <a:cubicBezTo>
                  <a:pt x="168" y="16"/>
                  <a:pt x="168" y="16"/>
                  <a:pt x="168" y="16"/>
                </a:cubicBezTo>
                <a:close/>
                <a:moveTo>
                  <a:pt x="168" y="103"/>
                </a:moveTo>
                <a:cubicBezTo>
                  <a:pt x="168" y="114"/>
                  <a:pt x="168" y="114"/>
                  <a:pt x="168" y="114"/>
                </a:cubicBezTo>
                <a:cubicBezTo>
                  <a:pt x="159" y="118"/>
                  <a:pt x="159" y="118"/>
                  <a:pt x="159" y="118"/>
                </a:cubicBezTo>
                <a:cubicBezTo>
                  <a:pt x="159" y="108"/>
                  <a:pt x="159" y="108"/>
                  <a:pt x="159" y="108"/>
                </a:cubicBezTo>
                <a:lnTo>
                  <a:pt x="168" y="103"/>
                </a:lnTo>
                <a:close/>
                <a:moveTo>
                  <a:pt x="144" y="216"/>
                </a:moveTo>
                <a:cubicBezTo>
                  <a:pt x="159" y="209"/>
                  <a:pt x="159" y="209"/>
                  <a:pt x="159" y="209"/>
                </a:cubicBezTo>
                <a:cubicBezTo>
                  <a:pt x="159" y="180"/>
                  <a:pt x="159" y="180"/>
                  <a:pt x="159" y="180"/>
                </a:cubicBezTo>
                <a:cubicBezTo>
                  <a:pt x="144" y="187"/>
                  <a:pt x="144" y="187"/>
                  <a:pt x="144" y="187"/>
                </a:cubicBezTo>
                <a:cubicBezTo>
                  <a:pt x="144" y="216"/>
                  <a:pt x="144" y="216"/>
                  <a:pt x="144" y="216"/>
                </a:cubicBezTo>
                <a:close/>
                <a:moveTo>
                  <a:pt x="159" y="5"/>
                </a:moveTo>
                <a:cubicBezTo>
                  <a:pt x="155" y="2"/>
                  <a:pt x="149" y="0"/>
                  <a:pt x="144" y="0"/>
                </a:cubicBezTo>
                <a:cubicBezTo>
                  <a:pt x="144" y="22"/>
                  <a:pt x="144" y="22"/>
                  <a:pt x="144" y="22"/>
                </a:cubicBezTo>
                <a:cubicBezTo>
                  <a:pt x="148" y="23"/>
                  <a:pt x="152" y="25"/>
                  <a:pt x="154" y="30"/>
                </a:cubicBezTo>
                <a:cubicBezTo>
                  <a:pt x="159" y="40"/>
                  <a:pt x="159" y="40"/>
                  <a:pt x="159" y="40"/>
                </a:cubicBezTo>
                <a:cubicBezTo>
                  <a:pt x="159" y="5"/>
                  <a:pt x="159" y="5"/>
                  <a:pt x="159" y="5"/>
                </a:cubicBezTo>
                <a:close/>
                <a:moveTo>
                  <a:pt x="159" y="65"/>
                </a:moveTo>
                <a:cubicBezTo>
                  <a:pt x="159" y="82"/>
                  <a:pt x="159" y="82"/>
                  <a:pt x="159" y="82"/>
                </a:cubicBezTo>
                <a:cubicBezTo>
                  <a:pt x="144" y="89"/>
                  <a:pt x="144" y="89"/>
                  <a:pt x="144" y="89"/>
                </a:cubicBezTo>
                <a:cubicBezTo>
                  <a:pt x="144" y="72"/>
                  <a:pt x="144" y="72"/>
                  <a:pt x="144" y="72"/>
                </a:cubicBezTo>
                <a:cubicBezTo>
                  <a:pt x="157" y="66"/>
                  <a:pt x="157" y="66"/>
                  <a:pt x="157" y="66"/>
                </a:cubicBezTo>
                <a:cubicBezTo>
                  <a:pt x="158" y="66"/>
                  <a:pt x="159" y="66"/>
                  <a:pt x="159" y="65"/>
                </a:cubicBezTo>
                <a:close/>
                <a:moveTo>
                  <a:pt x="159" y="108"/>
                </a:moveTo>
                <a:cubicBezTo>
                  <a:pt x="159" y="118"/>
                  <a:pt x="159" y="118"/>
                  <a:pt x="159" y="118"/>
                </a:cubicBezTo>
                <a:cubicBezTo>
                  <a:pt x="156" y="120"/>
                  <a:pt x="156" y="120"/>
                  <a:pt x="156" y="120"/>
                </a:cubicBezTo>
                <a:cubicBezTo>
                  <a:pt x="154" y="121"/>
                  <a:pt x="153" y="123"/>
                  <a:pt x="154" y="126"/>
                </a:cubicBezTo>
                <a:cubicBezTo>
                  <a:pt x="159" y="136"/>
                  <a:pt x="159" y="136"/>
                  <a:pt x="159" y="136"/>
                </a:cubicBezTo>
                <a:cubicBezTo>
                  <a:pt x="159" y="160"/>
                  <a:pt x="159" y="160"/>
                  <a:pt x="159" y="160"/>
                </a:cubicBezTo>
                <a:cubicBezTo>
                  <a:pt x="159" y="159"/>
                  <a:pt x="159" y="159"/>
                  <a:pt x="159" y="159"/>
                </a:cubicBezTo>
                <a:cubicBezTo>
                  <a:pt x="158" y="157"/>
                  <a:pt x="155" y="156"/>
                  <a:pt x="153" y="157"/>
                </a:cubicBezTo>
                <a:cubicBezTo>
                  <a:pt x="144" y="162"/>
                  <a:pt x="144" y="162"/>
                  <a:pt x="144" y="162"/>
                </a:cubicBezTo>
                <a:cubicBezTo>
                  <a:pt x="144" y="151"/>
                  <a:pt x="144" y="151"/>
                  <a:pt x="144" y="151"/>
                </a:cubicBezTo>
                <a:cubicBezTo>
                  <a:pt x="149" y="148"/>
                  <a:pt x="149" y="148"/>
                  <a:pt x="149" y="148"/>
                </a:cubicBezTo>
                <a:cubicBezTo>
                  <a:pt x="151" y="147"/>
                  <a:pt x="152" y="145"/>
                  <a:pt x="151" y="143"/>
                </a:cubicBezTo>
                <a:cubicBezTo>
                  <a:pt x="151" y="143"/>
                  <a:pt x="151" y="143"/>
                  <a:pt x="151" y="143"/>
                </a:cubicBezTo>
                <a:cubicBezTo>
                  <a:pt x="145" y="130"/>
                  <a:pt x="145" y="130"/>
                  <a:pt x="145" y="130"/>
                </a:cubicBezTo>
                <a:cubicBezTo>
                  <a:pt x="145" y="129"/>
                  <a:pt x="144" y="129"/>
                  <a:pt x="144" y="128"/>
                </a:cubicBezTo>
                <a:cubicBezTo>
                  <a:pt x="144" y="104"/>
                  <a:pt x="144" y="104"/>
                  <a:pt x="144" y="104"/>
                </a:cubicBezTo>
                <a:cubicBezTo>
                  <a:pt x="146" y="109"/>
                  <a:pt x="146" y="109"/>
                  <a:pt x="146" y="109"/>
                </a:cubicBezTo>
                <a:cubicBezTo>
                  <a:pt x="147" y="111"/>
                  <a:pt x="150" y="112"/>
                  <a:pt x="152" y="111"/>
                </a:cubicBezTo>
                <a:lnTo>
                  <a:pt x="159" y="108"/>
                </a:lnTo>
                <a:close/>
                <a:moveTo>
                  <a:pt x="132" y="2"/>
                </a:moveTo>
                <a:cubicBezTo>
                  <a:pt x="123" y="7"/>
                  <a:pt x="123" y="7"/>
                  <a:pt x="123" y="7"/>
                </a:cubicBezTo>
                <a:cubicBezTo>
                  <a:pt x="123" y="30"/>
                  <a:pt x="123" y="30"/>
                  <a:pt x="123" y="30"/>
                </a:cubicBezTo>
                <a:cubicBezTo>
                  <a:pt x="137" y="23"/>
                  <a:pt x="137" y="23"/>
                  <a:pt x="137" y="23"/>
                </a:cubicBezTo>
                <a:cubicBezTo>
                  <a:pt x="139" y="22"/>
                  <a:pt x="142" y="22"/>
                  <a:pt x="144" y="22"/>
                </a:cubicBezTo>
                <a:cubicBezTo>
                  <a:pt x="144" y="0"/>
                  <a:pt x="144" y="0"/>
                  <a:pt x="144" y="0"/>
                </a:cubicBezTo>
                <a:cubicBezTo>
                  <a:pt x="140" y="0"/>
                  <a:pt x="136" y="1"/>
                  <a:pt x="132" y="2"/>
                </a:cubicBezTo>
                <a:close/>
                <a:moveTo>
                  <a:pt x="123" y="225"/>
                </a:moveTo>
                <a:cubicBezTo>
                  <a:pt x="144" y="216"/>
                  <a:pt x="144" y="216"/>
                  <a:pt x="144" y="216"/>
                </a:cubicBezTo>
                <a:cubicBezTo>
                  <a:pt x="144" y="187"/>
                  <a:pt x="144" y="187"/>
                  <a:pt x="144" y="187"/>
                </a:cubicBezTo>
                <a:cubicBezTo>
                  <a:pt x="135" y="191"/>
                  <a:pt x="135" y="191"/>
                  <a:pt x="135" y="191"/>
                </a:cubicBezTo>
                <a:cubicBezTo>
                  <a:pt x="133" y="192"/>
                  <a:pt x="130" y="191"/>
                  <a:pt x="129" y="189"/>
                </a:cubicBezTo>
                <a:cubicBezTo>
                  <a:pt x="123" y="177"/>
                  <a:pt x="123" y="177"/>
                  <a:pt x="123" y="177"/>
                </a:cubicBezTo>
                <a:cubicBezTo>
                  <a:pt x="123" y="225"/>
                  <a:pt x="123" y="225"/>
                  <a:pt x="123" y="225"/>
                </a:cubicBezTo>
                <a:close/>
                <a:moveTo>
                  <a:pt x="144" y="72"/>
                </a:moveTo>
                <a:cubicBezTo>
                  <a:pt x="144" y="89"/>
                  <a:pt x="144" y="89"/>
                  <a:pt x="144" y="89"/>
                </a:cubicBezTo>
                <a:cubicBezTo>
                  <a:pt x="142" y="90"/>
                  <a:pt x="142" y="90"/>
                  <a:pt x="142" y="90"/>
                </a:cubicBezTo>
                <a:cubicBezTo>
                  <a:pt x="140" y="91"/>
                  <a:pt x="139" y="94"/>
                  <a:pt x="140" y="96"/>
                </a:cubicBezTo>
                <a:cubicBezTo>
                  <a:pt x="144" y="104"/>
                  <a:pt x="144" y="104"/>
                  <a:pt x="144" y="104"/>
                </a:cubicBezTo>
                <a:cubicBezTo>
                  <a:pt x="144" y="128"/>
                  <a:pt x="144" y="128"/>
                  <a:pt x="144" y="128"/>
                </a:cubicBezTo>
                <a:cubicBezTo>
                  <a:pt x="143" y="127"/>
                  <a:pt x="141" y="127"/>
                  <a:pt x="139" y="128"/>
                </a:cubicBezTo>
                <a:cubicBezTo>
                  <a:pt x="123" y="135"/>
                  <a:pt x="123" y="135"/>
                  <a:pt x="123" y="135"/>
                </a:cubicBezTo>
                <a:cubicBezTo>
                  <a:pt x="123" y="125"/>
                  <a:pt x="123" y="125"/>
                  <a:pt x="123" y="125"/>
                </a:cubicBezTo>
                <a:cubicBezTo>
                  <a:pt x="135" y="119"/>
                  <a:pt x="135" y="119"/>
                  <a:pt x="135" y="119"/>
                </a:cubicBezTo>
                <a:cubicBezTo>
                  <a:pt x="137" y="118"/>
                  <a:pt x="138" y="115"/>
                  <a:pt x="137" y="113"/>
                </a:cubicBezTo>
                <a:cubicBezTo>
                  <a:pt x="137" y="113"/>
                  <a:pt x="137" y="113"/>
                  <a:pt x="137" y="113"/>
                </a:cubicBezTo>
                <a:cubicBezTo>
                  <a:pt x="131" y="100"/>
                  <a:pt x="131" y="100"/>
                  <a:pt x="131" y="100"/>
                </a:cubicBezTo>
                <a:cubicBezTo>
                  <a:pt x="130" y="98"/>
                  <a:pt x="128" y="97"/>
                  <a:pt x="126" y="98"/>
                </a:cubicBezTo>
                <a:cubicBezTo>
                  <a:pt x="123" y="99"/>
                  <a:pt x="123" y="99"/>
                  <a:pt x="123" y="99"/>
                </a:cubicBezTo>
                <a:cubicBezTo>
                  <a:pt x="123" y="82"/>
                  <a:pt x="123" y="82"/>
                  <a:pt x="123" y="82"/>
                </a:cubicBezTo>
                <a:cubicBezTo>
                  <a:pt x="144" y="72"/>
                  <a:pt x="144" y="72"/>
                  <a:pt x="144" y="72"/>
                </a:cubicBezTo>
                <a:close/>
                <a:moveTo>
                  <a:pt x="144" y="151"/>
                </a:moveTo>
                <a:cubicBezTo>
                  <a:pt x="144" y="162"/>
                  <a:pt x="144" y="162"/>
                  <a:pt x="144" y="162"/>
                </a:cubicBezTo>
                <a:cubicBezTo>
                  <a:pt x="125" y="171"/>
                  <a:pt x="125" y="171"/>
                  <a:pt x="125" y="171"/>
                </a:cubicBezTo>
                <a:cubicBezTo>
                  <a:pt x="124" y="171"/>
                  <a:pt x="124" y="172"/>
                  <a:pt x="123" y="172"/>
                </a:cubicBezTo>
                <a:cubicBezTo>
                  <a:pt x="123" y="161"/>
                  <a:pt x="123" y="161"/>
                  <a:pt x="123" y="161"/>
                </a:cubicBezTo>
                <a:lnTo>
                  <a:pt x="144" y="151"/>
                </a:lnTo>
                <a:close/>
                <a:moveTo>
                  <a:pt x="123" y="7"/>
                </a:moveTo>
                <a:cubicBezTo>
                  <a:pt x="99" y="18"/>
                  <a:pt x="99" y="18"/>
                  <a:pt x="99" y="18"/>
                </a:cubicBezTo>
                <a:cubicBezTo>
                  <a:pt x="99" y="41"/>
                  <a:pt x="99" y="41"/>
                  <a:pt x="99" y="41"/>
                </a:cubicBezTo>
                <a:cubicBezTo>
                  <a:pt x="123" y="30"/>
                  <a:pt x="123" y="30"/>
                  <a:pt x="123" y="30"/>
                </a:cubicBezTo>
                <a:cubicBezTo>
                  <a:pt x="123" y="7"/>
                  <a:pt x="123" y="7"/>
                  <a:pt x="123" y="7"/>
                </a:cubicBezTo>
                <a:close/>
                <a:moveTo>
                  <a:pt x="99" y="236"/>
                </a:moveTo>
                <a:cubicBezTo>
                  <a:pt x="100" y="236"/>
                  <a:pt x="102" y="235"/>
                  <a:pt x="103" y="235"/>
                </a:cubicBezTo>
                <a:cubicBezTo>
                  <a:pt x="123" y="225"/>
                  <a:pt x="123" y="225"/>
                  <a:pt x="123" y="225"/>
                </a:cubicBezTo>
                <a:cubicBezTo>
                  <a:pt x="123" y="177"/>
                  <a:pt x="123" y="177"/>
                  <a:pt x="123" y="177"/>
                </a:cubicBezTo>
                <a:cubicBezTo>
                  <a:pt x="123" y="176"/>
                  <a:pt x="123" y="176"/>
                  <a:pt x="123" y="176"/>
                </a:cubicBezTo>
                <a:cubicBezTo>
                  <a:pt x="122" y="175"/>
                  <a:pt x="123" y="174"/>
                  <a:pt x="123" y="172"/>
                </a:cubicBezTo>
                <a:cubicBezTo>
                  <a:pt x="123" y="161"/>
                  <a:pt x="123" y="161"/>
                  <a:pt x="123" y="161"/>
                </a:cubicBezTo>
                <a:cubicBezTo>
                  <a:pt x="121" y="162"/>
                  <a:pt x="121" y="162"/>
                  <a:pt x="121" y="162"/>
                </a:cubicBezTo>
                <a:cubicBezTo>
                  <a:pt x="119" y="163"/>
                  <a:pt x="116" y="162"/>
                  <a:pt x="115" y="159"/>
                </a:cubicBezTo>
                <a:cubicBezTo>
                  <a:pt x="109" y="147"/>
                  <a:pt x="109" y="147"/>
                  <a:pt x="109" y="147"/>
                </a:cubicBezTo>
                <a:cubicBezTo>
                  <a:pt x="108" y="145"/>
                  <a:pt x="109" y="142"/>
                  <a:pt x="111" y="141"/>
                </a:cubicBezTo>
                <a:cubicBezTo>
                  <a:pt x="123" y="135"/>
                  <a:pt x="123" y="135"/>
                  <a:pt x="123" y="135"/>
                </a:cubicBezTo>
                <a:cubicBezTo>
                  <a:pt x="123" y="125"/>
                  <a:pt x="123" y="125"/>
                  <a:pt x="123" y="125"/>
                </a:cubicBezTo>
                <a:cubicBezTo>
                  <a:pt x="107" y="132"/>
                  <a:pt x="107" y="132"/>
                  <a:pt x="107" y="132"/>
                </a:cubicBezTo>
                <a:cubicBezTo>
                  <a:pt x="105" y="133"/>
                  <a:pt x="102" y="132"/>
                  <a:pt x="101" y="130"/>
                </a:cubicBezTo>
                <a:cubicBezTo>
                  <a:pt x="99" y="124"/>
                  <a:pt x="99" y="124"/>
                  <a:pt x="99" y="124"/>
                </a:cubicBezTo>
                <a:cubicBezTo>
                  <a:pt x="99" y="150"/>
                  <a:pt x="99" y="150"/>
                  <a:pt x="99" y="150"/>
                </a:cubicBezTo>
                <a:cubicBezTo>
                  <a:pt x="99" y="150"/>
                  <a:pt x="99" y="151"/>
                  <a:pt x="100" y="151"/>
                </a:cubicBezTo>
                <a:cubicBezTo>
                  <a:pt x="106" y="164"/>
                  <a:pt x="106" y="164"/>
                  <a:pt x="106" y="164"/>
                </a:cubicBezTo>
                <a:cubicBezTo>
                  <a:pt x="106" y="164"/>
                  <a:pt x="106" y="164"/>
                  <a:pt x="106" y="164"/>
                </a:cubicBezTo>
                <a:cubicBezTo>
                  <a:pt x="107" y="166"/>
                  <a:pt x="106" y="169"/>
                  <a:pt x="104" y="170"/>
                </a:cubicBezTo>
                <a:cubicBezTo>
                  <a:pt x="99" y="172"/>
                  <a:pt x="99" y="172"/>
                  <a:pt x="99" y="172"/>
                </a:cubicBezTo>
                <a:cubicBezTo>
                  <a:pt x="99" y="183"/>
                  <a:pt x="99" y="183"/>
                  <a:pt x="99" y="183"/>
                </a:cubicBezTo>
                <a:cubicBezTo>
                  <a:pt x="108" y="179"/>
                  <a:pt x="108" y="179"/>
                  <a:pt x="108" y="179"/>
                </a:cubicBezTo>
                <a:cubicBezTo>
                  <a:pt x="110" y="178"/>
                  <a:pt x="113" y="179"/>
                  <a:pt x="114" y="181"/>
                </a:cubicBezTo>
                <a:cubicBezTo>
                  <a:pt x="120" y="194"/>
                  <a:pt x="120" y="194"/>
                  <a:pt x="120" y="194"/>
                </a:cubicBezTo>
                <a:cubicBezTo>
                  <a:pt x="120" y="194"/>
                  <a:pt x="120" y="194"/>
                  <a:pt x="120" y="194"/>
                </a:cubicBezTo>
                <a:cubicBezTo>
                  <a:pt x="121" y="196"/>
                  <a:pt x="120" y="198"/>
                  <a:pt x="118" y="199"/>
                </a:cubicBezTo>
                <a:cubicBezTo>
                  <a:pt x="99" y="208"/>
                  <a:pt x="99" y="208"/>
                  <a:pt x="99" y="208"/>
                </a:cubicBezTo>
                <a:cubicBezTo>
                  <a:pt x="99" y="236"/>
                  <a:pt x="99" y="236"/>
                  <a:pt x="99" y="236"/>
                </a:cubicBezTo>
                <a:close/>
                <a:moveTo>
                  <a:pt x="123" y="82"/>
                </a:moveTo>
                <a:cubicBezTo>
                  <a:pt x="123" y="99"/>
                  <a:pt x="123" y="99"/>
                  <a:pt x="123" y="99"/>
                </a:cubicBezTo>
                <a:cubicBezTo>
                  <a:pt x="99" y="111"/>
                  <a:pt x="99" y="111"/>
                  <a:pt x="99" y="111"/>
                </a:cubicBezTo>
                <a:cubicBezTo>
                  <a:pt x="99" y="94"/>
                  <a:pt x="99" y="94"/>
                  <a:pt x="99" y="94"/>
                </a:cubicBezTo>
                <a:lnTo>
                  <a:pt x="123" y="82"/>
                </a:lnTo>
                <a:close/>
                <a:moveTo>
                  <a:pt x="99" y="18"/>
                </a:moveTo>
                <a:cubicBezTo>
                  <a:pt x="71" y="31"/>
                  <a:pt x="71" y="31"/>
                  <a:pt x="71" y="31"/>
                </a:cubicBezTo>
                <a:cubicBezTo>
                  <a:pt x="71" y="54"/>
                  <a:pt x="71" y="54"/>
                  <a:pt x="71" y="54"/>
                </a:cubicBezTo>
                <a:cubicBezTo>
                  <a:pt x="99" y="41"/>
                  <a:pt x="99" y="41"/>
                  <a:pt x="99" y="41"/>
                </a:cubicBezTo>
                <a:cubicBezTo>
                  <a:pt x="99" y="18"/>
                  <a:pt x="99" y="18"/>
                  <a:pt x="99" y="18"/>
                </a:cubicBezTo>
                <a:close/>
                <a:moveTo>
                  <a:pt x="71" y="227"/>
                </a:moveTo>
                <a:cubicBezTo>
                  <a:pt x="77" y="235"/>
                  <a:pt x="88" y="239"/>
                  <a:pt x="99" y="236"/>
                </a:cubicBezTo>
                <a:cubicBezTo>
                  <a:pt x="99" y="208"/>
                  <a:pt x="99" y="208"/>
                  <a:pt x="99" y="208"/>
                </a:cubicBezTo>
                <a:cubicBezTo>
                  <a:pt x="89" y="212"/>
                  <a:pt x="89" y="212"/>
                  <a:pt x="89" y="212"/>
                </a:cubicBezTo>
                <a:cubicBezTo>
                  <a:pt x="87" y="213"/>
                  <a:pt x="85" y="213"/>
                  <a:pt x="84" y="210"/>
                </a:cubicBezTo>
                <a:cubicBezTo>
                  <a:pt x="78" y="197"/>
                  <a:pt x="78" y="197"/>
                  <a:pt x="78" y="197"/>
                </a:cubicBezTo>
                <a:cubicBezTo>
                  <a:pt x="77" y="195"/>
                  <a:pt x="78" y="193"/>
                  <a:pt x="80" y="192"/>
                </a:cubicBezTo>
                <a:cubicBezTo>
                  <a:pt x="99" y="183"/>
                  <a:pt x="99" y="183"/>
                  <a:pt x="99" y="183"/>
                </a:cubicBezTo>
                <a:cubicBezTo>
                  <a:pt x="99" y="172"/>
                  <a:pt x="99" y="172"/>
                  <a:pt x="99" y="172"/>
                </a:cubicBezTo>
                <a:cubicBezTo>
                  <a:pt x="75" y="183"/>
                  <a:pt x="75" y="183"/>
                  <a:pt x="75" y="183"/>
                </a:cubicBezTo>
                <a:cubicBezTo>
                  <a:pt x="74" y="184"/>
                  <a:pt x="72" y="183"/>
                  <a:pt x="71" y="182"/>
                </a:cubicBezTo>
                <a:cubicBezTo>
                  <a:pt x="71" y="227"/>
                  <a:pt x="71" y="227"/>
                  <a:pt x="71" y="227"/>
                </a:cubicBezTo>
                <a:close/>
                <a:moveTo>
                  <a:pt x="99" y="94"/>
                </a:moveTo>
                <a:cubicBezTo>
                  <a:pt x="99" y="111"/>
                  <a:pt x="99" y="111"/>
                  <a:pt x="99" y="111"/>
                </a:cubicBezTo>
                <a:cubicBezTo>
                  <a:pt x="97" y="111"/>
                  <a:pt x="97" y="111"/>
                  <a:pt x="97" y="111"/>
                </a:cubicBezTo>
                <a:cubicBezTo>
                  <a:pt x="95" y="112"/>
                  <a:pt x="94" y="115"/>
                  <a:pt x="95" y="117"/>
                </a:cubicBezTo>
                <a:cubicBezTo>
                  <a:pt x="99" y="124"/>
                  <a:pt x="99" y="124"/>
                  <a:pt x="99" y="124"/>
                </a:cubicBezTo>
                <a:cubicBezTo>
                  <a:pt x="99" y="150"/>
                  <a:pt x="99" y="150"/>
                  <a:pt x="99" y="150"/>
                </a:cubicBezTo>
                <a:cubicBezTo>
                  <a:pt x="97" y="149"/>
                  <a:pt x="96" y="148"/>
                  <a:pt x="94" y="149"/>
                </a:cubicBezTo>
                <a:cubicBezTo>
                  <a:pt x="71" y="160"/>
                  <a:pt x="71" y="160"/>
                  <a:pt x="71" y="160"/>
                </a:cubicBezTo>
                <a:cubicBezTo>
                  <a:pt x="71" y="149"/>
                  <a:pt x="71" y="149"/>
                  <a:pt x="71" y="149"/>
                </a:cubicBezTo>
                <a:cubicBezTo>
                  <a:pt x="90" y="140"/>
                  <a:pt x="90" y="140"/>
                  <a:pt x="90" y="140"/>
                </a:cubicBezTo>
                <a:cubicBezTo>
                  <a:pt x="92" y="139"/>
                  <a:pt x="93" y="136"/>
                  <a:pt x="92" y="134"/>
                </a:cubicBezTo>
                <a:cubicBezTo>
                  <a:pt x="92" y="134"/>
                  <a:pt x="92" y="134"/>
                  <a:pt x="92" y="134"/>
                </a:cubicBezTo>
                <a:cubicBezTo>
                  <a:pt x="86" y="122"/>
                  <a:pt x="86" y="122"/>
                  <a:pt x="86" y="122"/>
                </a:cubicBezTo>
                <a:cubicBezTo>
                  <a:pt x="85" y="119"/>
                  <a:pt x="82" y="118"/>
                  <a:pt x="80" y="119"/>
                </a:cubicBezTo>
                <a:cubicBezTo>
                  <a:pt x="71" y="124"/>
                  <a:pt x="71" y="124"/>
                  <a:pt x="71" y="124"/>
                </a:cubicBezTo>
                <a:cubicBezTo>
                  <a:pt x="71" y="107"/>
                  <a:pt x="71" y="107"/>
                  <a:pt x="71" y="107"/>
                </a:cubicBezTo>
                <a:lnTo>
                  <a:pt x="99" y="94"/>
                </a:lnTo>
                <a:close/>
                <a:moveTo>
                  <a:pt x="71" y="31"/>
                </a:moveTo>
                <a:cubicBezTo>
                  <a:pt x="20" y="55"/>
                  <a:pt x="20" y="55"/>
                  <a:pt x="20" y="55"/>
                </a:cubicBezTo>
                <a:cubicBezTo>
                  <a:pt x="6" y="62"/>
                  <a:pt x="0" y="78"/>
                  <a:pt x="7" y="91"/>
                </a:cubicBezTo>
                <a:cubicBezTo>
                  <a:pt x="68" y="222"/>
                  <a:pt x="68" y="222"/>
                  <a:pt x="68" y="222"/>
                </a:cubicBezTo>
                <a:cubicBezTo>
                  <a:pt x="69" y="223"/>
                  <a:pt x="70" y="225"/>
                  <a:pt x="71" y="227"/>
                </a:cubicBezTo>
                <a:cubicBezTo>
                  <a:pt x="71" y="182"/>
                  <a:pt x="71" y="182"/>
                  <a:pt x="71" y="182"/>
                </a:cubicBezTo>
                <a:cubicBezTo>
                  <a:pt x="71" y="182"/>
                  <a:pt x="70" y="181"/>
                  <a:pt x="70" y="181"/>
                </a:cubicBezTo>
                <a:cubicBezTo>
                  <a:pt x="64" y="168"/>
                  <a:pt x="64" y="168"/>
                  <a:pt x="64" y="168"/>
                </a:cubicBezTo>
                <a:cubicBezTo>
                  <a:pt x="63" y="166"/>
                  <a:pt x="64" y="163"/>
                  <a:pt x="66" y="162"/>
                </a:cubicBezTo>
                <a:cubicBezTo>
                  <a:pt x="71" y="160"/>
                  <a:pt x="71" y="160"/>
                  <a:pt x="71" y="160"/>
                </a:cubicBezTo>
                <a:cubicBezTo>
                  <a:pt x="71" y="149"/>
                  <a:pt x="71" y="149"/>
                  <a:pt x="71" y="149"/>
                </a:cubicBezTo>
                <a:cubicBezTo>
                  <a:pt x="62" y="153"/>
                  <a:pt x="62" y="153"/>
                  <a:pt x="62" y="153"/>
                </a:cubicBezTo>
                <a:cubicBezTo>
                  <a:pt x="60" y="154"/>
                  <a:pt x="57" y="153"/>
                  <a:pt x="56" y="151"/>
                </a:cubicBezTo>
                <a:cubicBezTo>
                  <a:pt x="50" y="138"/>
                  <a:pt x="50" y="138"/>
                  <a:pt x="50" y="138"/>
                </a:cubicBezTo>
                <a:cubicBezTo>
                  <a:pt x="49" y="136"/>
                  <a:pt x="50" y="134"/>
                  <a:pt x="52" y="133"/>
                </a:cubicBezTo>
                <a:cubicBezTo>
                  <a:pt x="71" y="124"/>
                  <a:pt x="71" y="124"/>
                  <a:pt x="71" y="124"/>
                </a:cubicBezTo>
                <a:cubicBezTo>
                  <a:pt x="71" y="107"/>
                  <a:pt x="71" y="107"/>
                  <a:pt x="71" y="107"/>
                </a:cubicBezTo>
                <a:cubicBezTo>
                  <a:pt x="53" y="115"/>
                  <a:pt x="53" y="115"/>
                  <a:pt x="53" y="115"/>
                </a:cubicBezTo>
                <a:cubicBezTo>
                  <a:pt x="46" y="118"/>
                  <a:pt x="38" y="116"/>
                  <a:pt x="35" y="109"/>
                </a:cubicBezTo>
                <a:cubicBezTo>
                  <a:pt x="26" y="89"/>
                  <a:pt x="26" y="89"/>
                  <a:pt x="26" y="89"/>
                </a:cubicBezTo>
                <a:cubicBezTo>
                  <a:pt x="23" y="83"/>
                  <a:pt x="26" y="75"/>
                  <a:pt x="33" y="72"/>
                </a:cubicBezTo>
                <a:cubicBezTo>
                  <a:pt x="71" y="54"/>
                  <a:pt x="71" y="54"/>
                  <a:pt x="71" y="54"/>
                </a:cubicBezTo>
                <a:lnTo>
                  <a:pt x="71" y="31"/>
                </a:ln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4" name="Rectangle 59"/>
          <p:cNvSpPr>
            <a:spLocks noChangeArrowheads="1"/>
          </p:cNvSpPr>
          <p:nvPr/>
        </p:nvSpPr>
        <p:spPr bwMode="auto">
          <a:xfrm>
            <a:off x="8465039" y="3421703"/>
            <a:ext cx="626900"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5" name="Rectangle 60"/>
          <p:cNvSpPr>
            <a:spLocks noChangeArrowheads="1"/>
          </p:cNvSpPr>
          <p:nvPr/>
        </p:nvSpPr>
        <p:spPr bwMode="auto">
          <a:xfrm>
            <a:off x="8490433" y="33582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6" name="Rectangle 61"/>
          <p:cNvSpPr>
            <a:spLocks noChangeArrowheads="1"/>
          </p:cNvSpPr>
          <p:nvPr/>
        </p:nvSpPr>
        <p:spPr bwMode="auto">
          <a:xfrm>
            <a:off x="8717386"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7" name="Rectangle 62"/>
          <p:cNvSpPr>
            <a:spLocks noChangeArrowheads="1"/>
          </p:cNvSpPr>
          <p:nvPr/>
        </p:nvSpPr>
        <p:spPr bwMode="auto">
          <a:xfrm>
            <a:off x="8739605" y="3059847"/>
            <a:ext cx="77768"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8" name="Rectangle 63"/>
          <p:cNvSpPr>
            <a:spLocks noChangeArrowheads="1"/>
          </p:cNvSpPr>
          <p:nvPr/>
        </p:nvSpPr>
        <p:spPr bwMode="auto">
          <a:xfrm>
            <a:off x="8717386"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69" name="Rectangle 64"/>
          <p:cNvSpPr>
            <a:spLocks noChangeArrowheads="1"/>
          </p:cNvSpPr>
          <p:nvPr/>
        </p:nvSpPr>
        <p:spPr bwMode="auto">
          <a:xfrm>
            <a:off x="8903075" y="3293148"/>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0" name="Rectangle 65"/>
          <p:cNvSpPr>
            <a:spLocks noChangeArrowheads="1"/>
          </p:cNvSpPr>
          <p:nvPr/>
        </p:nvSpPr>
        <p:spPr bwMode="auto">
          <a:xfrm>
            <a:off x="8923707" y="3059847"/>
            <a:ext cx="76180"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1" name="Rectangle 66"/>
          <p:cNvSpPr>
            <a:spLocks noChangeArrowheads="1"/>
          </p:cNvSpPr>
          <p:nvPr/>
        </p:nvSpPr>
        <p:spPr bwMode="auto">
          <a:xfrm>
            <a:off x="8903075" y="3047151"/>
            <a:ext cx="119032"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2" name="Rectangle 67"/>
          <p:cNvSpPr>
            <a:spLocks noChangeArrowheads="1"/>
          </p:cNvSpPr>
          <p:nvPr/>
        </p:nvSpPr>
        <p:spPr bwMode="auto">
          <a:xfrm>
            <a:off x="8534871" y="3293148"/>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3" name="Rectangle 68"/>
          <p:cNvSpPr>
            <a:spLocks noChangeArrowheads="1"/>
          </p:cNvSpPr>
          <p:nvPr/>
        </p:nvSpPr>
        <p:spPr bwMode="auto">
          <a:xfrm>
            <a:off x="8555504" y="3059847"/>
            <a:ext cx="79355" cy="253933"/>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4" name="Rectangle 69"/>
          <p:cNvSpPr>
            <a:spLocks noChangeArrowheads="1"/>
          </p:cNvSpPr>
          <p:nvPr/>
        </p:nvSpPr>
        <p:spPr bwMode="auto">
          <a:xfrm>
            <a:off x="8534871" y="3047151"/>
            <a:ext cx="122207"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5" name="Rectangle 70"/>
          <p:cNvSpPr>
            <a:spLocks noChangeArrowheads="1"/>
          </p:cNvSpPr>
          <p:nvPr/>
        </p:nvSpPr>
        <p:spPr bwMode="auto">
          <a:xfrm>
            <a:off x="8490433" y="2977319"/>
            <a:ext cx="576113" cy="31741"/>
          </a:xfrm>
          <a:prstGeom prst="rect">
            <a:avLst/>
          </a:prstGeom>
          <a:solidFill>
            <a:srgbClr val="C5C5C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6" name="Freeform 71"/>
          <p:cNvSpPr/>
          <p:nvPr/>
        </p:nvSpPr>
        <p:spPr bwMode="auto">
          <a:xfrm>
            <a:off x="8490433" y="2793217"/>
            <a:ext cx="576113" cy="184103"/>
          </a:xfrm>
          <a:custGeom>
            <a:avLst/>
            <a:gdLst>
              <a:gd name="T0" fmla="*/ 181 w 363"/>
              <a:gd name="T1" fmla="*/ 0 h 116"/>
              <a:gd name="T2" fmla="*/ 363 w 363"/>
              <a:gd name="T3" fmla="*/ 116 h 116"/>
              <a:gd name="T4" fmla="*/ 0 w 363"/>
              <a:gd name="T5" fmla="*/ 116 h 116"/>
              <a:gd name="T6" fmla="*/ 181 w 363"/>
              <a:gd name="T7" fmla="*/ 0 h 116"/>
            </a:gdLst>
            <a:ahLst/>
            <a:cxnLst>
              <a:cxn ang="0">
                <a:pos x="T0" y="T1"/>
              </a:cxn>
              <a:cxn ang="0">
                <a:pos x="T2" y="T3"/>
              </a:cxn>
              <a:cxn ang="0">
                <a:pos x="T4" y="T5"/>
              </a:cxn>
              <a:cxn ang="0">
                <a:pos x="T6" y="T7"/>
              </a:cxn>
            </a:cxnLst>
            <a:rect l="0" t="0" r="r" b="b"/>
            <a:pathLst>
              <a:path w="363" h="116">
                <a:moveTo>
                  <a:pt x="181" y="0"/>
                </a:moveTo>
                <a:lnTo>
                  <a:pt x="363" y="116"/>
                </a:lnTo>
                <a:lnTo>
                  <a:pt x="0" y="116"/>
                </a:lnTo>
                <a:lnTo>
                  <a:pt x="181"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7" name="Freeform 72"/>
          <p:cNvSpPr>
            <a:spLocks noEditPoints="1"/>
          </p:cNvSpPr>
          <p:nvPr/>
        </p:nvSpPr>
        <p:spPr bwMode="auto">
          <a:xfrm>
            <a:off x="6906521" y="2959860"/>
            <a:ext cx="799892" cy="522152"/>
          </a:xfrm>
          <a:custGeom>
            <a:avLst/>
            <a:gdLst>
              <a:gd name="T0" fmla="*/ 82 w 367"/>
              <a:gd name="T1" fmla="*/ 27 h 240"/>
              <a:gd name="T2" fmla="*/ 367 w 367"/>
              <a:gd name="T3" fmla="*/ 120 h 240"/>
              <a:gd name="T4" fmla="*/ 82 w 367"/>
              <a:gd name="T5" fmla="*/ 213 h 240"/>
              <a:gd name="T6" fmla="*/ 82 w 367"/>
              <a:gd name="T7" fmla="*/ 177 h 240"/>
              <a:gd name="T8" fmla="*/ 127 w 367"/>
              <a:gd name="T9" fmla="*/ 143 h 240"/>
              <a:gd name="T10" fmla="*/ 127 w 367"/>
              <a:gd name="T11" fmla="*/ 87 h 240"/>
              <a:gd name="T12" fmla="*/ 138 w 367"/>
              <a:gd name="T13" fmla="*/ 87 h 240"/>
              <a:gd name="T14" fmla="*/ 138 w 367"/>
              <a:gd name="T15" fmla="*/ 64 h 240"/>
              <a:gd name="T16" fmla="*/ 127 w 367"/>
              <a:gd name="T17" fmla="*/ 64 h 240"/>
              <a:gd name="T18" fmla="*/ 102 w 367"/>
              <a:gd name="T19" fmla="*/ 64 h 240"/>
              <a:gd name="T20" fmla="*/ 91 w 367"/>
              <a:gd name="T21" fmla="*/ 64 h 240"/>
              <a:gd name="T22" fmla="*/ 91 w 367"/>
              <a:gd name="T23" fmla="*/ 87 h 240"/>
              <a:gd name="T24" fmla="*/ 102 w 367"/>
              <a:gd name="T25" fmla="*/ 87 h 240"/>
              <a:gd name="T26" fmla="*/ 102 w 367"/>
              <a:gd name="T27" fmla="*/ 143 h 240"/>
              <a:gd name="T28" fmla="*/ 82 w 367"/>
              <a:gd name="T29" fmla="*/ 156 h 240"/>
              <a:gd name="T30" fmla="*/ 82 w 367"/>
              <a:gd name="T31" fmla="*/ 27 h 240"/>
              <a:gd name="T32" fmla="*/ 0 w 367"/>
              <a:gd name="T33" fmla="*/ 0 h 240"/>
              <a:gd name="T34" fmla="*/ 82 w 367"/>
              <a:gd name="T35" fmla="*/ 27 h 240"/>
              <a:gd name="T36" fmla="*/ 82 w 367"/>
              <a:gd name="T37" fmla="*/ 156 h 240"/>
              <a:gd name="T38" fmla="*/ 82 w 367"/>
              <a:gd name="T39" fmla="*/ 156 h 240"/>
              <a:gd name="T40" fmla="*/ 62 w 367"/>
              <a:gd name="T41" fmla="*/ 143 h 240"/>
              <a:gd name="T42" fmla="*/ 62 w 367"/>
              <a:gd name="T43" fmla="*/ 87 h 240"/>
              <a:gd name="T44" fmla="*/ 73 w 367"/>
              <a:gd name="T45" fmla="*/ 87 h 240"/>
              <a:gd name="T46" fmla="*/ 73 w 367"/>
              <a:gd name="T47" fmla="*/ 64 h 240"/>
              <a:gd name="T48" fmla="*/ 62 w 367"/>
              <a:gd name="T49" fmla="*/ 64 h 240"/>
              <a:gd name="T50" fmla="*/ 37 w 367"/>
              <a:gd name="T51" fmla="*/ 64 h 240"/>
              <a:gd name="T52" fmla="*/ 26 w 367"/>
              <a:gd name="T53" fmla="*/ 64 h 240"/>
              <a:gd name="T54" fmla="*/ 26 w 367"/>
              <a:gd name="T55" fmla="*/ 87 h 240"/>
              <a:gd name="T56" fmla="*/ 37 w 367"/>
              <a:gd name="T57" fmla="*/ 87 h 240"/>
              <a:gd name="T58" fmla="*/ 37 w 367"/>
              <a:gd name="T59" fmla="*/ 143 h 240"/>
              <a:gd name="T60" fmla="*/ 82 w 367"/>
              <a:gd name="T61" fmla="*/ 177 h 240"/>
              <a:gd name="T62" fmla="*/ 82 w 367"/>
              <a:gd name="T63" fmla="*/ 177 h 240"/>
              <a:gd name="T64" fmla="*/ 82 w 367"/>
              <a:gd name="T65" fmla="*/ 213 h 240"/>
              <a:gd name="T66" fmla="*/ 0 w 367"/>
              <a:gd name="T67" fmla="*/ 240 h 240"/>
              <a:gd name="T68" fmla="*/ 0 w 367"/>
              <a:gd name="T69"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67" h="240">
                <a:moveTo>
                  <a:pt x="82" y="27"/>
                </a:moveTo>
                <a:cubicBezTo>
                  <a:pt x="367" y="120"/>
                  <a:pt x="367" y="120"/>
                  <a:pt x="367" y="120"/>
                </a:cubicBezTo>
                <a:cubicBezTo>
                  <a:pt x="82" y="213"/>
                  <a:pt x="82" y="213"/>
                  <a:pt x="82" y="213"/>
                </a:cubicBezTo>
                <a:cubicBezTo>
                  <a:pt x="82" y="177"/>
                  <a:pt x="82" y="177"/>
                  <a:pt x="82" y="177"/>
                </a:cubicBezTo>
                <a:cubicBezTo>
                  <a:pt x="107" y="177"/>
                  <a:pt x="127" y="162"/>
                  <a:pt x="127" y="143"/>
                </a:cubicBezTo>
                <a:cubicBezTo>
                  <a:pt x="127" y="87"/>
                  <a:pt x="127" y="87"/>
                  <a:pt x="127" y="87"/>
                </a:cubicBezTo>
                <a:cubicBezTo>
                  <a:pt x="138" y="87"/>
                  <a:pt x="138" y="87"/>
                  <a:pt x="138" y="87"/>
                </a:cubicBezTo>
                <a:cubicBezTo>
                  <a:pt x="138" y="64"/>
                  <a:pt x="138" y="64"/>
                  <a:pt x="138" y="64"/>
                </a:cubicBezTo>
                <a:cubicBezTo>
                  <a:pt x="127" y="64"/>
                  <a:pt x="127" y="64"/>
                  <a:pt x="127" y="64"/>
                </a:cubicBezTo>
                <a:cubicBezTo>
                  <a:pt x="102" y="64"/>
                  <a:pt x="102" y="64"/>
                  <a:pt x="102" y="64"/>
                </a:cubicBezTo>
                <a:cubicBezTo>
                  <a:pt x="91" y="64"/>
                  <a:pt x="91" y="64"/>
                  <a:pt x="91" y="64"/>
                </a:cubicBezTo>
                <a:cubicBezTo>
                  <a:pt x="91" y="87"/>
                  <a:pt x="91" y="87"/>
                  <a:pt x="91" y="87"/>
                </a:cubicBezTo>
                <a:cubicBezTo>
                  <a:pt x="102" y="87"/>
                  <a:pt x="102" y="87"/>
                  <a:pt x="102" y="87"/>
                </a:cubicBezTo>
                <a:cubicBezTo>
                  <a:pt x="102" y="143"/>
                  <a:pt x="102" y="143"/>
                  <a:pt x="102" y="143"/>
                </a:cubicBezTo>
                <a:cubicBezTo>
                  <a:pt x="102" y="150"/>
                  <a:pt x="93" y="156"/>
                  <a:pt x="82" y="156"/>
                </a:cubicBezTo>
                <a:lnTo>
                  <a:pt x="82" y="27"/>
                </a:lnTo>
                <a:close/>
                <a:moveTo>
                  <a:pt x="0" y="0"/>
                </a:moveTo>
                <a:cubicBezTo>
                  <a:pt x="82" y="27"/>
                  <a:pt x="82" y="27"/>
                  <a:pt x="82" y="27"/>
                </a:cubicBezTo>
                <a:cubicBezTo>
                  <a:pt x="82" y="156"/>
                  <a:pt x="82" y="156"/>
                  <a:pt x="82" y="156"/>
                </a:cubicBezTo>
                <a:cubicBezTo>
                  <a:pt x="82" y="156"/>
                  <a:pt x="82" y="156"/>
                  <a:pt x="82" y="156"/>
                </a:cubicBezTo>
                <a:cubicBezTo>
                  <a:pt x="71" y="156"/>
                  <a:pt x="62" y="150"/>
                  <a:pt x="62" y="143"/>
                </a:cubicBezTo>
                <a:cubicBezTo>
                  <a:pt x="62" y="87"/>
                  <a:pt x="62" y="87"/>
                  <a:pt x="62" y="87"/>
                </a:cubicBezTo>
                <a:cubicBezTo>
                  <a:pt x="73" y="87"/>
                  <a:pt x="73" y="87"/>
                  <a:pt x="73" y="87"/>
                </a:cubicBezTo>
                <a:cubicBezTo>
                  <a:pt x="73" y="64"/>
                  <a:pt x="73" y="64"/>
                  <a:pt x="73" y="64"/>
                </a:cubicBezTo>
                <a:cubicBezTo>
                  <a:pt x="62" y="64"/>
                  <a:pt x="62" y="64"/>
                  <a:pt x="62" y="64"/>
                </a:cubicBezTo>
                <a:cubicBezTo>
                  <a:pt x="37" y="64"/>
                  <a:pt x="37" y="64"/>
                  <a:pt x="37" y="64"/>
                </a:cubicBezTo>
                <a:cubicBezTo>
                  <a:pt x="26" y="64"/>
                  <a:pt x="26" y="64"/>
                  <a:pt x="26" y="64"/>
                </a:cubicBezTo>
                <a:cubicBezTo>
                  <a:pt x="26" y="87"/>
                  <a:pt x="26" y="87"/>
                  <a:pt x="26" y="87"/>
                </a:cubicBezTo>
                <a:cubicBezTo>
                  <a:pt x="37" y="87"/>
                  <a:pt x="37" y="87"/>
                  <a:pt x="37" y="87"/>
                </a:cubicBezTo>
                <a:cubicBezTo>
                  <a:pt x="37" y="143"/>
                  <a:pt x="37" y="143"/>
                  <a:pt x="37" y="143"/>
                </a:cubicBezTo>
                <a:cubicBezTo>
                  <a:pt x="37" y="162"/>
                  <a:pt x="57" y="177"/>
                  <a:pt x="82" y="177"/>
                </a:cubicBezTo>
                <a:cubicBezTo>
                  <a:pt x="82" y="177"/>
                  <a:pt x="82" y="177"/>
                  <a:pt x="82" y="177"/>
                </a:cubicBezTo>
                <a:cubicBezTo>
                  <a:pt x="82" y="213"/>
                  <a:pt x="82" y="213"/>
                  <a:pt x="82" y="213"/>
                </a:cubicBezTo>
                <a:cubicBezTo>
                  <a:pt x="0" y="240"/>
                  <a:pt x="0" y="240"/>
                  <a:pt x="0" y="240"/>
                </a:cubicBezTo>
                <a:lnTo>
                  <a:pt x="0"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8" name="Freeform 73"/>
          <p:cNvSpPr>
            <a:spLocks noEditPoints="1"/>
          </p:cNvSpPr>
          <p:nvPr/>
        </p:nvSpPr>
        <p:spPr bwMode="auto">
          <a:xfrm>
            <a:off x="8671361" y="3532799"/>
            <a:ext cx="187276" cy="326940"/>
          </a:xfrm>
          <a:custGeom>
            <a:avLst/>
            <a:gdLst>
              <a:gd name="T0" fmla="*/ 37 w 86"/>
              <a:gd name="T1" fmla="*/ 128 h 150"/>
              <a:gd name="T2" fmla="*/ 34 w 86"/>
              <a:gd name="T3" fmla="*/ 127 h 150"/>
              <a:gd name="T4" fmla="*/ 34 w 86"/>
              <a:gd name="T5" fmla="*/ 150 h 150"/>
              <a:gd name="T6" fmla="*/ 45 w 86"/>
              <a:gd name="T7" fmla="*/ 142 h 150"/>
              <a:gd name="T8" fmla="*/ 37 w 86"/>
              <a:gd name="T9" fmla="*/ 128 h 150"/>
              <a:gd name="T10" fmla="*/ 34 w 86"/>
              <a:gd name="T11" fmla="*/ 118 h 150"/>
              <a:gd name="T12" fmla="*/ 34 w 86"/>
              <a:gd name="T13" fmla="*/ 51 h 150"/>
              <a:gd name="T14" fmla="*/ 51 w 86"/>
              <a:gd name="T15" fmla="*/ 46 h 150"/>
              <a:gd name="T16" fmla="*/ 61 w 86"/>
              <a:gd name="T17" fmla="*/ 8 h 150"/>
              <a:gd name="T18" fmla="*/ 72 w 86"/>
              <a:gd name="T19" fmla="*/ 1 h 150"/>
              <a:gd name="T20" fmla="*/ 78 w 86"/>
              <a:gd name="T21" fmla="*/ 12 h 150"/>
              <a:gd name="T22" fmla="*/ 69 w 86"/>
              <a:gd name="T23" fmla="*/ 51 h 150"/>
              <a:gd name="T24" fmla="*/ 82 w 86"/>
              <a:gd name="T25" fmla="*/ 84 h 150"/>
              <a:gd name="T26" fmla="*/ 77 w 86"/>
              <a:gd name="T27" fmla="*/ 103 h 150"/>
              <a:gd name="T28" fmla="*/ 77 w 86"/>
              <a:gd name="T29" fmla="*/ 103 h 150"/>
              <a:gd name="T30" fmla="*/ 86 w 86"/>
              <a:gd name="T31" fmla="*/ 117 h 150"/>
              <a:gd name="T32" fmla="*/ 83 w 86"/>
              <a:gd name="T33" fmla="*/ 130 h 150"/>
              <a:gd name="T34" fmla="*/ 34 w 86"/>
              <a:gd name="T35" fmla="*/ 118 h 150"/>
              <a:gd name="T36" fmla="*/ 34 w 86"/>
              <a:gd name="T37" fmla="*/ 127 h 150"/>
              <a:gd name="T38" fmla="*/ 23 w 86"/>
              <a:gd name="T39" fmla="*/ 136 h 150"/>
              <a:gd name="T40" fmla="*/ 31 w 86"/>
              <a:gd name="T41" fmla="*/ 150 h 150"/>
              <a:gd name="T42" fmla="*/ 34 w 86"/>
              <a:gd name="T43" fmla="*/ 150 h 150"/>
              <a:gd name="T44" fmla="*/ 34 w 86"/>
              <a:gd name="T45" fmla="*/ 127 h 150"/>
              <a:gd name="T46" fmla="*/ 34 w 86"/>
              <a:gd name="T47" fmla="*/ 51 h 150"/>
              <a:gd name="T48" fmla="*/ 34 w 86"/>
              <a:gd name="T49" fmla="*/ 118 h 150"/>
              <a:gd name="T50" fmla="*/ 0 w 86"/>
              <a:gd name="T51" fmla="*/ 109 h 150"/>
              <a:gd name="T52" fmla="*/ 3 w 86"/>
              <a:gd name="T53" fmla="*/ 96 h 150"/>
              <a:gd name="T54" fmla="*/ 18 w 86"/>
              <a:gd name="T55" fmla="*/ 88 h 150"/>
              <a:gd name="T56" fmla="*/ 23 w 86"/>
              <a:gd name="T57" fmla="*/ 69 h 150"/>
              <a:gd name="T58" fmla="*/ 34 w 86"/>
              <a:gd name="T59" fmla="*/ 51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6" h="150">
                <a:moveTo>
                  <a:pt x="37" y="128"/>
                </a:moveTo>
                <a:cubicBezTo>
                  <a:pt x="36" y="127"/>
                  <a:pt x="35" y="127"/>
                  <a:pt x="34" y="127"/>
                </a:cubicBezTo>
                <a:cubicBezTo>
                  <a:pt x="34" y="150"/>
                  <a:pt x="34" y="150"/>
                  <a:pt x="34" y="150"/>
                </a:cubicBezTo>
                <a:cubicBezTo>
                  <a:pt x="39" y="150"/>
                  <a:pt x="44" y="147"/>
                  <a:pt x="45" y="142"/>
                </a:cubicBezTo>
                <a:cubicBezTo>
                  <a:pt x="47" y="136"/>
                  <a:pt x="43" y="129"/>
                  <a:pt x="37" y="128"/>
                </a:cubicBezTo>
                <a:close/>
                <a:moveTo>
                  <a:pt x="34" y="118"/>
                </a:moveTo>
                <a:cubicBezTo>
                  <a:pt x="34" y="51"/>
                  <a:pt x="34" y="51"/>
                  <a:pt x="34" y="51"/>
                </a:cubicBezTo>
                <a:cubicBezTo>
                  <a:pt x="39" y="48"/>
                  <a:pt x="45" y="46"/>
                  <a:pt x="51" y="46"/>
                </a:cubicBezTo>
                <a:cubicBezTo>
                  <a:pt x="61" y="8"/>
                  <a:pt x="61" y="8"/>
                  <a:pt x="61" y="8"/>
                </a:cubicBezTo>
                <a:cubicBezTo>
                  <a:pt x="62" y="3"/>
                  <a:pt x="67" y="0"/>
                  <a:pt x="72" y="1"/>
                </a:cubicBezTo>
                <a:cubicBezTo>
                  <a:pt x="77" y="2"/>
                  <a:pt x="80" y="7"/>
                  <a:pt x="78" y="12"/>
                </a:cubicBezTo>
                <a:cubicBezTo>
                  <a:pt x="69" y="51"/>
                  <a:pt x="69" y="51"/>
                  <a:pt x="69" y="51"/>
                </a:cubicBezTo>
                <a:cubicBezTo>
                  <a:pt x="79" y="57"/>
                  <a:pt x="86" y="68"/>
                  <a:pt x="82" y="84"/>
                </a:cubicBezTo>
                <a:cubicBezTo>
                  <a:pt x="82" y="84"/>
                  <a:pt x="79" y="97"/>
                  <a:pt x="77" y="103"/>
                </a:cubicBezTo>
                <a:cubicBezTo>
                  <a:pt x="77" y="103"/>
                  <a:pt x="77" y="103"/>
                  <a:pt x="77" y="103"/>
                </a:cubicBezTo>
                <a:cubicBezTo>
                  <a:pt x="75" y="112"/>
                  <a:pt x="86" y="117"/>
                  <a:pt x="86" y="117"/>
                </a:cubicBezTo>
                <a:cubicBezTo>
                  <a:pt x="83" y="130"/>
                  <a:pt x="83" y="130"/>
                  <a:pt x="83" y="130"/>
                </a:cubicBezTo>
                <a:lnTo>
                  <a:pt x="34" y="118"/>
                </a:lnTo>
                <a:close/>
                <a:moveTo>
                  <a:pt x="34" y="127"/>
                </a:moveTo>
                <a:cubicBezTo>
                  <a:pt x="29" y="127"/>
                  <a:pt x="24" y="131"/>
                  <a:pt x="23" y="136"/>
                </a:cubicBezTo>
                <a:cubicBezTo>
                  <a:pt x="21" y="142"/>
                  <a:pt x="25" y="148"/>
                  <a:pt x="31" y="150"/>
                </a:cubicBezTo>
                <a:cubicBezTo>
                  <a:pt x="32" y="150"/>
                  <a:pt x="33" y="150"/>
                  <a:pt x="34" y="150"/>
                </a:cubicBezTo>
                <a:cubicBezTo>
                  <a:pt x="34" y="127"/>
                  <a:pt x="34" y="127"/>
                  <a:pt x="34" y="127"/>
                </a:cubicBezTo>
                <a:close/>
                <a:moveTo>
                  <a:pt x="34" y="51"/>
                </a:moveTo>
                <a:cubicBezTo>
                  <a:pt x="34" y="118"/>
                  <a:pt x="34" y="118"/>
                  <a:pt x="34" y="118"/>
                </a:cubicBezTo>
                <a:cubicBezTo>
                  <a:pt x="0" y="109"/>
                  <a:pt x="0" y="109"/>
                  <a:pt x="0" y="109"/>
                </a:cubicBezTo>
                <a:cubicBezTo>
                  <a:pt x="3" y="96"/>
                  <a:pt x="3" y="96"/>
                  <a:pt x="3" y="96"/>
                </a:cubicBezTo>
                <a:cubicBezTo>
                  <a:pt x="3" y="96"/>
                  <a:pt x="16" y="97"/>
                  <a:pt x="18" y="88"/>
                </a:cubicBezTo>
                <a:cubicBezTo>
                  <a:pt x="20" y="80"/>
                  <a:pt x="23" y="69"/>
                  <a:pt x="23" y="69"/>
                </a:cubicBezTo>
                <a:cubicBezTo>
                  <a:pt x="25" y="61"/>
                  <a:pt x="29" y="55"/>
                  <a:pt x="34"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79" name="Freeform 74"/>
          <p:cNvSpPr>
            <a:spLocks noEditPoints="1"/>
          </p:cNvSpPr>
          <p:nvPr/>
        </p:nvSpPr>
        <p:spPr bwMode="auto">
          <a:xfrm>
            <a:off x="7036661" y="2412317"/>
            <a:ext cx="376140" cy="460255"/>
          </a:xfrm>
          <a:custGeom>
            <a:avLst/>
            <a:gdLst>
              <a:gd name="T0" fmla="*/ 172 w 172"/>
              <a:gd name="T1" fmla="*/ 9 h 211"/>
              <a:gd name="T2" fmla="*/ 121 w 172"/>
              <a:gd name="T3" fmla="*/ 37 h 211"/>
              <a:gd name="T4" fmla="*/ 143 w 172"/>
              <a:gd name="T5" fmla="*/ 211 h 211"/>
              <a:gd name="T6" fmla="*/ 124 w 172"/>
              <a:gd name="T7" fmla="*/ 165 h 211"/>
              <a:gd name="T8" fmla="*/ 131 w 172"/>
              <a:gd name="T9" fmla="*/ 108 h 211"/>
              <a:gd name="T10" fmla="*/ 121 w 172"/>
              <a:gd name="T11" fmla="*/ 86 h 211"/>
              <a:gd name="T12" fmla="*/ 129 w 172"/>
              <a:gd name="T13" fmla="*/ 146 h 211"/>
              <a:gd name="T14" fmla="*/ 127 w 172"/>
              <a:gd name="T15" fmla="*/ 116 h 211"/>
              <a:gd name="T16" fmla="*/ 121 w 172"/>
              <a:gd name="T17" fmla="*/ 156 h 211"/>
              <a:gd name="T18" fmla="*/ 121 w 172"/>
              <a:gd name="T19" fmla="*/ 9 h 211"/>
              <a:gd name="T20" fmla="*/ 98 w 172"/>
              <a:gd name="T21" fmla="*/ 37 h 211"/>
              <a:gd name="T22" fmla="*/ 110 w 172"/>
              <a:gd name="T23" fmla="*/ 88 h 211"/>
              <a:gd name="T24" fmla="*/ 100 w 172"/>
              <a:gd name="T25" fmla="*/ 81 h 211"/>
              <a:gd name="T26" fmla="*/ 121 w 172"/>
              <a:gd name="T27" fmla="*/ 211 h 211"/>
              <a:gd name="T28" fmla="*/ 101 w 172"/>
              <a:gd name="T29" fmla="*/ 163 h 211"/>
              <a:gd name="T30" fmla="*/ 121 w 172"/>
              <a:gd name="T31" fmla="*/ 211 h 211"/>
              <a:gd name="T32" fmla="*/ 113 w 172"/>
              <a:gd name="T33" fmla="*/ 148 h 211"/>
              <a:gd name="T34" fmla="*/ 121 w 172"/>
              <a:gd name="T35" fmla="*/ 156 h 211"/>
              <a:gd name="T36" fmla="*/ 98 w 172"/>
              <a:gd name="T37" fmla="*/ 0 h 211"/>
              <a:gd name="T38" fmla="*/ 71 w 172"/>
              <a:gd name="T39" fmla="*/ 0 h 211"/>
              <a:gd name="T40" fmla="*/ 98 w 172"/>
              <a:gd name="T41" fmla="*/ 80 h 211"/>
              <a:gd name="T42" fmla="*/ 71 w 172"/>
              <a:gd name="T43" fmla="*/ 37 h 211"/>
              <a:gd name="T44" fmla="*/ 71 w 172"/>
              <a:gd name="T45" fmla="*/ 166 h 211"/>
              <a:gd name="T46" fmla="*/ 98 w 172"/>
              <a:gd name="T47" fmla="*/ 141 h 211"/>
              <a:gd name="T48" fmla="*/ 98 w 172"/>
              <a:gd name="T49" fmla="*/ 160 h 211"/>
              <a:gd name="T50" fmla="*/ 74 w 172"/>
              <a:gd name="T51" fmla="*/ 124 h 211"/>
              <a:gd name="T52" fmla="*/ 71 w 172"/>
              <a:gd name="T53" fmla="*/ 118 h 211"/>
              <a:gd name="T54" fmla="*/ 71 w 172"/>
              <a:gd name="T55" fmla="*/ 98 h 211"/>
              <a:gd name="T56" fmla="*/ 71 w 172"/>
              <a:gd name="T57" fmla="*/ 0 h 211"/>
              <a:gd name="T58" fmla="*/ 60 w 172"/>
              <a:gd name="T59" fmla="*/ 0 h 211"/>
              <a:gd name="T60" fmla="*/ 71 w 172"/>
              <a:gd name="T61" fmla="*/ 88 h 211"/>
              <a:gd name="T62" fmla="*/ 60 w 172"/>
              <a:gd name="T63" fmla="*/ 37 h 211"/>
              <a:gd name="T64" fmla="*/ 60 w 172"/>
              <a:gd name="T65" fmla="*/ 120 h 211"/>
              <a:gd name="T66" fmla="*/ 65 w 172"/>
              <a:gd name="T67" fmla="*/ 166 h 211"/>
              <a:gd name="T68" fmla="*/ 71 w 172"/>
              <a:gd name="T69" fmla="*/ 98 h 211"/>
              <a:gd name="T70" fmla="*/ 71 w 172"/>
              <a:gd name="T71" fmla="*/ 98 h 211"/>
              <a:gd name="T72" fmla="*/ 60 w 172"/>
              <a:gd name="T73" fmla="*/ 9 h 211"/>
              <a:gd name="T74" fmla="*/ 12 w 172"/>
              <a:gd name="T75" fmla="*/ 23 h 211"/>
              <a:gd name="T76" fmla="*/ 60 w 172"/>
              <a:gd name="T77" fmla="*/ 100 h 211"/>
              <a:gd name="T78" fmla="*/ 28 w 172"/>
              <a:gd name="T79" fmla="*/ 118 h 211"/>
              <a:gd name="T80" fmla="*/ 29 w 172"/>
              <a:gd name="T81" fmla="*/ 134 h 211"/>
              <a:gd name="T82" fmla="*/ 34 w 172"/>
              <a:gd name="T83" fmla="*/ 127 h 211"/>
              <a:gd name="T84" fmla="*/ 47 w 172"/>
              <a:gd name="T85" fmla="*/ 120 h 211"/>
              <a:gd name="T86" fmla="*/ 36 w 172"/>
              <a:gd name="T87" fmla="*/ 178 h 211"/>
              <a:gd name="T88" fmla="*/ 45 w 172"/>
              <a:gd name="T89" fmla="*/ 163 h 211"/>
              <a:gd name="T90" fmla="*/ 60 w 172"/>
              <a:gd name="T91" fmla="*/ 211 h 211"/>
              <a:gd name="T92" fmla="*/ 0 w 172"/>
              <a:gd name="T93" fmla="*/ 29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2" h="211">
                <a:moveTo>
                  <a:pt x="121" y="0"/>
                </a:moveTo>
                <a:cubicBezTo>
                  <a:pt x="172" y="0"/>
                  <a:pt x="172" y="0"/>
                  <a:pt x="172" y="0"/>
                </a:cubicBezTo>
                <a:cubicBezTo>
                  <a:pt x="172" y="9"/>
                  <a:pt x="172" y="9"/>
                  <a:pt x="172" y="9"/>
                </a:cubicBezTo>
                <a:cubicBezTo>
                  <a:pt x="121" y="9"/>
                  <a:pt x="121" y="9"/>
                  <a:pt x="121" y="9"/>
                </a:cubicBezTo>
                <a:cubicBezTo>
                  <a:pt x="121" y="0"/>
                  <a:pt x="121" y="0"/>
                  <a:pt x="121" y="0"/>
                </a:cubicBezTo>
                <a:close/>
                <a:moveTo>
                  <a:pt x="121" y="37"/>
                </a:moveTo>
                <a:cubicBezTo>
                  <a:pt x="172" y="37"/>
                  <a:pt x="172" y="37"/>
                  <a:pt x="172" y="37"/>
                </a:cubicBezTo>
                <a:cubicBezTo>
                  <a:pt x="172" y="183"/>
                  <a:pt x="172" y="183"/>
                  <a:pt x="172" y="183"/>
                </a:cubicBezTo>
                <a:cubicBezTo>
                  <a:pt x="172" y="198"/>
                  <a:pt x="159" y="211"/>
                  <a:pt x="143" y="211"/>
                </a:cubicBezTo>
                <a:cubicBezTo>
                  <a:pt x="121" y="211"/>
                  <a:pt x="121" y="211"/>
                  <a:pt x="121" y="211"/>
                </a:cubicBezTo>
                <a:cubicBezTo>
                  <a:pt x="121" y="166"/>
                  <a:pt x="121" y="166"/>
                  <a:pt x="121" y="166"/>
                </a:cubicBezTo>
                <a:cubicBezTo>
                  <a:pt x="122" y="166"/>
                  <a:pt x="123" y="166"/>
                  <a:pt x="124" y="165"/>
                </a:cubicBezTo>
                <a:cubicBezTo>
                  <a:pt x="130" y="163"/>
                  <a:pt x="134" y="159"/>
                  <a:pt x="138" y="153"/>
                </a:cubicBezTo>
                <a:cubicBezTo>
                  <a:pt x="142" y="145"/>
                  <a:pt x="145" y="137"/>
                  <a:pt x="145" y="128"/>
                </a:cubicBezTo>
                <a:cubicBezTo>
                  <a:pt x="145" y="115"/>
                  <a:pt x="140" y="108"/>
                  <a:pt x="131" y="108"/>
                </a:cubicBezTo>
                <a:cubicBezTo>
                  <a:pt x="128" y="108"/>
                  <a:pt x="125" y="109"/>
                  <a:pt x="121" y="111"/>
                </a:cubicBezTo>
                <a:cubicBezTo>
                  <a:pt x="127" y="85"/>
                  <a:pt x="127" y="85"/>
                  <a:pt x="127" y="85"/>
                </a:cubicBezTo>
                <a:cubicBezTo>
                  <a:pt x="121" y="86"/>
                  <a:pt x="121" y="86"/>
                  <a:pt x="121" y="86"/>
                </a:cubicBezTo>
                <a:cubicBezTo>
                  <a:pt x="121" y="37"/>
                  <a:pt x="121" y="37"/>
                  <a:pt x="121" y="37"/>
                </a:cubicBezTo>
                <a:close/>
                <a:moveTo>
                  <a:pt x="121" y="156"/>
                </a:moveTo>
                <a:cubicBezTo>
                  <a:pt x="123" y="155"/>
                  <a:pt x="126" y="152"/>
                  <a:pt x="129" y="146"/>
                </a:cubicBezTo>
                <a:cubicBezTo>
                  <a:pt x="131" y="140"/>
                  <a:pt x="133" y="134"/>
                  <a:pt x="133" y="129"/>
                </a:cubicBezTo>
                <a:cubicBezTo>
                  <a:pt x="133" y="123"/>
                  <a:pt x="132" y="119"/>
                  <a:pt x="129" y="117"/>
                </a:cubicBezTo>
                <a:cubicBezTo>
                  <a:pt x="129" y="117"/>
                  <a:pt x="128" y="116"/>
                  <a:pt x="127" y="116"/>
                </a:cubicBezTo>
                <a:cubicBezTo>
                  <a:pt x="126" y="116"/>
                  <a:pt x="124" y="117"/>
                  <a:pt x="123" y="117"/>
                </a:cubicBezTo>
                <a:cubicBezTo>
                  <a:pt x="122" y="117"/>
                  <a:pt x="121" y="117"/>
                  <a:pt x="121" y="118"/>
                </a:cubicBezTo>
                <a:lnTo>
                  <a:pt x="121" y="156"/>
                </a:lnTo>
                <a:close/>
                <a:moveTo>
                  <a:pt x="98" y="0"/>
                </a:moveTo>
                <a:cubicBezTo>
                  <a:pt x="121" y="0"/>
                  <a:pt x="121" y="0"/>
                  <a:pt x="121" y="0"/>
                </a:cubicBezTo>
                <a:cubicBezTo>
                  <a:pt x="121" y="9"/>
                  <a:pt x="121" y="9"/>
                  <a:pt x="121" y="9"/>
                </a:cubicBezTo>
                <a:cubicBezTo>
                  <a:pt x="98" y="9"/>
                  <a:pt x="98" y="9"/>
                  <a:pt x="98" y="9"/>
                </a:cubicBezTo>
                <a:cubicBezTo>
                  <a:pt x="98" y="0"/>
                  <a:pt x="98" y="0"/>
                  <a:pt x="98" y="0"/>
                </a:cubicBezTo>
                <a:close/>
                <a:moveTo>
                  <a:pt x="98" y="37"/>
                </a:moveTo>
                <a:cubicBezTo>
                  <a:pt x="121" y="37"/>
                  <a:pt x="121" y="37"/>
                  <a:pt x="121" y="37"/>
                </a:cubicBezTo>
                <a:cubicBezTo>
                  <a:pt x="121" y="86"/>
                  <a:pt x="121" y="86"/>
                  <a:pt x="121" y="86"/>
                </a:cubicBezTo>
                <a:cubicBezTo>
                  <a:pt x="110" y="88"/>
                  <a:pt x="110" y="88"/>
                  <a:pt x="110" y="88"/>
                </a:cubicBezTo>
                <a:cubicBezTo>
                  <a:pt x="98" y="141"/>
                  <a:pt x="98" y="141"/>
                  <a:pt x="98" y="141"/>
                </a:cubicBezTo>
                <a:cubicBezTo>
                  <a:pt x="98" y="90"/>
                  <a:pt x="98" y="90"/>
                  <a:pt x="98" y="90"/>
                </a:cubicBezTo>
                <a:cubicBezTo>
                  <a:pt x="100" y="81"/>
                  <a:pt x="100" y="81"/>
                  <a:pt x="100" y="81"/>
                </a:cubicBezTo>
                <a:cubicBezTo>
                  <a:pt x="100" y="81"/>
                  <a:pt x="99" y="81"/>
                  <a:pt x="98" y="80"/>
                </a:cubicBezTo>
                <a:cubicBezTo>
                  <a:pt x="98" y="37"/>
                  <a:pt x="98" y="37"/>
                  <a:pt x="98" y="37"/>
                </a:cubicBezTo>
                <a:close/>
                <a:moveTo>
                  <a:pt x="121" y="211"/>
                </a:moveTo>
                <a:cubicBezTo>
                  <a:pt x="98" y="211"/>
                  <a:pt x="98" y="211"/>
                  <a:pt x="98" y="211"/>
                </a:cubicBezTo>
                <a:cubicBezTo>
                  <a:pt x="98" y="160"/>
                  <a:pt x="98" y="160"/>
                  <a:pt x="98" y="160"/>
                </a:cubicBezTo>
                <a:cubicBezTo>
                  <a:pt x="99" y="161"/>
                  <a:pt x="100" y="162"/>
                  <a:pt x="101" y="163"/>
                </a:cubicBezTo>
                <a:cubicBezTo>
                  <a:pt x="103" y="166"/>
                  <a:pt x="107" y="167"/>
                  <a:pt x="112" y="167"/>
                </a:cubicBezTo>
                <a:cubicBezTo>
                  <a:pt x="115" y="167"/>
                  <a:pt x="118" y="167"/>
                  <a:pt x="121" y="166"/>
                </a:cubicBezTo>
                <a:cubicBezTo>
                  <a:pt x="121" y="211"/>
                  <a:pt x="121" y="211"/>
                  <a:pt x="121" y="211"/>
                </a:cubicBezTo>
                <a:close/>
                <a:moveTo>
                  <a:pt x="121" y="118"/>
                </a:moveTo>
                <a:cubicBezTo>
                  <a:pt x="120" y="118"/>
                  <a:pt x="120" y="118"/>
                  <a:pt x="120" y="119"/>
                </a:cubicBezTo>
                <a:cubicBezTo>
                  <a:pt x="113" y="148"/>
                  <a:pt x="113" y="148"/>
                  <a:pt x="113" y="148"/>
                </a:cubicBezTo>
                <a:cubicBezTo>
                  <a:pt x="113" y="149"/>
                  <a:pt x="113" y="150"/>
                  <a:pt x="113" y="151"/>
                </a:cubicBezTo>
                <a:cubicBezTo>
                  <a:pt x="113" y="154"/>
                  <a:pt x="115" y="156"/>
                  <a:pt x="119" y="156"/>
                </a:cubicBezTo>
                <a:cubicBezTo>
                  <a:pt x="120" y="156"/>
                  <a:pt x="120" y="156"/>
                  <a:pt x="121" y="156"/>
                </a:cubicBezTo>
                <a:lnTo>
                  <a:pt x="121" y="118"/>
                </a:lnTo>
                <a:close/>
                <a:moveTo>
                  <a:pt x="71" y="0"/>
                </a:moveTo>
                <a:cubicBezTo>
                  <a:pt x="98" y="0"/>
                  <a:pt x="98" y="0"/>
                  <a:pt x="98" y="0"/>
                </a:cubicBezTo>
                <a:cubicBezTo>
                  <a:pt x="98" y="9"/>
                  <a:pt x="98" y="9"/>
                  <a:pt x="98" y="9"/>
                </a:cubicBezTo>
                <a:cubicBezTo>
                  <a:pt x="71" y="9"/>
                  <a:pt x="71" y="9"/>
                  <a:pt x="71" y="9"/>
                </a:cubicBezTo>
                <a:cubicBezTo>
                  <a:pt x="71" y="0"/>
                  <a:pt x="71" y="0"/>
                  <a:pt x="71" y="0"/>
                </a:cubicBezTo>
                <a:close/>
                <a:moveTo>
                  <a:pt x="71" y="37"/>
                </a:moveTo>
                <a:cubicBezTo>
                  <a:pt x="98" y="37"/>
                  <a:pt x="98" y="37"/>
                  <a:pt x="98" y="37"/>
                </a:cubicBezTo>
                <a:cubicBezTo>
                  <a:pt x="98" y="80"/>
                  <a:pt x="98" y="80"/>
                  <a:pt x="98" y="80"/>
                </a:cubicBezTo>
                <a:cubicBezTo>
                  <a:pt x="96" y="80"/>
                  <a:pt x="94" y="80"/>
                  <a:pt x="91" y="80"/>
                </a:cubicBezTo>
                <a:cubicBezTo>
                  <a:pt x="85" y="80"/>
                  <a:pt x="78" y="83"/>
                  <a:pt x="71" y="88"/>
                </a:cubicBezTo>
                <a:cubicBezTo>
                  <a:pt x="71" y="37"/>
                  <a:pt x="71" y="37"/>
                  <a:pt x="71" y="37"/>
                </a:cubicBezTo>
                <a:close/>
                <a:moveTo>
                  <a:pt x="98" y="211"/>
                </a:moveTo>
                <a:cubicBezTo>
                  <a:pt x="71" y="211"/>
                  <a:pt x="71" y="211"/>
                  <a:pt x="71" y="211"/>
                </a:cubicBezTo>
                <a:cubicBezTo>
                  <a:pt x="71" y="166"/>
                  <a:pt x="71" y="166"/>
                  <a:pt x="71" y="166"/>
                </a:cubicBezTo>
                <a:cubicBezTo>
                  <a:pt x="82" y="166"/>
                  <a:pt x="82" y="166"/>
                  <a:pt x="82" y="166"/>
                </a:cubicBezTo>
                <a:cubicBezTo>
                  <a:pt x="98" y="90"/>
                  <a:pt x="98" y="90"/>
                  <a:pt x="98" y="90"/>
                </a:cubicBezTo>
                <a:cubicBezTo>
                  <a:pt x="98" y="141"/>
                  <a:pt x="98" y="141"/>
                  <a:pt x="98" y="141"/>
                </a:cubicBezTo>
                <a:cubicBezTo>
                  <a:pt x="97" y="146"/>
                  <a:pt x="97" y="146"/>
                  <a:pt x="97" y="146"/>
                </a:cubicBezTo>
                <a:cubicBezTo>
                  <a:pt x="97" y="148"/>
                  <a:pt x="97" y="150"/>
                  <a:pt x="97" y="152"/>
                </a:cubicBezTo>
                <a:cubicBezTo>
                  <a:pt x="97" y="155"/>
                  <a:pt x="97" y="158"/>
                  <a:pt x="98" y="160"/>
                </a:cubicBezTo>
                <a:cubicBezTo>
                  <a:pt x="98" y="211"/>
                  <a:pt x="98" y="211"/>
                  <a:pt x="98" y="211"/>
                </a:cubicBezTo>
                <a:close/>
                <a:moveTo>
                  <a:pt x="71" y="137"/>
                </a:moveTo>
                <a:cubicBezTo>
                  <a:pt x="74" y="124"/>
                  <a:pt x="74" y="124"/>
                  <a:pt x="74" y="124"/>
                </a:cubicBezTo>
                <a:cubicBezTo>
                  <a:pt x="73" y="124"/>
                  <a:pt x="72" y="124"/>
                  <a:pt x="71" y="123"/>
                </a:cubicBezTo>
                <a:cubicBezTo>
                  <a:pt x="71" y="137"/>
                  <a:pt x="71" y="137"/>
                  <a:pt x="71" y="137"/>
                </a:cubicBezTo>
                <a:close/>
                <a:moveTo>
                  <a:pt x="71" y="118"/>
                </a:moveTo>
                <a:cubicBezTo>
                  <a:pt x="73" y="118"/>
                  <a:pt x="74" y="119"/>
                  <a:pt x="75" y="119"/>
                </a:cubicBezTo>
                <a:cubicBezTo>
                  <a:pt x="82" y="88"/>
                  <a:pt x="82" y="88"/>
                  <a:pt x="82" y="88"/>
                </a:cubicBezTo>
                <a:cubicBezTo>
                  <a:pt x="79" y="90"/>
                  <a:pt x="75" y="93"/>
                  <a:pt x="71" y="98"/>
                </a:cubicBezTo>
                <a:lnTo>
                  <a:pt x="71" y="118"/>
                </a:lnTo>
                <a:close/>
                <a:moveTo>
                  <a:pt x="60" y="0"/>
                </a:moveTo>
                <a:cubicBezTo>
                  <a:pt x="71" y="0"/>
                  <a:pt x="71" y="0"/>
                  <a:pt x="71" y="0"/>
                </a:cubicBezTo>
                <a:cubicBezTo>
                  <a:pt x="71" y="9"/>
                  <a:pt x="71" y="9"/>
                  <a:pt x="71" y="9"/>
                </a:cubicBezTo>
                <a:cubicBezTo>
                  <a:pt x="60" y="9"/>
                  <a:pt x="60" y="9"/>
                  <a:pt x="60" y="9"/>
                </a:cubicBezTo>
                <a:cubicBezTo>
                  <a:pt x="60" y="0"/>
                  <a:pt x="60" y="0"/>
                  <a:pt x="60" y="0"/>
                </a:cubicBezTo>
                <a:close/>
                <a:moveTo>
                  <a:pt x="60" y="37"/>
                </a:moveTo>
                <a:cubicBezTo>
                  <a:pt x="71" y="37"/>
                  <a:pt x="71" y="37"/>
                  <a:pt x="71" y="37"/>
                </a:cubicBezTo>
                <a:cubicBezTo>
                  <a:pt x="71" y="88"/>
                  <a:pt x="71" y="88"/>
                  <a:pt x="71" y="88"/>
                </a:cubicBezTo>
                <a:cubicBezTo>
                  <a:pt x="71" y="89"/>
                  <a:pt x="71" y="89"/>
                  <a:pt x="71" y="89"/>
                </a:cubicBezTo>
                <a:cubicBezTo>
                  <a:pt x="67" y="92"/>
                  <a:pt x="64" y="96"/>
                  <a:pt x="60" y="100"/>
                </a:cubicBezTo>
                <a:cubicBezTo>
                  <a:pt x="60" y="37"/>
                  <a:pt x="60" y="37"/>
                  <a:pt x="60" y="37"/>
                </a:cubicBezTo>
                <a:close/>
                <a:moveTo>
                  <a:pt x="71" y="211"/>
                </a:moveTo>
                <a:cubicBezTo>
                  <a:pt x="60" y="211"/>
                  <a:pt x="60" y="211"/>
                  <a:pt x="60" y="211"/>
                </a:cubicBezTo>
                <a:cubicBezTo>
                  <a:pt x="60" y="120"/>
                  <a:pt x="60" y="120"/>
                  <a:pt x="60" y="120"/>
                </a:cubicBezTo>
                <a:cubicBezTo>
                  <a:pt x="64" y="121"/>
                  <a:pt x="68" y="122"/>
                  <a:pt x="71" y="123"/>
                </a:cubicBezTo>
                <a:cubicBezTo>
                  <a:pt x="71" y="137"/>
                  <a:pt x="71" y="137"/>
                  <a:pt x="71" y="137"/>
                </a:cubicBezTo>
                <a:cubicBezTo>
                  <a:pt x="65" y="166"/>
                  <a:pt x="65" y="166"/>
                  <a:pt x="65" y="166"/>
                </a:cubicBezTo>
                <a:cubicBezTo>
                  <a:pt x="71" y="166"/>
                  <a:pt x="71" y="166"/>
                  <a:pt x="71" y="166"/>
                </a:cubicBezTo>
                <a:cubicBezTo>
                  <a:pt x="71" y="211"/>
                  <a:pt x="71" y="211"/>
                  <a:pt x="71" y="211"/>
                </a:cubicBezTo>
                <a:close/>
                <a:moveTo>
                  <a:pt x="71" y="98"/>
                </a:moveTo>
                <a:cubicBezTo>
                  <a:pt x="68" y="102"/>
                  <a:pt x="65" y="108"/>
                  <a:pt x="61" y="115"/>
                </a:cubicBezTo>
                <a:cubicBezTo>
                  <a:pt x="65" y="116"/>
                  <a:pt x="68" y="117"/>
                  <a:pt x="71" y="118"/>
                </a:cubicBezTo>
                <a:lnTo>
                  <a:pt x="71" y="98"/>
                </a:lnTo>
                <a:close/>
                <a:moveTo>
                  <a:pt x="29" y="0"/>
                </a:moveTo>
                <a:cubicBezTo>
                  <a:pt x="60" y="0"/>
                  <a:pt x="60" y="0"/>
                  <a:pt x="60" y="0"/>
                </a:cubicBezTo>
                <a:cubicBezTo>
                  <a:pt x="60" y="9"/>
                  <a:pt x="60" y="9"/>
                  <a:pt x="60" y="9"/>
                </a:cubicBezTo>
                <a:cubicBezTo>
                  <a:pt x="26" y="9"/>
                  <a:pt x="26" y="9"/>
                  <a:pt x="26" y="9"/>
                </a:cubicBezTo>
                <a:cubicBezTo>
                  <a:pt x="18" y="9"/>
                  <a:pt x="12" y="15"/>
                  <a:pt x="12" y="23"/>
                </a:cubicBezTo>
                <a:cubicBezTo>
                  <a:pt x="12" y="23"/>
                  <a:pt x="12" y="23"/>
                  <a:pt x="12" y="23"/>
                </a:cubicBezTo>
                <a:cubicBezTo>
                  <a:pt x="12" y="30"/>
                  <a:pt x="18" y="37"/>
                  <a:pt x="26" y="37"/>
                </a:cubicBezTo>
                <a:cubicBezTo>
                  <a:pt x="60" y="37"/>
                  <a:pt x="60" y="37"/>
                  <a:pt x="60" y="37"/>
                </a:cubicBezTo>
                <a:cubicBezTo>
                  <a:pt x="60" y="100"/>
                  <a:pt x="60" y="100"/>
                  <a:pt x="60" y="100"/>
                </a:cubicBezTo>
                <a:cubicBezTo>
                  <a:pt x="57" y="104"/>
                  <a:pt x="54" y="109"/>
                  <a:pt x="51" y="114"/>
                </a:cubicBezTo>
                <a:cubicBezTo>
                  <a:pt x="48" y="114"/>
                  <a:pt x="46" y="113"/>
                  <a:pt x="45" y="113"/>
                </a:cubicBezTo>
                <a:cubicBezTo>
                  <a:pt x="38" y="113"/>
                  <a:pt x="32" y="115"/>
                  <a:pt x="28" y="118"/>
                </a:cubicBezTo>
                <a:cubicBezTo>
                  <a:pt x="23" y="120"/>
                  <a:pt x="21" y="124"/>
                  <a:pt x="21" y="128"/>
                </a:cubicBezTo>
                <a:cubicBezTo>
                  <a:pt x="21" y="130"/>
                  <a:pt x="22" y="131"/>
                  <a:pt x="23" y="133"/>
                </a:cubicBezTo>
                <a:cubicBezTo>
                  <a:pt x="24" y="134"/>
                  <a:pt x="26" y="134"/>
                  <a:pt x="29" y="134"/>
                </a:cubicBezTo>
                <a:cubicBezTo>
                  <a:pt x="30" y="134"/>
                  <a:pt x="31" y="134"/>
                  <a:pt x="33" y="133"/>
                </a:cubicBezTo>
                <a:cubicBezTo>
                  <a:pt x="34" y="132"/>
                  <a:pt x="35" y="131"/>
                  <a:pt x="35" y="130"/>
                </a:cubicBezTo>
                <a:cubicBezTo>
                  <a:pt x="35" y="129"/>
                  <a:pt x="34" y="128"/>
                  <a:pt x="34" y="127"/>
                </a:cubicBezTo>
                <a:cubicBezTo>
                  <a:pt x="34" y="127"/>
                  <a:pt x="33" y="126"/>
                  <a:pt x="33" y="126"/>
                </a:cubicBezTo>
                <a:cubicBezTo>
                  <a:pt x="34" y="124"/>
                  <a:pt x="35" y="123"/>
                  <a:pt x="38" y="122"/>
                </a:cubicBezTo>
                <a:cubicBezTo>
                  <a:pt x="40" y="121"/>
                  <a:pt x="43" y="120"/>
                  <a:pt x="47" y="120"/>
                </a:cubicBezTo>
                <a:cubicBezTo>
                  <a:pt x="44" y="125"/>
                  <a:pt x="42" y="129"/>
                  <a:pt x="40" y="134"/>
                </a:cubicBezTo>
                <a:cubicBezTo>
                  <a:pt x="33" y="148"/>
                  <a:pt x="30" y="159"/>
                  <a:pt x="30" y="167"/>
                </a:cubicBezTo>
                <a:cubicBezTo>
                  <a:pt x="30" y="173"/>
                  <a:pt x="32" y="176"/>
                  <a:pt x="36" y="178"/>
                </a:cubicBezTo>
                <a:cubicBezTo>
                  <a:pt x="37" y="179"/>
                  <a:pt x="41" y="180"/>
                  <a:pt x="45" y="180"/>
                </a:cubicBezTo>
                <a:cubicBezTo>
                  <a:pt x="44" y="178"/>
                  <a:pt x="44" y="176"/>
                  <a:pt x="44" y="173"/>
                </a:cubicBezTo>
                <a:cubicBezTo>
                  <a:pt x="44" y="170"/>
                  <a:pt x="44" y="167"/>
                  <a:pt x="45" y="163"/>
                </a:cubicBezTo>
                <a:cubicBezTo>
                  <a:pt x="47" y="150"/>
                  <a:pt x="52" y="136"/>
                  <a:pt x="59" y="120"/>
                </a:cubicBezTo>
                <a:cubicBezTo>
                  <a:pt x="59" y="120"/>
                  <a:pt x="60" y="120"/>
                  <a:pt x="60" y="120"/>
                </a:cubicBezTo>
                <a:cubicBezTo>
                  <a:pt x="60" y="211"/>
                  <a:pt x="60" y="211"/>
                  <a:pt x="60" y="211"/>
                </a:cubicBezTo>
                <a:cubicBezTo>
                  <a:pt x="29" y="211"/>
                  <a:pt x="29" y="211"/>
                  <a:pt x="29" y="211"/>
                </a:cubicBezTo>
                <a:cubicBezTo>
                  <a:pt x="13" y="211"/>
                  <a:pt x="0" y="198"/>
                  <a:pt x="0" y="183"/>
                </a:cubicBezTo>
                <a:cubicBezTo>
                  <a:pt x="0" y="29"/>
                  <a:pt x="0" y="29"/>
                  <a:pt x="0" y="29"/>
                </a:cubicBezTo>
                <a:cubicBezTo>
                  <a:pt x="0" y="13"/>
                  <a:pt x="13" y="0"/>
                  <a:pt x="29" y="0"/>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0" name="Freeform 75"/>
          <p:cNvSpPr>
            <a:spLocks noEditPoints="1"/>
          </p:cNvSpPr>
          <p:nvPr/>
        </p:nvSpPr>
        <p:spPr bwMode="auto">
          <a:xfrm>
            <a:off x="7760374" y="2896377"/>
            <a:ext cx="569764" cy="571351"/>
          </a:xfrm>
          <a:custGeom>
            <a:avLst/>
            <a:gdLst>
              <a:gd name="T0" fmla="*/ 249 w 261"/>
              <a:gd name="T1" fmla="*/ 220 h 262"/>
              <a:gd name="T2" fmla="*/ 261 w 261"/>
              <a:gd name="T3" fmla="*/ 70 h 262"/>
              <a:gd name="T4" fmla="*/ 249 w 261"/>
              <a:gd name="T5" fmla="*/ 70 h 262"/>
              <a:gd name="T6" fmla="*/ 249 w 261"/>
              <a:gd name="T7" fmla="*/ 154 h 262"/>
              <a:gd name="T8" fmla="*/ 227 w 261"/>
              <a:gd name="T9" fmla="*/ 180 h 262"/>
              <a:gd name="T10" fmla="*/ 209 w 261"/>
              <a:gd name="T11" fmla="*/ 262 h 262"/>
              <a:gd name="T12" fmla="*/ 209 w 261"/>
              <a:gd name="T13" fmla="*/ 262 h 262"/>
              <a:gd name="T14" fmla="*/ 209 w 261"/>
              <a:gd name="T15" fmla="*/ 15 h 262"/>
              <a:gd name="T16" fmla="*/ 203 w 261"/>
              <a:gd name="T17" fmla="*/ 28 h 262"/>
              <a:gd name="T18" fmla="*/ 209 w 261"/>
              <a:gd name="T19" fmla="*/ 50 h 262"/>
              <a:gd name="T20" fmla="*/ 201 w 261"/>
              <a:gd name="T21" fmla="*/ 120 h 262"/>
              <a:gd name="T22" fmla="*/ 209 w 261"/>
              <a:gd name="T23" fmla="*/ 197 h 262"/>
              <a:gd name="T24" fmla="*/ 209 w 261"/>
              <a:gd name="T25" fmla="*/ 197 h 262"/>
              <a:gd name="T26" fmla="*/ 195 w 261"/>
              <a:gd name="T27" fmla="*/ 232 h 262"/>
              <a:gd name="T28" fmla="*/ 168 w 261"/>
              <a:gd name="T29" fmla="*/ 36 h 262"/>
              <a:gd name="T30" fmla="*/ 195 w 261"/>
              <a:gd name="T31" fmla="*/ 20 h 262"/>
              <a:gd name="T32" fmla="*/ 195 w 261"/>
              <a:gd name="T33" fmla="*/ 50 h 262"/>
              <a:gd name="T34" fmla="*/ 195 w 261"/>
              <a:gd name="T35" fmla="*/ 120 h 262"/>
              <a:gd name="T36" fmla="*/ 168 w 261"/>
              <a:gd name="T37" fmla="*/ 220 h 262"/>
              <a:gd name="T38" fmla="*/ 192 w 261"/>
              <a:gd name="T39" fmla="*/ 249 h 262"/>
              <a:gd name="T40" fmla="*/ 168 w 261"/>
              <a:gd name="T41" fmla="*/ 21 h 262"/>
              <a:gd name="T42" fmla="*/ 168 w 261"/>
              <a:gd name="T43" fmla="*/ 44 h 262"/>
              <a:gd name="T44" fmla="*/ 135 w 261"/>
              <a:gd name="T45" fmla="*/ 120 h 262"/>
              <a:gd name="T46" fmla="*/ 167 w 261"/>
              <a:gd name="T47" fmla="*/ 198 h 262"/>
              <a:gd name="T48" fmla="*/ 167 w 261"/>
              <a:gd name="T49" fmla="*/ 167 h 262"/>
              <a:gd name="T50" fmla="*/ 130 w 261"/>
              <a:gd name="T51" fmla="*/ 147 h 262"/>
              <a:gd name="T52" fmla="*/ 93 w 261"/>
              <a:gd name="T53" fmla="*/ 44 h 262"/>
              <a:gd name="T54" fmla="*/ 130 w 261"/>
              <a:gd name="T55" fmla="*/ 0 h 262"/>
              <a:gd name="T56" fmla="*/ 126 w 261"/>
              <a:gd name="T57" fmla="*/ 120 h 262"/>
              <a:gd name="T58" fmla="*/ 130 w 261"/>
              <a:gd name="T59" fmla="*/ 159 h 262"/>
              <a:gd name="T60" fmla="*/ 130 w 261"/>
              <a:gd name="T61" fmla="*/ 179 h 262"/>
              <a:gd name="T62" fmla="*/ 130 w 261"/>
              <a:gd name="T63" fmla="*/ 198 h 262"/>
              <a:gd name="T64" fmla="*/ 93 w 261"/>
              <a:gd name="T65" fmla="*/ 3 h 262"/>
              <a:gd name="T66" fmla="*/ 93 w 261"/>
              <a:gd name="T67" fmla="*/ 36 h 262"/>
              <a:gd name="T68" fmla="*/ 67 w 261"/>
              <a:gd name="T69" fmla="*/ 20 h 262"/>
              <a:gd name="T70" fmla="*/ 67 w 261"/>
              <a:gd name="T71" fmla="*/ 70 h 262"/>
              <a:gd name="T72" fmla="*/ 92 w 261"/>
              <a:gd name="T73" fmla="*/ 147 h 262"/>
              <a:gd name="T74" fmla="*/ 92 w 261"/>
              <a:gd name="T75" fmla="*/ 179 h 262"/>
              <a:gd name="T76" fmla="*/ 93 w 261"/>
              <a:gd name="T77" fmla="*/ 198 h 262"/>
              <a:gd name="T78" fmla="*/ 67 w 261"/>
              <a:gd name="T79" fmla="*/ 171 h 262"/>
              <a:gd name="T80" fmla="*/ 69 w 261"/>
              <a:gd name="T81" fmla="*/ 232 h 262"/>
              <a:gd name="T82" fmla="*/ 58 w 261"/>
              <a:gd name="T83" fmla="*/ 28 h 262"/>
              <a:gd name="T84" fmla="*/ 67 w 261"/>
              <a:gd name="T85" fmla="*/ 9 h 262"/>
              <a:gd name="T86" fmla="*/ 67 w 261"/>
              <a:gd name="T87" fmla="*/ 120 h 262"/>
              <a:gd name="T88" fmla="*/ 67 w 261"/>
              <a:gd name="T89" fmla="*/ 188 h 262"/>
              <a:gd name="T90" fmla="*/ 67 w 261"/>
              <a:gd name="T91" fmla="*/ 232 h 262"/>
              <a:gd name="T92" fmla="*/ 67 w 261"/>
              <a:gd name="T93" fmla="*/ 232 h 262"/>
              <a:gd name="T94" fmla="*/ 52 w 261"/>
              <a:gd name="T95" fmla="*/ 50 h 262"/>
              <a:gd name="T96" fmla="*/ 12 w 261"/>
              <a:gd name="T97" fmla="*/ 220 h 262"/>
              <a:gd name="T98" fmla="*/ 52 w 261"/>
              <a:gd name="T99" fmla="*/ 232 h 262"/>
              <a:gd name="T100" fmla="*/ 52 w 261"/>
              <a:gd name="T101" fmla="*/ 232 h 262"/>
              <a:gd name="T102" fmla="*/ 12 w 261"/>
              <a:gd name="T103" fmla="*/ 114 h 262"/>
              <a:gd name="T104" fmla="*/ 0 w 261"/>
              <a:gd name="T105" fmla="*/ 104 h 262"/>
              <a:gd name="T106" fmla="*/ 12 w 261"/>
              <a:gd name="T107" fmla="*/ 154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61" h="262">
                <a:moveTo>
                  <a:pt x="249" y="220"/>
                </a:moveTo>
                <a:cubicBezTo>
                  <a:pt x="249" y="154"/>
                  <a:pt x="249" y="154"/>
                  <a:pt x="249" y="154"/>
                </a:cubicBezTo>
                <a:cubicBezTo>
                  <a:pt x="251" y="157"/>
                  <a:pt x="252" y="160"/>
                  <a:pt x="252" y="164"/>
                </a:cubicBezTo>
                <a:cubicBezTo>
                  <a:pt x="252" y="220"/>
                  <a:pt x="252" y="220"/>
                  <a:pt x="252" y="220"/>
                </a:cubicBezTo>
                <a:cubicBezTo>
                  <a:pt x="249" y="220"/>
                  <a:pt x="249" y="220"/>
                  <a:pt x="249" y="220"/>
                </a:cubicBezTo>
                <a:close/>
                <a:moveTo>
                  <a:pt x="249" y="114"/>
                </a:moveTo>
                <a:cubicBezTo>
                  <a:pt x="249" y="70"/>
                  <a:pt x="249" y="70"/>
                  <a:pt x="249" y="70"/>
                </a:cubicBezTo>
                <a:cubicBezTo>
                  <a:pt x="250" y="70"/>
                  <a:pt x="250" y="70"/>
                  <a:pt x="250" y="69"/>
                </a:cubicBezTo>
                <a:cubicBezTo>
                  <a:pt x="257" y="67"/>
                  <a:pt x="257" y="67"/>
                  <a:pt x="257" y="67"/>
                </a:cubicBezTo>
                <a:cubicBezTo>
                  <a:pt x="259" y="66"/>
                  <a:pt x="261" y="67"/>
                  <a:pt x="261" y="70"/>
                </a:cubicBezTo>
                <a:cubicBezTo>
                  <a:pt x="261" y="104"/>
                  <a:pt x="261" y="104"/>
                  <a:pt x="261" y="104"/>
                </a:cubicBezTo>
                <a:cubicBezTo>
                  <a:pt x="261" y="107"/>
                  <a:pt x="259" y="110"/>
                  <a:pt x="257" y="111"/>
                </a:cubicBezTo>
                <a:cubicBezTo>
                  <a:pt x="250" y="113"/>
                  <a:pt x="250" y="113"/>
                  <a:pt x="250" y="113"/>
                </a:cubicBezTo>
                <a:cubicBezTo>
                  <a:pt x="250" y="114"/>
                  <a:pt x="250" y="114"/>
                  <a:pt x="249" y="114"/>
                </a:cubicBezTo>
                <a:close/>
                <a:moveTo>
                  <a:pt x="249" y="70"/>
                </a:moveTo>
                <a:cubicBezTo>
                  <a:pt x="249" y="114"/>
                  <a:pt x="249" y="114"/>
                  <a:pt x="249" y="114"/>
                </a:cubicBezTo>
                <a:cubicBezTo>
                  <a:pt x="248" y="114"/>
                  <a:pt x="246" y="112"/>
                  <a:pt x="246" y="110"/>
                </a:cubicBezTo>
                <a:cubicBezTo>
                  <a:pt x="246" y="76"/>
                  <a:pt x="246" y="76"/>
                  <a:pt x="246" y="76"/>
                </a:cubicBezTo>
                <a:cubicBezTo>
                  <a:pt x="246" y="74"/>
                  <a:pt x="248" y="71"/>
                  <a:pt x="249" y="70"/>
                </a:cubicBezTo>
                <a:close/>
                <a:moveTo>
                  <a:pt x="249" y="154"/>
                </a:moveTo>
                <a:cubicBezTo>
                  <a:pt x="246" y="150"/>
                  <a:pt x="241" y="146"/>
                  <a:pt x="235" y="146"/>
                </a:cubicBezTo>
                <a:cubicBezTo>
                  <a:pt x="235" y="50"/>
                  <a:pt x="235" y="50"/>
                  <a:pt x="235" y="50"/>
                </a:cubicBezTo>
                <a:cubicBezTo>
                  <a:pt x="209" y="50"/>
                  <a:pt x="209" y="50"/>
                  <a:pt x="209" y="50"/>
                </a:cubicBezTo>
                <a:cubicBezTo>
                  <a:pt x="209" y="162"/>
                  <a:pt x="209" y="162"/>
                  <a:pt x="209" y="162"/>
                </a:cubicBezTo>
                <a:cubicBezTo>
                  <a:pt x="219" y="162"/>
                  <a:pt x="227" y="170"/>
                  <a:pt x="227" y="180"/>
                </a:cubicBezTo>
                <a:cubicBezTo>
                  <a:pt x="227" y="189"/>
                  <a:pt x="219" y="197"/>
                  <a:pt x="209" y="197"/>
                </a:cubicBezTo>
                <a:cubicBezTo>
                  <a:pt x="209" y="220"/>
                  <a:pt x="209" y="220"/>
                  <a:pt x="209" y="220"/>
                </a:cubicBezTo>
                <a:cubicBezTo>
                  <a:pt x="249" y="220"/>
                  <a:pt x="249" y="220"/>
                  <a:pt x="249" y="220"/>
                </a:cubicBezTo>
                <a:cubicBezTo>
                  <a:pt x="249" y="154"/>
                  <a:pt x="249" y="154"/>
                  <a:pt x="249" y="154"/>
                </a:cubicBezTo>
                <a:close/>
                <a:moveTo>
                  <a:pt x="209" y="262"/>
                </a:moveTo>
                <a:cubicBezTo>
                  <a:pt x="209" y="232"/>
                  <a:pt x="209" y="232"/>
                  <a:pt x="209" y="232"/>
                </a:cubicBezTo>
                <a:cubicBezTo>
                  <a:pt x="226" y="232"/>
                  <a:pt x="226" y="232"/>
                  <a:pt x="226" y="232"/>
                </a:cubicBezTo>
                <a:cubicBezTo>
                  <a:pt x="226" y="249"/>
                  <a:pt x="226" y="249"/>
                  <a:pt x="226" y="249"/>
                </a:cubicBezTo>
                <a:cubicBezTo>
                  <a:pt x="226" y="257"/>
                  <a:pt x="220" y="262"/>
                  <a:pt x="213" y="262"/>
                </a:cubicBezTo>
                <a:cubicBezTo>
                  <a:pt x="209" y="262"/>
                  <a:pt x="209" y="262"/>
                  <a:pt x="209" y="262"/>
                </a:cubicBezTo>
                <a:close/>
                <a:moveTo>
                  <a:pt x="209" y="44"/>
                </a:moveTo>
                <a:cubicBezTo>
                  <a:pt x="209" y="15"/>
                  <a:pt x="209" y="15"/>
                  <a:pt x="209" y="15"/>
                </a:cubicBezTo>
                <a:cubicBezTo>
                  <a:pt x="225" y="23"/>
                  <a:pt x="235" y="33"/>
                  <a:pt x="235" y="44"/>
                </a:cubicBezTo>
                <a:lnTo>
                  <a:pt x="209" y="44"/>
                </a:lnTo>
                <a:close/>
                <a:moveTo>
                  <a:pt x="209" y="15"/>
                </a:moveTo>
                <a:cubicBezTo>
                  <a:pt x="209" y="44"/>
                  <a:pt x="209" y="44"/>
                  <a:pt x="209" y="44"/>
                </a:cubicBezTo>
                <a:cubicBezTo>
                  <a:pt x="195" y="44"/>
                  <a:pt x="195" y="44"/>
                  <a:pt x="195" y="44"/>
                </a:cubicBezTo>
                <a:cubicBezTo>
                  <a:pt x="195" y="37"/>
                  <a:pt x="195" y="37"/>
                  <a:pt x="195" y="37"/>
                </a:cubicBezTo>
                <a:cubicBezTo>
                  <a:pt x="195" y="37"/>
                  <a:pt x="195" y="37"/>
                  <a:pt x="195" y="37"/>
                </a:cubicBezTo>
                <a:cubicBezTo>
                  <a:pt x="199" y="37"/>
                  <a:pt x="203" y="33"/>
                  <a:pt x="203" y="28"/>
                </a:cubicBezTo>
                <a:cubicBezTo>
                  <a:pt x="203" y="24"/>
                  <a:pt x="199" y="20"/>
                  <a:pt x="195" y="20"/>
                </a:cubicBezTo>
                <a:cubicBezTo>
                  <a:pt x="195" y="20"/>
                  <a:pt x="195" y="20"/>
                  <a:pt x="195" y="20"/>
                </a:cubicBezTo>
                <a:cubicBezTo>
                  <a:pt x="195" y="9"/>
                  <a:pt x="195" y="9"/>
                  <a:pt x="195" y="9"/>
                </a:cubicBezTo>
                <a:cubicBezTo>
                  <a:pt x="200" y="11"/>
                  <a:pt x="205" y="13"/>
                  <a:pt x="209" y="15"/>
                </a:cubicBezTo>
                <a:close/>
                <a:moveTo>
                  <a:pt x="209" y="50"/>
                </a:moveTo>
                <a:cubicBezTo>
                  <a:pt x="209" y="162"/>
                  <a:pt x="209" y="162"/>
                  <a:pt x="209" y="162"/>
                </a:cubicBezTo>
                <a:cubicBezTo>
                  <a:pt x="209" y="162"/>
                  <a:pt x="209" y="162"/>
                  <a:pt x="209" y="162"/>
                </a:cubicBezTo>
                <a:cubicBezTo>
                  <a:pt x="203" y="162"/>
                  <a:pt x="198" y="166"/>
                  <a:pt x="195" y="171"/>
                </a:cubicBezTo>
                <a:cubicBezTo>
                  <a:pt x="195" y="120"/>
                  <a:pt x="195" y="120"/>
                  <a:pt x="195" y="120"/>
                </a:cubicBezTo>
                <a:cubicBezTo>
                  <a:pt x="201" y="120"/>
                  <a:pt x="201" y="120"/>
                  <a:pt x="201" y="120"/>
                </a:cubicBezTo>
                <a:cubicBezTo>
                  <a:pt x="201" y="70"/>
                  <a:pt x="201" y="70"/>
                  <a:pt x="201" y="70"/>
                </a:cubicBezTo>
                <a:cubicBezTo>
                  <a:pt x="195" y="70"/>
                  <a:pt x="195" y="70"/>
                  <a:pt x="195" y="70"/>
                </a:cubicBezTo>
                <a:cubicBezTo>
                  <a:pt x="195" y="50"/>
                  <a:pt x="195" y="50"/>
                  <a:pt x="195" y="50"/>
                </a:cubicBezTo>
                <a:cubicBezTo>
                  <a:pt x="209" y="50"/>
                  <a:pt x="209" y="50"/>
                  <a:pt x="209" y="50"/>
                </a:cubicBezTo>
                <a:close/>
                <a:moveTo>
                  <a:pt x="209" y="197"/>
                </a:moveTo>
                <a:cubicBezTo>
                  <a:pt x="209" y="220"/>
                  <a:pt x="209" y="220"/>
                  <a:pt x="209" y="220"/>
                </a:cubicBezTo>
                <a:cubicBezTo>
                  <a:pt x="195" y="220"/>
                  <a:pt x="195" y="220"/>
                  <a:pt x="195" y="220"/>
                </a:cubicBezTo>
                <a:cubicBezTo>
                  <a:pt x="195" y="188"/>
                  <a:pt x="195" y="188"/>
                  <a:pt x="195" y="188"/>
                </a:cubicBezTo>
                <a:cubicBezTo>
                  <a:pt x="198" y="193"/>
                  <a:pt x="203" y="197"/>
                  <a:pt x="209" y="197"/>
                </a:cubicBezTo>
                <a:cubicBezTo>
                  <a:pt x="209" y="197"/>
                  <a:pt x="209" y="197"/>
                  <a:pt x="209" y="197"/>
                </a:cubicBezTo>
                <a:close/>
                <a:moveTo>
                  <a:pt x="209" y="232"/>
                </a:moveTo>
                <a:cubicBezTo>
                  <a:pt x="209" y="262"/>
                  <a:pt x="209" y="262"/>
                  <a:pt x="209" y="262"/>
                </a:cubicBezTo>
                <a:cubicBezTo>
                  <a:pt x="206" y="262"/>
                  <a:pt x="206" y="262"/>
                  <a:pt x="206" y="262"/>
                </a:cubicBezTo>
                <a:cubicBezTo>
                  <a:pt x="201" y="262"/>
                  <a:pt x="197" y="260"/>
                  <a:pt x="195" y="257"/>
                </a:cubicBezTo>
                <a:cubicBezTo>
                  <a:pt x="195" y="232"/>
                  <a:pt x="195" y="232"/>
                  <a:pt x="195" y="232"/>
                </a:cubicBezTo>
                <a:lnTo>
                  <a:pt x="209" y="232"/>
                </a:lnTo>
                <a:close/>
                <a:moveTo>
                  <a:pt x="171" y="20"/>
                </a:moveTo>
                <a:cubicBezTo>
                  <a:pt x="175" y="20"/>
                  <a:pt x="179" y="24"/>
                  <a:pt x="179" y="28"/>
                </a:cubicBezTo>
                <a:cubicBezTo>
                  <a:pt x="179" y="33"/>
                  <a:pt x="175" y="37"/>
                  <a:pt x="171" y="37"/>
                </a:cubicBezTo>
                <a:cubicBezTo>
                  <a:pt x="170" y="37"/>
                  <a:pt x="169" y="37"/>
                  <a:pt x="168" y="36"/>
                </a:cubicBezTo>
                <a:cubicBezTo>
                  <a:pt x="168" y="44"/>
                  <a:pt x="168" y="44"/>
                  <a:pt x="168" y="44"/>
                </a:cubicBezTo>
                <a:cubicBezTo>
                  <a:pt x="195" y="44"/>
                  <a:pt x="195" y="44"/>
                  <a:pt x="195" y="44"/>
                </a:cubicBezTo>
                <a:cubicBezTo>
                  <a:pt x="195" y="37"/>
                  <a:pt x="195" y="37"/>
                  <a:pt x="195" y="37"/>
                </a:cubicBezTo>
                <a:cubicBezTo>
                  <a:pt x="190" y="37"/>
                  <a:pt x="186" y="33"/>
                  <a:pt x="186" y="28"/>
                </a:cubicBezTo>
                <a:cubicBezTo>
                  <a:pt x="186" y="24"/>
                  <a:pt x="190" y="20"/>
                  <a:pt x="195" y="20"/>
                </a:cubicBezTo>
                <a:cubicBezTo>
                  <a:pt x="195" y="9"/>
                  <a:pt x="195" y="9"/>
                  <a:pt x="195" y="9"/>
                </a:cubicBezTo>
                <a:cubicBezTo>
                  <a:pt x="187" y="6"/>
                  <a:pt x="178" y="4"/>
                  <a:pt x="168" y="3"/>
                </a:cubicBezTo>
                <a:cubicBezTo>
                  <a:pt x="168" y="21"/>
                  <a:pt x="168" y="21"/>
                  <a:pt x="168" y="21"/>
                </a:cubicBezTo>
                <a:cubicBezTo>
                  <a:pt x="169" y="20"/>
                  <a:pt x="170" y="20"/>
                  <a:pt x="171" y="20"/>
                </a:cubicBezTo>
                <a:close/>
                <a:moveTo>
                  <a:pt x="195" y="50"/>
                </a:moveTo>
                <a:cubicBezTo>
                  <a:pt x="195" y="70"/>
                  <a:pt x="195" y="70"/>
                  <a:pt x="195" y="70"/>
                </a:cubicBezTo>
                <a:cubicBezTo>
                  <a:pt x="168" y="70"/>
                  <a:pt x="168" y="70"/>
                  <a:pt x="168" y="70"/>
                </a:cubicBezTo>
                <a:cubicBezTo>
                  <a:pt x="168" y="50"/>
                  <a:pt x="168" y="50"/>
                  <a:pt x="168" y="50"/>
                </a:cubicBezTo>
                <a:cubicBezTo>
                  <a:pt x="195" y="50"/>
                  <a:pt x="195" y="50"/>
                  <a:pt x="195" y="50"/>
                </a:cubicBezTo>
                <a:close/>
                <a:moveTo>
                  <a:pt x="195" y="120"/>
                </a:moveTo>
                <a:cubicBezTo>
                  <a:pt x="195" y="171"/>
                  <a:pt x="195" y="171"/>
                  <a:pt x="195" y="171"/>
                </a:cubicBezTo>
                <a:cubicBezTo>
                  <a:pt x="193" y="173"/>
                  <a:pt x="192" y="176"/>
                  <a:pt x="192" y="180"/>
                </a:cubicBezTo>
                <a:cubicBezTo>
                  <a:pt x="192" y="183"/>
                  <a:pt x="193" y="186"/>
                  <a:pt x="195" y="188"/>
                </a:cubicBezTo>
                <a:cubicBezTo>
                  <a:pt x="195" y="220"/>
                  <a:pt x="195" y="220"/>
                  <a:pt x="195" y="220"/>
                </a:cubicBezTo>
                <a:cubicBezTo>
                  <a:pt x="168" y="220"/>
                  <a:pt x="168" y="220"/>
                  <a:pt x="168" y="220"/>
                </a:cubicBezTo>
                <a:cubicBezTo>
                  <a:pt x="168" y="120"/>
                  <a:pt x="168" y="120"/>
                  <a:pt x="168" y="120"/>
                </a:cubicBezTo>
                <a:cubicBezTo>
                  <a:pt x="195" y="120"/>
                  <a:pt x="195" y="120"/>
                  <a:pt x="195" y="120"/>
                </a:cubicBezTo>
                <a:close/>
                <a:moveTo>
                  <a:pt x="195" y="232"/>
                </a:moveTo>
                <a:cubicBezTo>
                  <a:pt x="195" y="257"/>
                  <a:pt x="195" y="257"/>
                  <a:pt x="195" y="257"/>
                </a:cubicBezTo>
                <a:cubicBezTo>
                  <a:pt x="193" y="254"/>
                  <a:pt x="192" y="252"/>
                  <a:pt x="192" y="249"/>
                </a:cubicBezTo>
                <a:cubicBezTo>
                  <a:pt x="192" y="232"/>
                  <a:pt x="192" y="232"/>
                  <a:pt x="192" y="232"/>
                </a:cubicBezTo>
                <a:lnTo>
                  <a:pt x="195" y="232"/>
                </a:lnTo>
                <a:close/>
                <a:moveTo>
                  <a:pt x="168" y="36"/>
                </a:moveTo>
                <a:cubicBezTo>
                  <a:pt x="165" y="35"/>
                  <a:pt x="162" y="32"/>
                  <a:pt x="162" y="28"/>
                </a:cubicBezTo>
                <a:cubicBezTo>
                  <a:pt x="162" y="25"/>
                  <a:pt x="165" y="22"/>
                  <a:pt x="168" y="21"/>
                </a:cubicBezTo>
                <a:cubicBezTo>
                  <a:pt x="168" y="3"/>
                  <a:pt x="168" y="3"/>
                  <a:pt x="168" y="3"/>
                </a:cubicBezTo>
                <a:cubicBezTo>
                  <a:pt x="157" y="1"/>
                  <a:pt x="144" y="0"/>
                  <a:pt x="131" y="0"/>
                </a:cubicBezTo>
                <a:cubicBezTo>
                  <a:pt x="130" y="0"/>
                  <a:pt x="130" y="0"/>
                  <a:pt x="130" y="0"/>
                </a:cubicBezTo>
                <a:cubicBezTo>
                  <a:pt x="130" y="44"/>
                  <a:pt x="130" y="44"/>
                  <a:pt x="130" y="44"/>
                </a:cubicBezTo>
                <a:cubicBezTo>
                  <a:pt x="168" y="44"/>
                  <a:pt x="168" y="44"/>
                  <a:pt x="168" y="44"/>
                </a:cubicBezTo>
                <a:cubicBezTo>
                  <a:pt x="168" y="36"/>
                  <a:pt x="168" y="36"/>
                  <a:pt x="168" y="36"/>
                </a:cubicBezTo>
                <a:close/>
                <a:moveTo>
                  <a:pt x="168" y="50"/>
                </a:moveTo>
                <a:cubicBezTo>
                  <a:pt x="168" y="70"/>
                  <a:pt x="168" y="70"/>
                  <a:pt x="168" y="70"/>
                </a:cubicBezTo>
                <a:cubicBezTo>
                  <a:pt x="135" y="70"/>
                  <a:pt x="135" y="70"/>
                  <a:pt x="135" y="70"/>
                </a:cubicBezTo>
                <a:cubicBezTo>
                  <a:pt x="135" y="120"/>
                  <a:pt x="135" y="120"/>
                  <a:pt x="135" y="120"/>
                </a:cubicBezTo>
                <a:cubicBezTo>
                  <a:pt x="168" y="120"/>
                  <a:pt x="168" y="120"/>
                  <a:pt x="168" y="120"/>
                </a:cubicBezTo>
                <a:cubicBezTo>
                  <a:pt x="168" y="220"/>
                  <a:pt x="168" y="220"/>
                  <a:pt x="168" y="220"/>
                </a:cubicBezTo>
                <a:cubicBezTo>
                  <a:pt x="130" y="220"/>
                  <a:pt x="130" y="220"/>
                  <a:pt x="130" y="220"/>
                </a:cubicBezTo>
                <a:cubicBezTo>
                  <a:pt x="130" y="198"/>
                  <a:pt x="130" y="198"/>
                  <a:pt x="130" y="198"/>
                </a:cubicBezTo>
                <a:cubicBezTo>
                  <a:pt x="167" y="198"/>
                  <a:pt x="167" y="198"/>
                  <a:pt x="167" y="198"/>
                </a:cubicBezTo>
                <a:cubicBezTo>
                  <a:pt x="167" y="187"/>
                  <a:pt x="167" y="187"/>
                  <a:pt x="167" y="187"/>
                </a:cubicBezTo>
                <a:cubicBezTo>
                  <a:pt x="130" y="187"/>
                  <a:pt x="130" y="187"/>
                  <a:pt x="130" y="187"/>
                </a:cubicBezTo>
                <a:cubicBezTo>
                  <a:pt x="130" y="179"/>
                  <a:pt x="130" y="179"/>
                  <a:pt x="130" y="179"/>
                </a:cubicBezTo>
                <a:cubicBezTo>
                  <a:pt x="167" y="179"/>
                  <a:pt x="167" y="179"/>
                  <a:pt x="167" y="179"/>
                </a:cubicBezTo>
                <a:cubicBezTo>
                  <a:pt x="167" y="167"/>
                  <a:pt x="167" y="167"/>
                  <a:pt x="167" y="167"/>
                </a:cubicBezTo>
                <a:cubicBezTo>
                  <a:pt x="130" y="167"/>
                  <a:pt x="130" y="167"/>
                  <a:pt x="130" y="167"/>
                </a:cubicBezTo>
                <a:cubicBezTo>
                  <a:pt x="130" y="159"/>
                  <a:pt x="130" y="159"/>
                  <a:pt x="130" y="159"/>
                </a:cubicBezTo>
                <a:cubicBezTo>
                  <a:pt x="167" y="159"/>
                  <a:pt x="167" y="159"/>
                  <a:pt x="167" y="159"/>
                </a:cubicBezTo>
                <a:cubicBezTo>
                  <a:pt x="167" y="147"/>
                  <a:pt x="167" y="147"/>
                  <a:pt x="167" y="147"/>
                </a:cubicBezTo>
                <a:cubicBezTo>
                  <a:pt x="130" y="147"/>
                  <a:pt x="130" y="147"/>
                  <a:pt x="130" y="147"/>
                </a:cubicBezTo>
                <a:cubicBezTo>
                  <a:pt x="130" y="50"/>
                  <a:pt x="130" y="50"/>
                  <a:pt x="130" y="50"/>
                </a:cubicBezTo>
                <a:lnTo>
                  <a:pt x="168" y="50"/>
                </a:lnTo>
                <a:close/>
                <a:moveTo>
                  <a:pt x="130" y="0"/>
                </a:moveTo>
                <a:cubicBezTo>
                  <a:pt x="130" y="44"/>
                  <a:pt x="130" y="44"/>
                  <a:pt x="130" y="44"/>
                </a:cubicBezTo>
                <a:cubicBezTo>
                  <a:pt x="93" y="44"/>
                  <a:pt x="93" y="44"/>
                  <a:pt x="93" y="44"/>
                </a:cubicBezTo>
                <a:cubicBezTo>
                  <a:pt x="93" y="36"/>
                  <a:pt x="93" y="36"/>
                  <a:pt x="93" y="36"/>
                </a:cubicBezTo>
                <a:cubicBezTo>
                  <a:pt x="96" y="35"/>
                  <a:pt x="99" y="32"/>
                  <a:pt x="99" y="28"/>
                </a:cubicBezTo>
                <a:cubicBezTo>
                  <a:pt x="99" y="25"/>
                  <a:pt x="96" y="22"/>
                  <a:pt x="93" y="21"/>
                </a:cubicBezTo>
                <a:cubicBezTo>
                  <a:pt x="93" y="3"/>
                  <a:pt x="93" y="3"/>
                  <a:pt x="93" y="3"/>
                </a:cubicBezTo>
                <a:cubicBezTo>
                  <a:pt x="104" y="1"/>
                  <a:pt x="117" y="0"/>
                  <a:pt x="130" y="0"/>
                </a:cubicBezTo>
                <a:close/>
                <a:moveTo>
                  <a:pt x="130" y="50"/>
                </a:moveTo>
                <a:cubicBezTo>
                  <a:pt x="130" y="147"/>
                  <a:pt x="130" y="147"/>
                  <a:pt x="130" y="147"/>
                </a:cubicBezTo>
                <a:cubicBezTo>
                  <a:pt x="93" y="147"/>
                  <a:pt x="93" y="147"/>
                  <a:pt x="93" y="147"/>
                </a:cubicBezTo>
                <a:cubicBezTo>
                  <a:pt x="93" y="120"/>
                  <a:pt x="93" y="120"/>
                  <a:pt x="93" y="120"/>
                </a:cubicBezTo>
                <a:cubicBezTo>
                  <a:pt x="126" y="120"/>
                  <a:pt x="126" y="120"/>
                  <a:pt x="126" y="120"/>
                </a:cubicBezTo>
                <a:cubicBezTo>
                  <a:pt x="126" y="70"/>
                  <a:pt x="126" y="70"/>
                  <a:pt x="126" y="70"/>
                </a:cubicBezTo>
                <a:cubicBezTo>
                  <a:pt x="93" y="70"/>
                  <a:pt x="93" y="70"/>
                  <a:pt x="93" y="70"/>
                </a:cubicBezTo>
                <a:cubicBezTo>
                  <a:pt x="93" y="50"/>
                  <a:pt x="93" y="50"/>
                  <a:pt x="93" y="50"/>
                </a:cubicBezTo>
                <a:cubicBezTo>
                  <a:pt x="130" y="50"/>
                  <a:pt x="130" y="50"/>
                  <a:pt x="130" y="50"/>
                </a:cubicBezTo>
                <a:close/>
                <a:moveTo>
                  <a:pt x="130" y="159"/>
                </a:moveTo>
                <a:cubicBezTo>
                  <a:pt x="130" y="167"/>
                  <a:pt x="130" y="167"/>
                  <a:pt x="130" y="167"/>
                </a:cubicBezTo>
                <a:cubicBezTo>
                  <a:pt x="93" y="167"/>
                  <a:pt x="93" y="167"/>
                  <a:pt x="93" y="167"/>
                </a:cubicBezTo>
                <a:cubicBezTo>
                  <a:pt x="93" y="159"/>
                  <a:pt x="93" y="159"/>
                  <a:pt x="93" y="159"/>
                </a:cubicBezTo>
                <a:cubicBezTo>
                  <a:pt x="130" y="159"/>
                  <a:pt x="130" y="159"/>
                  <a:pt x="130" y="159"/>
                </a:cubicBezTo>
                <a:close/>
                <a:moveTo>
                  <a:pt x="130" y="179"/>
                </a:moveTo>
                <a:cubicBezTo>
                  <a:pt x="130" y="187"/>
                  <a:pt x="130" y="187"/>
                  <a:pt x="130" y="187"/>
                </a:cubicBezTo>
                <a:cubicBezTo>
                  <a:pt x="93" y="187"/>
                  <a:pt x="93" y="187"/>
                  <a:pt x="93" y="187"/>
                </a:cubicBezTo>
                <a:cubicBezTo>
                  <a:pt x="93" y="179"/>
                  <a:pt x="93" y="179"/>
                  <a:pt x="93" y="179"/>
                </a:cubicBezTo>
                <a:cubicBezTo>
                  <a:pt x="130" y="179"/>
                  <a:pt x="130" y="179"/>
                  <a:pt x="130" y="179"/>
                </a:cubicBezTo>
                <a:close/>
                <a:moveTo>
                  <a:pt x="130" y="198"/>
                </a:moveTo>
                <a:cubicBezTo>
                  <a:pt x="130" y="220"/>
                  <a:pt x="130" y="220"/>
                  <a:pt x="130" y="220"/>
                </a:cubicBezTo>
                <a:cubicBezTo>
                  <a:pt x="93" y="220"/>
                  <a:pt x="93" y="220"/>
                  <a:pt x="93" y="220"/>
                </a:cubicBezTo>
                <a:cubicBezTo>
                  <a:pt x="93" y="198"/>
                  <a:pt x="93" y="198"/>
                  <a:pt x="93" y="198"/>
                </a:cubicBezTo>
                <a:lnTo>
                  <a:pt x="130" y="198"/>
                </a:lnTo>
                <a:close/>
                <a:moveTo>
                  <a:pt x="93" y="3"/>
                </a:moveTo>
                <a:cubicBezTo>
                  <a:pt x="93" y="21"/>
                  <a:pt x="93" y="21"/>
                  <a:pt x="93" y="21"/>
                </a:cubicBezTo>
                <a:cubicBezTo>
                  <a:pt x="92" y="20"/>
                  <a:pt x="92" y="20"/>
                  <a:pt x="91" y="20"/>
                </a:cubicBezTo>
                <a:cubicBezTo>
                  <a:pt x="86" y="20"/>
                  <a:pt x="83" y="24"/>
                  <a:pt x="83" y="28"/>
                </a:cubicBezTo>
                <a:cubicBezTo>
                  <a:pt x="83" y="33"/>
                  <a:pt x="86" y="37"/>
                  <a:pt x="91" y="37"/>
                </a:cubicBezTo>
                <a:cubicBezTo>
                  <a:pt x="92" y="37"/>
                  <a:pt x="92" y="37"/>
                  <a:pt x="93" y="36"/>
                </a:cubicBezTo>
                <a:cubicBezTo>
                  <a:pt x="93" y="44"/>
                  <a:pt x="93" y="44"/>
                  <a:pt x="93" y="44"/>
                </a:cubicBezTo>
                <a:cubicBezTo>
                  <a:pt x="67" y="44"/>
                  <a:pt x="67" y="44"/>
                  <a:pt x="67" y="44"/>
                </a:cubicBezTo>
                <a:cubicBezTo>
                  <a:pt x="67" y="37"/>
                  <a:pt x="67" y="37"/>
                  <a:pt x="67" y="37"/>
                </a:cubicBezTo>
                <a:cubicBezTo>
                  <a:pt x="71" y="37"/>
                  <a:pt x="75" y="33"/>
                  <a:pt x="75" y="28"/>
                </a:cubicBezTo>
                <a:cubicBezTo>
                  <a:pt x="75" y="24"/>
                  <a:pt x="71" y="20"/>
                  <a:pt x="67" y="20"/>
                </a:cubicBezTo>
                <a:cubicBezTo>
                  <a:pt x="67" y="9"/>
                  <a:pt x="67" y="9"/>
                  <a:pt x="67" y="9"/>
                </a:cubicBezTo>
                <a:cubicBezTo>
                  <a:pt x="75" y="6"/>
                  <a:pt x="84" y="4"/>
                  <a:pt x="93" y="3"/>
                </a:cubicBezTo>
                <a:close/>
                <a:moveTo>
                  <a:pt x="93" y="50"/>
                </a:moveTo>
                <a:cubicBezTo>
                  <a:pt x="93" y="70"/>
                  <a:pt x="93" y="70"/>
                  <a:pt x="93" y="70"/>
                </a:cubicBezTo>
                <a:cubicBezTo>
                  <a:pt x="67" y="70"/>
                  <a:pt x="67" y="70"/>
                  <a:pt x="67" y="70"/>
                </a:cubicBezTo>
                <a:cubicBezTo>
                  <a:pt x="67" y="50"/>
                  <a:pt x="67" y="50"/>
                  <a:pt x="67" y="50"/>
                </a:cubicBezTo>
                <a:cubicBezTo>
                  <a:pt x="93" y="50"/>
                  <a:pt x="93" y="50"/>
                  <a:pt x="93" y="50"/>
                </a:cubicBezTo>
                <a:close/>
                <a:moveTo>
                  <a:pt x="93" y="120"/>
                </a:moveTo>
                <a:cubicBezTo>
                  <a:pt x="93" y="147"/>
                  <a:pt x="93" y="147"/>
                  <a:pt x="93" y="147"/>
                </a:cubicBezTo>
                <a:cubicBezTo>
                  <a:pt x="92" y="147"/>
                  <a:pt x="92" y="147"/>
                  <a:pt x="92" y="147"/>
                </a:cubicBezTo>
                <a:cubicBezTo>
                  <a:pt x="92" y="159"/>
                  <a:pt x="92" y="159"/>
                  <a:pt x="92" y="159"/>
                </a:cubicBezTo>
                <a:cubicBezTo>
                  <a:pt x="93" y="159"/>
                  <a:pt x="93" y="159"/>
                  <a:pt x="93" y="159"/>
                </a:cubicBezTo>
                <a:cubicBezTo>
                  <a:pt x="93" y="167"/>
                  <a:pt x="93" y="167"/>
                  <a:pt x="93" y="167"/>
                </a:cubicBezTo>
                <a:cubicBezTo>
                  <a:pt x="92" y="167"/>
                  <a:pt x="92" y="167"/>
                  <a:pt x="92" y="167"/>
                </a:cubicBezTo>
                <a:cubicBezTo>
                  <a:pt x="92" y="179"/>
                  <a:pt x="92" y="179"/>
                  <a:pt x="92" y="179"/>
                </a:cubicBezTo>
                <a:cubicBezTo>
                  <a:pt x="93" y="179"/>
                  <a:pt x="93" y="179"/>
                  <a:pt x="93" y="179"/>
                </a:cubicBezTo>
                <a:cubicBezTo>
                  <a:pt x="93" y="187"/>
                  <a:pt x="93" y="187"/>
                  <a:pt x="93" y="187"/>
                </a:cubicBezTo>
                <a:cubicBezTo>
                  <a:pt x="92" y="187"/>
                  <a:pt x="92" y="187"/>
                  <a:pt x="92" y="187"/>
                </a:cubicBezTo>
                <a:cubicBezTo>
                  <a:pt x="92" y="198"/>
                  <a:pt x="92" y="198"/>
                  <a:pt x="92" y="198"/>
                </a:cubicBezTo>
                <a:cubicBezTo>
                  <a:pt x="93" y="198"/>
                  <a:pt x="93" y="198"/>
                  <a:pt x="93" y="198"/>
                </a:cubicBezTo>
                <a:cubicBezTo>
                  <a:pt x="93" y="220"/>
                  <a:pt x="93" y="220"/>
                  <a:pt x="93" y="220"/>
                </a:cubicBezTo>
                <a:cubicBezTo>
                  <a:pt x="67" y="220"/>
                  <a:pt x="67" y="220"/>
                  <a:pt x="67" y="220"/>
                </a:cubicBezTo>
                <a:cubicBezTo>
                  <a:pt x="67" y="188"/>
                  <a:pt x="67" y="188"/>
                  <a:pt x="67" y="188"/>
                </a:cubicBezTo>
                <a:cubicBezTo>
                  <a:pt x="68" y="186"/>
                  <a:pt x="69" y="183"/>
                  <a:pt x="69" y="180"/>
                </a:cubicBezTo>
                <a:cubicBezTo>
                  <a:pt x="69" y="176"/>
                  <a:pt x="68" y="173"/>
                  <a:pt x="67" y="171"/>
                </a:cubicBezTo>
                <a:cubicBezTo>
                  <a:pt x="67" y="120"/>
                  <a:pt x="67" y="120"/>
                  <a:pt x="67" y="120"/>
                </a:cubicBezTo>
                <a:cubicBezTo>
                  <a:pt x="93" y="120"/>
                  <a:pt x="93" y="120"/>
                  <a:pt x="93" y="120"/>
                </a:cubicBezTo>
                <a:close/>
                <a:moveTo>
                  <a:pt x="67" y="257"/>
                </a:moveTo>
                <a:cubicBezTo>
                  <a:pt x="67" y="232"/>
                  <a:pt x="67" y="232"/>
                  <a:pt x="67" y="232"/>
                </a:cubicBezTo>
                <a:cubicBezTo>
                  <a:pt x="69" y="232"/>
                  <a:pt x="69" y="232"/>
                  <a:pt x="69" y="232"/>
                </a:cubicBezTo>
                <a:cubicBezTo>
                  <a:pt x="69" y="249"/>
                  <a:pt x="69" y="249"/>
                  <a:pt x="69" y="249"/>
                </a:cubicBezTo>
                <a:cubicBezTo>
                  <a:pt x="69" y="252"/>
                  <a:pt x="68" y="254"/>
                  <a:pt x="67" y="257"/>
                </a:cubicBezTo>
                <a:close/>
                <a:moveTo>
                  <a:pt x="67" y="9"/>
                </a:moveTo>
                <a:cubicBezTo>
                  <a:pt x="67" y="20"/>
                  <a:pt x="67" y="20"/>
                  <a:pt x="67" y="20"/>
                </a:cubicBezTo>
                <a:cubicBezTo>
                  <a:pt x="62" y="20"/>
                  <a:pt x="58" y="24"/>
                  <a:pt x="58" y="28"/>
                </a:cubicBezTo>
                <a:cubicBezTo>
                  <a:pt x="58" y="33"/>
                  <a:pt x="62" y="37"/>
                  <a:pt x="67" y="37"/>
                </a:cubicBezTo>
                <a:cubicBezTo>
                  <a:pt x="67" y="44"/>
                  <a:pt x="67" y="44"/>
                  <a:pt x="67" y="44"/>
                </a:cubicBezTo>
                <a:cubicBezTo>
                  <a:pt x="52" y="44"/>
                  <a:pt x="52" y="44"/>
                  <a:pt x="52" y="44"/>
                </a:cubicBezTo>
                <a:cubicBezTo>
                  <a:pt x="52" y="15"/>
                  <a:pt x="52" y="15"/>
                  <a:pt x="52" y="15"/>
                </a:cubicBezTo>
                <a:cubicBezTo>
                  <a:pt x="56" y="13"/>
                  <a:pt x="61" y="11"/>
                  <a:pt x="67" y="9"/>
                </a:cubicBezTo>
                <a:close/>
                <a:moveTo>
                  <a:pt x="67" y="50"/>
                </a:moveTo>
                <a:cubicBezTo>
                  <a:pt x="67" y="70"/>
                  <a:pt x="67" y="70"/>
                  <a:pt x="67" y="70"/>
                </a:cubicBezTo>
                <a:cubicBezTo>
                  <a:pt x="60" y="70"/>
                  <a:pt x="60" y="70"/>
                  <a:pt x="60" y="70"/>
                </a:cubicBezTo>
                <a:cubicBezTo>
                  <a:pt x="60" y="120"/>
                  <a:pt x="60" y="120"/>
                  <a:pt x="60" y="120"/>
                </a:cubicBezTo>
                <a:cubicBezTo>
                  <a:pt x="67" y="120"/>
                  <a:pt x="67" y="120"/>
                  <a:pt x="67" y="120"/>
                </a:cubicBezTo>
                <a:cubicBezTo>
                  <a:pt x="67" y="171"/>
                  <a:pt x="67" y="171"/>
                  <a:pt x="67" y="171"/>
                </a:cubicBezTo>
                <a:cubicBezTo>
                  <a:pt x="64" y="166"/>
                  <a:pt x="58" y="162"/>
                  <a:pt x="52" y="162"/>
                </a:cubicBezTo>
                <a:cubicBezTo>
                  <a:pt x="52" y="50"/>
                  <a:pt x="52" y="50"/>
                  <a:pt x="52" y="50"/>
                </a:cubicBezTo>
                <a:cubicBezTo>
                  <a:pt x="67" y="50"/>
                  <a:pt x="67" y="50"/>
                  <a:pt x="67" y="50"/>
                </a:cubicBezTo>
                <a:close/>
                <a:moveTo>
                  <a:pt x="67" y="188"/>
                </a:moveTo>
                <a:cubicBezTo>
                  <a:pt x="67" y="220"/>
                  <a:pt x="67" y="220"/>
                  <a:pt x="67" y="220"/>
                </a:cubicBezTo>
                <a:cubicBezTo>
                  <a:pt x="52" y="220"/>
                  <a:pt x="52" y="220"/>
                  <a:pt x="52" y="220"/>
                </a:cubicBezTo>
                <a:cubicBezTo>
                  <a:pt x="52" y="197"/>
                  <a:pt x="52" y="197"/>
                  <a:pt x="52" y="197"/>
                </a:cubicBezTo>
                <a:cubicBezTo>
                  <a:pt x="58" y="197"/>
                  <a:pt x="64" y="193"/>
                  <a:pt x="67" y="188"/>
                </a:cubicBezTo>
                <a:close/>
                <a:moveTo>
                  <a:pt x="67" y="232"/>
                </a:moveTo>
                <a:cubicBezTo>
                  <a:pt x="67" y="257"/>
                  <a:pt x="67" y="257"/>
                  <a:pt x="67" y="257"/>
                </a:cubicBezTo>
                <a:cubicBezTo>
                  <a:pt x="64" y="260"/>
                  <a:pt x="60" y="262"/>
                  <a:pt x="56" y="262"/>
                </a:cubicBezTo>
                <a:cubicBezTo>
                  <a:pt x="52" y="262"/>
                  <a:pt x="52" y="262"/>
                  <a:pt x="52" y="262"/>
                </a:cubicBezTo>
                <a:cubicBezTo>
                  <a:pt x="52" y="232"/>
                  <a:pt x="52" y="232"/>
                  <a:pt x="52" y="232"/>
                </a:cubicBezTo>
                <a:lnTo>
                  <a:pt x="67" y="232"/>
                </a:lnTo>
                <a:close/>
                <a:moveTo>
                  <a:pt x="52" y="15"/>
                </a:moveTo>
                <a:cubicBezTo>
                  <a:pt x="52" y="44"/>
                  <a:pt x="52" y="44"/>
                  <a:pt x="52" y="44"/>
                </a:cubicBezTo>
                <a:cubicBezTo>
                  <a:pt x="27" y="44"/>
                  <a:pt x="27" y="44"/>
                  <a:pt x="27" y="44"/>
                </a:cubicBezTo>
                <a:cubicBezTo>
                  <a:pt x="27" y="33"/>
                  <a:pt x="36" y="23"/>
                  <a:pt x="52" y="15"/>
                </a:cubicBezTo>
                <a:close/>
                <a:moveTo>
                  <a:pt x="52" y="50"/>
                </a:moveTo>
                <a:cubicBezTo>
                  <a:pt x="52" y="162"/>
                  <a:pt x="52" y="162"/>
                  <a:pt x="52" y="162"/>
                </a:cubicBezTo>
                <a:cubicBezTo>
                  <a:pt x="42" y="162"/>
                  <a:pt x="35" y="170"/>
                  <a:pt x="35" y="180"/>
                </a:cubicBezTo>
                <a:cubicBezTo>
                  <a:pt x="35" y="189"/>
                  <a:pt x="42" y="197"/>
                  <a:pt x="52" y="197"/>
                </a:cubicBezTo>
                <a:cubicBezTo>
                  <a:pt x="52" y="220"/>
                  <a:pt x="52" y="220"/>
                  <a:pt x="52" y="220"/>
                </a:cubicBezTo>
                <a:cubicBezTo>
                  <a:pt x="12" y="220"/>
                  <a:pt x="12" y="220"/>
                  <a:pt x="12" y="220"/>
                </a:cubicBezTo>
                <a:cubicBezTo>
                  <a:pt x="12" y="154"/>
                  <a:pt x="12" y="154"/>
                  <a:pt x="12" y="154"/>
                </a:cubicBezTo>
                <a:cubicBezTo>
                  <a:pt x="15" y="150"/>
                  <a:pt x="21" y="146"/>
                  <a:pt x="27" y="146"/>
                </a:cubicBezTo>
                <a:cubicBezTo>
                  <a:pt x="27" y="50"/>
                  <a:pt x="27" y="50"/>
                  <a:pt x="27" y="50"/>
                </a:cubicBezTo>
                <a:cubicBezTo>
                  <a:pt x="52" y="50"/>
                  <a:pt x="52" y="50"/>
                  <a:pt x="52" y="50"/>
                </a:cubicBezTo>
                <a:close/>
                <a:moveTo>
                  <a:pt x="52" y="232"/>
                </a:moveTo>
                <a:cubicBezTo>
                  <a:pt x="52" y="262"/>
                  <a:pt x="52" y="262"/>
                  <a:pt x="52" y="262"/>
                </a:cubicBezTo>
                <a:cubicBezTo>
                  <a:pt x="48" y="262"/>
                  <a:pt x="48" y="262"/>
                  <a:pt x="48" y="262"/>
                </a:cubicBezTo>
                <a:cubicBezTo>
                  <a:pt x="41" y="262"/>
                  <a:pt x="35" y="257"/>
                  <a:pt x="35" y="249"/>
                </a:cubicBezTo>
                <a:cubicBezTo>
                  <a:pt x="35" y="232"/>
                  <a:pt x="35" y="232"/>
                  <a:pt x="35" y="232"/>
                </a:cubicBezTo>
                <a:cubicBezTo>
                  <a:pt x="52" y="232"/>
                  <a:pt x="52" y="232"/>
                  <a:pt x="52" y="232"/>
                </a:cubicBezTo>
                <a:close/>
                <a:moveTo>
                  <a:pt x="12" y="114"/>
                </a:moveTo>
                <a:cubicBezTo>
                  <a:pt x="14" y="114"/>
                  <a:pt x="15" y="112"/>
                  <a:pt x="15" y="110"/>
                </a:cubicBezTo>
                <a:cubicBezTo>
                  <a:pt x="15" y="76"/>
                  <a:pt x="15" y="76"/>
                  <a:pt x="15" y="76"/>
                </a:cubicBezTo>
                <a:cubicBezTo>
                  <a:pt x="15" y="74"/>
                  <a:pt x="14" y="71"/>
                  <a:pt x="12" y="70"/>
                </a:cubicBezTo>
                <a:lnTo>
                  <a:pt x="12" y="114"/>
                </a:lnTo>
                <a:close/>
                <a:moveTo>
                  <a:pt x="12" y="70"/>
                </a:moveTo>
                <a:cubicBezTo>
                  <a:pt x="12" y="114"/>
                  <a:pt x="12" y="114"/>
                  <a:pt x="12" y="114"/>
                </a:cubicBezTo>
                <a:cubicBezTo>
                  <a:pt x="12" y="114"/>
                  <a:pt x="11" y="114"/>
                  <a:pt x="11" y="113"/>
                </a:cubicBezTo>
                <a:cubicBezTo>
                  <a:pt x="4" y="111"/>
                  <a:pt x="4" y="111"/>
                  <a:pt x="4" y="111"/>
                </a:cubicBezTo>
                <a:cubicBezTo>
                  <a:pt x="2" y="110"/>
                  <a:pt x="0" y="107"/>
                  <a:pt x="0" y="104"/>
                </a:cubicBezTo>
                <a:cubicBezTo>
                  <a:pt x="0" y="70"/>
                  <a:pt x="0" y="70"/>
                  <a:pt x="0" y="70"/>
                </a:cubicBezTo>
                <a:cubicBezTo>
                  <a:pt x="0" y="67"/>
                  <a:pt x="2" y="66"/>
                  <a:pt x="4" y="67"/>
                </a:cubicBezTo>
                <a:cubicBezTo>
                  <a:pt x="11" y="69"/>
                  <a:pt x="11" y="69"/>
                  <a:pt x="11" y="69"/>
                </a:cubicBezTo>
                <a:cubicBezTo>
                  <a:pt x="11" y="70"/>
                  <a:pt x="12" y="70"/>
                  <a:pt x="12" y="70"/>
                </a:cubicBezTo>
                <a:close/>
                <a:moveTo>
                  <a:pt x="12" y="154"/>
                </a:moveTo>
                <a:cubicBezTo>
                  <a:pt x="12" y="220"/>
                  <a:pt x="12" y="220"/>
                  <a:pt x="12" y="220"/>
                </a:cubicBezTo>
                <a:cubicBezTo>
                  <a:pt x="9" y="220"/>
                  <a:pt x="9" y="220"/>
                  <a:pt x="9" y="220"/>
                </a:cubicBezTo>
                <a:cubicBezTo>
                  <a:pt x="9" y="164"/>
                  <a:pt x="9" y="164"/>
                  <a:pt x="9" y="164"/>
                </a:cubicBezTo>
                <a:cubicBezTo>
                  <a:pt x="9" y="160"/>
                  <a:pt x="10" y="157"/>
                  <a:pt x="12" y="154"/>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1" name="Freeform 76"/>
          <p:cNvSpPr>
            <a:spLocks noEditPoints="1"/>
          </p:cNvSpPr>
          <p:nvPr/>
        </p:nvSpPr>
        <p:spPr bwMode="auto">
          <a:xfrm>
            <a:off x="7192195" y="3632786"/>
            <a:ext cx="642771" cy="487236"/>
          </a:xfrm>
          <a:custGeom>
            <a:avLst/>
            <a:gdLst>
              <a:gd name="T0" fmla="*/ 271 w 295"/>
              <a:gd name="T1" fmla="*/ 0 h 224"/>
              <a:gd name="T2" fmla="*/ 277 w 295"/>
              <a:gd name="T3" fmla="*/ 35 h 224"/>
              <a:gd name="T4" fmla="*/ 224 w 295"/>
              <a:gd name="T5" fmla="*/ 224 h 224"/>
              <a:gd name="T6" fmla="*/ 248 w 295"/>
              <a:gd name="T7" fmla="*/ 188 h 224"/>
              <a:gd name="T8" fmla="*/ 249 w 295"/>
              <a:gd name="T9" fmla="*/ 29 h 224"/>
              <a:gd name="T10" fmla="*/ 224 w 295"/>
              <a:gd name="T11" fmla="*/ 194 h 224"/>
              <a:gd name="T12" fmla="*/ 224 w 295"/>
              <a:gd name="T13" fmla="*/ 16 h 224"/>
              <a:gd name="T14" fmla="*/ 224 w 295"/>
              <a:gd name="T15" fmla="*/ 208 h 224"/>
              <a:gd name="T16" fmla="*/ 224 w 295"/>
              <a:gd name="T17" fmla="*/ 179 h 224"/>
              <a:gd name="T18" fmla="*/ 224 w 295"/>
              <a:gd name="T19" fmla="*/ 194 h 224"/>
              <a:gd name="T20" fmla="*/ 201 w 295"/>
              <a:gd name="T21" fmla="*/ 128 h 224"/>
              <a:gd name="T22" fmla="*/ 203 w 295"/>
              <a:gd name="T23" fmla="*/ 98 h 224"/>
              <a:gd name="T24" fmla="*/ 195 w 295"/>
              <a:gd name="T25" fmla="*/ 67 h 224"/>
              <a:gd name="T26" fmla="*/ 187 w 295"/>
              <a:gd name="T27" fmla="*/ 128 h 224"/>
              <a:gd name="T28" fmla="*/ 187 w 295"/>
              <a:gd name="T29" fmla="*/ 100 h 224"/>
              <a:gd name="T30" fmla="*/ 190 w 295"/>
              <a:gd name="T31" fmla="*/ 75 h 224"/>
              <a:gd name="T32" fmla="*/ 187 w 295"/>
              <a:gd name="T33" fmla="*/ 0 h 224"/>
              <a:gd name="T34" fmla="*/ 187 w 295"/>
              <a:gd name="T35" fmla="*/ 0 h 224"/>
              <a:gd name="T36" fmla="*/ 147 w 295"/>
              <a:gd name="T37" fmla="*/ 208 h 224"/>
              <a:gd name="T38" fmla="*/ 182 w 295"/>
              <a:gd name="T39" fmla="*/ 67 h 224"/>
              <a:gd name="T40" fmla="*/ 168 w 295"/>
              <a:gd name="T41" fmla="*/ 109 h 224"/>
              <a:gd name="T42" fmla="*/ 187 w 295"/>
              <a:gd name="T43" fmla="*/ 194 h 224"/>
              <a:gd name="T44" fmla="*/ 148 w 295"/>
              <a:gd name="T45" fmla="*/ 125 h 224"/>
              <a:gd name="T46" fmla="*/ 147 w 295"/>
              <a:gd name="T47" fmla="*/ 106 h 224"/>
              <a:gd name="T48" fmla="*/ 184 w 295"/>
              <a:gd name="T49" fmla="*/ 70 h 224"/>
              <a:gd name="T50" fmla="*/ 187 w 295"/>
              <a:gd name="T51" fmla="*/ 91 h 224"/>
              <a:gd name="T52" fmla="*/ 179 w 295"/>
              <a:gd name="T53" fmla="*/ 116 h 224"/>
              <a:gd name="T54" fmla="*/ 187 w 295"/>
              <a:gd name="T55" fmla="*/ 100 h 224"/>
              <a:gd name="T56" fmla="*/ 147 w 295"/>
              <a:gd name="T57" fmla="*/ 16 h 224"/>
              <a:gd name="T58" fmla="*/ 147 w 295"/>
              <a:gd name="T59" fmla="*/ 208 h 224"/>
              <a:gd name="T60" fmla="*/ 147 w 295"/>
              <a:gd name="T61" fmla="*/ 106 h 224"/>
              <a:gd name="T62" fmla="*/ 127 w 295"/>
              <a:gd name="T63" fmla="*/ 121 h 224"/>
              <a:gd name="T64" fmla="*/ 147 w 295"/>
              <a:gd name="T65" fmla="*/ 137 h 224"/>
              <a:gd name="T66" fmla="*/ 102 w 295"/>
              <a:gd name="T67" fmla="*/ 156 h 224"/>
              <a:gd name="T68" fmla="*/ 109 w 295"/>
              <a:gd name="T69" fmla="*/ 113 h 224"/>
              <a:gd name="T70" fmla="*/ 100 w 295"/>
              <a:gd name="T71" fmla="*/ 93 h 224"/>
              <a:gd name="T72" fmla="*/ 111 w 295"/>
              <a:gd name="T73" fmla="*/ 97 h 224"/>
              <a:gd name="T74" fmla="*/ 99 w 295"/>
              <a:gd name="T75" fmla="*/ 88 h 224"/>
              <a:gd name="T76" fmla="*/ 101 w 295"/>
              <a:gd name="T77" fmla="*/ 150 h 224"/>
              <a:gd name="T78" fmla="*/ 99 w 295"/>
              <a:gd name="T79" fmla="*/ 123 h 224"/>
              <a:gd name="T80" fmla="*/ 0 w 295"/>
              <a:gd name="T81" fmla="*/ 23 h 224"/>
              <a:gd name="T82" fmla="*/ 99 w 295"/>
              <a:gd name="T83" fmla="*/ 208 h 224"/>
              <a:gd name="T84" fmla="*/ 17 w 295"/>
              <a:gd name="T85" fmla="*/ 35 h 224"/>
              <a:gd name="T86" fmla="*/ 99 w 295"/>
              <a:gd name="T87" fmla="*/ 29 h 224"/>
              <a:gd name="T88" fmla="*/ 79 w 295"/>
              <a:gd name="T89" fmla="*/ 129 h 224"/>
              <a:gd name="T90" fmla="*/ 99 w 295"/>
              <a:gd name="T91" fmla="*/ 157 h 224"/>
              <a:gd name="T92" fmla="*/ 30 w 295"/>
              <a:gd name="T93" fmla="*/ 45 h 224"/>
              <a:gd name="T94" fmla="*/ 99 w 295"/>
              <a:gd name="T95" fmla="*/ 115 h 224"/>
              <a:gd name="T96" fmla="*/ 99 w 295"/>
              <a:gd name="T97" fmla="*/ 123 h 224"/>
              <a:gd name="T98" fmla="*/ 91 w 295"/>
              <a:gd name="T99" fmla="*/ 133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95" h="224">
                <a:moveTo>
                  <a:pt x="271" y="224"/>
                </a:moveTo>
                <a:cubicBezTo>
                  <a:pt x="284" y="224"/>
                  <a:pt x="295" y="213"/>
                  <a:pt x="295" y="200"/>
                </a:cubicBezTo>
                <a:cubicBezTo>
                  <a:pt x="295" y="23"/>
                  <a:pt x="295" y="23"/>
                  <a:pt x="295" y="23"/>
                </a:cubicBezTo>
                <a:cubicBezTo>
                  <a:pt x="295" y="10"/>
                  <a:pt x="284" y="0"/>
                  <a:pt x="271" y="0"/>
                </a:cubicBezTo>
                <a:cubicBezTo>
                  <a:pt x="224" y="0"/>
                  <a:pt x="224" y="0"/>
                  <a:pt x="224" y="0"/>
                </a:cubicBezTo>
                <a:cubicBezTo>
                  <a:pt x="224" y="16"/>
                  <a:pt x="224" y="16"/>
                  <a:pt x="224" y="16"/>
                </a:cubicBezTo>
                <a:cubicBezTo>
                  <a:pt x="258" y="16"/>
                  <a:pt x="258" y="16"/>
                  <a:pt x="258" y="16"/>
                </a:cubicBezTo>
                <a:cubicBezTo>
                  <a:pt x="268" y="16"/>
                  <a:pt x="277" y="24"/>
                  <a:pt x="277" y="35"/>
                </a:cubicBezTo>
                <a:cubicBezTo>
                  <a:pt x="277" y="189"/>
                  <a:pt x="277" y="189"/>
                  <a:pt x="277" y="189"/>
                </a:cubicBezTo>
                <a:cubicBezTo>
                  <a:pt x="277" y="199"/>
                  <a:pt x="268" y="208"/>
                  <a:pt x="258" y="208"/>
                </a:cubicBezTo>
                <a:cubicBezTo>
                  <a:pt x="224" y="208"/>
                  <a:pt x="224" y="208"/>
                  <a:pt x="224" y="208"/>
                </a:cubicBezTo>
                <a:cubicBezTo>
                  <a:pt x="224" y="224"/>
                  <a:pt x="224" y="224"/>
                  <a:pt x="224" y="224"/>
                </a:cubicBezTo>
                <a:cubicBezTo>
                  <a:pt x="271" y="224"/>
                  <a:pt x="271" y="224"/>
                  <a:pt x="271" y="224"/>
                </a:cubicBezTo>
                <a:close/>
                <a:moveTo>
                  <a:pt x="224" y="194"/>
                </a:moveTo>
                <a:cubicBezTo>
                  <a:pt x="224" y="188"/>
                  <a:pt x="224" y="188"/>
                  <a:pt x="224" y="188"/>
                </a:cubicBezTo>
                <a:cubicBezTo>
                  <a:pt x="248" y="188"/>
                  <a:pt x="248" y="188"/>
                  <a:pt x="248" y="188"/>
                </a:cubicBezTo>
                <a:cubicBezTo>
                  <a:pt x="248" y="179"/>
                  <a:pt x="248" y="179"/>
                  <a:pt x="248" y="179"/>
                </a:cubicBezTo>
                <a:cubicBezTo>
                  <a:pt x="224" y="179"/>
                  <a:pt x="224" y="179"/>
                  <a:pt x="224" y="179"/>
                </a:cubicBezTo>
                <a:cubicBezTo>
                  <a:pt x="224" y="29"/>
                  <a:pt x="224" y="29"/>
                  <a:pt x="224" y="29"/>
                </a:cubicBezTo>
                <a:cubicBezTo>
                  <a:pt x="249" y="29"/>
                  <a:pt x="249" y="29"/>
                  <a:pt x="249" y="29"/>
                </a:cubicBezTo>
                <a:cubicBezTo>
                  <a:pt x="257" y="29"/>
                  <a:pt x="264" y="36"/>
                  <a:pt x="264" y="45"/>
                </a:cubicBezTo>
                <a:cubicBezTo>
                  <a:pt x="264" y="179"/>
                  <a:pt x="264" y="179"/>
                  <a:pt x="264" y="179"/>
                </a:cubicBezTo>
                <a:cubicBezTo>
                  <a:pt x="264" y="187"/>
                  <a:pt x="257" y="194"/>
                  <a:pt x="249" y="194"/>
                </a:cubicBezTo>
                <a:lnTo>
                  <a:pt x="224" y="194"/>
                </a:lnTo>
                <a:close/>
                <a:moveTo>
                  <a:pt x="224" y="0"/>
                </a:moveTo>
                <a:cubicBezTo>
                  <a:pt x="187" y="0"/>
                  <a:pt x="187" y="0"/>
                  <a:pt x="187" y="0"/>
                </a:cubicBezTo>
                <a:cubicBezTo>
                  <a:pt x="187" y="16"/>
                  <a:pt x="187" y="16"/>
                  <a:pt x="187" y="16"/>
                </a:cubicBezTo>
                <a:cubicBezTo>
                  <a:pt x="224" y="16"/>
                  <a:pt x="224" y="16"/>
                  <a:pt x="224" y="16"/>
                </a:cubicBezTo>
                <a:cubicBezTo>
                  <a:pt x="224" y="0"/>
                  <a:pt x="224" y="0"/>
                  <a:pt x="224" y="0"/>
                </a:cubicBezTo>
                <a:close/>
                <a:moveTo>
                  <a:pt x="187" y="224"/>
                </a:moveTo>
                <a:cubicBezTo>
                  <a:pt x="224" y="224"/>
                  <a:pt x="224" y="224"/>
                  <a:pt x="224" y="224"/>
                </a:cubicBezTo>
                <a:cubicBezTo>
                  <a:pt x="224" y="208"/>
                  <a:pt x="224" y="208"/>
                  <a:pt x="224" y="208"/>
                </a:cubicBezTo>
                <a:cubicBezTo>
                  <a:pt x="187" y="208"/>
                  <a:pt x="187" y="208"/>
                  <a:pt x="187" y="208"/>
                </a:cubicBezTo>
                <a:cubicBezTo>
                  <a:pt x="187" y="224"/>
                  <a:pt x="187" y="224"/>
                  <a:pt x="187" y="224"/>
                </a:cubicBezTo>
                <a:close/>
                <a:moveTo>
                  <a:pt x="224" y="29"/>
                </a:moveTo>
                <a:cubicBezTo>
                  <a:pt x="224" y="179"/>
                  <a:pt x="224" y="179"/>
                  <a:pt x="224" y="179"/>
                </a:cubicBezTo>
                <a:cubicBezTo>
                  <a:pt x="200" y="179"/>
                  <a:pt x="200" y="179"/>
                  <a:pt x="200" y="179"/>
                </a:cubicBezTo>
                <a:cubicBezTo>
                  <a:pt x="200" y="188"/>
                  <a:pt x="200" y="188"/>
                  <a:pt x="200" y="188"/>
                </a:cubicBezTo>
                <a:cubicBezTo>
                  <a:pt x="224" y="188"/>
                  <a:pt x="224" y="188"/>
                  <a:pt x="224" y="188"/>
                </a:cubicBezTo>
                <a:cubicBezTo>
                  <a:pt x="224" y="194"/>
                  <a:pt x="224" y="194"/>
                  <a:pt x="224" y="194"/>
                </a:cubicBezTo>
                <a:cubicBezTo>
                  <a:pt x="187" y="194"/>
                  <a:pt x="187" y="194"/>
                  <a:pt x="187" y="194"/>
                </a:cubicBezTo>
                <a:cubicBezTo>
                  <a:pt x="187" y="135"/>
                  <a:pt x="187" y="135"/>
                  <a:pt x="187" y="135"/>
                </a:cubicBezTo>
                <a:cubicBezTo>
                  <a:pt x="188" y="135"/>
                  <a:pt x="189" y="134"/>
                  <a:pt x="189" y="134"/>
                </a:cubicBezTo>
                <a:cubicBezTo>
                  <a:pt x="194" y="133"/>
                  <a:pt x="197" y="131"/>
                  <a:pt x="201" y="128"/>
                </a:cubicBezTo>
                <a:cubicBezTo>
                  <a:pt x="204" y="124"/>
                  <a:pt x="206" y="121"/>
                  <a:pt x="207" y="117"/>
                </a:cubicBezTo>
                <a:cubicBezTo>
                  <a:pt x="208" y="115"/>
                  <a:pt x="208" y="113"/>
                  <a:pt x="208" y="111"/>
                </a:cubicBezTo>
                <a:cubicBezTo>
                  <a:pt x="208" y="109"/>
                  <a:pt x="208" y="107"/>
                  <a:pt x="207" y="104"/>
                </a:cubicBezTo>
                <a:cubicBezTo>
                  <a:pt x="207" y="102"/>
                  <a:pt x="205" y="100"/>
                  <a:pt x="203" y="98"/>
                </a:cubicBezTo>
                <a:cubicBezTo>
                  <a:pt x="200" y="96"/>
                  <a:pt x="197" y="94"/>
                  <a:pt x="193" y="94"/>
                </a:cubicBezTo>
                <a:cubicBezTo>
                  <a:pt x="197" y="91"/>
                  <a:pt x="199" y="88"/>
                  <a:pt x="201" y="85"/>
                </a:cubicBezTo>
                <a:cubicBezTo>
                  <a:pt x="202" y="81"/>
                  <a:pt x="202" y="78"/>
                  <a:pt x="201" y="74"/>
                </a:cubicBezTo>
                <a:cubicBezTo>
                  <a:pt x="200" y="71"/>
                  <a:pt x="198" y="69"/>
                  <a:pt x="195" y="67"/>
                </a:cubicBezTo>
                <a:cubicBezTo>
                  <a:pt x="193" y="66"/>
                  <a:pt x="190" y="66"/>
                  <a:pt x="187" y="66"/>
                </a:cubicBezTo>
                <a:cubicBezTo>
                  <a:pt x="187" y="29"/>
                  <a:pt x="187" y="29"/>
                  <a:pt x="187" y="29"/>
                </a:cubicBezTo>
                <a:cubicBezTo>
                  <a:pt x="224" y="29"/>
                  <a:pt x="224" y="29"/>
                  <a:pt x="224" y="29"/>
                </a:cubicBezTo>
                <a:close/>
                <a:moveTo>
                  <a:pt x="187" y="128"/>
                </a:moveTo>
                <a:cubicBezTo>
                  <a:pt x="187" y="128"/>
                  <a:pt x="188" y="128"/>
                  <a:pt x="188" y="128"/>
                </a:cubicBezTo>
                <a:cubicBezTo>
                  <a:pt x="191" y="127"/>
                  <a:pt x="193" y="125"/>
                  <a:pt x="194" y="122"/>
                </a:cubicBezTo>
                <a:cubicBezTo>
                  <a:pt x="195" y="118"/>
                  <a:pt x="195" y="115"/>
                  <a:pt x="194" y="111"/>
                </a:cubicBezTo>
                <a:cubicBezTo>
                  <a:pt x="193" y="106"/>
                  <a:pt x="191" y="103"/>
                  <a:pt x="187" y="100"/>
                </a:cubicBezTo>
                <a:cubicBezTo>
                  <a:pt x="187" y="128"/>
                  <a:pt x="187" y="128"/>
                  <a:pt x="187" y="128"/>
                </a:cubicBezTo>
                <a:close/>
                <a:moveTo>
                  <a:pt x="187" y="91"/>
                </a:moveTo>
                <a:cubicBezTo>
                  <a:pt x="189" y="87"/>
                  <a:pt x="190" y="84"/>
                  <a:pt x="190" y="80"/>
                </a:cubicBezTo>
                <a:cubicBezTo>
                  <a:pt x="190" y="78"/>
                  <a:pt x="190" y="77"/>
                  <a:pt x="190" y="75"/>
                </a:cubicBezTo>
                <a:cubicBezTo>
                  <a:pt x="189" y="74"/>
                  <a:pt x="189" y="72"/>
                  <a:pt x="188" y="71"/>
                </a:cubicBezTo>
                <a:cubicBezTo>
                  <a:pt x="187" y="71"/>
                  <a:pt x="187" y="71"/>
                  <a:pt x="187" y="71"/>
                </a:cubicBezTo>
                <a:lnTo>
                  <a:pt x="187" y="91"/>
                </a:lnTo>
                <a:close/>
                <a:moveTo>
                  <a:pt x="187" y="0"/>
                </a:moveTo>
                <a:cubicBezTo>
                  <a:pt x="147" y="0"/>
                  <a:pt x="147" y="0"/>
                  <a:pt x="147" y="0"/>
                </a:cubicBezTo>
                <a:cubicBezTo>
                  <a:pt x="147" y="16"/>
                  <a:pt x="147" y="16"/>
                  <a:pt x="147" y="16"/>
                </a:cubicBezTo>
                <a:cubicBezTo>
                  <a:pt x="187" y="16"/>
                  <a:pt x="187" y="16"/>
                  <a:pt x="187" y="16"/>
                </a:cubicBezTo>
                <a:cubicBezTo>
                  <a:pt x="187" y="0"/>
                  <a:pt x="187" y="0"/>
                  <a:pt x="187" y="0"/>
                </a:cubicBezTo>
                <a:close/>
                <a:moveTo>
                  <a:pt x="147" y="224"/>
                </a:moveTo>
                <a:cubicBezTo>
                  <a:pt x="187" y="224"/>
                  <a:pt x="187" y="224"/>
                  <a:pt x="187" y="224"/>
                </a:cubicBezTo>
                <a:cubicBezTo>
                  <a:pt x="187" y="208"/>
                  <a:pt x="187" y="208"/>
                  <a:pt x="187" y="208"/>
                </a:cubicBezTo>
                <a:cubicBezTo>
                  <a:pt x="147" y="208"/>
                  <a:pt x="147" y="208"/>
                  <a:pt x="147" y="208"/>
                </a:cubicBezTo>
                <a:cubicBezTo>
                  <a:pt x="147" y="224"/>
                  <a:pt x="147" y="224"/>
                  <a:pt x="147" y="224"/>
                </a:cubicBezTo>
                <a:close/>
                <a:moveTo>
                  <a:pt x="187" y="29"/>
                </a:moveTo>
                <a:cubicBezTo>
                  <a:pt x="187" y="66"/>
                  <a:pt x="187" y="66"/>
                  <a:pt x="187" y="66"/>
                </a:cubicBezTo>
                <a:cubicBezTo>
                  <a:pt x="185" y="66"/>
                  <a:pt x="184" y="66"/>
                  <a:pt x="182" y="67"/>
                </a:cubicBezTo>
                <a:cubicBezTo>
                  <a:pt x="176" y="68"/>
                  <a:pt x="172" y="71"/>
                  <a:pt x="169" y="75"/>
                </a:cubicBezTo>
                <a:cubicBezTo>
                  <a:pt x="167" y="80"/>
                  <a:pt x="166" y="84"/>
                  <a:pt x="167" y="88"/>
                </a:cubicBezTo>
                <a:cubicBezTo>
                  <a:pt x="168" y="93"/>
                  <a:pt x="172" y="97"/>
                  <a:pt x="177" y="98"/>
                </a:cubicBezTo>
                <a:cubicBezTo>
                  <a:pt x="173" y="101"/>
                  <a:pt x="169" y="105"/>
                  <a:pt x="168" y="109"/>
                </a:cubicBezTo>
                <a:cubicBezTo>
                  <a:pt x="166" y="113"/>
                  <a:pt x="165" y="117"/>
                  <a:pt x="167" y="122"/>
                </a:cubicBezTo>
                <a:cubicBezTo>
                  <a:pt x="168" y="126"/>
                  <a:pt x="170" y="130"/>
                  <a:pt x="175" y="133"/>
                </a:cubicBezTo>
                <a:cubicBezTo>
                  <a:pt x="178" y="135"/>
                  <a:pt x="182" y="135"/>
                  <a:pt x="187" y="135"/>
                </a:cubicBezTo>
                <a:cubicBezTo>
                  <a:pt x="187" y="194"/>
                  <a:pt x="187" y="194"/>
                  <a:pt x="187" y="194"/>
                </a:cubicBezTo>
                <a:cubicBezTo>
                  <a:pt x="147" y="194"/>
                  <a:pt x="147" y="194"/>
                  <a:pt x="147" y="194"/>
                </a:cubicBezTo>
                <a:cubicBezTo>
                  <a:pt x="147" y="137"/>
                  <a:pt x="147" y="137"/>
                  <a:pt x="147" y="137"/>
                </a:cubicBezTo>
                <a:cubicBezTo>
                  <a:pt x="148" y="137"/>
                  <a:pt x="148" y="137"/>
                  <a:pt x="148" y="137"/>
                </a:cubicBezTo>
                <a:cubicBezTo>
                  <a:pt x="148" y="125"/>
                  <a:pt x="148" y="125"/>
                  <a:pt x="148" y="125"/>
                </a:cubicBezTo>
                <a:cubicBezTo>
                  <a:pt x="159" y="123"/>
                  <a:pt x="159" y="123"/>
                  <a:pt x="159" y="123"/>
                </a:cubicBezTo>
                <a:cubicBezTo>
                  <a:pt x="158" y="112"/>
                  <a:pt x="158" y="112"/>
                  <a:pt x="158" y="112"/>
                </a:cubicBezTo>
                <a:cubicBezTo>
                  <a:pt x="147" y="115"/>
                  <a:pt x="147" y="115"/>
                  <a:pt x="147" y="115"/>
                </a:cubicBezTo>
                <a:cubicBezTo>
                  <a:pt x="147" y="106"/>
                  <a:pt x="147" y="106"/>
                  <a:pt x="147" y="106"/>
                </a:cubicBezTo>
                <a:cubicBezTo>
                  <a:pt x="147" y="29"/>
                  <a:pt x="147" y="29"/>
                  <a:pt x="147" y="29"/>
                </a:cubicBezTo>
                <a:cubicBezTo>
                  <a:pt x="187" y="29"/>
                  <a:pt x="187" y="29"/>
                  <a:pt x="187" y="29"/>
                </a:cubicBezTo>
                <a:close/>
                <a:moveTo>
                  <a:pt x="187" y="71"/>
                </a:moveTo>
                <a:cubicBezTo>
                  <a:pt x="186" y="70"/>
                  <a:pt x="185" y="70"/>
                  <a:pt x="184" y="70"/>
                </a:cubicBezTo>
                <a:cubicBezTo>
                  <a:pt x="181" y="71"/>
                  <a:pt x="179" y="73"/>
                  <a:pt x="178" y="76"/>
                </a:cubicBezTo>
                <a:cubicBezTo>
                  <a:pt x="177" y="78"/>
                  <a:pt x="177" y="81"/>
                  <a:pt x="178" y="83"/>
                </a:cubicBezTo>
                <a:cubicBezTo>
                  <a:pt x="179" y="88"/>
                  <a:pt x="181" y="91"/>
                  <a:pt x="185" y="93"/>
                </a:cubicBezTo>
                <a:cubicBezTo>
                  <a:pt x="186" y="92"/>
                  <a:pt x="187" y="91"/>
                  <a:pt x="187" y="91"/>
                </a:cubicBezTo>
                <a:cubicBezTo>
                  <a:pt x="187" y="71"/>
                  <a:pt x="187" y="71"/>
                  <a:pt x="187" y="71"/>
                </a:cubicBezTo>
                <a:close/>
                <a:moveTo>
                  <a:pt x="187" y="100"/>
                </a:moveTo>
                <a:cubicBezTo>
                  <a:pt x="187" y="100"/>
                  <a:pt x="186" y="100"/>
                  <a:pt x="186" y="99"/>
                </a:cubicBezTo>
                <a:cubicBezTo>
                  <a:pt x="181" y="104"/>
                  <a:pt x="179" y="110"/>
                  <a:pt x="179" y="116"/>
                </a:cubicBezTo>
                <a:cubicBezTo>
                  <a:pt x="179" y="118"/>
                  <a:pt x="179" y="120"/>
                  <a:pt x="180" y="121"/>
                </a:cubicBezTo>
                <a:cubicBezTo>
                  <a:pt x="180" y="124"/>
                  <a:pt x="182" y="126"/>
                  <a:pt x="183" y="127"/>
                </a:cubicBezTo>
                <a:cubicBezTo>
                  <a:pt x="184" y="128"/>
                  <a:pt x="186" y="128"/>
                  <a:pt x="187" y="128"/>
                </a:cubicBezTo>
                <a:lnTo>
                  <a:pt x="187" y="100"/>
                </a:lnTo>
                <a:close/>
                <a:moveTo>
                  <a:pt x="147" y="0"/>
                </a:moveTo>
                <a:cubicBezTo>
                  <a:pt x="99" y="0"/>
                  <a:pt x="99" y="0"/>
                  <a:pt x="99" y="0"/>
                </a:cubicBezTo>
                <a:cubicBezTo>
                  <a:pt x="99" y="16"/>
                  <a:pt x="99" y="16"/>
                  <a:pt x="99" y="16"/>
                </a:cubicBezTo>
                <a:cubicBezTo>
                  <a:pt x="147" y="16"/>
                  <a:pt x="147" y="16"/>
                  <a:pt x="147" y="16"/>
                </a:cubicBezTo>
                <a:cubicBezTo>
                  <a:pt x="147" y="0"/>
                  <a:pt x="147" y="0"/>
                  <a:pt x="147" y="0"/>
                </a:cubicBezTo>
                <a:close/>
                <a:moveTo>
                  <a:pt x="99" y="224"/>
                </a:moveTo>
                <a:cubicBezTo>
                  <a:pt x="147" y="224"/>
                  <a:pt x="147" y="224"/>
                  <a:pt x="147" y="224"/>
                </a:cubicBezTo>
                <a:cubicBezTo>
                  <a:pt x="147" y="208"/>
                  <a:pt x="147" y="208"/>
                  <a:pt x="147" y="208"/>
                </a:cubicBezTo>
                <a:cubicBezTo>
                  <a:pt x="99" y="208"/>
                  <a:pt x="99" y="208"/>
                  <a:pt x="99" y="208"/>
                </a:cubicBezTo>
                <a:cubicBezTo>
                  <a:pt x="99" y="224"/>
                  <a:pt x="99" y="224"/>
                  <a:pt x="99" y="224"/>
                </a:cubicBezTo>
                <a:close/>
                <a:moveTo>
                  <a:pt x="147" y="29"/>
                </a:moveTo>
                <a:cubicBezTo>
                  <a:pt x="147" y="106"/>
                  <a:pt x="147" y="106"/>
                  <a:pt x="147" y="106"/>
                </a:cubicBezTo>
                <a:cubicBezTo>
                  <a:pt x="147" y="104"/>
                  <a:pt x="147" y="104"/>
                  <a:pt x="147" y="104"/>
                </a:cubicBezTo>
                <a:cubicBezTo>
                  <a:pt x="137" y="107"/>
                  <a:pt x="137" y="107"/>
                  <a:pt x="137" y="107"/>
                </a:cubicBezTo>
                <a:cubicBezTo>
                  <a:pt x="138" y="118"/>
                  <a:pt x="138" y="118"/>
                  <a:pt x="138" y="118"/>
                </a:cubicBezTo>
                <a:cubicBezTo>
                  <a:pt x="127" y="121"/>
                  <a:pt x="127" y="121"/>
                  <a:pt x="127" y="121"/>
                </a:cubicBezTo>
                <a:cubicBezTo>
                  <a:pt x="127" y="131"/>
                  <a:pt x="127" y="131"/>
                  <a:pt x="127" y="131"/>
                </a:cubicBezTo>
                <a:cubicBezTo>
                  <a:pt x="138" y="128"/>
                  <a:pt x="138" y="128"/>
                  <a:pt x="138" y="128"/>
                </a:cubicBezTo>
                <a:cubicBezTo>
                  <a:pt x="138" y="139"/>
                  <a:pt x="138" y="139"/>
                  <a:pt x="138" y="139"/>
                </a:cubicBezTo>
                <a:cubicBezTo>
                  <a:pt x="147" y="137"/>
                  <a:pt x="147" y="137"/>
                  <a:pt x="147" y="137"/>
                </a:cubicBezTo>
                <a:cubicBezTo>
                  <a:pt x="147" y="194"/>
                  <a:pt x="147" y="194"/>
                  <a:pt x="147" y="194"/>
                </a:cubicBezTo>
                <a:cubicBezTo>
                  <a:pt x="99" y="194"/>
                  <a:pt x="99" y="194"/>
                  <a:pt x="99" y="194"/>
                </a:cubicBezTo>
                <a:cubicBezTo>
                  <a:pt x="99" y="157"/>
                  <a:pt x="99" y="157"/>
                  <a:pt x="99" y="157"/>
                </a:cubicBezTo>
                <a:cubicBezTo>
                  <a:pt x="100" y="157"/>
                  <a:pt x="101" y="157"/>
                  <a:pt x="102" y="156"/>
                </a:cubicBezTo>
                <a:cubicBezTo>
                  <a:pt x="109" y="155"/>
                  <a:pt x="113" y="151"/>
                  <a:pt x="117" y="145"/>
                </a:cubicBezTo>
                <a:cubicBezTo>
                  <a:pt x="120" y="139"/>
                  <a:pt x="121" y="132"/>
                  <a:pt x="119" y="124"/>
                </a:cubicBezTo>
                <a:cubicBezTo>
                  <a:pt x="118" y="120"/>
                  <a:pt x="116" y="117"/>
                  <a:pt x="114" y="115"/>
                </a:cubicBezTo>
                <a:cubicBezTo>
                  <a:pt x="112" y="114"/>
                  <a:pt x="111" y="113"/>
                  <a:pt x="109" y="113"/>
                </a:cubicBezTo>
                <a:cubicBezTo>
                  <a:pt x="108" y="112"/>
                  <a:pt x="105" y="113"/>
                  <a:pt x="103" y="113"/>
                </a:cubicBezTo>
                <a:cubicBezTo>
                  <a:pt x="101" y="114"/>
                  <a:pt x="100" y="114"/>
                  <a:pt x="99" y="115"/>
                </a:cubicBezTo>
                <a:cubicBezTo>
                  <a:pt x="99" y="93"/>
                  <a:pt x="99" y="93"/>
                  <a:pt x="99" y="93"/>
                </a:cubicBezTo>
                <a:cubicBezTo>
                  <a:pt x="100" y="93"/>
                  <a:pt x="100" y="93"/>
                  <a:pt x="100" y="93"/>
                </a:cubicBezTo>
                <a:cubicBezTo>
                  <a:pt x="102" y="93"/>
                  <a:pt x="103" y="93"/>
                  <a:pt x="104" y="94"/>
                </a:cubicBezTo>
                <a:cubicBezTo>
                  <a:pt x="105" y="94"/>
                  <a:pt x="106" y="95"/>
                  <a:pt x="106" y="97"/>
                </a:cubicBezTo>
                <a:cubicBezTo>
                  <a:pt x="106" y="98"/>
                  <a:pt x="106" y="99"/>
                  <a:pt x="105" y="100"/>
                </a:cubicBezTo>
                <a:cubicBezTo>
                  <a:pt x="108" y="99"/>
                  <a:pt x="110" y="98"/>
                  <a:pt x="111" y="97"/>
                </a:cubicBezTo>
                <a:cubicBezTo>
                  <a:pt x="112" y="95"/>
                  <a:pt x="112" y="93"/>
                  <a:pt x="111" y="92"/>
                </a:cubicBezTo>
                <a:cubicBezTo>
                  <a:pt x="111" y="90"/>
                  <a:pt x="110" y="89"/>
                  <a:pt x="107" y="88"/>
                </a:cubicBezTo>
                <a:cubicBezTo>
                  <a:pt x="105" y="87"/>
                  <a:pt x="103" y="87"/>
                  <a:pt x="100" y="88"/>
                </a:cubicBezTo>
                <a:cubicBezTo>
                  <a:pt x="99" y="88"/>
                  <a:pt x="99" y="88"/>
                  <a:pt x="99" y="88"/>
                </a:cubicBezTo>
                <a:cubicBezTo>
                  <a:pt x="99" y="29"/>
                  <a:pt x="99" y="29"/>
                  <a:pt x="99" y="29"/>
                </a:cubicBezTo>
                <a:cubicBezTo>
                  <a:pt x="147" y="29"/>
                  <a:pt x="147" y="29"/>
                  <a:pt x="147" y="29"/>
                </a:cubicBezTo>
                <a:close/>
                <a:moveTo>
                  <a:pt x="99" y="150"/>
                </a:moveTo>
                <a:cubicBezTo>
                  <a:pt x="100" y="150"/>
                  <a:pt x="101" y="150"/>
                  <a:pt x="101" y="150"/>
                </a:cubicBezTo>
                <a:cubicBezTo>
                  <a:pt x="105" y="149"/>
                  <a:pt x="107" y="146"/>
                  <a:pt x="109" y="142"/>
                </a:cubicBezTo>
                <a:cubicBezTo>
                  <a:pt x="110" y="137"/>
                  <a:pt x="111" y="133"/>
                  <a:pt x="110" y="129"/>
                </a:cubicBezTo>
                <a:cubicBezTo>
                  <a:pt x="108" y="123"/>
                  <a:pt x="106" y="120"/>
                  <a:pt x="103" y="121"/>
                </a:cubicBezTo>
                <a:cubicBezTo>
                  <a:pt x="101" y="121"/>
                  <a:pt x="100" y="122"/>
                  <a:pt x="99" y="123"/>
                </a:cubicBezTo>
                <a:lnTo>
                  <a:pt x="99" y="150"/>
                </a:lnTo>
                <a:close/>
                <a:moveTo>
                  <a:pt x="99" y="0"/>
                </a:moveTo>
                <a:cubicBezTo>
                  <a:pt x="23" y="0"/>
                  <a:pt x="23" y="0"/>
                  <a:pt x="23" y="0"/>
                </a:cubicBezTo>
                <a:cubicBezTo>
                  <a:pt x="10" y="0"/>
                  <a:pt x="0" y="10"/>
                  <a:pt x="0" y="23"/>
                </a:cubicBezTo>
                <a:cubicBezTo>
                  <a:pt x="0" y="200"/>
                  <a:pt x="0" y="200"/>
                  <a:pt x="0" y="200"/>
                </a:cubicBezTo>
                <a:cubicBezTo>
                  <a:pt x="0" y="213"/>
                  <a:pt x="10" y="224"/>
                  <a:pt x="23" y="224"/>
                </a:cubicBezTo>
                <a:cubicBezTo>
                  <a:pt x="99" y="224"/>
                  <a:pt x="99" y="224"/>
                  <a:pt x="99" y="224"/>
                </a:cubicBezTo>
                <a:cubicBezTo>
                  <a:pt x="99" y="208"/>
                  <a:pt x="99" y="208"/>
                  <a:pt x="99" y="208"/>
                </a:cubicBezTo>
                <a:cubicBezTo>
                  <a:pt x="37" y="208"/>
                  <a:pt x="37" y="208"/>
                  <a:pt x="37" y="208"/>
                </a:cubicBezTo>
                <a:cubicBezTo>
                  <a:pt x="37" y="208"/>
                  <a:pt x="37" y="208"/>
                  <a:pt x="37" y="208"/>
                </a:cubicBezTo>
                <a:cubicBezTo>
                  <a:pt x="26" y="208"/>
                  <a:pt x="17" y="199"/>
                  <a:pt x="17" y="189"/>
                </a:cubicBezTo>
                <a:cubicBezTo>
                  <a:pt x="17" y="35"/>
                  <a:pt x="17" y="35"/>
                  <a:pt x="17" y="35"/>
                </a:cubicBezTo>
                <a:cubicBezTo>
                  <a:pt x="17" y="24"/>
                  <a:pt x="26" y="16"/>
                  <a:pt x="37" y="16"/>
                </a:cubicBezTo>
                <a:cubicBezTo>
                  <a:pt x="99" y="16"/>
                  <a:pt x="99" y="16"/>
                  <a:pt x="99" y="16"/>
                </a:cubicBezTo>
                <a:cubicBezTo>
                  <a:pt x="99" y="0"/>
                  <a:pt x="99" y="0"/>
                  <a:pt x="99" y="0"/>
                </a:cubicBezTo>
                <a:close/>
                <a:moveTo>
                  <a:pt x="99" y="29"/>
                </a:moveTo>
                <a:cubicBezTo>
                  <a:pt x="99" y="88"/>
                  <a:pt x="99" y="88"/>
                  <a:pt x="99" y="88"/>
                </a:cubicBezTo>
                <a:cubicBezTo>
                  <a:pt x="93" y="89"/>
                  <a:pt x="89" y="93"/>
                  <a:pt x="85" y="97"/>
                </a:cubicBezTo>
                <a:cubicBezTo>
                  <a:pt x="82" y="102"/>
                  <a:pt x="80" y="109"/>
                  <a:pt x="79" y="116"/>
                </a:cubicBezTo>
                <a:cubicBezTo>
                  <a:pt x="78" y="120"/>
                  <a:pt x="78" y="124"/>
                  <a:pt x="79" y="129"/>
                </a:cubicBezTo>
                <a:cubicBezTo>
                  <a:pt x="79" y="134"/>
                  <a:pt x="80" y="138"/>
                  <a:pt x="81" y="142"/>
                </a:cubicBezTo>
                <a:cubicBezTo>
                  <a:pt x="81" y="144"/>
                  <a:pt x="81" y="144"/>
                  <a:pt x="81" y="144"/>
                </a:cubicBezTo>
                <a:cubicBezTo>
                  <a:pt x="82" y="146"/>
                  <a:pt x="82" y="148"/>
                  <a:pt x="83" y="150"/>
                </a:cubicBezTo>
                <a:cubicBezTo>
                  <a:pt x="86" y="156"/>
                  <a:pt x="92" y="158"/>
                  <a:pt x="99" y="157"/>
                </a:cubicBezTo>
                <a:cubicBezTo>
                  <a:pt x="99" y="194"/>
                  <a:pt x="99" y="194"/>
                  <a:pt x="99" y="194"/>
                </a:cubicBezTo>
                <a:cubicBezTo>
                  <a:pt x="46" y="194"/>
                  <a:pt x="46" y="194"/>
                  <a:pt x="46" y="194"/>
                </a:cubicBezTo>
                <a:cubicBezTo>
                  <a:pt x="37" y="194"/>
                  <a:pt x="30" y="187"/>
                  <a:pt x="30" y="179"/>
                </a:cubicBezTo>
                <a:cubicBezTo>
                  <a:pt x="30" y="45"/>
                  <a:pt x="30" y="45"/>
                  <a:pt x="30" y="45"/>
                </a:cubicBezTo>
                <a:cubicBezTo>
                  <a:pt x="30" y="36"/>
                  <a:pt x="37" y="29"/>
                  <a:pt x="46" y="29"/>
                </a:cubicBezTo>
                <a:cubicBezTo>
                  <a:pt x="99" y="29"/>
                  <a:pt x="99" y="29"/>
                  <a:pt x="99" y="29"/>
                </a:cubicBezTo>
                <a:close/>
                <a:moveTo>
                  <a:pt x="99" y="93"/>
                </a:moveTo>
                <a:cubicBezTo>
                  <a:pt x="99" y="115"/>
                  <a:pt x="99" y="115"/>
                  <a:pt x="99" y="115"/>
                </a:cubicBezTo>
                <a:cubicBezTo>
                  <a:pt x="98" y="115"/>
                  <a:pt x="97" y="116"/>
                  <a:pt x="96" y="118"/>
                </a:cubicBezTo>
                <a:cubicBezTo>
                  <a:pt x="94" y="120"/>
                  <a:pt x="93" y="122"/>
                  <a:pt x="94" y="125"/>
                </a:cubicBezTo>
                <a:cubicBezTo>
                  <a:pt x="94" y="127"/>
                  <a:pt x="95" y="128"/>
                  <a:pt x="97" y="129"/>
                </a:cubicBezTo>
                <a:cubicBezTo>
                  <a:pt x="97" y="127"/>
                  <a:pt x="98" y="125"/>
                  <a:pt x="99" y="123"/>
                </a:cubicBezTo>
                <a:cubicBezTo>
                  <a:pt x="99" y="150"/>
                  <a:pt x="99" y="150"/>
                  <a:pt x="99" y="150"/>
                </a:cubicBezTo>
                <a:cubicBezTo>
                  <a:pt x="98" y="150"/>
                  <a:pt x="97" y="149"/>
                  <a:pt x="96" y="149"/>
                </a:cubicBezTo>
                <a:cubicBezTo>
                  <a:pt x="95" y="148"/>
                  <a:pt x="94" y="146"/>
                  <a:pt x="93" y="142"/>
                </a:cubicBezTo>
                <a:cubicBezTo>
                  <a:pt x="92" y="140"/>
                  <a:pt x="92" y="137"/>
                  <a:pt x="91" y="133"/>
                </a:cubicBezTo>
                <a:cubicBezTo>
                  <a:pt x="91" y="128"/>
                  <a:pt x="90" y="124"/>
                  <a:pt x="90" y="119"/>
                </a:cubicBezTo>
                <a:cubicBezTo>
                  <a:pt x="90" y="111"/>
                  <a:pt x="91" y="104"/>
                  <a:pt x="93" y="100"/>
                </a:cubicBezTo>
                <a:cubicBezTo>
                  <a:pt x="95" y="97"/>
                  <a:pt x="97" y="94"/>
                  <a:pt x="99" y="93"/>
                </a:cubicBezTo>
                <a:close/>
              </a:path>
            </a:pathLst>
          </a:custGeom>
          <a:solidFill>
            <a:schemeClr val="accent1">
              <a:lumMod val="100000"/>
            </a:schemeClr>
          </a:solidFill>
          <a:ln>
            <a:noFill/>
          </a:ln>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2" name="Freeform 77"/>
          <p:cNvSpPr/>
          <p:nvPr/>
        </p:nvSpPr>
        <p:spPr bwMode="auto">
          <a:xfrm>
            <a:off x="7473112" y="2918596"/>
            <a:ext cx="214257" cy="160296"/>
          </a:xfrm>
          <a:custGeom>
            <a:avLst/>
            <a:gdLst>
              <a:gd name="T0" fmla="*/ 69 w 98"/>
              <a:gd name="T1" fmla="*/ 0 h 74"/>
              <a:gd name="T2" fmla="*/ 49 w 98"/>
              <a:gd name="T3" fmla="*/ 8 h 74"/>
              <a:gd name="T4" fmla="*/ 30 w 98"/>
              <a:gd name="T5" fmla="*/ 0 h 74"/>
              <a:gd name="T6" fmla="*/ 0 w 98"/>
              <a:gd name="T7" fmla="*/ 29 h 74"/>
              <a:gd name="T8" fmla="*/ 51 w 98"/>
              <a:gd name="T9" fmla="*/ 74 h 74"/>
              <a:gd name="T10" fmla="*/ 98 w 98"/>
              <a:gd name="T11" fmla="*/ 29 h 74"/>
              <a:gd name="T12" fmla="*/ 69 w 98"/>
              <a:gd name="T13" fmla="*/ 0 h 74"/>
            </a:gdLst>
            <a:ahLst/>
            <a:cxnLst>
              <a:cxn ang="0">
                <a:pos x="T0" y="T1"/>
              </a:cxn>
              <a:cxn ang="0">
                <a:pos x="T2" y="T3"/>
              </a:cxn>
              <a:cxn ang="0">
                <a:pos x="T4" y="T5"/>
              </a:cxn>
              <a:cxn ang="0">
                <a:pos x="T6" y="T7"/>
              </a:cxn>
              <a:cxn ang="0">
                <a:pos x="T8" y="T9"/>
              </a:cxn>
              <a:cxn ang="0">
                <a:pos x="T10" y="T11"/>
              </a:cxn>
              <a:cxn ang="0">
                <a:pos x="T12" y="T13"/>
              </a:cxn>
            </a:cxnLst>
            <a:rect l="0" t="0" r="r" b="b"/>
            <a:pathLst>
              <a:path w="98" h="74">
                <a:moveTo>
                  <a:pt x="69" y="0"/>
                </a:moveTo>
                <a:cubicBezTo>
                  <a:pt x="61" y="0"/>
                  <a:pt x="54" y="3"/>
                  <a:pt x="49" y="8"/>
                </a:cubicBezTo>
                <a:cubicBezTo>
                  <a:pt x="44" y="3"/>
                  <a:pt x="37" y="0"/>
                  <a:pt x="30" y="0"/>
                </a:cubicBezTo>
                <a:cubicBezTo>
                  <a:pt x="13" y="0"/>
                  <a:pt x="0" y="13"/>
                  <a:pt x="0" y="29"/>
                </a:cubicBezTo>
                <a:cubicBezTo>
                  <a:pt x="0" y="47"/>
                  <a:pt x="15" y="74"/>
                  <a:pt x="51" y="74"/>
                </a:cubicBezTo>
                <a:cubicBezTo>
                  <a:pt x="88" y="74"/>
                  <a:pt x="98" y="45"/>
                  <a:pt x="98" y="29"/>
                </a:cubicBezTo>
                <a:cubicBezTo>
                  <a:pt x="98" y="13"/>
                  <a:pt x="85" y="0"/>
                  <a:pt x="69" y="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3" name="Freeform 78"/>
          <p:cNvSpPr/>
          <p:nvPr/>
        </p:nvSpPr>
        <p:spPr bwMode="auto">
          <a:xfrm>
            <a:off x="7568335" y="2877332"/>
            <a:ext cx="58723" cy="73005"/>
          </a:xfrm>
          <a:custGeom>
            <a:avLst/>
            <a:gdLst>
              <a:gd name="T0" fmla="*/ 6 w 27"/>
              <a:gd name="T1" fmla="*/ 34 h 34"/>
              <a:gd name="T2" fmla="*/ 13 w 27"/>
              <a:gd name="T3" fmla="*/ 0 h 34"/>
              <a:gd name="T4" fmla="*/ 27 w 27"/>
              <a:gd name="T5" fmla="*/ 3 h 34"/>
              <a:gd name="T6" fmla="*/ 6 w 27"/>
              <a:gd name="T7" fmla="*/ 34 h 34"/>
            </a:gdLst>
            <a:ahLst/>
            <a:cxnLst>
              <a:cxn ang="0">
                <a:pos x="T0" y="T1"/>
              </a:cxn>
              <a:cxn ang="0">
                <a:pos x="T2" y="T3"/>
              </a:cxn>
              <a:cxn ang="0">
                <a:pos x="T4" y="T5"/>
              </a:cxn>
              <a:cxn ang="0">
                <a:pos x="T6" y="T7"/>
              </a:cxn>
            </a:cxnLst>
            <a:rect l="0" t="0" r="r" b="b"/>
            <a:pathLst>
              <a:path w="27" h="34">
                <a:moveTo>
                  <a:pt x="6" y="34"/>
                </a:moveTo>
                <a:cubicBezTo>
                  <a:pt x="0" y="22"/>
                  <a:pt x="4" y="9"/>
                  <a:pt x="13" y="0"/>
                </a:cubicBezTo>
                <a:cubicBezTo>
                  <a:pt x="27" y="3"/>
                  <a:pt x="27" y="3"/>
                  <a:pt x="27" y="3"/>
                </a:cubicBezTo>
                <a:cubicBezTo>
                  <a:pt x="14" y="10"/>
                  <a:pt x="6" y="18"/>
                  <a:pt x="6" y="34"/>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4" name="Freeform 79"/>
          <p:cNvSpPr>
            <a:spLocks noEditPoints="1"/>
          </p:cNvSpPr>
          <p:nvPr/>
        </p:nvSpPr>
        <p:spPr bwMode="auto">
          <a:xfrm>
            <a:off x="7235047" y="4213659"/>
            <a:ext cx="225367" cy="312656"/>
          </a:xfrm>
          <a:custGeom>
            <a:avLst/>
            <a:gdLst>
              <a:gd name="T0" fmla="*/ 87 w 103"/>
              <a:gd name="T1" fmla="*/ 88 h 143"/>
              <a:gd name="T2" fmla="*/ 103 w 103"/>
              <a:gd name="T3" fmla="*/ 112 h 143"/>
              <a:gd name="T4" fmla="*/ 102 w 103"/>
              <a:gd name="T5" fmla="*/ 143 h 143"/>
              <a:gd name="T6" fmla="*/ 87 w 103"/>
              <a:gd name="T7" fmla="*/ 137 h 143"/>
              <a:gd name="T8" fmla="*/ 87 w 103"/>
              <a:gd name="T9" fmla="*/ 134 h 143"/>
              <a:gd name="T10" fmla="*/ 91 w 103"/>
              <a:gd name="T11" fmla="*/ 136 h 143"/>
              <a:gd name="T12" fmla="*/ 100 w 103"/>
              <a:gd name="T13" fmla="*/ 130 h 143"/>
              <a:gd name="T14" fmla="*/ 100 w 103"/>
              <a:gd name="T15" fmla="*/ 113 h 143"/>
              <a:gd name="T16" fmla="*/ 100 w 103"/>
              <a:gd name="T17" fmla="*/ 113 h 143"/>
              <a:gd name="T18" fmla="*/ 99 w 103"/>
              <a:gd name="T19" fmla="*/ 111 h 143"/>
              <a:gd name="T20" fmla="*/ 92 w 103"/>
              <a:gd name="T21" fmla="*/ 110 h 143"/>
              <a:gd name="T22" fmla="*/ 90 w 103"/>
              <a:gd name="T23" fmla="*/ 116 h 143"/>
              <a:gd name="T24" fmla="*/ 87 w 103"/>
              <a:gd name="T25" fmla="*/ 115 h 143"/>
              <a:gd name="T26" fmla="*/ 87 w 103"/>
              <a:gd name="T27" fmla="*/ 88 h 143"/>
              <a:gd name="T28" fmla="*/ 73 w 103"/>
              <a:gd name="T29" fmla="*/ 132 h 143"/>
              <a:gd name="T30" fmla="*/ 32 w 103"/>
              <a:gd name="T31" fmla="*/ 70 h 143"/>
              <a:gd name="T32" fmla="*/ 28 w 103"/>
              <a:gd name="T33" fmla="*/ 68 h 143"/>
              <a:gd name="T34" fmla="*/ 28 w 103"/>
              <a:gd name="T35" fmla="*/ 67 h 143"/>
              <a:gd name="T36" fmla="*/ 28 w 103"/>
              <a:gd name="T37" fmla="*/ 63 h 143"/>
              <a:gd name="T38" fmla="*/ 29 w 103"/>
              <a:gd name="T39" fmla="*/ 65 h 143"/>
              <a:gd name="T40" fmla="*/ 34 w 103"/>
              <a:gd name="T41" fmla="*/ 66 h 143"/>
              <a:gd name="T42" fmla="*/ 41 w 103"/>
              <a:gd name="T43" fmla="*/ 61 h 143"/>
              <a:gd name="T44" fmla="*/ 41 w 103"/>
              <a:gd name="T45" fmla="*/ 61 h 143"/>
              <a:gd name="T46" fmla="*/ 37 w 103"/>
              <a:gd name="T47" fmla="*/ 59 h 143"/>
              <a:gd name="T48" fmla="*/ 28 w 103"/>
              <a:gd name="T49" fmla="*/ 45 h 143"/>
              <a:gd name="T50" fmla="*/ 28 w 103"/>
              <a:gd name="T51" fmla="*/ 26 h 143"/>
              <a:gd name="T52" fmla="*/ 39 w 103"/>
              <a:gd name="T53" fmla="*/ 19 h 143"/>
              <a:gd name="T54" fmla="*/ 44 w 103"/>
              <a:gd name="T55" fmla="*/ 21 h 143"/>
              <a:gd name="T56" fmla="*/ 61 w 103"/>
              <a:gd name="T57" fmla="*/ 46 h 143"/>
              <a:gd name="T58" fmla="*/ 61 w 103"/>
              <a:gd name="T59" fmla="*/ 50 h 143"/>
              <a:gd name="T60" fmla="*/ 87 w 103"/>
              <a:gd name="T61" fmla="*/ 88 h 143"/>
              <a:gd name="T62" fmla="*/ 87 w 103"/>
              <a:gd name="T63" fmla="*/ 115 h 143"/>
              <a:gd name="T64" fmla="*/ 84 w 103"/>
              <a:gd name="T65" fmla="*/ 116 h 143"/>
              <a:gd name="T66" fmla="*/ 82 w 103"/>
              <a:gd name="T67" fmla="*/ 122 h 143"/>
              <a:gd name="T68" fmla="*/ 75 w 103"/>
              <a:gd name="T69" fmla="*/ 121 h 143"/>
              <a:gd name="T70" fmla="*/ 74 w 103"/>
              <a:gd name="T71" fmla="*/ 128 h 143"/>
              <a:gd name="T72" fmla="*/ 75 w 103"/>
              <a:gd name="T73" fmla="*/ 130 h 143"/>
              <a:gd name="T74" fmla="*/ 87 w 103"/>
              <a:gd name="T75" fmla="*/ 134 h 143"/>
              <a:gd name="T76" fmla="*/ 87 w 103"/>
              <a:gd name="T77" fmla="*/ 137 h 143"/>
              <a:gd name="T78" fmla="*/ 73 w 103"/>
              <a:gd name="T79" fmla="*/ 132 h 143"/>
              <a:gd name="T80" fmla="*/ 28 w 103"/>
              <a:gd name="T81" fmla="*/ 4 h 143"/>
              <a:gd name="T82" fmla="*/ 28 w 103"/>
              <a:gd name="T83" fmla="*/ 24 h 143"/>
              <a:gd name="T84" fmla="*/ 36 w 103"/>
              <a:gd name="T85" fmla="*/ 15 h 143"/>
              <a:gd name="T86" fmla="*/ 32 w 103"/>
              <a:gd name="T87" fmla="*/ 8 h 143"/>
              <a:gd name="T88" fmla="*/ 28 w 103"/>
              <a:gd name="T89" fmla="*/ 4 h 143"/>
              <a:gd name="T90" fmla="*/ 28 w 103"/>
              <a:gd name="T91" fmla="*/ 67 h 143"/>
              <a:gd name="T92" fmla="*/ 11 w 103"/>
              <a:gd name="T93" fmla="*/ 43 h 143"/>
              <a:gd name="T94" fmla="*/ 11 w 103"/>
              <a:gd name="T95" fmla="*/ 37 h 143"/>
              <a:gd name="T96" fmla="*/ 5 w 103"/>
              <a:gd name="T97" fmla="*/ 27 h 143"/>
              <a:gd name="T98" fmla="*/ 9 w 103"/>
              <a:gd name="T99" fmla="*/ 4 h 143"/>
              <a:gd name="T100" fmla="*/ 28 w 103"/>
              <a:gd name="T101" fmla="*/ 4 h 143"/>
              <a:gd name="T102" fmla="*/ 28 w 103"/>
              <a:gd name="T103" fmla="*/ 24 h 143"/>
              <a:gd name="T104" fmla="*/ 21 w 103"/>
              <a:gd name="T105" fmla="*/ 31 h 143"/>
              <a:gd name="T106" fmla="*/ 28 w 103"/>
              <a:gd name="T107" fmla="*/ 26 h 143"/>
              <a:gd name="T108" fmla="*/ 28 w 103"/>
              <a:gd name="T109" fmla="*/ 45 h 143"/>
              <a:gd name="T110" fmla="*/ 22 w 103"/>
              <a:gd name="T111" fmla="*/ 37 h 143"/>
              <a:gd name="T112" fmla="*/ 22 w 103"/>
              <a:gd name="T113" fmla="*/ 33 h 143"/>
              <a:gd name="T114" fmla="*/ 15 w 103"/>
              <a:gd name="T115" fmla="*/ 37 h 143"/>
              <a:gd name="T116" fmla="*/ 14 w 103"/>
              <a:gd name="T117" fmla="*/ 43 h 143"/>
              <a:gd name="T118" fmla="*/ 28 w 103"/>
              <a:gd name="T119" fmla="*/ 63 h 143"/>
              <a:gd name="T120" fmla="*/ 28 w 103"/>
              <a:gd name="T121" fmla="*/ 67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3" h="143">
                <a:moveTo>
                  <a:pt x="87" y="88"/>
                </a:moveTo>
                <a:cubicBezTo>
                  <a:pt x="103" y="112"/>
                  <a:pt x="103" y="112"/>
                  <a:pt x="103" y="112"/>
                </a:cubicBezTo>
                <a:cubicBezTo>
                  <a:pt x="102" y="143"/>
                  <a:pt x="102" y="143"/>
                  <a:pt x="102" y="143"/>
                </a:cubicBezTo>
                <a:cubicBezTo>
                  <a:pt x="87" y="137"/>
                  <a:pt x="87" y="137"/>
                  <a:pt x="87" y="137"/>
                </a:cubicBezTo>
                <a:cubicBezTo>
                  <a:pt x="87" y="134"/>
                  <a:pt x="87" y="134"/>
                  <a:pt x="87" y="134"/>
                </a:cubicBezTo>
                <a:cubicBezTo>
                  <a:pt x="91" y="136"/>
                  <a:pt x="91" y="136"/>
                  <a:pt x="91" y="136"/>
                </a:cubicBezTo>
                <a:cubicBezTo>
                  <a:pt x="100" y="130"/>
                  <a:pt x="100" y="130"/>
                  <a:pt x="100" y="130"/>
                </a:cubicBezTo>
                <a:cubicBezTo>
                  <a:pt x="100" y="113"/>
                  <a:pt x="100" y="113"/>
                  <a:pt x="100" y="113"/>
                </a:cubicBezTo>
                <a:cubicBezTo>
                  <a:pt x="100" y="113"/>
                  <a:pt x="100" y="113"/>
                  <a:pt x="100" y="113"/>
                </a:cubicBezTo>
                <a:cubicBezTo>
                  <a:pt x="99" y="111"/>
                  <a:pt x="99" y="111"/>
                  <a:pt x="99" y="111"/>
                </a:cubicBezTo>
                <a:cubicBezTo>
                  <a:pt x="98" y="109"/>
                  <a:pt x="95" y="108"/>
                  <a:pt x="92" y="110"/>
                </a:cubicBezTo>
                <a:cubicBezTo>
                  <a:pt x="90" y="111"/>
                  <a:pt x="89" y="114"/>
                  <a:pt x="90" y="116"/>
                </a:cubicBezTo>
                <a:cubicBezTo>
                  <a:pt x="89" y="115"/>
                  <a:pt x="88" y="115"/>
                  <a:pt x="87" y="115"/>
                </a:cubicBezTo>
                <a:lnTo>
                  <a:pt x="87" y="88"/>
                </a:lnTo>
                <a:close/>
                <a:moveTo>
                  <a:pt x="73" y="132"/>
                </a:moveTo>
                <a:cubicBezTo>
                  <a:pt x="32" y="70"/>
                  <a:pt x="32" y="70"/>
                  <a:pt x="32" y="70"/>
                </a:cubicBezTo>
                <a:cubicBezTo>
                  <a:pt x="30" y="70"/>
                  <a:pt x="29" y="69"/>
                  <a:pt x="28" y="68"/>
                </a:cubicBezTo>
                <a:cubicBezTo>
                  <a:pt x="28" y="67"/>
                  <a:pt x="28" y="67"/>
                  <a:pt x="28" y="67"/>
                </a:cubicBezTo>
                <a:cubicBezTo>
                  <a:pt x="28" y="63"/>
                  <a:pt x="28" y="63"/>
                  <a:pt x="28" y="63"/>
                </a:cubicBezTo>
                <a:cubicBezTo>
                  <a:pt x="29" y="65"/>
                  <a:pt x="29" y="65"/>
                  <a:pt x="29" y="65"/>
                </a:cubicBezTo>
                <a:cubicBezTo>
                  <a:pt x="30" y="67"/>
                  <a:pt x="33" y="67"/>
                  <a:pt x="34" y="66"/>
                </a:cubicBezTo>
                <a:cubicBezTo>
                  <a:pt x="41" y="61"/>
                  <a:pt x="41" y="61"/>
                  <a:pt x="41" y="61"/>
                </a:cubicBezTo>
                <a:cubicBezTo>
                  <a:pt x="41" y="61"/>
                  <a:pt x="41" y="61"/>
                  <a:pt x="41" y="61"/>
                </a:cubicBezTo>
                <a:cubicBezTo>
                  <a:pt x="40" y="61"/>
                  <a:pt x="38" y="61"/>
                  <a:pt x="37" y="59"/>
                </a:cubicBezTo>
                <a:cubicBezTo>
                  <a:pt x="28" y="45"/>
                  <a:pt x="28" y="45"/>
                  <a:pt x="28" y="45"/>
                </a:cubicBezTo>
                <a:cubicBezTo>
                  <a:pt x="28" y="26"/>
                  <a:pt x="28" y="26"/>
                  <a:pt x="28" y="26"/>
                </a:cubicBezTo>
                <a:cubicBezTo>
                  <a:pt x="39" y="19"/>
                  <a:pt x="39" y="19"/>
                  <a:pt x="39" y="19"/>
                </a:cubicBezTo>
                <a:cubicBezTo>
                  <a:pt x="41" y="18"/>
                  <a:pt x="43" y="19"/>
                  <a:pt x="44" y="21"/>
                </a:cubicBezTo>
                <a:cubicBezTo>
                  <a:pt x="61" y="46"/>
                  <a:pt x="61" y="46"/>
                  <a:pt x="61" y="46"/>
                </a:cubicBezTo>
                <a:cubicBezTo>
                  <a:pt x="62" y="47"/>
                  <a:pt x="62" y="49"/>
                  <a:pt x="61" y="50"/>
                </a:cubicBezTo>
                <a:cubicBezTo>
                  <a:pt x="87" y="88"/>
                  <a:pt x="87" y="88"/>
                  <a:pt x="87" y="88"/>
                </a:cubicBezTo>
                <a:cubicBezTo>
                  <a:pt x="87" y="115"/>
                  <a:pt x="87" y="115"/>
                  <a:pt x="87" y="115"/>
                </a:cubicBezTo>
                <a:cubicBezTo>
                  <a:pt x="86" y="115"/>
                  <a:pt x="85" y="115"/>
                  <a:pt x="84" y="116"/>
                </a:cubicBezTo>
                <a:cubicBezTo>
                  <a:pt x="82" y="117"/>
                  <a:pt x="81" y="120"/>
                  <a:pt x="82" y="122"/>
                </a:cubicBezTo>
                <a:cubicBezTo>
                  <a:pt x="80" y="120"/>
                  <a:pt x="77" y="120"/>
                  <a:pt x="75" y="121"/>
                </a:cubicBezTo>
                <a:cubicBezTo>
                  <a:pt x="73" y="123"/>
                  <a:pt x="72" y="126"/>
                  <a:pt x="74" y="128"/>
                </a:cubicBezTo>
                <a:cubicBezTo>
                  <a:pt x="75" y="130"/>
                  <a:pt x="75" y="130"/>
                  <a:pt x="75" y="130"/>
                </a:cubicBezTo>
                <a:cubicBezTo>
                  <a:pt x="87" y="134"/>
                  <a:pt x="87" y="134"/>
                  <a:pt x="87" y="134"/>
                </a:cubicBezTo>
                <a:cubicBezTo>
                  <a:pt x="87" y="137"/>
                  <a:pt x="87" y="137"/>
                  <a:pt x="87" y="137"/>
                </a:cubicBezTo>
                <a:cubicBezTo>
                  <a:pt x="73" y="132"/>
                  <a:pt x="73" y="132"/>
                  <a:pt x="73" y="132"/>
                </a:cubicBezTo>
                <a:close/>
                <a:moveTo>
                  <a:pt x="28" y="4"/>
                </a:moveTo>
                <a:cubicBezTo>
                  <a:pt x="28" y="24"/>
                  <a:pt x="28" y="24"/>
                  <a:pt x="28" y="24"/>
                </a:cubicBezTo>
                <a:cubicBezTo>
                  <a:pt x="36" y="15"/>
                  <a:pt x="36" y="15"/>
                  <a:pt x="36" y="15"/>
                </a:cubicBezTo>
                <a:cubicBezTo>
                  <a:pt x="32" y="8"/>
                  <a:pt x="32" y="8"/>
                  <a:pt x="32" y="8"/>
                </a:cubicBezTo>
                <a:cubicBezTo>
                  <a:pt x="31" y="7"/>
                  <a:pt x="29" y="5"/>
                  <a:pt x="28" y="4"/>
                </a:cubicBezTo>
                <a:close/>
                <a:moveTo>
                  <a:pt x="28" y="67"/>
                </a:moveTo>
                <a:cubicBezTo>
                  <a:pt x="11" y="43"/>
                  <a:pt x="11" y="43"/>
                  <a:pt x="11" y="43"/>
                </a:cubicBezTo>
                <a:cubicBezTo>
                  <a:pt x="10" y="41"/>
                  <a:pt x="10" y="38"/>
                  <a:pt x="11" y="37"/>
                </a:cubicBezTo>
                <a:cubicBezTo>
                  <a:pt x="5" y="27"/>
                  <a:pt x="5" y="27"/>
                  <a:pt x="5" y="27"/>
                </a:cubicBezTo>
                <a:cubicBezTo>
                  <a:pt x="0" y="19"/>
                  <a:pt x="2" y="9"/>
                  <a:pt x="9" y="4"/>
                </a:cubicBezTo>
                <a:cubicBezTo>
                  <a:pt x="15" y="0"/>
                  <a:pt x="22" y="0"/>
                  <a:pt x="28" y="4"/>
                </a:cubicBezTo>
                <a:cubicBezTo>
                  <a:pt x="28" y="24"/>
                  <a:pt x="28" y="24"/>
                  <a:pt x="28" y="24"/>
                </a:cubicBezTo>
                <a:cubicBezTo>
                  <a:pt x="21" y="31"/>
                  <a:pt x="21" y="31"/>
                  <a:pt x="21" y="31"/>
                </a:cubicBezTo>
                <a:cubicBezTo>
                  <a:pt x="28" y="26"/>
                  <a:pt x="28" y="26"/>
                  <a:pt x="28" y="26"/>
                </a:cubicBezTo>
                <a:cubicBezTo>
                  <a:pt x="28" y="45"/>
                  <a:pt x="28" y="45"/>
                  <a:pt x="28" y="45"/>
                </a:cubicBezTo>
                <a:cubicBezTo>
                  <a:pt x="22" y="37"/>
                  <a:pt x="22" y="37"/>
                  <a:pt x="22" y="37"/>
                </a:cubicBezTo>
                <a:cubicBezTo>
                  <a:pt x="21" y="36"/>
                  <a:pt x="21" y="34"/>
                  <a:pt x="22" y="33"/>
                </a:cubicBezTo>
                <a:cubicBezTo>
                  <a:pt x="15" y="37"/>
                  <a:pt x="15" y="37"/>
                  <a:pt x="15" y="37"/>
                </a:cubicBezTo>
                <a:cubicBezTo>
                  <a:pt x="14" y="39"/>
                  <a:pt x="13" y="41"/>
                  <a:pt x="14" y="43"/>
                </a:cubicBezTo>
                <a:cubicBezTo>
                  <a:pt x="28" y="63"/>
                  <a:pt x="28" y="63"/>
                  <a:pt x="28" y="63"/>
                </a:cubicBezTo>
                <a:lnTo>
                  <a:pt x="28" y="67"/>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5" name="Freeform 80"/>
          <p:cNvSpPr>
            <a:spLocks noEditPoints="1"/>
          </p:cNvSpPr>
          <p:nvPr/>
        </p:nvSpPr>
        <p:spPr bwMode="auto">
          <a:xfrm>
            <a:off x="8966559" y="2610701"/>
            <a:ext cx="282501" cy="309483"/>
          </a:xfrm>
          <a:custGeom>
            <a:avLst/>
            <a:gdLst>
              <a:gd name="T0" fmla="*/ 101 w 130"/>
              <a:gd name="T1" fmla="*/ 65 h 142"/>
              <a:gd name="T2" fmla="*/ 97 w 130"/>
              <a:gd name="T3" fmla="*/ 81 h 142"/>
              <a:gd name="T4" fmla="*/ 97 w 130"/>
              <a:gd name="T5" fmla="*/ 94 h 142"/>
              <a:gd name="T6" fmla="*/ 100 w 130"/>
              <a:gd name="T7" fmla="*/ 95 h 142"/>
              <a:gd name="T8" fmla="*/ 111 w 130"/>
              <a:gd name="T9" fmla="*/ 112 h 142"/>
              <a:gd name="T10" fmla="*/ 97 w 130"/>
              <a:gd name="T11" fmla="*/ 103 h 142"/>
              <a:gd name="T12" fmla="*/ 97 w 130"/>
              <a:gd name="T13" fmla="*/ 28 h 142"/>
              <a:gd name="T14" fmla="*/ 111 w 130"/>
              <a:gd name="T15" fmla="*/ 19 h 142"/>
              <a:gd name="T16" fmla="*/ 100 w 130"/>
              <a:gd name="T17" fmla="*/ 35 h 142"/>
              <a:gd name="T18" fmla="*/ 97 w 130"/>
              <a:gd name="T19" fmla="*/ 36 h 142"/>
              <a:gd name="T20" fmla="*/ 127 w 130"/>
              <a:gd name="T21" fmla="*/ 62 h 142"/>
              <a:gd name="T22" fmla="*/ 108 w 130"/>
              <a:gd name="T23" fmla="*/ 65 h 142"/>
              <a:gd name="T24" fmla="*/ 127 w 130"/>
              <a:gd name="T25" fmla="*/ 69 h 142"/>
              <a:gd name="T26" fmla="*/ 127 w 130"/>
              <a:gd name="T27" fmla="*/ 62 h 142"/>
              <a:gd name="T28" fmla="*/ 67 w 130"/>
              <a:gd name="T29" fmla="*/ 142 h 142"/>
              <a:gd name="T30" fmla="*/ 85 w 130"/>
              <a:gd name="T31" fmla="*/ 95 h 142"/>
              <a:gd name="T32" fmla="*/ 97 w 130"/>
              <a:gd name="T33" fmla="*/ 50 h 142"/>
              <a:gd name="T34" fmla="*/ 65 w 130"/>
              <a:gd name="T35" fmla="*/ 37 h 142"/>
              <a:gd name="T36" fmla="*/ 93 w 130"/>
              <a:gd name="T37" fmla="*/ 65 h 142"/>
              <a:gd name="T38" fmla="*/ 79 w 130"/>
              <a:gd name="T39" fmla="*/ 90 h 142"/>
              <a:gd name="T40" fmla="*/ 78 w 130"/>
              <a:gd name="T41" fmla="*/ 110 h 142"/>
              <a:gd name="T42" fmla="*/ 65 w 130"/>
              <a:gd name="T43" fmla="*/ 142 h 142"/>
              <a:gd name="T44" fmla="*/ 97 w 130"/>
              <a:gd name="T45" fmla="*/ 36 h 142"/>
              <a:gd name="T46" fmla="*/ 95 w 130"/>
              <a:gd name="T47" fmla="*/ 31 h 142"/>
              <a:gd name="T48" fmla="*/ 97 w 130"/>
              <a:gd name="T49" fmla="*/ 94 h 142"/>
              <a:gd name="T50" fmla="*/ 95 w 130"/>
              <a:gd name="T51" fmla="*/ 100 h 142"/>
              <a:gd name="T52" fmla="*/ 97 w 130"/>
              <a:gd name="T53" fmla="*/ 94 h 142"/>
              <a:gd name="T54" fmla="*/ 65 w 130"/>
              <a:gd name="T55" fmla="*/ 0 h 142"/>
              <a:gd name="T56" fmla="*/ 68 w 130"/>
              <a:gd name="T57" fmla="*/ 3 h 142"/>
              <a:gd name="T58" fmla="*/ 65 w 130"/>
              <a:gd name="T59" fmla="*/ 23 h 142"/>
              <a:gd name="T60" fmla="*/ 65 w 130"/>
              <a:gd name="T61" fmla="*/ 23 h 142"/>
              <a:gd name="T62" fmla="*/ 32 w 130"/>
              <a:gd name="T63" fmla="*/ 50 h 142"/>
              <a:gd name="T64" fmla="*/ 45 w 130"/>
              <a:gd name="T65" fmla="*/ 96 h 142"/>
              <a:gd name="T66" fmla="*/ 63 w 130"/>
              <a:gd name="T67" fmla="*/ 142 h 142"/>
              <a:gd name="T68" fmla="*/ 65 w 130"/>
              <a:gd name="T69" fmla="*/ 110 h 142"/>
              <a:gd name="T70" fmla="*/ 52 w 130"/>
              <a:gd name="T71" fmla="*/ 93 h 142"/>
              <a:gd name="T72" fmla="*/ 36 w 130"/>
              <a:gd name="T73" fmla="*/ 65 h 142"/>
              <a:gd name="T74" fmla="*/ 65 w 130"/>
              <a:gd name="T75" fmla="*/ 37 h 142"/>
              <a:gd name="T76" fmla="*/ 65 w 130"/>
              <a:gd name="T77" fmla="*/ 29 h 142"/>
              <a:gd name="T78" fmla="*/ 65 w 130"/>
              <a:gd name="T79" fmla="*/ 0 h 142"/>
              <a:gd name="T80" fmla="*/ 62 w 130"/>
              <a:gd name="T81" fmla="*/ 20 h 142"/>
              <a:gd name="T82" fmla="*/ 65 w 130"/>
              <a:gd name="T83" fmla="*/ 0 h 142"/>
              <a:gd name="T84" fmla="*/ 32 w 130"/>
              <a:gd name="T85" fmla="*/ 94 h 142"/>
              <a:gd name="T86" fmla="*/ 35 w 130"/>
              <a:gd name="T87" fmla="*/ 100 h 142"/>
              <a:gd name="T88" fmla="*/ 32 w 130"/>
              <a:gd name="T89" fmla="*/ 36 h 142"/>
              <a:gd name="T90" fmla="*/ 35 w 130"/>
              <a:gd name="T91" fmla="*/ 31 h 142"/>
              <a:gd name="T92" fmla="*/ 32 w 130"/>
              <a:gd name="T93" fmla="*/ 36 h 142"/>
              <a:gd name="T94" fmla="*/ 29 w 130"/>
              <a:gd name="T95" fmla="*/ 65 h 142"/>
              <a:gd name="T96" fmla="*/ 32 w 130"/>
              <a:gd name="T97" fmla="*/ 50 h 142"/>
              <a:gd name="T98" fmla="*/ 32 w 130"/>
              <a:gd name="T99" fmla="*/ 36 h 142"/>
              <a:gd name="T100" fmla="*/ 30 w 130"/>
              <a:gd name="T101" fmla="*/ 35 h 142"/>
              <a:gd name="T102" fmla="*/ 19 w 130"/>
              <a:gd name="T103" fmla="*/ 19 h 142"/>
              <a:gd name="T104" fmla="*/ 32 w 130"/>
              <a:gd name="T105" fmla="*/ 28 h 142"/>
              <a:gd name="T106" fmla="*/ 32 w 130"/>
              <a:gd name="T107" fmla="*/ 103 h 142"/>
              <a:gd name="T108" fmla="*/ 19 w 130"/>
              <a:gd name="T109" fmla="*/ 112 h 142"/>
              <a:gd name="T110" fmla="*/ 30 w 130"/>
              <a:gd name="T111" fmla="*/ 95 h 142"/>
              <a:gd name="T112" fmla="*/ 32 w 130"/>
              <a:gd name="T113" fmla="*/ 94 h 142"/>
              <a:gd name="T114" fmla="*/ 22 w 130"/>
              <a:gd name="T115" fmla="*/ 65 h 142"/>
              <a:gd name="T116" fmla="*/ 3 w 130"/>
              <a:gd name="T117" fmla="*/ 62 h 142"/>
              <a:gd name="T118" fmla="*/ 3 w 130"/>
              <a:gd name="T119" fmla="*/ 69 h 142"/>
              <a:gd name="T120" fmla="*/ 22 w 130"/>
              <a:gd name="T121" fmla="*/ 65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0" h="142">
                <a:moveTo>
                  <a:pt x="97" y="81"/>
                </a:moveTo>
                <a:cubicBezTo>
                  <a:pt x="100" y="76"/>
                  <a:pt x="101" y="71"/>
                  <a:pt x="101" y="65"/>
                </a:cubicBezTo>
                <a:cubicBezTo>
                  <a:pt x="101" y="60"/>
                  <a:pt x="100" y="55"/>
                  <a:pt x="97" y="50"/>
                </a:cubicBezTo>
                <a:cubicBezTo>
                  <a:pt x="97" y="81"/>
                  <a:pt x="97" y="81"/>
                  <a:pt x="97" y="81"/>
                </a:cubicBezTo>
                <a:close/>
                <a:moveTo>
                  <a:pt x="97" y="103"/>
                </a:moveTo>
                <a:cubicBezTo>
                  <a:pt x="97" y="94"/>
                  <a:pt x="97" y="94"/>
                  <a:pt x="97" y="94"/>
                </a:cubicBezTo>
                <a:cubicBezTo>
                  <a:pt x="98" y="94"/>
                  <a:pt x="99" y="95"/>
                  <a:pt x="100" y="95"/>
                </a:cubicBezTo>
                <a:cubicBezTo>
                  <a:pt x="100" y="95"/>
                  <a:pt x="100" y="95"/>
                  <a:pt x="100" y="95"/>
                </a:cubicBezTo>
                <a:cubicBezTo>
                  <a:pt x="111" y="107"/>
                  <a:pt x="111" y="107"/>
                  <a:pt x="111" y="107"/>
                </a:cubicBezTo>
                <a:cubicBezTo>
                  <a:pt x="113" y="108"/>
                  <a:pt x="113" y="110"/>
                  <a:pt x="111" y="112"/>
                </a:cubicBezTo>
                <a:cubicBezTo>
                  <a:pt x="110" y="113"/>
                  <a:pt x="108" y="113"/>
                  <a:pt x="106" y="112"/>
                </a:cubicBezTo>
                <a:cubicBezTo>
                  <a:pt x="97" y="103"/>
                  <a:pt x="97" y="103"/>
                  <a:pt x="97" y="103"/>
                </a:cubicBezTo>
                <a:close/>
                <a:moveTo>
                  <a:pt x="97" y="36"/>
                </a:moveTo>
                <a:cubicBezTo>
                  <a:pt x="97" y="28"/>
                  <a:pt x="97" y="28"/>
                  <a:pt x="97" y="28"/>
                </a:cubicBezTo>
                <a:cubicBezTo>
                  <a:pt x="106" y="19"/>
                  <a:pt x="106" y="19"/>
                  <a:pt x="106" y="19"/>
                </a:cubicBezTo>
                <a:cubicBezTo>
                  <a:pt x="108" y="18"/>
                  <a:pt x="110" y="18"/>
                  <a:pt x="111" y="19"/>
                </a:cubicBezTo>
                <a:cubicBezTo>
                  <a:pt x="113" y="20"/>
                  <a:pt x="113" y="23"/>
                  <a:pt x="111" y="24"/>
                </a:cubicBezTo>
                <a:cubicBezTo>
                  <a:pt x="100" y="35"/>
                  <a:pt x="100" y="35"/>
                  <a:pt x="100" y="35"/>
                </a:cubicBezTo>
                <a:cubicBezTo>
                  <a:pt x="100" y="35"/>
                  <a:pt x="100" y="35"/>
                  <a:pt x="100" y="35"/>
                </a:cubicBezTo>
                <a:cubicBezTo>
                  <a:pt x="99" y="36"/>
                  <a:pt x="98" y="36"/>
                  <a:pt x="97" y="36"/>
                </a:cubicBezTo>
                <a:close/>
                <a:moveTo>
                  <a:pt x="127" y="62"/>
                </a:moveTo>
                <a:cubicBezTo>
                  <a:pt x="127" y="62"/>
                  <a:pt x="127" y="62"/>
                  <a:pt x="127" y="62"/>
                </a:cubicBezTo>
                <a:cubicBezTo>
                  <a:pt x="111" y="62"/>
                  <a:pt x="111" y="62"/>
                  <a:pt x="111" y="62"/>
                </a:cubicBezTo>
                <a:cubicBezTo>
                  <a:pt x="109" y="62"/>
                  <a:pt x="108" y="64"/>
                  <a:pt x="108" y="65"/>
                </a:cubicBezTo>
                <a:cubicBezTo>
                  <a:pt x="108" y="67"/>
                  <a:pt x="109" y="69"/>
                  <a:pt x="111" y="69"/>
                </a:cubicBezTo>
                <a:cubicBezTo>
                  <a:pt x="127" y="69"/>
                  <a:pt x="127" y="69"/>
                  <a:pt x="127" y="69"/>
                </a:cubicBezTo>
                <a:cubicBezTo>
                  <a:pt x="129" y="69"/>
                  <a:pt x="130" y="67"/>
                  <a:pt x="130" y="65"/>
                </a:cubicBezTo>
                <a:cubicBezTo>
                  <a:pt x="130" y="64"/>
                  <a:pt x="129" y="62"/>
                  <a:pt x="127" y="62"/>
                </a:cubicBezTo>
                <a:close/>
                <a:moveTo>
                  <a:pt x="65" y="142"/>
                </a:moveTo>
                <a:cubicBezTo>
                  <a:pt x="67" y="142"/>
                  <a:pt x="67" y="142"/>
                  <a:pt x="67" y="142"/>
                </a:cubicBezTo>
                <a:cubicBezTo>
                  <a:pt x="77" y="142"/>
                  <a:pt x="85" y="134"/>
                  <a:pt x="85" y="124"/>
                </a:cubicBezTo>
                <a:cubicBezTo>
                  <a:pt x="85" y="95"/>
                  <a:pt x="85" y="95"/>
                  <a:pt x="85" y="95"/>
                </a:cubicBezTo>
                <a:cubicBezTo>
                  <a:pt x="90" y="92"/>
                  <a:pt x="95" y="87"/>
                  <a:pt x="97" y="81"/>
                </a:cubicBezTo>
                <a:cubicBezTo>
                  <a:pt x="97" y="50"/>
                  <a:pt x="97" y="50"/>
                  <a:pt x="97" y="50"/>
                </a:cubicBezTo>
                <a:cubicBezTo>
                  <a:pt x="92" y="38"/>
                  <a:pt x="79" y="29"/>
                  <a:pt x="65" y="29"/>
                </a:cubicBezTo>
                <a:cubicBezTo>
                  <a:pt x="65" y="37"/>
                  <a:pt x="65" y="37"/>
                  <a:pt x="65" y="37"/>
                </a:cubicBezTo>
                <a:cubicBezTo>
                  <a:pt x="73" y="37"/>
                  <a:pt x="80" y="40"/>
                  <a:pt x="85" y="45"/>
                </a:cubicBezTo>
                <a:cubicBezTo>
                  <a:pt x="90" y="50"/>
                  <a:pt x="93" y="57"/>
                  <a:pt x="93" y="65"/>
                </a:cubicBezTo>
                <a:cubicBezTo>
                  <a:pt x="93" y="76"/>
                  <a:pt x="88" y="85"/>
                  <a:pt x="79" y="90"/>
                </a:cubicBezTo>
                <a:cubicBezTo>
                  <a:pt x="79" y="90"/>
                  <a:pt x="79" y="90"/>
                  <a:pt x="79" y="90"/>
                </a:cubicBezTo>
                <a:cubicBezTo>
                  <a:pt x="78" y="91"/>
                  <a:pt x="78" y="92"/>
                  <a:pt x="78" y="93"/>
                </a:cubicBezTo>
                <a:cubicBezTo>
                  <a:pt x="78" y="110"/>
                  <a:pt x="78" y="110"/>
                  <a:pt x="78" y="110"/>
                </a:cubicBezTo>
                <a:cubicBezTo>
                  <a:pt x="65" y="110"/>
                  <a:pt x="65" y="110"/>
                  <a:pt x="65" y="110"/>
                </a:cubicBezTo>
                <a:cubicBezTo>
                  <a:pt x="65" y="142"/>
                  <a:pt x="65" y="142"/>
                  <a:pt x="65" y="142"/>
                </a:cubicBezTo>
                <a:close/>
                <a:moveTo>
                  <a:pt x="97" y="28"/>
                </a:moveTo>
                <a:cubicBezTo>
                  <a:pt x="97" y="36"/>
                  <a:pt x="97" y="36"/>
                  <a:pt x="97" y="36"/>
                </a:cubicBezTo>
                <a:cubicBezTo>
                  <a:pt x="97" y="36"/>
                  <a:pt x="96" y="36"/>
                  <a:pt x="95" y="35"/>
                </a:cubicBezTo>
                <a:cubicBezTo>
                  <a:pt x="94" y="34"/>
                  <a:pt x="94" y="32"/>
                  <a:pt x="95" y="31"/>
                </a:cubicBezTo>
                <a:cubicBezTo>
                  <a:pt x="97" y="28"/>
                  <a:pt x="97" y="28"/>
                  <a:pt x="97" y="28"/>
                </a:cubicBezTo>
                <a:close/>
                <a:moveTo>
                  <a:pt x="97" y="94"/>
                </a:moveTo>
                <a:cubicBezTo>
                  <a:pt x="97" y="103"/>
                  <a:pt x="97" y="103"/>
                  <a:pt x="97" y="103"/>
                </a:cubicBezTo>
                <a:cubicBezTo>
                  <a:pt x="95" y="100"/>
                  <a:pt x="95" y="100"/>
                  <a:pt x="95" y="100"/>
                </a:cubicBezTo>
                <a:cubicBezTo>
                  <a:pt x="94" y="99"/>
                  <a:pt x="94" y="97"/>
                  <a:pt x="95" y="95"/>
                </a:cubicBezTo>
                <a:cubicBezTo>
                  <a:pt x="96" y="95"/>
                  <a:pt x="97" y="94"/>
                  <a:pt x="97" y="94"/>
                </a:cubicBezTo>
                <a:close/>
                <a:moveTo>
                  <a:pt x="65" y="23"/>
                </a:moveTo>
                <a:cubicBezTo>
                  <a:pt x="65" y="0"/>
                  <a:pt x="65" y="0"/>
                  <a:pt x="65" y="0"/>
                </a:cubicBezTo>
                <a:cubicBezTo>
                  <a:pt x="65" y="0"/>
                  <a:pt x="65" y="0"/>
                  <a:pt x="65" y="0"/>
                </a:cubicBezTo>
                <a:cubicBezTo>
                  <a:pt x="67" y="0"/>
                  <a:pt x="68" y="2"/>
                  <a:pt x="68" y="3"/>
                </a:cubicBezTo>
                <a:cubicBezTo>
                  <a:pt x="68" y="20"/>
                  <a:pt x="68" y="20"/>
                  <a:pt x="68" y="20"/>
                </a:cubicBezTo>
                <a:cubicBezTo>
                  <a:pt x="68" y="21"/>
                  <a:pt x="67" y="23"/>
                  <a:pt x="65" y="23"/>
                </a:cubicBezTo>
                <a:cubicBezTo>
                  <a:pt x="65" y="23"/>
                  <a:pt x="65" y="23"/>
                  <a:pt x="65" y="23"/>
                </a:cubicBezTo>
                <a:cubicBezTo>
                  <a:pt x="65" y="23"/>
                  <a:pt x="65" y="23"/>
                  <a:pt x="65" y="23"/>
                </a:cubicBezTo>
                <a:close/>
                <a:moveTo>
                  <a:pt x="65" y="29"/>
                </a:moveTo>
                <a:cubicBezTo>
                  <a:pt x="50" y="29"/>
                  <a:pt x="38" y="37"/>
                  <a:pt x="32" y="50"/>
                </a:cubicBezTo>
                <a:cubicBezTo>
                  <a:pt x="32" y="81"/>
                  <a:pt x="32" y="81"/>
                  <a:pt x="32" y="81"/>
                </a:cubicBezTo>
                <a:cubicBezTo>
                  <a:pt x="35" y="87"/>
                  <a:pt x="40" y="92"/>
                  <a:pt x="45" y="96"/>
                </a:cubicBezTo>
                <a:cubicBezTo>
                  <a:pt x="45" y="124"/>
                  <a:pt x="45" y="124"/>
                  <a:pt x="45" y="124"/>
                </a:cubicBezTo>
                <a:cubicBezTo>
                  <a:pt x="45" y="134"/>
                  <a:pt x="53" y="142"/>
                  <a:pt x="63" y="142"/>
                </a:cubicBezTo>
                <a:cubicBezTo>
                  <a:pt x="65" y="142"/>
                  <a:pt x="65" y="142"/>
                  <a:pt x="65" y="142"/>
                </a:cubicBezTo>
                <a:cubicBezTo>
                  <a:pt x="65" y="110"/>
                  <a:pt x="65" y="110"/>
                  <a:pt x="65" y="110"/>
                </a:cubicBezTo>
                <a:cubicBezTo>
                  <a:pt x="52" y="110"/>
                  <a:pt x="52" y="110"/>
                  <a:pt x="52" y="110"/>
                </a:cubicBezTo>
                <a:cubicBezTo>
                  <a:pt x="52" y="93"/>
                  <a:pt x="52" y="93"/>
                  <a:pt x="52" y="93"/>
                </a:cubicBezTo>
                <a:cubicBezTo>
                  <a:pt x="52" y="92"/>
                  <a:pt x="52" y="91"/>
                  <a:pt x="51" y="90"/>
                </a:cubicBezTo>
                <a:cubicBezTo>
                  <a:pt x="42" y="85"/>
                  <a:pt x="36" y="76"/>
                  <a:pt x="36" y="65"/>
                </a:cubicBezTo>
                <a:cubicBezTo>
                  <a:pt x="36" y="57"/>
                  <a:pt x="39" y="50"/>
                  <a:pt x="44" y="45"/>
                </a:cubicBezTo>
                <a:cubicBezTo>
                  <a:pt x="50" y="40"/>
                  <a:pt x="57" y="37"/>
                  <a:pt x="65" y="37"/>
                </a:cubicBezTo>
                <a:cubicBezTo>
                  <a:pt x="65" y="37"/>
                  <a:pt x="65" y="37"/>
                  <a:pt x="65" y="37"/>
                </a:cubicBezTo>
                <a:cubicBezTo>
                  <a:pt x="65" y="29"/>
                  <a:pt x="65" y="29"/>
                  <a:pt x="65" y="29"/>
                </a:cubicBezTo>
                <a:cubicBezTo>
                  <a:pt x="65" y="29"/>
                  <a:pt x="65" y="29"/>
                  <a:pt x="65" y="29"/>
                </a:cubicBezTo>
                <a:close/>
                <a:moveTo>
                  <a:pt x="65" y="0"/>
                </a:moveTo>
                <a:cubicBezTo>
                  <a:pt x="65" y="23"/>
                  <a:pt x="65" y="23"/>
                  <a:pt x="65" y="23"/>
                </a:cubicBezTo>
                <a:cubicBezTo>
                  <a:pt x="63" y="23"/>
                  <a:pt x="62" y="21"/>
                  <a:pt x="62" y="20"/>
                </a:cubicBezTo>
                <a:cubicBezTo>
                  <a:pt x="62" y="3"/>
                  <a:pt x="62" y="3"/>
                  <a:pt x="62" y="3"/>
                </a:cubicBezTo>
                <a:cubicBezTo>
                  <a:pt x="62" y="2"/>
                  <a:pt x="63" y="0"/>
                  <a:pt x="65" y="0"/>
                </a:cubicBezTo>
                <a:close/>
                <a:moveTo>
                  <a:pt x="32" y="103"/>
                </a:moveTo>
                <a:cubicBezTo>
                  <a:pt x="32" y="94"/>
                  <a:pt x="32" y="94"/>
                  <a:pt x="32" y="94"/>
                </a:cubicBezTo>
                <a:cubicBezTo>
                  <a:pt x="33" y="94"/>
                  <a:pt x="34" y="95"/>
                  <a:pt x="35" y="95"/>
                </a:cubicBezTo>
                <a:cubicBezTo>
                  <a:pt x="36" y="97"/>
                  <a:pt x="36" y="99"/>
                  <a:pt x="35" y="100"/>
                </a:cubicBezTo>
                <a:cubicBezTo>
                  <a:pt x="32" y="103"/>
                  <a:pt x="32" y="103"/>
                  <a:pt x="32" y="103"/>
                </a:cubicBezTo>
                <a:close/>
                <a:moveTo>
                  <a:pt x="32" y="36"/>
                </a:moveTo>
                <a:cubicBezTo>
                  <a:pt x="32" y="28"/>
                  <a:pt x="32" y="28"/>
                  <a:pt x="32" y="28"/>
                </a:cubicBezTo>
                <a:cubicBezTo>
                  <a:pt x="35" y="31"/>
                  <a:pt x="35" y="31"/>
                  <a:pt x="35" y="31"/>
                </a:cubicBezTo>
                <a:cubicBezTo>
                  <a:pt x="36" y="32"/>
                  <a:pt x="36" y="34"/>
                  <a:pt x="35" y="35"/>
                </a:cubicBezTo>
                <a:cubicBezTo>
                  <a:pt x="34" y="36"/>
                  <a:pt x="33" y="36"/>
                  <a:pt x="32" y="36"/>
                </a:cubicBezTo>
                <a:close/>
                <a:moveTo>
                  <a:pt x="32" y="50"/>
                </a:moveTo>
                <a:cubicBezTo>
                  <a:pt x="30" y="54"/>
                  <a:pt x="29" y="60"/>
                  <a:pt x="29" y="65"/>
                </a:cubicBezTo>
                <a:cubicBezTo>
                  <a:pt x="29" y="71"/>
                  <a:pt x="30" y="76"/>
                  <a:pt x="32" y="81"/>
                </a:cubicBezTo>
                <a:cubicBezTo>
                  <a:pt x="32" y="50"/>
                  <a:pt x="32" y="50"/>
                  <a:pt x="32" y="50"/>
                </a:cubicBezTo>
                <a:close/>
                <a:moveTo>
                  <a:pt x="32" y="28"/>
                </a:moveTo>
                <a:cubicBezTo>
                  <a:pt x="32" y="36"/>
                  <a:pt x="32" y="36"/>
                  <a:pt x="32" y="36"/>
                </a:cubicBezTo>
                <a:cubicBezTo>
                  <a:pt x="32" y="36"/>
                  <a:pt x="31" y="36"/>
                  <a:pt x="30" y="35"/>
                </a:cubicBezTo>
                <a:cubicBezTo>
                  <a:pt x="30" y="35"/>
                  <a:pt x="30" y="35"/>
                  <a:pt x="30" y="35"/>
                </a:cubicBezTo>
                <a:cubicBezTo>
                  <a:pt x="19" y="24"/>
                  <a:pt x="19" y="24"/>
                  <a:pt x="19" y="24"/>
                </a:cubicBezTo>
                <a:cubicBezTo>
                  <a:pt x="17" y="23"/>
                  <a:pt x="17" y="20"/>
                  <a:pt x="19" y="19"/>
                </a:cubicBezTo>
                <a:cubicBezTo>
                  <a:pt x="20" y="18"/>
                  <a:pt x="22" y="18"/>
                  <a:pt x="24" y="19"/>
                </a:cubicBezTo>
                <a:cubicBezTo>
                  <a:pt x="32" y="28"/>
                  <a:pt x="32" y="28"/>
                  <a:pt x="32" y="28"/>
                </a:cubicBezTo>
                <a:close/>
                <a:moveTo>
                  <a:pt x="32" y="94"/>
                </a:moveTo>
                <a:cubicBezTo>
                  <a:pt x="32" y="103"/>
                  <a:pt x="32" y="103"/>
                  <a:pt x="32" y="103"/>
                </a:cubicBezTo>
                <a:cubicBezTo>
                  <a:pt x="24" y="112"/>
                  <a:pt x="24" y="112"/>
                  <a:pt x="24" y="112"/>
                </a:cubicBezTo>
                <a:cubicBezTo>
                  <a:pt x="22" y="113"/>
                  <a:pt x="20" y="113"/>
                  <a:pt x="19" y="112"/>
                </a:cubicBezTo>
                <a:cubicBezTo>
                  <a:pt x="17" y="110"/>
                  <a:pt x="17" y="108"/>
                  <a:pt x="19" y="107"/>
                </a:cubicBezTo>
                <a:cubicBezTo>
                  <a:pt x="30" y="95"/>
                  <a:pt x="30" y="95"/>
                  <a:pt x="30" y="95"/>
                </a:cubicBezTo>
                <a:cubicBezTo>
                  <a:pt x="30" y="95"/>
                  <a:pt x="30" y="95"/>
                  <a:pt x="30" y="95"/>
                </a:cubicBezTo>
                <a:cubicBezTo>
                  <a:pt x="31" y="95"/>
                  <a:pt x="32" y="95"/>
                  <a:pt x="32" y="94"/>
                </a:cubicBezTo>
                <a:close/>
                <a:moveTo>
                  <a:pt x="22" y="65"/>
                </a:moveTo>
                <a:cubicBezTo>
                  <a:pt x="22" y="65"/>
                  <a:pt x="22" y="65"/>
                  <a:pt x="22" y="65"/>
                </a:cubicBezTo>
                <a:cubicBezTo>
                  <a:pt x="22" y="64"/>
                  <a:pt x="21" y="62"/>
                  <a:pt x="19" y="62"/>
                </a:cubicBezTo>
                <a:cubicBezTo>
                  <a:pt x="3" y="62"/>
                  <a:pt x="3" y="62"/>
                  <a:pt x="3" y="62"/>
                </a:cubicBezTo>
                <a:cubicBezTo>
                  <a:pt x="1" y="62"/>
                  <a:pt x="0" y="64"/>
                  <a:pt x="0" y="65"/>
                </a:cubicBezTo>
                <a:cubicBezTo>
                  <a:pt x="0" y="67"/>
                  <a:pt x="1" y="69"/>
                  <a:pt x="3" y="69"/>
                </a:cubicBezTo>
                <a:cubicBezTo>
                  <a:pt x="19" y="69"/>
                  <a:pt x="19" y="69"/>
                  <a:pt x="19" y="69"/>
                </a:cubicBezTo>
                <a:cubicBezTo>
                  <a:pt x="21" y="69"/>
                  <a:pt x="22" y="67"/>
                  <a:pt x="22" y="6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6" name="Freeform 81"/>
          <p:cNvSpPr>
            <a:spLocks noEditPoints="1"/>
          </p:cNvSpPr>
          <p:nvPr/>
        </p:nvSpPr>
        <p:spPr bwMode="auto">
          <a:xfrm>
            <a:off x="7554051" y="2194884"/>
            <a:ext cx="426927" cy="614203"/>
          </a:xfrm>
          <a:custGeom>
            <a:avLst/>
            <a:gdLst>
              <a:gd name="T0" fmla="*/ 98 w 196"/>
              <a:gd name="T1" fmla="*/ 5 h 282"/>
              <a:gd name="T2" fmla="*/ 113 w 196"/>
              <a:gd name="T3" fmla="*/ 0 h 282"/>
              <a:gd name="T4" fmla="*/ 155 w 196"/>
              <a:gd name="T5" fmla="*/ 128 h 282"/>
              <a:gd name="T6" fmla="*/ 108 w 196"/>
              <a:gd name="T7" fmla="*/ 143 h 282"/>
              <a:gd name="T8" fmla="*/ 98 w 196"/>
              <a:gd name="T9" fmla="*/ 111 h 282"/>
              <a:gd name="T10" fmla="*/ 98 w 196"/>
              <a:gd name="T11" fmla="*/ 5 h 282"/>
              <a:gd name="T12" fmla="*/ 98 w 196"/>
              <a:gd name="T13" fmla="*/ 222 h 282"/>
              <a:gd name="T14" fmla="*/ 136 w 196"/>
              <a:gd name="T15" fmla="*/ 209 h 282"/>
              <a:gd name="T16" fmla="*/ 107 w 196"/>
              <a:gd name="T17" fmla="*/ 209 h 282"/>
              <a:gd name="T18" fmla="*/ 107 w 196"/>
              <a:gd name="T19" fmla="*/ 192 h 282"/>
              <a:gd name="T20" fmla="*/ 152 w 196"/>
              <a:gd name="T21" fmla="*/ 192 h 282"/>
              <a:gd name="T22" fmla="*/ 189 w 196"/>
              <a:gd name="T23" fmla="*/ 192 h 282"/>
              <a:gd name="T24" fmla="*/ 196 w 196"/>
              <a:gd name="T25" fmla="*/ 192 h 282"/>
              <a:gd name="T26" fmla="*/ 196 w 196"/>
              <a:gd name="T27" fmla="*/ 209 h 282"/>
              <a:gd name="T28" fmla="*/ 180 w 196"/>
              <a:gd name="T29" fmla="*/ 209 h 282"/>
              <a:gd name="T30" fmla="*/ 134 w 196"/>
              <a:gd name="T31" fmla="*/ 247 h 282"/>
              <a:gd name="T32" fmla="*/ 169 w 196"/>
              <a:gd name="T33" fmla="*/ 267 h 282"/>
              <a:gd name="T34" fmla="*/ 169 w 196"/>
              <a:gd name="T35" fmla="*/ 282 h 282"/>
              <a:gd name="T36" fmla="*/ 98 w 196"/>
              <a:gd name="T37" fmla="*/ 282 h 282"/>
              <a:gd name="T38" fmla="*/ 98 w 196"/>
              <a:gd name="T39" fmla="*/ 268 h 282"/>
              <a:gd name="T40" fmla="*/ 111 w 196"/>
              <a:gd name="T41" fmla="*/ 255 h 282"/>
              <a:gd name="T42" fmla="*/ 98 w 196"/>
              <a:gd name="T43" fmla="*/ 242 h 282"/>
              <a:gd name="T44" fmla="*/ 98 w 196"/>
              <a:gd name="T45" fmla="*/ 222 h 282"/>
              <a:gd name="T46" fmla="*/ 67 w 196"/>
              <a:gd name="T47" fmla="*/ 15 h 282"/>
              <a:gd name="T48" fmla="*/ 98 w 196"/>
              <a:gd name="T49" fmla="*/ 5 h 282"/>
              <a:gd name="T50" fmla="*/ 98 w 196"/>
              <a:gd name="T51" fmla="*/ 111 h 282"/>
              <a:gd name="T52" fmla="*/ 92 w 196"/>
              <a:gd name="T53" fmla="*/ 92 h 282"/>
              <a:gd name="T54" fmla="*/ 33 w 196"/>
              <a:gd name="T55" fmla="*/ 157 h 282"/>
              <a:gd name="T56" fmla="*/ 98 w 196"/>
              <a:gd name="T57" fmla="*/ 222 h 282"/>
              <a:gd name="T58" fmla="*/ 98 w 196"/>
              <a:gd name="T59" fmla="*/ 222 h 282"/>
              <a:gd name="T60" fmla="*/ 98 w 196"/>
              <a:gd name="T61" fmla="*/ 242 h 282"/>
              <a:gd name="T62" fmla="*/ 85 w 196"/>
              <a:gd name="T63" fmla="*/ 255 h 282"/>
              <a:gd name="T64" fmla="*/ 98 w 196"/>
              <a:gd name="T65" fmla="*/ 268 h 282"/>
              <a:gd name="T66" fmla="*/ 98 w 196"/>
              <a:gd name="T67" fmla="*/ 282 h 282"/>
              <a:gd name="T68" fmla="*/ 27 w 196"/>
              <a:gd name="T69" fmla="*/ 282 h 282"/>
              <a:gd name="T70" fmla="*/ 27 w 196"/>
              <a:gd name="T71" fmla="*/ 267 h 282"/>
              <a:gd name="T72" fmla="*/ 61 w 196"/>
              <a:gd name="T73" fmla="*/ 247 h 282"/>
              <a:gd name="T74" fmla="*/ 0 w 196"/>
              <a:gd name="T75" fmla="*/ 157 h 282"/>
              <a:gd name="T76" fmla="*/ 82 w 196"/>
              <a:gd name="T77" fmla="*/ 61 h 282"/>
              <a:gd name="T78" fmla="*/ 67 w 196"/>
              <a:gd name="T79" fmla="*/ 1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6" h="282">
                <a:moveTo>
                  <a:pt x="98" y="5"/>
                </a:moveTo>
                <a:cubicBezTo>
                  <a:pt x="113" y="0"/>
                  <a:pt x="113" y="0"/>
                  <a:pt x="113" y="0"/>
                </a:cubicBezTo>
                <a:cubicBezTo>
                  <a:pt x="155" y="128"/>
                  <a:pt x="155" y="128"/>
                  <a:pt x="155" y="128"/>
                </a:cubicBezTo>
                <a:cubicBezTo>
                  <a:pt x="108" y="143"/>
                  <a:pt x="108" y="143"/>
                  <a:pt x="108" y="143"/>
                </a:cubicBezTo>
                <a:cubicBezTo>
                  <a:pt x="98" y="111"/>
                  <a:pt x="98" y="111"/>
                  <a:pt x="98" y="111"/>
                </a:cubicBezTo>
                <a:cubicBezTo>
                  <a:pt x="98" y="5"/>
                  <a:pt x="98" y="5"/>
                  <a:pt x="98" y="5"/>
                </a:cubicBezTo>
                <a:close/>
                <a:moveTo>
                  <a:pt x="98" y="222"/>
                </a:moveTo>
                <a:cubicBezTo>
                  <a:pt x="112" y="222"/>
                  <a:pt x="125" y="217"/>
                  <a:pt x="136" y="209"/>
                </a:cubicBezTo>
                <a:cubicBezTo>
                  <a:pt x="107" y="209"/>
                  <a:pt x="107" y="209"/>
                  <a:pt x="107" y="209"/>
                </a:cubicBezTo>
                <a:cubicBezTo>
                  <a:pt x="107" y="192"/>
                  <a:pt x="107" y="192"/>
                  <a:pt x="107" y="192"/>
                </a:cubicBezTo>
                <a:cubicBezTo>
                  <a:pt x="152" y="192"/>
                  <a:pt x="152" y="192"/>
                  <a:pt x="152" y="192"/>
                </a:cubicBezTo>
                <a:cubicBezTo>
                  <a:pt x="189" y="192"/>
                  <a:pt x="189" y="192"/>
                  <a:pt x="189" y="192"/>
                </a:cubicBezTo>
                <a:cubicBezTo>
                  <a:pt x="196" y="192"/>
                  <a:pt x="196" y="192"/>
                  <a:pt x="196" y="192"/>
                </a:cubicBezTo>
                <a:cubicBezTo>
                  <a:pt x="196" y="209"/>
                  <a:pt x="196" y="209"/>
                  <a:pt x="196" y="209"/>
                </a:cubicBezTo>
                <a:cubicBezTo>
                  <a:pt x="180" y="209"/>
                  <a:pt x="180" y="209"/>
                  <a:pt x="180" y="209"/>
                </a:cubicBezTo>
                <a:cubicBezTo>
                  <a:pt x="169" y="226"/>
                  <a:pt x="153" y="239"/>
                  <a:pt x="134" y="247"/>
                </a:cubicBezTo>
                <a:cubicBezTo>
                  <a:pt x="154" y="251"/>
                  <a:pt x="169" y="257"/>
                  <a:pt x="169" y="267"/>
                </a:cubicBezTo>
                <a:cubicBezTo>
                  <a:pt x="169" y="282"/>
                  <a:pt x="169" y="282"/>
                  <a:pt x="169" y="282"/>
                </a:cubicBezTo>
                <a:cubicBezTo>
                  <a:pt x="98" y="282"/>
                  <a:pt x="98" y="282"/>
                  <a:pt x="98" y="282"/>
                </a:cubicBezTo>
                <a:cubicBezTo>
                  <a:pt x="98" y="268"/>
                  <a:pt x="98" y="268"/>
                  <a:pt x="98" y="268"/>
                </a:cubicBezTo>
                <a:cubicBezTo>
                  <a:pt x="105" y="268"/>
                  <a:pt x="111" y="262"/>
                  <a:pt x="111" y="255"/>
                </a:cubicBezTo>
                <a:cubicBezTo>
                  <a:pt x="111" y="248"/>
                  <a:pt x="105" y="242"/>
                  <a:pt x="98" y="242"/>
                </a:cubicBezTo>
                <a:lnTo>
                  <a:pt x="98" y="222"/>
                </a:lnTo>
                <a:close/>
                <a:moveTo>
                  <a:pt x="67" y="15"/>
                </a:moveTo>
                <a:cubicBezTo>
                  <a:pt x="98" y="5"/>
                  <a:pt x="98" y="5"/>
                  <a:pt x="98" y="5"/>
                </a:cubicBezTo>
                <a:cubicBezTo>
                  <a:pt x="98" y="111"/>
                  <a:pt x="98" y="111"/>
                  <a:pt x="98" y="111"/>
                </a:cubicBezTo>
                <a:cubicBezTo>
                  <a:pt x="92" y="92"/>
                  <a:pt x="92" y="92"/>
                  <a:pt x="92" y="92"/>
                </a:cubicBezTo>
                <a:cubicBezTo>
                  <a:pt x="59" y="95"/>
                  <a:pt x="33" y="123"/>
                  <a:pt x="33" y="157"/>
                </a:cubicBezTo>
                <a:cubicBezTo>
                  <a:pt x="33" y="193"/>
                  <a:pt x="62" y="222"/>
                  <a:pt x="98" y="222"/>
                </a:cubicBezTo>
                <a:cubicBezTo>
                  <a:pt x="98" y="222"/>
                  <a:pt x="98" y="222"/>
                  <a:pt x="98" y="222"/>
                </a:cubicBezTo>
                <a:cubicBezTo>
                  <a:pt x="98" y="242"/>
                  <a:pt x="98" y="242"/>
                  <a:pt x="98" y="242"/>
                </a:cubicBezTo>
                <a:cubicBezTo>
                  <a:pt x="91" y="242"/>
                  <a:pt x="85" y="248"/>
                  <a:pt x="85" y="255"/>
                </a:cubicBezTo>
                <a:cubicBezTo>
                  <a:pt x="85" y="262"/>
                  <a:pt x="91" y="268"/>
                  <a:pt x="98" y="268"/>
                </a:cubicBezTo>
                <a:cubicBezTo>
                  <a:pt x="98" y="282"/>
                  <a:pt x="98" y="282"/>
                  <a:pt x="98" y="282"/>
                </a:cubicBezTo>
                <a:cubicBezTo>
                  <a:pt x="27" y="282"/>
                  <a:pt x="27" y="282"/>
                  <a:pt x="27" y="282"/>
                </a:cubicBezTo>
                <a:cubicBezTo>
                  <a:pt x="27" y="267"/>
                  <a:pt x="27" y="267"/>
                  <a:pt x="27" y="267"/>
                </a:cubicBezTo>
                <a:cubicBezTo>
                  <a:pt x="27" y="257"/>
                  <a:pt x="41" y="251"/>
                  <a:pt x="61" y="247"/>
                </a:cubicBezTo>
                <a:cubicBezTo>
                  <a:pt x="26" y="233"/>
                  <a:pt x="0" y="198"/>
                  <a:pt x="0" y="157"/>
                </a:cubicBezTo>
                <a:cubicBezTo>
                  <a:pt x="0" y="108"/>
                  <a:pt x="36" y="68"/>
                  <a:pt x="82" y="61"/>
                </a:cubicBezTo>
                <a:lnTo>
                  <a:pt x="67" y="1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7" name="Freeform 82"/>
          <p:cNvSpPr>
            <a:spLocks noEditPoints="1"/>
          </p:cNvSpPr>
          <p:nvPr/>
        </p:nvSpPr>
        <p:spPr bwMode="auto">
          <a:xfrm>
            <a:off x="7401691" y="2107595"/>
            <a:ext cx="245999" cy="217432"/>
          </a:xfrm>
          <a:custGeom>
            <a:avLst/>
            <a:gdLst>
              <a:gd name="T0" fmla="*/ 103 w 113"/>
              <a:gd name="T1" fmla="*/ 31 h 100"/>
              <a:gd name="T2" fmla="*/ 57 w 113"/>
              <a:gd name="T3" fmla="*/ 0 h 100"/>
              <a:gd name="T4" fmla="*/ 57 w 113"/>
              <a:gd name="T5" fmla="*/ 9 h 100"/>
              <a:gd name="T6" fmla="*/ 95 w 113"/>
              <a:gd name="T7" fmla="*/ 35 h 100"/>
              <a:gd name="T8" fmla="*/ 72 w 113"/>
              <a:gd name="T9" fmla="*/ 88 h 100"/>
              <a:gd name="T10" fmla="*/ 57 w 113"/>
              <a:gd name="T11" fmla="*/ 91 h 100"/>
              <a:gd name="T12" fmla="*/ 57 w 113"/>
              <a:gd name="T13" fmla="*/ 100 h 100"/>
              <a:gd name="T14" fmla="*/ 75 w 113"/>
              <a:gd name="T15" fmla="*/ 96 h 100"/>
              <a:gd name="T16" fmla="*/ 103 w 113"/>
              <a:gd name="T17" fmla="*/ 31 h 100"/>
              <a:gd name="T18" fmla="*/ 57 w 113"/>
              <a:gd name="T19" fmla="*/ 0 h 100"/>
              <a:gd name="T20" fmla="*/ 38 w 113"/>
              <a:gd name="T21" fmla="*/ 4 h 100"/>
              <a:gd name="T22" fmla="*/ 11 w 113"/>
              <a:gd name="T23" fmla="*/ 68 h 100"/>
              <a:gd name="T24" fmla="*/ 57 w 113"/>
              <a:gd name="T25" fmla="*/ 100 h 100"/>
              <a:gd name="T26" fmla="*/ 57 w 113"/>
              <a:gd name="T27" fmla="*/ 91 h 100"/>
              <a:gd name="T28" fmla="*/ 19 w 113"/>
              <a:gd name="T29" fmla="*/ 65 h 100"/>
              <a:gd name="T30" fmla="*/ 19 w 113"/>
              <a:gd name="T31" fmla="*/ 65 h 100"/>
              <a:gd name="T32" fmla="*/ 42 w 113"/>
              <a:gd name="T33" fmla="*/ 12 h 100"/>
              <a:gd name="T34" fmla="*/ 57 w 113"/>
              <a:gd name="T35" fmla="*/ 9 h 100"/>
              <a:gd name="T36" fmla="*/ 57 w 113"/>
              <a:gd name="T3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3" h="100">
                <a:moveTo>
                  <a:pt x="103" y="31"/>
                </a:moveTo>
                <a:cubicBezTo>
                  <a:pt x="95" y="12"/>
                  <a:pt x="77" y="0"/>
                  <a:pt x="57" y="0"/>
                </a:cubicBezTo>
                <a:cubicBezTo>
                  <a:pt x="57" y="9"/>
                  <a:pt x="57" y="9"/>
                  <a:pt x="57" y="9"/>
                </a:cubicBezTo>
                <a:cubicBezTo>
                  <a:pt x="73" y="9"/>
                  <a:pt x="88" y="19"/>
                  <a:pt x="95" y="35"/>
                </a:cubicBezTo>
                <a:cubicBezTo>
                  <a:pt x="103" y="56"/>
                  <a:pt x="93" y="79"/>
                  <a:pt x="72" y="88"/>
                </a:cubicBezTo>
                <a:cubicBezTo>
                  <a:pt x="67" y="90"/>
                  <a:pt x="62" y="91"/>
                  <a:pt x="57" y="91"/>
                </a:cubicBezTo>
                <a:cubicBezTo>
                  <a:pt x="57" y="100"/>
                  <a:pt x="57" y="100"/>
                  <a:pt x="57" y="100"/>
                </a:cubicBezTo>
                <a:cubicBezTo>
                  <a:pt x="63" y="100"/>
                  <a:pt x="69" y="99"/>
                  <a:pt x="75" y="96"/>
                </a:cubicBezTo>
                <a:cubicBezTo>
                  <a:pt x="101" y="86"/>
                  <a:pt x="113" y="57"/>
                  <a:pt x="103" y="31"/>
                </a:cubicBezTo>
                <a:close/>
                <a:moveTo>
                  <a:pt x="57" y="0"/>
                </a:moveTo>
                <a:cubicBezTo>
                  <a:pt x="51" y="0"/>
                  <a:pt x="44" y="1"/>
                  <a:pt x="38" y="4"/>
                </a:cubicBezTo>
                <a:cubicBezTo>
                  <a:pt x="13" y="14"/>
                  <a:pt x="0" y="43"/>
                  <a:pt x="11" y="68"/>
                </a:cubicBezTo>
                <a:cubicBezTo>
                  <a:pt x="18" y="88"/>
                  <a:pt x="37" y="100"/>
                  <a:pt x="57" y="100"/>
                </a:cubicBezTo>
                <a:cubicBezTo>
                  <a:pt x="57" y="91"/>
                  <a:pt x="57" y="91"/>
                  <a:pt x="57" y="91"/>
                </a:cubicBezTo>
                <a:cubicBezTo>
                  <a:pt x="41" y="90"/>
                  <a:pt x="26" y="81"/>
                  <a:pt x="19" y="65"/>
                </a:cubicBezTo>
                <a:cubicBezTo>
                  <a:pt x="19" y="65"/>
                  <a:pt x="19" y="65"/>
                  <a:pt x="19" y="65"/>
                </a:cubicBezTo>
                <a:cubicBezTo>
                  <a:pt x="11" y="44"/>
                  <a:pt x="21" y="21"/>
                  <a:pt x="42" y="12"/>
                </a:cubicBezTo>
                <a:cubicBezTo>
                  <a:pt x="47" y="10"/>
                  <a:pt x="52" y="9"/>
                  <a:pt x="57" y="9"/>
                </a:cubicBezTo>
                <a:lnTo>
                  <a:pt x="57" y="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8" name="Freeform 83"/>
          <p:cNvSpPr/>
          <p:nvPr/>
        </p:nvSpPr>
        <p:spPr bwMode="auto">
          <a:xfrm>
            <a:off x="7331860" y="2237736"/>
            <a:ext cx="107921" cy="68245"/>
          </a:xfrm>
          <a:custGeom>
            <a:avLst/>
            <a:gdLst>
              <a:gd name="T0" fmla="*/ 7 w 68"/>
              <a:gd name="T1" fmla="*/ 43 h 43"/>
              <a:gd name="T2" fmla="*/ 0 w 68"/>
              <a:gd name="T3" fmla="*/ 25 h 43"/>
              <a:gd name="T4" fmla="*/ 62 w 68"/>
              <a:gd name="T5" fmla="*/ 0 h 43"/>
              <a:gd name="T6" fmla="*/ 68 w 68"/>
              <a:gd name="T7" fmla="*/ 18 h 43"/>
              <a:gd name="T8" fmla="*/ 7 w 68"/>
              <a:gd name="T9" fmla="*/ 43 h 43"/>
            </a:gdLst>
            <a:ahLst/>
            <a:cxnLst>
              <a:cxn ang="0">
                <a:pos x="T0" y="T1"/>
              </a:cxn>
              <a:cxn ang="0">
                <a:pos x="T2" y="T3"/>
              </a:cxn>
              <a:cxn ang="0">
                <a:pos x="T4" y="T5"/>
              </a:cxn>
              <a:cxn ang="0">
                <a:pos x="T6" y="T7"/>
              </a:cxn>
              <a:cxn ang="0">
                <a:pos x="T8" y="T9"/>
              </a:cxn>
            </a:cxnLst>
            <a:rect l="0" t="0" r="r" b="b"/>
            <a:pathLst>
              <a:path w="68" h="43">
                <a:moveTo>
                  <a:pt x="7" y="43"/>
                </a:moveTo>
                <a:lnTo>
                  <a:pt x="0" y="25"/>
                </a:lnTo>
                <a:lnTo>
                  <a:pt x="62" y="0"/>
                </a:lnTo>
                <a:lnTo>
                  <a:pt x="68" y="18"/>
                </a:lnTo>
                <a:lnTo>
                  <a:pt x="7" y="4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89" name="Freeform 84"/>
          <p:cNvSpPr/>
          <p:nvPr/>
        </p:nvSpPr>
        <p:spPr bwMode="auto">
          <a:xfrm>
            <a:off x="7263615" y="2247259"/>
            <a:ext cx="146012" cy="88877"/>
          </a:xfrm>
          <a:custGeom>
            <a:avLst/>
            <a:gdLst>
              <a:gd name="T0" fmla="*/ 16 w 67"/>
              <a:gd name="T1" fmla="*/ 39 h 41"/>
              <a:gd name="T2" fmla="*/ 2 w 67"/>
              <a:gd name="T3" fmla="*/ 33 h 41"/>
              <a:gd name="T4" fmla="*/ 8 w 67"/>
              <a:gd name="T5" fmla="*/ 19 h 41"/>
              <a:gd name="T6" fmla="*/ 50 w 67"/>
              <a:gd name="T7" fmla="*/ 2 h 41"/>
              <a:gd name="T8" fmla="*/ 64 w 67"/>
              <a:gd name="T9" fmla="*/ 8 h 41"/>
              <a:gd name="T10" fmla="*/ 58 w 67"/>
              <a:gd name="T11" fmla="*/ 22 h 41"/>
              <a:gd name="T12" fmla="*/ 16 w 67"/>
              <a:gd name="T13" fmla="*/ 39 h 41"/>
            </a:gdLst>
            <a:ahLst/>
            <a:cxnLst>
              <a:cxn ang="0">
                <a:pos x="T0" y="T1"/>
              </a:cxn>
              <a:cxn ang="0">
                <a:pos x="T2" y="T3"/>
              </a:cxn>
              <a:cxn ang="0">
                <a:pos x="T4" y="T5"/>
              </a:cxn>
              <a:cxn ang="0">
                <a:pos x="T6" y="T7"/>
              </a:cxn>
              <a:cxn ang="0">
                <a:pos x="T8" y="T9"/>
              </a:cxn>
              <a:cxn ang="0">
                <a:pos x="T10" y="T11"/>
              </a:cxn>
              <a:cxn ang="0">
                <a:pos x="T12" y="T13"/>
              </a:cxn>
            </a:cxnLst>
            <a:rect l="0" t="0" r="r" b="b"/>
            <a:pathLst>
              <a:path w="67" h="41">
                <a:moveTo>
                  <a:pt x="16" y="39"/>
                </a:moveTo>
                <a:cubicBezTo>
                  <a:pt x="10" y="41"/>
                  <a:pt x="4" y="39"/>
                  <a:pt x="2" y="33"/>
                </a:cubicBezTo>
                <a:cubicBezTo>
                  <a:pt x="0" y="28"/>
                  <a:pt x="2" y="21"/>
                  <a:pt x="8" y="19"/>
                </a:cubicBezTo>
                <a:cubicBezTo>
                  <a:pt x="50" y="2"/>
                  <a:pt x="50" y="2"/>
                  <a:pt x="50" y="2"/>
                </a:cubicBezTo>
                <a:cubicBezTo>
                  <a:pt x="56" y="0"/>
                  <a:pt x="62" y="3"/>
                  <a:pt x="64" y="8"/>
                </a:cubicBezTo>
                <a:cubicBezTo>
                  <a:pt x="67" y="14"/>
                  <a:pt x="64" y="20"/>
                  <a:pt x="58" y="22"/>
                </a:cubicBezTo>
                <a:lnTo>
                  <a:pt x="16" y="3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0" name="Freeform 85"/>
          <p:cNvSpPr>
            <a:spLocks noEditPoints="1"/>
          </p:cNvSpPr>
          <p:nvPr/>
        </p:nvSpPr>
        <p:spPr bwMode="auto">
          <a:xfrm>
            <a:off x="7179499" y="3405831"/>
            <a:ext cx="445972" cy="158709"/>
          </a:xfrm>
          <a:custGeom>
            <a:avLst/>
            <a:gdLst>
              <a:gd name="T0" fmla="*/ 142 w 205"/>
              <a:gd name="T1" fmla="*/ 5 h 73"/>
              <a:gd name="T2" fmla="*/ 157 w 205"/>
              <a:gd name="T3" fmla="*/ 2 h 73"/>
              <a:gd name="T4" fmla="*/ 164 w 205"/>
              <a:gd name="T5" fmla="*/ 5 h 73"/>
              <a:gd name="T6" fmla="*/ 179 w 205"/>
              <a:gd name="T7" fmla="*/ 2 h 73"/>
              <a:gd name="T8" fmla="*/ 202 w 205"/>
              <a:gd name="T9" fmla="*/ 18 h 73"/>
              <a:gd name="T10" fmla="*/ 187 w 205"/>
              <a:gd name="T11" fmla="*/ 42 h 73"/>
              <a:gd name="T12" fmla="*/ 177 w 205"/>
              <a:gd name="T13" fmla="*/ 43 h 73"/>
              <a:gd name="T14" fmla="*/ 166 w 205"/>
              <a:gd name="T15" fmla="*/ 18 h 73"/>
              <a:gd name="T16" fmla="*/ 172 w 205"/>
              <a:gd name="T17" fmla="*/ 45 h 73"/>
              <a:gd name="T18" fmla="*/ 167 w 205"/>
              <a:gd name="T19" fmla="*/ 50 h 73"/>
              <a:gd name="T20" fmla="*/ 142 w 205"/>
              <a:gd name="T21" fmla="*/ 55 h 73"/>
              <a:gd name="T22" fmla="*/ 142 w 205"/>
              <a:gd name="T23" fmla="*/ 20 h 73"/>
              <a:gd name="T24" fmla="*/ 158 w 205"/>
              <a:gd name="T25" fmla="*/ 17 h 73"/>
              <a:gd name="T26" fmla="*/ 163 w 205"/>
              <a:gd name="T27" fmla="*/ 19 h 73"/>
              <a:gd name="T28" fmla="*/ 161 w 205"/>
              <a:gd name="T29" fmla="*/ 9 h 73"/>
              <a:gd name="T30" fmla="*/ 155 w 205"/>
              <a:gd name="T31" fmla="*/ 5 h 73"/>
              <a:gd name="T32" fmla="*/ 142 w 205"/>
              <a:gd name="T33" fmla="*/ 8 h 73"/>
              <a:gd name="T34" fmla="*/ 142 w 205"/>
              <a:gd name="T35" fmla="*/ 5 h 73"/>
              <a:gd name="T36" fmla="*/ 28 w 205"/>
              <a:gd name="T37" fmla="*/ 30 h 73"/>
              <a:gd name="T38" fmla="*/ 116 w 205"/>
              <a:gd name="T39" fmla="*/ 13 h 73"/>
              <a:gd name="T40" fmla="*/ 121 w 205"/>
              <a:gd name="T41" fmla="*/ 9 h 73"/>
              <a:gd name="T42" fmla="*/ 142 w 205"/>
              <a:gd name="T43" fmla="*/ 5 h 73"/>
              <a:gd name="T44" fmla="*/ 142 w 205"/>
              <a:gd name="T45" fmla="*/ 8 h 73"/>
              <a:gd name="T46" fmla="*/ 124 w 205"/>
              <a:gd name="T47" fmla="*/ 11 h 73"/>
              <a:gd name="T48" fmla="*/ 120 w 205"/>
              <a:gd name="T49" fmla="*/ 17 h 73"/>
              <a:gd name="T50" fmla="*/ 122 w 205"/>
              <a:gd name="T51" fmla="*/ 28 h 73"/>
              <a:gd name="T52" fmla="*/ 122 w 205"/>
              <a:gd name="T53" fmla="*/ 28 h 73"/>
              <a:gd name="T54" fmla="*/ 126 w 205"/>
              <a:gd name="T55" fmla="*/ 24 h 73"/>
              <a:gd name="T56" fmla="*/ 142 w 205"/>
              <a:gd name="T57" fmla="*/ 20 h 73"/>
              <a:gd name="T58" fmla="*/ 142 w 205"/>
              <a:gd name="T59" fmla="*/ 55 h 73"/>
              <a:gd name="T60" fmla="*/ 130 w 205"/>
              <a:gd name="T61" fmla="*/ 57 h 73"/>
              <a:gd name="T62" fmla="*/ 125 w 205"/>
              <a:gd name="T63" fmla="*/ 56 h 73"/>
              <a:gd name="T64" fmla="*/ 35 w 205"/>
              <a:gd name="T65" fmla="*/ 73 h 73"/>
              <a:gd name="T66" fmla="*/ 28 w 205"/>
              <a:gd name="T67" fmla="*/ 70 h 73"/>
              <a:gd name="T68" fmla="*/ 28 w 205"/>
              <a:gd name="T69" fmla="*/ 67 h 73"/>
              <a:gd name="T70" fmla="*/ 35 w 205"/>
              <a:gd name="T71" fmla="*/ 70 h 73"/>
              <a:gd name="T72" fmla="*/ 35 w 205"/>
              <a:gd name="T73" fmla="*/ 70 h 73"/>
              <a:gd name="T74" fmla="*/ 37 w 205"/>
              <a:gd name="T75" fmla="*/ 70 h 73"/>
              <a:gd name="T76" fmla="*/ 42 w 205"/>
              <a:gd name="T77" fmla="*/ 62 h 73"/>
              <a:gd name="T78" fmla="*/ 36 w 205"/>
              <a:gd name="T79" fmla="*/ 57 h 73"/>
              <a:gd name="T80" fmla="*/ 40 w 205"/>
              <a:gd name="T81" fmla="*/ 50 h 73"/>
              <a:gd name="T82" fmla="*/ 34 w 205"/>
              <a:gd name="T83" fmla="*/ 45 h 73"/>
              <a:gd name="T84" fmla="*/ 37 w 205"/>
              <a:gd name="T85" fmla="*/ 38 h 73"/>
              <a:gd name="T86" fmla="*/ 30 w 205"/>
              <a:gd name="T87" fmla="*/ 33 h 73"/>
              <a:gd name="T88" fmla="*/ 28 w 205"/>
              <a:gd name="T89" fmla="*/ 33 h 73"/>
              <a:gd name="T90" fmla="*/ 28 w 205"/>
              <a:gd name="T91" fmla="*/ 34 h 73"/>
              <a:gd name="T92" fmla="*/ 28 w 205"/>
              <a:gd name="T93" fmla="*/ 30 h 73"/>
              <a:gd name="T94" fmla="*/ 26 w 205"/>
              <a:gd name="T95" fmla="*/ 31 h 73"/>
              <a:gd name="T96" fmla="*/ 28 w 205"/>
              <a:gd name="T97" fmla="*/ 30 h 73"/>
              <a:gd name="T98" fmla="*/ 28 w 205"/>
              <a:gd name="T99" fmla="*/ 34 h 73"/>
              <a:gd name="T100" fmla="*/ 13 w 205"/>
              <a:gd name="T101" fmla="*/ 49 h 73"/>
              <a:gd name="T102" fmla="*/ 15 w 205"/>
              <a:gd name="T103" fmla="*/ 62 h 73"/>
              <a:gd name="T104" fmla="*/ 28 w 205"/>
              <a:gd name="T105" fmla="*/ 67 h 73"/>
              <a:gd name="T106" fmla="*/ 28 w 205"/>
              <a:gd name="T107" fmla="*/ 70 h 73"/>
              <a:gd name="T108" fmla="*/ 0 w 205"/>
              <a:gd name="T109" fmla="*/ 58 h 73"/>
              <a:gd name="T110" fmla="*/ 26 w 205"/>
              <a:gd name="T111" fmla="*/ 3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05" h="73">
                <a:moveTo>
                  <a:pt x="142" y="5"/>
                </a:moveTo>
                <a:cubicBezTo>
                  <a:pt x="157" y="2"/>
                  <a:pt x="157" y="2"/>
                  <a:pt x="157" y="2"/>
                </a:cubicBezTo>
                <a:cubicBezTo>
                  <a:pt x="160" y="1"/>
                  <a:pt x="163" y="3"/>
                  <a:pt x="164" y="5"/>
                </a:cubicBezTo>
                <a:cubicBezTo>
                  <a:pt x="179" y="2"/>
                  <a:pt x="179" y="2"/>
                  <a:pt x="179" y="2"/>
                </a:cubicBezTo>
                <a:cubicBezTo>
                  <a:pt x="190" y="0"/>
                  <a:pt x="200" y="7"/>
                  <a:pt x="202" y="18"/>
                </a:cubicBezTo>
                <a:cubicBezTo>
                  <a:pt x="205" y="29"/>
                  <a:pt x="197" y="39"/>
                  <a:pt x="187" y="42"/>
                </a:cubicBezTo>
                <a:cubicBezTo>
                  <a:pt x="177" y="43"/>
                  <a:pt x="177" y="43"/>
                  <a:pt x="177" y="43"/>
                </a:cubicBezTo>
                <a:cubicBezTo>
                  <a:pt x="166" y="18"/>
                  <a:pt x="166" y="18"/>
                  <a:pt x="166" y="18"/>
                </a:cubicBezTo>
                <a:cubicBezTo>
                  <a:pt x="172" y="45"/>
                  <a:pt x="172" y="45"/>
                  <a:pt x="172" y="45"/>
                </a:cubicBezTo>
                <a:cubicBezTo>
                  <a:pt x="172" y="47"/>
                  <a:pt x="170" y="50"/>
                  <a:pt x="167" y="50"/>
                </a:cubicBezTo>
                <a:cubicBezTo>
                  <a:pt x="142" y="55"/>
                  <a:pt x="142" y="55"/>
                  <a:pt x="142" y="55"/>
                </a:cubicBezTo>
                <a:cubicBezTo>
                  <a:pt x="142" y="20"/>
                  <a:pt x="142" y="20"/>
                  <a:pt x="142" y="20"/>
                </a:cubicBezTo>
                <a:cubicBezTo>
                  <a:pt x="158" y="17"/>
                  <a:pt x="158" y="17"/>
                  <a:pt x="158" y="17"/>
                </a:cubicBezTo>
                <a:cubicBezTo>
                  <a:pt x="160" y="17"/>
                  <a:pt x="162" y="18"/>
                  <a:pt x="163" y="19"/>
                </a:cubicBezTo>
                <a:cubicBezTo>
                  <a:pt x="161" y="9"/>
                  <a:pt x="161" y="9"/>
                  <a:pt x="161" y="9"/>
                </a:cubicBezTo>
                <a:cubicBezTo>
                  <a:pt x="161" y="6"/>
                  <a:pt x="158" y="5"/>
                  <a:pt x="155" y="5"/>
                </a:cubicBezTo>
                <a:cubicBezTo>
                  <a:pt x="142" y="8"/>
                  <a:pt x="142" y="8"/>
                  <a:pt x="142" y="8"/>
                </a:cubicBezTo>
                <a:lnTo>
                  <a:pt x="142" y="5"/>
                </a:lnTo>
                <a:close/>
                <a:moveTo>
                  <a:pt x="28" y="30"/>
                </a:moveTo>
                <a:cubicBezTo>
                  <a:pt x="116" y="13"/>
                  <a:pt x="116" y="13"/>
                  <a:pt x="116" y="13"/>
                </a:cubicBezTo>
                <a:cubicBezTo>
                  <a:pt x="117" y="11"/>
                  <a:pt x="119" y="9"/>
                  <a:pt x="121" y="9"/>
                </a:cubicBezTo>
                <a:cubicBezTo>
                  <a:pt x="142" y="5"/>
                  <a:pt x="142" y="5"/>
                  <a:pt x="142" y="5"/>
                </a:cubicBezTo>
                <a:cubicBezTo>
                  <a:pt x="142" y="8"/>
                  <a:pt x="142" y="8"/>
                  <a:pt x="142" y="8"/>
                </a:cubicBezTo>
                <a:cubicBezTo>
                  <a:pt x="124" y="11"/>
                  <a:pt x="124" y="11"/>
                  <a:pt x="124" y="11"/>
                </a:cubicBezTo>
                <a:cubicBezTo>
                  <a:pt x="121" y="12"/>
                  <a:pt x="119" y="15"/>
                  <a:pt x="120" y="17"/>
                </a:cubicBezTo>
                <a:cubicBezTo>
                  <a:pt x="122" y="28"/>
                  <a:pt x="122" y="28"/>
                  <a:pt x="122" y="28"/>
                </a:cubicBezTo>
                <a:cubicBezTo>
                  <a:pt x="122" y="28"/>
                  <a:pt x="122" y="28"/>
                  <a:pt x="122" y="28"/>
                </a:cubicBezTo>
                <a:cubicBezTo>
                  <a:pt x="122" y="26"/>
                  <a:pt x="124" y="24"/>
                  <a:pt x="126" y="24"/>
                </a:cubicBezTo>
                <a:cubicBezTo>
                  <a:pt x="142" y="20"/>
                  <a:pt x="142" y="20"/>
                  <a:pt x="142" y="20"/>
                </a:cubicBezTo>
                <a:cubicBezTo>
                  <a:pt x="142" y="55"/>
                  <a:pt x="142" y="55"/>
                  <a:pt x="142" y="55"/>
                </a:cubicBezTo>
                <a:cubicBezTo>
                  <a:pt x="130" y="57"/>
                  <a:pt x="130" y="57"/>
                  <a:pt x="130" y="57"/>
                </a:cubicBezTo>
                <a:cubicBezTo>
                  <a:pt x="128" y="58"/>
                  <a:pt x="126" y="57"/>
                  <a:pt x="125" y="56"/>
                </a:cubicBezTo>
                <a:cubicBezTo>
                  <a:pt x="35" y="73"/>
                  <a:pt x="35" y="73"/>
                  <a:pt x="35" y="73"/>
                </a:cubicBezTo>
                <a:cubicBezTo>
                  <a:pt x="28" y="70"/>
                  <a:pt x="28" y="70"/>
                  <a:pt x="28" y="70"/>
                </a:cubicBezTo>
                <a:cubicBezTo>
                  <a:pt x="28" y="67"/>
                  <a:pt x="28" y="67"/>
                  <a:pt x="28" y="67"/>
                </a:cubicBezTo>
                <a:cubicBezTo>
                  <a:pt x="35" y="70"/>
                  <a:pt x="35" y="70"/>
                  <a:pt x="35" y="70"/>
                </a:cubicBezTo>
                <a:cubicBezTo>
                  <a:pt x="35" y="70"/>
                  <a:pt x="35" y="70"/>
                  <a:pt x="35" y="70"/>
                </a:cubicBezTo>
                <a:cubicBezTo>
                  <a:pt x="37" y="70"/>
                  <a:pt x="37" y="70"/>
                  <a:pt x="37" y="70"/>
                </a:cubicBezTo>
                <a:cubicBezTo>
                  <a:pt x="41" y="69"/>
                  <a:pt x="43" y="66"/>
                  <a:pt x="42" y="62"/>
                </a:cubicBezTo>
                <a:cubicBezTo>
                  <a:pt x="42" y="59"/>
                  <a:pt x="39" y="57"/>
                  <a:pt x="36" y="57"/>
                </a:cubicBezTo>
                <a:cubicBezTo>
                  <a:pt x="39" y="56"/>
                  <a:pt x="40" y="53"/>
                  <a:pt x="40" y="50"/>
                </a:cubicBezTo>
                <a:cubicBezTo>
                  <a:pt x="39" y="47"/>
                  <a:pt x="37" y="45"/>
                  <a:pt x="34" y="45"/>
                </a:cubicBezTo>
                <a:cubicBezTo>
                  <a:pt x="36" y="44"/>
                  <a:pt x="38" y="41"/>
                  <a:pt x="37" y="38"/>
                </a:cubicBezTo>
                <a:cubicBezTo>
                  <a:pt x="37" y="34"/>
                  <a:pt x="33" y="32"/>
                  <a:pt x="30" y="33"/>
                </a:cubicBezTo>
                <a:cubicBezTo>
                  <a:pt x="28" y="33"/>
                  <a:pt x="28" y="33"/>
                  <a:pt x="28" y="33"/>
                </a:cubicBezTo>
                <a:cubicBezTo>
                  <a:pt x="28" y="34"/>
                  <a:pt x="28" y="34"/>
                  <a:pt x="28" y="34"/>
                </a:cubicBezTo>
                <a:lnTo>
                  <a:pt x="28" y="30"/>
                </a:lnTo>
                <a:close/>
                <a:moveTo>
                  <a:pt x="26" y="31"/>
                </a:moveTo>
                <a:cubicBezTo>
                  <a:pt x="28" y="30"/>
                  <a:pt x="28" y="30"/>
                  <a:pt x="28" y="30"/>
                </a:cubicBezTo>
                <a:cubicBezTo>
                  <a:pt x="28" y="34"/>
                  <a:pt x="28" y="34"/>
                  <a:pt x="28" y="34"/>
                </a:cubicBezTo>
                <a:cubicBezTo>
                  <a:pt x="13" y="49"/>
                  <a:pt x="13" y="49"/>
                  <a:pt x="13" y="49"/>
                </a:cubicBezTo>
                <a:cubicBezTo>
                  <a:pt x="15" y="62"/>
                  <a:pt x="15" y="62"/>
                  <a:pt x="15" y="62"/>
                </a:cubicBezTo>
                <a:cubicBezTo>
                  <a:pt x="28" y="67"/>
                  <a:pt x="28" y="67"/>
                  <a:pt x="28" y="67"/>
                </a:cubicBezTo>
                <a:cubicBezTo>
                  <a:pt x="28" y="70"/>
                  <a:pt x="28" y="70"/>
                  <a:pt x="28" y="70"/>
                </a:cubicBezTo>
                <a:cubicBezTo>
                  <a:pt x="0" y="58"/>
                  <a:pt x="0" y="58"/>
                  <a:pt x="0" y="58"/>
                </a:cubicBezTo>
                <a:lnTo>
                  <a:pt x="26" y="3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1" name="Freeform 86"/>
          <p:cNvSpPr/>
          <p:nvPr/>
        </p:nvSpPr>
        <p:spPr bwMode="auto">
          <a:xfrm>
            <a:off x="9026869" y="3815301"/>
            <a:ext cx="245999" cy="315831"/>
          </a:xfrm>
          <a:custGeom>
            <a:avLst/>
            <a:gdLst>
              <a:gd name="T0" fmla="*/ 113 w 113"/>
              <a:gd name="T1" fmla="*/ 25 h 145"/>
              <a:gd name="T2" fmla="*/ 108 w 113"/>
              <a:gd name="T3" fmla="*/ 22 h 145"/>
              <a:gd name="T4" fmla="*/ 42 w 113"/>
              <a:gd name="T5" fmla="*/ 128 h 145"/>
              <a:gd name="T6" fmla="*/ 19 w 113"/>
              <a:gd name="T7" fmla="*/ 132 h 145"/>
              <a:gd name="T8" fmla="*/ 12 w 113"/>
              <a:gd name="T9" fmla="*/ 109 h 145"/>
              <a:gd name="T10" fmla="*/ 78 w 113"/>
              <a:gd name="T11" fmla="*/ 3 h 145"/>
              <a:gd name="T12" fmla="*/ 73 w 113"/>
              <a:gd name="T13" fmla="*/ 0 h 145"/>
              <a:gd name="T14" fmla="*/ 6 w 113"/>
              <a:gd name="T15" fmla="*/ 107 h 145"/>
              <a:gd name="T16" fmla="*/ 15 w 113"/>
              <a:gd name="T17" fmla="*/ 138 h 145"/>
              <a:gd name="T18" fmla="*/ 47 w 113"/>
              <a:gd name="T19" fmla="*/ 132 h 145"/>
              <a:gd name="T20" fmla="*/ 113 w 113"/>
              <a:gd name="T21" fmla="*/ 2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45">
                <a:moveTo>
                  <a:pt x="113" y="25"/>
                </a:moveTo>
                <a:cubicBezTo>
                  <a:pt x="108" y="22"/>
                  <a:pt x="108" y="22"/>
                  <a:pt x="108" y="22"/>
                </a:cubicBezTo>
                <a:cubicBezTo>
                  <a:pt x="42" y="128"/>
                  <a:pt x="42" y="128"/>
                  <a:pt x="42" y="128"/>
                </a:cubicBezTo>
                <a:cubicBezTo>
                  <a:pt x="38" y="135"/>
                  <a:pt x="27" y="137"/>
                  <a:pt x="19" y="132"/>
                </a:cubicBezTo>
                <a:cubicBezTo>
                  <a:pt x="11" y="127"/>
                  <a:pt x="8" y="117"/>
                  <a:pt x="12" y="109"/>
                </a:cubicBezTo>
                <a:cubicBezTo>
                  <a:pt x="78" y="3"/>
                  <a:pt x="78" y="3"/>
                  <a:pt x="78" y="3"/>
                </a:cubicBezTo>
                <a:cubicBezTo>
                  <a:pt x="73" y="0"/>
                  <a:pt x="73" y="0"/>
                  <a:pt x="73" y="0"/>
                </a:cubicBezTo>
                <a:cubicBezTo>
                  <a:pt x="6" y="107"/>
                  <a:pt x="6" y="107"/>
                  <a:pt x="6" y="107"/>
                </a:cubicBezTo>
                <a:cubicBezTo>
                  <a:pt x="0" y="117"/>
                  <a:pt x="4" y="131"/>
                  <a:pt x="15" y="138"/>
                </a:cubicBezTo>
                <a:cubicBezTo>
                  <a:pt x="26" y="145"/>
                  <a:pt x="40" y="142"/>
                  <a:pt x="47" y="132"/>
                </a:cubicBezTo>
                <a:lnTo>
                  <a:pt x="113" y="25"/>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2" name="Freeform 87"/>
          <p:cNvSpPr/>
          <p:nvPr/>
        </p:nvSpPr>
        <p:spPr bwMode="auto">
          <a:xfrm>
            <a:off x="9166532" y="3804191"/>
            <a:ext cx="119032" cy="82528"/>
          </a:xfrm>
          <a:custGeom>
            <a:avLst/>
            <a:gdLst>
              <a:gd name="T0" fmla="*/ 54 w 55"/>
              <a:gd name="T1" fmla="*/ 35 h 38"/>
              <a:gd name="T2" fmla="*/ 48 w 55"/>
              <a:gd name="T3" fmla="*/ 37 h 38"/>
              <a:gd name="T4" fmla="*/ 3 w 55"/>
              <a:gd name="T5" fmla="*/ 9 h 38"/>
              <a:gd name="T6" fmla="*/ 2 w 55"/>
              <a:gd name="T7" fmla="*/ 3 h 38"/>
              <a:gd name="T8" fmla="*/ 8 w 55"/>
              <a:gd name="T9" fmla="*/ 1 h 38"/>
              <a:gd name="T10" fmla="*/ 53 w 55"/>
              <a:gd name="T11" fmla="*/ 29 h 38"/>
              <a:gd name="T12" fmla="*/ 54 w 55"/>
              <a:gd name="T13" fmla="*/ 35 h 38"/>
            </a:gdLst>
            <a:ahLst/>
            <a:cxnLst>
              <a:cxn ang="0">
                <a:pos x="T0" y="T1"/>
              </a:cxn>
              <a:cxn ang="0">
                <a:pos x="T2" y="T3"/>
              </a:cxn>
              <a:cxn ang="0">
                <a:pos x="T4" y="T5"/>
              </a:cxn>
              <a:cxn ang="0">
                <a:pos x="T6" y="T7"/>
              </a:cxn>
              <a:cxn ang="0">
                <a:pos x="T8" y="T9"/>
              </a:cxn>
              <a:cxn ang="0">
                <a:pos x="T10" y="T11"/>
              </a:cxn>
              <a:cxn ang="0">
                <a:pos x="T12" y="T13"/>
              </a:cxn>
            </a:cxnLst>
            <a:rect l="0" t="0" r="r" b="b"/>
            <a:pathLst>
              <a:path w="55" h="38">
                <a:moveTo>
                  <a:pt x="54" y="35"/>
                </a:moveTo>
                <a:cubicBezTo>
                  <a:pt x="53" y="37"/>
                  <a:pt x="50" y="38"/>
                  <a:pt x="48" y="37"/>
                </a:cubicBezTo>
                <a:cubicBezTo>
                  <a:pt x="3" y="9"/>
                  <a:pt x="3" y="9"/>
                  <a:pt x="3" y="9"/>
                </a:cubicBezTo>
                <a:cubicBezTo>
                  <a:pt x="1" y="7"/>
                  <a:pt x="0" y="5"/>
                  <a:pt x="2" y="3"/>
                </a:cubicBezTo>
                <a:cubicBezTo>
                  <a:pt x="3" y="1"/>
                  <a:pt x="6" y="0"/>
                  <a:pt x="8" y="1"/>
                </a:cubicBezTo>
                <a:cubicBezTo>
                  <a:pt x="53" y="29"/>
                  <a:pt x="53" y="29"/>
                  <a:pt x="53" y="29"/>
                </a:cubicBezTo>
                <a:cubicBezTo>
                  <a:pt x="55" y="31"/>
                  <a:pt x="55" y="33"/>
                  <a:pt x="54" y="35"/>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3" name="Freeform 88"/>
          <p:cNvSpPr/>
          <p:nvPr/>
        </p:nvSpPr>
        <p:spPr bwMode="auto">
          <a:xfrm>
            <a:off x="9074481" y="3869262"/>
            <a:ext cx="163471" cy="226953"/>
          </a:xfrm>
          <a:custGeom>
            <a:avLst/>
            <a:gdLst>
              <a:gd name="T0" fmla="*/ 75 w 75"/>
              <a:gd name="T1" fmla="*/ 4 h 104"/>
              <a:gd name="T2" fmla="*/ 69 w 75"/>
              <a:gd name="T3" fmla="*/ 0 h 104"/>
              <a:gd name="T4" fmla="*/ 10 w 75"/>
              <a:gd name="T5" fmla="*/ 95 h 104"/>
              <a:gd name="T6" fmla="*/ 0 w 75"/>
              <a:gd name="T7" fmla="*/ 100 h 104"/>
              <a:gd name="T8" fmla="*/ 1 w 75"/>
              <a:gd name="T9" fmla="*/ 101 h 104"/>
              <a:gd name="T10" fmla="*/ 17 w 75"/>
              <a:gd name="T11" fmla="*/ 98 h 104"/>
              <a:gd name="T12" fmla="*/ 75 w 75"/>
              <a:gd name="T13" fmla="*/ 4 h 104"/>
            </a:gdLst>
            <a:ahLst/>
            <a:cxnLst>
              <a:cxn ang="0">
                <a:pos x="T0" y="T1"/>
              </a:cxn>
              <a:cxn ang="0">
                <a:pos x="T2" y="T3"/>
              </a:cxn>
              <a:cxn ang="0">
                <a:pos x="T4" y="T5"/>
              </a:cxn>
              <a:cxn ang="0">
                <a:pos x="T6" y="T7"/>
              </a:cxn>
              <a:cxn ang="0">
                <a:pos x="T8" y="T9"/>
              </a:cxn>
              <a:cxn ang="0">
                <a:pos x="T10" y="T11"/>
              </a:cxn>
              <a:cxn ang="0">
                <a:pos x="T12" y="T13"/>
              </a:cxn>
            </a:cxnLst>
            <a:rect l="0" t="0" r="r" b="b"/>
            <a:pathLst>
              <a:path w="75" h="104">
                <a:moveTo>
                  <a:pt x="75" y="4"/>
                </a:moveTo>
                <a:cubicBezTo>
                  <a:pt x="69" y="0"/>
                  <a:pt x="69" y="0"/>
                  <a:pt x="69" y="0"/>
                </a:cubicBezTo>
                <a:cubicBezTo>
                  <a:pt x="10" y="95"/>
                  <a:pt x="10" y="95"/>
                  <a:pt x="10" y="95"/>
                </a:cubicBezTo>
                <a:cubicBezTo>
                  <a:pt x="8" y="98"/>
                  <a:pt x="4" y="100"/>
                  <a:pt x="0" y="100"/>
                </a:cubicBezTo>
                <a:cubicBezTo>
                  <a:pt x="0" y="100"/>
                  <a:pt x="1" y="100"/>
                  <a:pt x="1" y="101"/>
                </a:cubicBezTo>
                <a:cubicBezTo>
                  <a:pt x="7" y="104"/>
                  <a:pt x="14" y="103"/>
                  <a:pt x="17" y="98"/>
                </a:cubicBezTo>
                <a:lnTo>
                  <a:pt x="75" y="4"/>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4" name="Freeform 89"/>
          <p:cNvSpPr>
            <a:spLocks noEditPoints="1"/>
          </p:cNvSpPr>
          <p:nvPr/>
        </p:nvSpPr>
        <p:spPr bwMode="auto">
          <a:xfrm>
            <a:off x="8693579" y="2577373"/>
            <a:ext cx="222192" cy="161883"/>
          </a:xfrm>
          <a:custGeom>
            <a:avLst/>
            <a:gdLst>
              <a:gd name="T0" fmla="*/ 84 w 102"/>
              <a:gd name="T1" fmla="*/ 71 h 74"/>
              <a:gd name="T2" fmla="*/ 79 w 102"/>
              <a:gd name="T3" fmla="*/ 69 h 74"/>
              <a:gd name="T4" fmla="*/ 79 w 102"/>
              <a:gd name="T5" fmla="*/ 69 h 74"/>
              <a:gd name="T6" fmla="*/ 79 w 102"/>
              <a:gd name="T7" fmla="*/ 52 h 74"/>
              <a:gd name="T8" fmla="*/ 86 w 102"/>
              <a:gd name="T9" fmla="*/ 49 h 74"/>
              <a:gd name="T10" fmla="*/ 90 w 102"/>
              <a:gd name="T11" fmla="*/ 38 h 74"/>
              <a:gd name="T12" fmla="*/ 79 w 102"/>
              <a:gd name="T13" fmla="*/ 31 h 74"/>
              <a:gd name="T14" fmla="*/ 85 w 102"/>
              <a:gd name="T15" fmla="*/ 20 h 74"/>
              <a:gd name="T16" fmla="*/ 79 w 102"/>
              <a:gd name="T17" fmla="*/ 16 h 74"/>
              <a:gd name="T18" fmla="*/ 72 w 102"/>
              <a:gd name="T19" fmla="*/ 3 h 74"/>
              <a:gd name="T20" fmla="*/ 79 w 102"/>
              <a:gd name="T21" fmla="*/ 16 h 74"/>
              <a:gd name="T22" fmla="*/ 72 w 102"/>
              <a:gd name="T23" fmla="*/ 21 h 74"/>
              <a:gd name="T24" fmla="*/ 72 w 102"/>
              <a:gd name="T25" fmla="*/ 9 h 74"/>
              <a:gd name="T26" fmla="*/ 79 w 102"/>
              <a:gd name="T27" fmla="*/ 73 h 74"/>
              <a:gd name="T28" fmla="*/ 72 w 102"/>
              <a:gd name="T29" fmla="*/ 69 h 74"/>
              <a:gd name="T30" fmla="*/ 79 w 102"/>
              <a:gd name="T31" fmla="*/ 73 h 74"/>
              <a:gd name="T32" fmla="*/ 79 w 102"/>
              <a:gd name="T33" fmla="*/ 34 h 74"/>
              <a:gd name="T34" fmla="*/ 75 w 102"/>
              <a:gd name="T35" fmla="*/ 45 h 74"/>
              <a:gd name="T36" fmla="*/ 79 w 102"/>
              <a:gd name="T37" fmla="*/ 52 h 74"/>
              <a:gd name="T38" fmla="*/ 72 w 102"/>
              <a:gd name="T39" fmla="*/ 25 h 74"/>
              <a:gd name="T40" fmla="*/ 79 w 102"/>
              <a:gd name="T41" fmla="*/ 31 h 74"/>
              <a:gd name="T42" fmla="*/ 72 w 102"/>
              <a:gd name="T43" fmla="*/ 3 h 74"/>
              <a:gd name="T44" fmla="*/ 71 w 102"/>
              <a:gd name="T45" fmla="*/ 8 h 74"/>
              <a:gd name="T46" fmla="*/ 66 w 102"/>
              <a:gd name="T47" fmla="*/ 2 h 74"/>
              <a:gd name="T48" fmla="*/ 66 w 102"/>
              <a:gd name="T49" fmla="*/ 73 h 74"/>
              <a:gd name="T50" fmla="*/ 67 w 102"/>
              <a:gd name="T51" fmla="*/ 65 h 74"/>
              <a:gd name="T52" fmla="*/ 72 w 102"/>
              <a:gd name="T53" fmla="*/ 74 h 74"/>
              <a:gd name="T54" fmla="*/ 72 w 102"/>
              <a:gd name="T55" fmla="*/ 21 h 74"/>
              <a:gd name="T56" fmla="*/ 72 w 102"/>
              <a:gd name="T57" fmla="*/ 52 h 74"/>
              <a:gd name="T58" fmla="*/ 66 w 102"/>
              <a:gd name="T59" fmla="*/ 57 h 74"/>
              <a:gd name="T60" fmla="*/ 69 w 102"/>
              <a:gd name="T61" fmla="*/ 16 h 74"/>
              <a:gd name="T62" fmla="*/ 22 w 102"/>
              <a:gd name="T63" fmla="*/ 10 h 74"/>
              <a:gd name="T64" fmla="*/ 66 w 102"/>
              <a:gd name="T65" fmla="*/ 5 h 74"/>
              <a:gd name="T66" fmla="*/ 64 w 102"/>
              <a:gd name="T67" fmla="*/ 6 h 74"/>
              <a:gd name="T68" fmla="*/ 66 w 102"/>
              <a:gd name="T69" fmla="*/ 16 h 74"/>
              <a:gd name="T70" fmla="*/ 66 w 102"/>
              <a:gd name="T71" fmla="*/ 64 h 74"/>
              <a:gd name="T72" fmla="*/ 37 w 102"/>
              <a:gd name="T73" fmla="*/ 57 h 74"/>
              <a:gd name="T74" fmla="*/ 22 w 102"/>
              <a:gd name="T75" fmla="*/ 49 h 74"/>
              <a:gd name="T76" fmla="*/ 27 w 102"/>
              <a:gd name="T77" fmla="*/ 48 h 74"/>
              <a:gd name="T78" fmla="*/ 22 w 102"/>
              <a:gd name="T79" fmla="*/ 27 h 74"/>
              <a:gd name="T80" fmla="*/ 2 w 102"/>
              <a:gd name="T81" fmla="*/ 41 h 74"/>
              <a:gd name="T82" fmla="*/ 22 w 102"/>
              <a:gd name="T83" fmla="*/ 10 h 74"/>
              <a:gd name="T84" fmla="*/ 17 w 102"/>
              <a:gd name="T85" fmla="*/ 28 h 74"/>
              <a:gd name="T86" fmla="*/ 22 w 102"/>
              <a:gd name="T87" fmla="*/ 49 h 74"/>
              <a:gd name="T88" fmla="*/ 2 w 102"/>
              <a:gd name="T89" fmla="*/ 4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 h="74">
                <a:moveTo>
                  <a:pt x="79" y="7"/>
                </a:moveTo>
                <a:cubicBezTo>
                  <a:pt x="102" y="22"/>
                  <a:pt x="98" y="62"/>
                  <a:pt x="84" y="71"/>
                </a:cubicBezTo>
                <a:cubicBezTo>
                  <a:pt x="82" y="72"/>
                  <a:pt x="80" y="73"/>
                  <a:pt x="79" y="73"/>
                </a:cubicBezTo>
                <a:cubicBezTo>
                  <a:pt x="79" y="69"/>
                  <a:pt x="79" y="69"/>
                  <a:pt x="79" y="69"/>
                </a:cubicBezTo>
                <a:cubicBezTo>
                  <a:pt x="79" y="69"/>
                  <a:pt x="79" y="69"/>
                  <a:pt x="79" y="69"/>
                </a:cubicBezTo>
                <a:cubicBezTo>
                  <a:pt x="79" y="69"/>
                  <a:pt x="79" y="69"/>
                  <a:pt x="79" y="69"/>
                </a:cubicBezTo>
                <a:cubicBezTo>
                  <a:pt x="83" y="67"/>
                  <a:pt x="85" y="61"/>
                  <a:pt x="83" y="57"/>
                </a:cubicBezTo>
                <a:cubicBezTo>
                  <a:pt x="82" y="55"/>
                  <a:pt x="80" y="53"/>
                  <a:pt x="79" y="52"/>
                </a:cubicBezTo>
                <a:cubicBezTo>
                  <a:pt x="79" y="49"/>
                  <a:pt x="79" y="49"/>
                  <a:pt x="79" y="49"/>
                </a:cubicBezTo>
                <a:cubicBezTo>
                  <a:pt x="81" y="50"/>
                  <a:pt x="84" y="50"/>
                  <a:pt x="86" y="49"/>
                </a:cubicBezTo>
                <a:cubicBezTo>
                  <a:pt x="86" y="49"/>
                  <a:pt x="86" y="49"/>
                  <a:pt x="86" y="49"/>
                </a:cubicBezTo>
                <a:cubicBezTo>
                  <a:pt x="90" y="47"/>
                  <a:pt x="92" y="42"/>
                  <a:pt x="90" y="38"/>
                </a:cubicBezTo>
                <a:cubicBezTo>
                  <a:pt x="88" y="34"/>
                  <a:pt x="83" y="32"/>
                  <a:pt x="79" y="34"/>
                </a:cubicBezTo>
                <a:cubicBezTo>
                  <a:pt x="79" y="31"/>
                  <a:pt x="79" y="31"/>
                  <a:pt x="79" y="31"/>
                </a:cubicBezTo>
                <a:cubicBezTo>
                  <a:pt x="80" y="31"/>
                  <a:pt x="81" y="30"/>
                  <a:pt x="82" y="30"/>
                </a:cubicBezTo>
                <a:cubicBezTo>
                  <a:pt x="86" y="28"/>
                  <a:pt x="87" y="24"/>
                  <a:pt x="85" y="20"/>
                </a:cubicBezTo>
                <a:cubicBezTo>
                  <a:pt x="85" y="20"/>
                  <a:pt x="85" y="20"/>
                  <a:pt x="85" y="20"/>
                </a:cubicBezTo>
                <a:cubicBezTo>
                  <a:pt x="84" y="17"/>
                  <a:pt x="81" y="16"/>
                  <a:pt x="79" y="16"/>
                </a:cubicBezTo>
                <a:lnTo>
                  <a:pt x="79" y="7"/>
                </a:lnTo>
                <a:close/>
                <a:moveTo>
                  <a:pt x="72" y="3"/>
                </a:moveTo>
                <a:cubicBezTo>
                  <a:pt x="74" y="4"/>
                  <a:pt x="76" y="5"/>
                  <a:pt x="79" y="7"/>
                </a:cubicBezTo>
                <a:cubicBezTo>
                  <a:pt x="79" y="16"/>
                  <a:pt x="79" y="16"/>
                  <a:pt x="79" y="16"/>
                </a:cubicBezTo>
                <a:cubicBezTo>
                  <a:pt x="77" y="16"/>
                  <a:pt x="76" y="16"/>
                  <a:pt x="75" y="17"/>
                </a:cubicBezTo>
                <a:cubicBezTo>
                  <a:pt x="73" y="17"/>
                  <a:pt x="72" y="19"/>
                  <a:pt x="72" y="21"/>
                </a:cubicBezTo>
                <a:cubicBezTo>
                  <a:pt x="72" y="13"/>
                  <a:pt x="72" y="13"/>
                  <a:pt x="72" y="13"/>
                </a:cubicBezTo>
                <a:cubicBezTo>
                  <a:pt x="72" y="12"/>
                  <a:pt x="72" y="10"/>
                  <a:pt x="72" y="9"/>
                </a:cubicBezTo>
                <a:cubicBezTo>
                  <a:pt x="72" y="3"/>
                  <a:pt x="72" y="3"/>
                  <a:pt x="72" y="3"/>
                </a:cubicBezTo>
                <a:close/>
                <a:moveTo>
                  <a:pt x="79" y="73"/>
                </a:moveTo>
                <a:cubicBezTo>
                  <a:pt x="76" y="74"/>
                  <a:pt x="74" y="74"/>
                  <a:pt x="72" y="74"/>
                </a:cubicBezTo>
                <a:cubicBezTo>
                  <a:pt x="72" y="69"/>
                  <a:pt x="72" y="69"/>
                  <a:pt x="72" y="69"/>
                </a:cubicBezTo>
                <a:cubicBezTo>
                  <a:pt x="74" y="70"/>
                  <a:pt x="76" y="70"/>
                  <a:pt x="79" y="69"/>
                </a:cubicBezTo>
                <a:cubicBezTo>
                  <a:pt x="79" y="73"/>
                  <a:pt x="79" y="73"/>
                  <a:pt x="79" y="73"/>
                </a:cubicBezTo>
                <a:close/>
                <a:moveTo>
                  <a:pt x="79" y="31"/>
                </a:moveTo>
                <a:cubicBezTo>
                  <a:pt x="79" y="34"/>
                  <a:pt x="79" y="34"/>
                  <a:pt x="79" y="34"/>
                </a:cubicBezTo>
                <a:cubicBezTo>
                  <a:pt x="78" y="34"/>
                  <a:pt x="78" y="34"/>
                  <a:pt x="78" y="34"/>
                </a:cubicBezTo>
                <a:cubicBezTo>
                  <a:pt x="74" y="36"/>
                  <a:pt x="73" y="41"/>
                  <a:pt x="75" y="45"/>
                </a:cubicBezTo>
                <a:cubicBezTo>
                  <a:pt x="76" y="47"/>
                  <a:pt x="77" y="48"/>
                  <a:pt x="79" y="49"/>
                </a:cubicBezTo>
                <a:cubicBezTo>
                  <a:pt x="79" y="52"/>
                  <a:pt x="79" y="52"/>
                  <a:pt x="79" y="52"/>
                </a:cubicBezTo>
                <a:cubicBezTo>
                  <a:pt x="76" y="51"/>
                  <a:pt x="74" y="51"/>
                  <a:pt x="72" y="52"/>
                </a:cubicBezTo>
                <a:cubicBezTo>
                  <a:pt x="72" y="25"/>
                  <a:pt x="72" y="25"/>
                  <a:pt x="72" y="25"/>
                </a:cubicBezTo>
                <a:cubicBezTo>
                  <a:pt x="72" y="26"/>
                  <a:pt x="72" y="26"/>
                  <a:pt x="72" y="26"/>
                </a:cubicBezTo>
                <a:cubicBezTo>
                  <a:pt x="73" y="29"/>
                  <a:pt x="76" y="31"/>
                  <a:pt x="79" y="31"/>
                </a:cubicBezTo>
                <a:close/>
                <a:moveTo>
                  <a:pt x="66" y="2"/>
                </a:moveTo>
                <a:cubicBezTo>
                  <a:pt x="68" y="2"/>
                  <a:pt x="70" y="3"/>
                  <a:pt x="72" y="3"/>
                </a:cubicBezTo>
                <a:cubicBezTo>
                  <a:pt x="72" y="9"/>
                  <a:pt x="72" y="9"/>
                  <a:pt x="72" y="9"/>
                </a:cubicBezTo>
                <a:cubicBezTo>
                  <a:pt x="71" y="9"/>
                  <a:pt x="71" y="9"/>
                  <a:pt x="71" y="8"/>
                </a:cubicBezTo>
                <a:cubicBezTo>
                  <a:pt x="70" y="7"/>
                  <a:pt x="68" y="5"/>
                  <a:pt x="66" y="5"/>
                </a:cubicBezTo>
                <a:cubicBezTo>
                  <a:pt x="66" y="2"/>
                  <a:pt x="66" y="2"/>
                  <a:pt x="66" y="2"/>
                </a:cubicBezTo>
                <a:close/>
                <a:moveTo>
                  <a:pt x="72" y="74"/>
                </a:moveTo>
                <a:cubicBezTo>
                  <a:pt x="70" y="74"/>
                  <a:pt x="68" y="73"/>
                  <a:pt x="66" y="73"/>
                </a:cubicBezTo>
                <a:cubicBezTo>
                  <a:pt x="66" y="64"/>
                  <a:pt x="66" y="64"/>
                  <a:pt x="66" y="64"/>
                </a:cubicBezTo>
                <a:cubicBezTo>
                  <a:pt x="66" y="64"/>
                  <a:pt x="67" y="64"/>
                  <a:pt x="67" y="65"/>
                </a:cubicBezTo>
                <a:cubicBezTo>
                  <a:pt x="68" y="67"/>
                  <a:pt x="70" y="68"/>
                  <a:pt x="72" y="69"/>
                </a:cubicBezTo>
                <a:cubicBezTo>
                  <a:pt x="72" y="74"/>
                  <a:pt x="72" y="74"/>
                  <a:pt x="72" y="74"/>
                </a:cubicBezTo>
                <a:close/>
                <a:moveTo>
                  <a:pt x="72" y="13"/>
                </a:moveTo>
                <a:cubicBezTo>
                  <a:pt x="72" y="21"/>
                  <a:pt x="72" y="21"/>
                  <a:pt x="72" y="21"/>
                </a:cubicBezTo>
                <a:cubicBezTo>
                  <a:pt x="71" y="22"/>
                  <a:pt x="71" y="24"/>
                  <a:pt x="72" y="25"/>
                </a:cubicBezTo>
                <a:cubicBezTo>
                  <a:pt x="72" y="52"/>
                  <a:pt x="72" y="52"/>
                  <a:pt x="72" y="52"/>
                </a:cubicBezTo>
                <a:cubicBezTo>
                  <a:pt x="71" y="52"/>
                  <a:pt x="71" y="52"/>
                  <a:pt x="71" y="52"/>
                </a:cubicBezTo>
                <a:cubicBezTo>
                  <a:pt x="69" y="54"/>
                  <a:pt x="67" y="55"/>
                  <a:pt x="66" y="57"/>
                </a:cubicBezTo>
                <a:cubicBezTo>
                  <a:pt x="66" y="16"/>
                  <a:pt x="66" y="16"/>
                  <a:pt x="66" y="16"/>
                </a:cubicBezTo>
                <a:cubicBezTo>
                  <a:pt x="67" y="16"/>
                  <a:pt x="68" y="16"/>
                  <a:pt x="69" y="16"/>
                </a:cubicBezTo>
                <a:cubicBezTo>
                  <a:pt x="70" y="15"/>
                  <a:pt x="71" y="14"/>
                  <a:pt x="72" y="13"/>
                </a:cubicBezTo>
                <a:close/>
                <a:moveTo>
                  <a:pt x="22" y="10"/>
                </a:moveTo>
                <a:cubicBezTo>
                  <a:pt x="41" y="2"/>
                  <a:pt x="55" y="0"/>
                  <a:pt x="66" y="2"/>
                </a:cubicBezTo>
                <a:cubicBezTo>
                  <a:pt x="66" y="5"/>
                  <a:pt x="66" y="5"/>
                  <a:pt x="66" y="5"/>
                </a:cubicBezTo>
                <a:cubicBezTo>
                  <a:pt x="65" y="5"/>
                  <a:pt x="65" y="6"/>
                  <a:pt x="64" y="6"/>
                </a:cubicBezTo>
                <a:cubicBezTo>
                  <a:pt x="64" y="6"/>
                  <a:pt x="64" y="6"/>
                  <a:pt x="64" y="6"/>
                </a:cubicBezTo>
                <a:cubicBezTo>
                  <a:pt x="61" y="7"/>
                  <a:pt x="60" y="11"/>
                  <a:pt x="61" y="13"/>
                </a:cubicBezTo>
                <a:cubicBezTo>
                  <a:pt x="62" y="15"/>
                  <a:pt x="64" y="16"/>
                  <a:pt x="66" y="16"/>
                </a:cubicBezTo>
                <a:cubicBezTo>
                  <a:pt x="66" y="57"/>
                  <a:pt x="66" y="57"/>
                  <a:pt x="66" y="57"/>
                </a:cubicBezTo>
                <a:cubicBezTo>
                  <a:pt x="66" y="59"/>
                  <a:pt x="66" y="62"/>
                  <a:pt x="66" y="64"/>
                </a:cubicBezTo>
                <a:cubicBezTo>
                  <a:pt x="66" y="73"/>
                  <a:pt x="66" y="73"/>
                  <a:pt x="66" y="73"/>
                </a:cubicBezTo>
                <a:cubicBezTo>
                  <a:pt x="56" y="68"/>
                  <a:pt x="48" y="56"/>
                  <a:pt x="37" y="57"/>
                </a:cubicBezTo>
                <a:cubicBezTo>
                  <a:pt x="32" y="57"/>
                  <a:pt x="27" y="58"/>
                  <a:pt x="22" y="57"/>
                </a:cubicBezTo>
                <a:cubicBezTo>
                  <a:pt x="22" y="49"/>
                  <a:pt x="22" y="49"/>
                  <a:pt x="22" y="49"/>
                </a:cubicBezTo>
                <a:cubicBezTo>
                  <a:pt x="24" y="49"/>
                  <a:pt x="25" y="48"/>
                  <a:pt x="27" y="48"/>
                </a:cubicBezTo>
                <a:cubicBezTo>
                  <a:pt x="27" y="48"/>
                  <a:pt x="27" y="48"/>
                  <a:pt x="27" y="48"/>
                </a:cubicBezTo>
                <a:cubicBezTo>
                  <a:pt x="32" y="45"/>
                  <a:pt x="34" y="38"/>
                  <a:pt x="32" y="33"/>
                </a:cubicBezTo>
                <a:cubicBezTo>
                  <a:pt x="30" y="29"/>
                  <a:pt x="26" y="27"/>
                  <a:pt x="22" y="27"/>
                </a:cubicBezTo>
                <a:lnTo>
                  <a:pt x="22" y="10"/>
                </a:lnTo>
                <a:close/>
                <a:moveTo>
                  <a:pt x="2" y="41"/>
                </a:moveTo>
                <a:cubicBezTo>
                  <a:pt x="0" y="23"/>
                  <a:pt x="18" y="12"/>
                  <a:pt x="18" y="12"/>
                </a:cubicBezTo>
                <a:cubicBezTo>
                  <a:pt x="20" y="12"/>
                  <a:pt x="21" y="11"/>
                  <a:pt x="22" y="10"/>
                </a:cubicBezTo>
                <a:cubicBezTo>
                  <a:pt x="22" y="27"/>
                  <a:pt x="22" y="27"/>
                  <a:pt x="22" y="27"/>
                </a:cubicBezTo>
                <a:cubicBezTo>
                  <a:pt x="20" y="27"/>
                  <a:pt x="19" y="27"/>
                  <a:pt x="17" y="28"/>
                </a:cubicBezTo>
                <a:cubicBezTo>
                  <a:pt x="12" y="31"/>
                  <a:pt x="9" y="37"/>
                  <a:pt x="12" y="43"/>
                </a:cubicBezTo>
                <a:cubicBezTo>
                  <a:pt x="14" y="47"/>
                  <a:pt x="18" y="49"/>
                  <a:pt x="22" y="49"/>
                </a:cubicBezTo>
                <a:cubicBezTo>
                  <a:pt x="22" y="57"/>
                  <a:pt x="22" y="57"/>
                  <a:pt x="22" y="57"/>
                </a:cubicBezTo>
                <a:cubicBezTo>
                  <a:pt x="12" y="57"/>
                  <a:pt x="4" y="53"/>
                  <a:pt x="2" y="4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5" name="Freeform 90"/>
          <p:cNvSpPr/>
          <p:nvPr/>
        </p:nvSpPr>
        <p:spPr bwMode="auto">
          <a:xfrm>
            <a:off x="6841450" y="3637547"/>
            <a:ext cx="206321" cy="266631"/>
          </a:xfrm>
          <a:custGeom>
            <a:avLst/>
            <a:gdLst>
              <a:gd name="T0" fmla="*/ 0 w 95"/>
              <a:gd name="T1" fmla="*/ 21 h 123"/>
              <a:gd name="T2" fmla="*/ 4 w 95"/>
              <a:gd name="T3" fmla="*/ 19 h 123"/>
              <a:gd name="T4" fmla="*/ 59 w 95"/>
              <a:gd name="T5" fmla="*/ 109 h 123"/>
              <a:gd name="T6" fmla="*/ 79 w 95"/>
              <a:gd name="T7" fmla="*/ 112 h 123"/>
              <a:gd name="T8" fmla="*/ 85 w 95"/>
              <a:gd name="T9" fmla="*/ 93 h 123"/>
              <a:gd name="T10" fmla="*/ 29 w 95"/>
              <a:gd name="T11" fmla="*/ 3 h 123"/>
              <a:gd name="T12" fmla="*/ 34 w 95"/>
              <a:gd name="T13" fmla="*/ 0 h 123"/>
              <a:gd name="T14" fmla="*/ 90 w 95"/>
              <a:gd name="T15" fmla="*/ 91 h 123"/>
              <a:gd name="T16" fmla="*/ 82 w 95"/>
              <a:gd name="T17" fmla="*/ 117 h 123"/>
              <a:gd name="T18" fmla="*/ 56 w 95"/>
              <a:gd name="T19" fmla="*/ 112 h 123"/>
              <a:gd name="T20" fmla="*/ 0 w 95"/>
              <a:gd name="T21" fmla="*/ 21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123">
                <a:moveTo>
                  <a:pt x="0" y="21"/>
                </a:moveTo>
                <a:cubicBezTo>
                  <a:pt x="4" y="19"/>
                  <a:pt x="4" y="19"/>
                  <a:pt x="4" y="19"/>
                </a:cubicBezTo>
                <a:cubicBezTo>
                  <a:pt x="59" y="109"/>
                  <a:pt x="59" y="109"/>
                  <a:pt x="59" y="109"/>
                </a:cubicBezTo>
                <a:cubicBezTo>
                  <a:pt x="63" y="115"/>
                  <a:pt x="72" y="117"/>
                  <a:pt x="79" y="112"/>
                </a:cubicBezTo>
                <a:cubicBezTo>
                  <a:pt x="87" y="108"/>
                  <a:pt x="89" y="99"/>
                  <a:pt x="85" y="93"/>
                </a:cubicBezTo>
                <a:cubicBezTo>
                  <a:pt x="29" y="3"/>
                  <a:pt x="29" y="3"/>
                  <a:pt x="29" y="3"/>
                </a:cubicBezTo>
                <a:cubicBezTo>
                  <a:pt x="34" y="0"/>
                  <a:pt x="34" y="0"/>
                  <a:pt x="34" y="0"/>
                </a:cubicBezTo>
                <a:cubicBezTo>
                  <a:pt x="90" y="91"/>
                  <a:pt x="90" y="91"/>
                  <a:pt x="90" y="91"/>
                </a:cubicBezTo>
                <a:cubicBezTo>
                  <a:pt x="95" y="100"/>
                  <a:pt x="92" y="111"/>
                  <a:pt x="82" y="117"/>
                </a:cubicBezTo>
                <a:cubicBezTo>
                  <a:pt x="73" y="123"/>
                  <a:pt x="61" y="121"/>
                  <a:pt x="56" y="112"/>
                </a:cubicBezTo>
                <a:lnTo>
                  <a:pt x="0" y="21"/>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6" name="Freeform 91"/>
          <p:cNvSpPr/>
          <p:nvPr/>
        </p:nvSpPr>
        <p:spPr bwMode="auto">
          <a:xfrm>
            <a:off x="6828754" y="3628024"/>
            <a:ext cx="101573" cy="69832"/>
          </a:xfrm>
          <a:custGeom>
            <a:avLst/>
            <a:gdLst>
              <a:gd name="T0" fmla="*/ 1 w 47"/>
              <a:gd name="T1" fmla="*/ 30 h 32"/>
              <a:gd name="T2" fmla="*/ 6 w 47"/>
              <a:gd name="T3" fmla="*/ 31 h 32"/>
              <a:gd name="T4" fmla="*/ 44 w 47"/>
              <a:gd name="T5" fmla="*/ 7 h 32"/>
              <a:gd name="T6" fmla="*/ 46 w 47"/>
              <a:gd name="T7" fmla="*/ 2 h 32"/>
              <a:gd name="T8" fmla="*/ 41 w 47"/>
              <a:gd name="T9" fmla="*/ 1 h 32"/>
              <a:gd name="T10" fmla="*/ 2 w 47"/>
              <a:gd name="T11" fmla="*/ 25 h 32"/>
              <a:gd name="T12" fmla="*/ 1 w 47"/>
              <a:gd name="T13" fmla="*/ 30 h 32"/>
            </a:gdLst>
            <a:ahLst/>
            <a:cxnLst>
              <a:cxn ang="0">
                <a:pos x="T0" y="T1"/>
              </a:cxn>
              <a:cxn ang="0">
                <a:pos x="T2" y="T3"/>
              </a:cxn>
              <a:cxn ang="0">
                <a:pos x="T4" y="T5"/>
              </a:cxn>
              <a:cxn ang="0">
                <a:pos x="T6" y="T7"/>
              </a:cxn>
              <a:cxn ang="0">
                <a:pos x="T8" y="T9"/>
              </a:cxn>
              <a:cxn ang="0">
                <a:pos x="T10" y="T11"/>
              </a:cxn>
              <a:cxn ang="0">
                <a:pos x="T12" y="T13"/>
              </a:cxn>
            </a:cxnLst>
            <a:rect l="0" t="0" r="r" b="b"/>
            <a:pathLst>
              <a:path w="47" h="32">
                <a:moveTo>
                  <a:pt x="1" y="30"/>
                </a:moveTo>
                <a:cubicBezTo>
                  <a:pt x="2" y="32"/>
                  <a:pt x="4" y="32"/>
                  <a:pt x="6" y="31"/>
                </a:cubicBezTo>
                <a:cubicBezTo>
                  <a:pt x="44" y="7"/>
                  <a:pt x="44" y="7"/>
                  <a:pt x="44" y="7"/>
                </a:cubicBezTo>
                <a:cubicBezTo>
                  <a:pt x="46" y="6"/>
                  <a:pt x="47" y="4"/>
                  <a:pt x="46" y="2"/>
                </a:cubicBezTo>
                <a:cubicBezTo>
                  <a:pt x="45" y="1"/>
                  <a:pt x="42" y="0"/>
                  <a:pt x="41" y="1"/>
                </a:cubicBezTo>
                <a:cubicBezTo>
                  <a:pt x="2" y="25"/>
                  <a:pt x="2" y="25"/>
                  <a:pt x="2" y="25"/>
                </a:cubicBezTo>
                <a:cubicBezTo>
                  <a:pt x="1" y="26"/>
                  <a:pt x="0" y="28"/>
                  <a:pt x="1" y="3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7" name="Freeform 92"/>
          <p:cNvSpPr/>
          <p:nvPr/>
        </p:nvSpPr>
        <p:spPr bwMode="auto">
          <a:xfrm>
            <a:off x="6870017" y="3685159"/>
            <a:ext cx="139664" cy="192037"/>
          </a:xfrm>
          <a:custGeom>
            <a:avLst/>
            <a:gdLst>
              <a:gd name="T0" fmla="*/ 0 w 64"/>
              <a:gd name="T1" fmla="*/ 3 h 88"/>
              <a:gd name="T2" fmla="*/ 5 w 64"/>
              <a:gd name="T3" fmla="*/ 0 h 88"/>
              <a:gd name="T4" fmla="*/ 55 w 64"/>
              <a:gd name="T5" fmla="*/ 80 h 88"/>
              <a:gd name="T6" fmla="*/ 64 w 64"/>
              <a:gd name="T7" fmla="*/ 85 h 88"/>
              <a:gd name="T8" fmla="*/ 63 w 64"/>
              <a:gd name="T9" fmla="*/ 85 h 88"/>
              <a:gd name="T10" fmla="*/ 49 w 64"/>
              <a:gd name="T11" fmla="*/ 82 h 88"/>
              <a:gd name="T12" fmla="*/ 0 w 64"/>
              <a:gd name="T13" fmla="*/ 3 h 88"/>
            </a:gdLst>
            <a:ahLst/>
            <a:cxnLst>
              <a:cxn ang="0">
                <a:pos x="T0" y="T1"/>
              </a:cxn>
              <a:cxn ang="0">
                <a:pos x="T2" y="T3"/>
              </a:cxn>
              <a:cxn ang="0">
                <a:pos x="T4" y="T5"/>
              </a:cxn>
              <a:cxn ang="0">
                <a:pos x="T6" y="T7"/>
              </a:cxn>
              <a:cxn ang="0">
                <a:pos x="T8" y="T9"/>
              </a:cxn>
              <a:cxn ang="0">
                <a:pos x="T10" y="T11"/>
              </a:cxn>
              <a:cxn ang="0">
                <a:pos x="T12" y="T13"/>
              </a:cxn>
            </a:cxnLst>
            <a:rect l="0" t="0" r="r" b="b"/>
            <a:pathLst>
              <a:path w="64" h="88">
                <a:moveTo>
                  <a:pt x="0" y="3"/>
                </a:moveTo>
                <a:cubicBezTo>
                  <a:pt x="5" y="0"/>
                  <a:pt x="5" y="0"/>
                  <a:pt x="5" y="0"/>
                </a:cubicBezTo>
                <a:cubicBezTo>
                  <a:pt x="55" y="80"/>
                  <a:pt x="55" y="80"/>
                  <a:pt x="55" y="80"/>
                </a:cubicBezTo>
                <a:cubicBezTo>
                  <a:pt x="57" y="83"/>
                  <a:pt x="60" y="85"/>
                  <a:pt x="64" y="85"/>
                </a:cubicBezTo>
                <a:cubicBezTo>
                  <a:pt x="63" y="85"/>
                  <a:pt x="63" y="85"/>
                  <a:pt x="63" y="85"/>
                </a:cubicBezTo>
                <a:cubicBezTo>
                  <a:pt x="58" y="88"/>
                  <a:pt x="52" y="87"/>
                  <a:pt x="49" y="82"/>
                </a:cubicBezTo>
                <a:lnTo>
                  <a:pt x="0"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8" name="Freeform 93"/>
          <p:cNvSpPr>
            <a:spLocks noEditPoints="1"/>
          </p:cNvSpPr>
          <p:nvPr/>
        </p:nvSpPr>
        <p:spPr bwMode="auto">
          <a:xfrm>
            <a:off x="8201584" y="5288117"/>
            <a:ext cx="219017" cy="239651"/>
          </a:xfrm>
          <a:custGeom>
            <a:avLst/>
            <a:gdLst>
              <a:gd name="T0" fmla="*/ 78 w 101"/>
              <a:gd name="T1" fmla="*/ 51 h 110"/>
              <a:gd name="T2" fmla="*/ 75 w 101"/>
              <a:gd name="T3" fmla="*/ 63 h 110"/>
              <a:gd name="T4" fmla="*/ 75 w 101"/>
              <a:gd name="T5" fmla="*/ 73 h 110"/>
              <a:gd name="T6" fmla="*/ 77 w 101"/>
              <a:gd name="T7" fmla="*/ 74 h 110"/>
              <a:gd name="T8" fmla="*/ 86 w 101"/>
              <a:gd name="T9" fmla="*/ 86 h 110"/>
              <a:gd name="T10" fmla="*/ 75 w 101"/>
              <a:gd name="T11" fmla="*/ 80 h 110"/>
              <a:gd name="T12" fmla="*/ 75 w 101"/>
              <a:gd name="T13" fmla="*/ 22 h 110"/>
              <a:gd name="T14" fmla="*/ 86 w 101"/>
              <a:gd name="T15" fmla="*/ 15 h 110"/>
              <a:gd name="T16" fmla="*/ 77 w 101"/>
              <a:gd name="T17" fmla="*/ 28 h 110"/>
              <a:gd name="T18" fmla="*/ 75 w 101"/>
              <a:gd name="T19" fmla="*/ 28 h 110"/>
              <a:gd name="T20" fmla="*/ 98 w 101"/>
              <a:gd name="T21" fmla="*/ 48 h 110"/>
              <a:gd name="T22" fmla="*/ 83 w 101"/>
              <a:gd name="T23" fmla="*/ 51 h 110"/>
              <a:gd name="T24" fmla="*/ 98 w 101"/>
              <a:gd name="T25" fmla="*/ 53 h 110"/>
              <a:gd name="T26" fmla="*/ 98 w 101"/>
              <a:gd name="T27" fmla="*/ 48 h 110"/>
              <a:gd name="T28" fmla="*/ 52 w 101"/>
              <a:gd name="T29" fmla="*/ 110 h 110"/>
              <a:gd name="T30" fmla="*/ 66 w 101"/>
              <a:gd name="T31" fmla="*/ 74 h 110"/>
              <a:gd name="T32" fmla="*/ 75 w 101"/>
              <a:gd name="T33" fmla="*/ 39 h 110"/>
              <a:gd name="T34" fmla="*/ 50 w 101"/>
              <a:gd name="T35" fmla="*/ 29 h 110"/>
              <a:gd name="T36" fmla="*/ 72 w 101"/>
              <a:gd name="T37" fmla="*/ 51 h 110"/>
              <a:gd name="T38" fmla="*/ 62 w 101"/>
              <a:gd name="T39" fmla="*/ 70 h 110"/>
              <a:gd name="T40" fmla="*/ 60 w 101"/>
              <a:gd name="T41" fmla="*/ 85 h 110"/>
              <a:gd name="T42" fmla="*/ 50 w 101"/>
              <a:gd name="T43" fmla="*/ 110 h 110"/>
              <a:gd name="T44" fmla="*/ 75 w 101"/>
              <a:gd name="T45" fmla="*/ 28 h 110"/>
              <a:gd name="T46" fmla="*/ 74 w 101"/>
              <a:gd name="T47" fmla="*/ 24 h 110"/>
              <a:gd name="T48" fmla="*/ 75 w 101"/>
              <a:gd name="T49" fmla="*/ 73 h 110"/>
              <a:gd name="T50" fmla="*/ 74 w 101"/>
              <a:gd name="T51" fmla="*/ 78 h 110"/>
              <a:gd name="T52" fmla="*/ 75 w 101"/>
              <a:gd name="T53" fmla="*/ 73 h 110"/>
              <a:gd name="T54" fmla="*/ 50 w 101"/>
              <a:gd name="T55" fmla="*/ 0 h 110"/>
              <a:gd name="T56" fmla="*/ 53 w 101"/>
              <a:gd name="T57" fmla="*/ 3 h 110"/>
              <a:gd name="T58" fmla="*/ 50 w 101"/>
              <a:gd name="T59" fmla="*/ 18 h 110"/>
              <a:gd name="T60" fmla="*/ 50 w 101"/>
              <a:gd name="T61" fmla="*/ 23 h 110"/>
              <a:gd name="T62" fmla="*/ 25 w 101"/>
              <a:gd name="T63" fmla="*/ 63 h 110"/>
              <a:gd name="T64" fmla="*/ 35 w 101"/>
              <a:gd name="T65" fmla="*/ 96 h 110"/>
              <a:gd name="T66" fmla="*/ 50 w 101"/>
              <a:gd name="T67" fmla="*/ 110 h 110"/>
              <a:gd name="T68" fmla="*/ 41 w 101"/>
              <a:gd name="T69" fmla="*/ 85 h 110"/>
              <a:gd name="T70" fmla="*/ 39 w 101"/>
              <a:gd name="T71" fmla="*/ 70 h 110"/>
              <a:gd name="T72" fmla="*/ 34 w 101"/>
              <a:gd name="T73" fmla="*/ 35 h 110"/>
              <a:gd name="T74" fmla="*/ 50 w 101"/>
              <a:gd name="T75" fmla="*/ 23 h 110"/>
              <a:gd name="T76" fmla="*/ 50 w 101"/>
              <a:gd name="T77" fmla="*/ 18 h 110"/>
              <a:gd name="T78" fmla="*/ 48 w 101"/>
              <a:gd name="T79" fmla="*/ 3 h 110"/>
              <a:gd name="T80" fmla="*/ 25 w 101"/>
              <a:gd name="T81" fmla="*/ 80 h 110"/>
              <a:gd name="T82" fmla="*/ 27 w 101"/>
              <a:gd name="T83" fmla="*/ 74 h 110"/>
              <a:gd name="T84" fmla="*/ 25 w 101"/>
              <a:gd name="T85" fmla="*/ 80 h 110"/>
              <a:gd name="T86" fmla="*/ 25 w 101"/>
              <a:gd name="T87" fmla="*/ 22 h 110"/>
              <a:gd name="T88" fmla="*/ 27 w 101"/>
              <a:gd name="T89" fmla="*/ 28 h 110"/>
              <a:gd name="T90" fmla="*/ 25 w 101"/>
              <a:gd name="T91" fmla="*/ 39 h 110"/>
              <a:gd name="T92" fmla="*/ 25 w 101"/>
              <a:gd name="T93" fmla="*/ 63 h 110"/>
              <a:gd name="T94" fmla="*/ 25 w 101"/>
              <a:gd name="T95" fmla="*/ 22 h 110"/>
              <a:gd name="T96" fmla="*/ 23 w 101"/>
              <a:gd name="T97" fmla="*/ 28 h 110"/>
              <a:gd name="T98" fmla="*/ 15 w 101"/>
              <a:gd name="T99" fmla="*/ 19 h 110"/>
              <a:gd name="T100" fmla="*/ 18 w 101"/>
              <a:gd name="T101" fmla="*/ 15 h 110"/>
              <a:gd name="T102" fmla="*/ 25 w 101"/>
              <a:gd name="T103" fmla="*/ 73 h 110"/>
              <a:gd name="T104" fmla="*/ 18 w 101"/>
              <a:gd name="T105" fmla="*/ 86 h 110"/>
              <a:gd name="T106" fmla="*/ 15 w 101"/>
              <a:gd name="T107" fmla="*/ 83 h 110"/>
              <a:gd name="T108" fmla="*/ 23 w 101"/>
              <a:gd name="T109" fmla="*/ 74 h 110"/>
              <a:gd name="T110" fmla="*/ 18 w 101"/>
              <a:gd name="T111" fmla="*/ 51 h 110"/>
              <a:gd name="T112" fmla="*/ 15 w 101"/>
              <a:gd name="T113" fmla="*/ 48 h 110"/>
              <a:gd name="T114" fmla="*/ 0 w 101"/>
              <a:gd name="T115" fmla="*/ 51 h 110"/>
              <a:gd name="T116" fmla="*/ 15 w 101"/>
              <a:gd name="T117" fmla="*/ 53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10">
                <a:moveTo>
                  <a:pt x="75" y="63"/>
                </a:moveTo>
                <a:cubicBezTo>
                  <a:pt x="77" y="59"/>
                  <a:pt x="78" y="55"/>
                  <a:pt x="78" y="51"/>
                </a:cubicBezTo>
                <a:cubicBezTo>
                  <a:pt x="78" y="47"/>
                  <a:pt x="77" y="43"/>
                  <a:pt x="75" y="39"/>
                </a:cubicBezTo>
                <a:cubicBezTo>
                  <a:pt x="75" y="63"/>
                  <a:pt x="75" y="63"/>
                  <a:pt x="75" y="63"/>
                </a:cubicBezTo>
                <a:close/>
                <a:moveTo>
                  <a:pt x="75" y="80"/>
                </a:moveTo>
                <a:cubicBezTo>
                  <a:pt x="75" y="73"/>
                  <a:pt x="75" y="73"/>
                  <a:pt x="75" y="73"/>
                </a:cubicBezTo>
                <a:cubicBezTo>
                  <a:pt x="76" y="73"/>
                  <a:pt x="77" y="73"/>
                  <a:pt x="77" y="74"/>
                </a:cubicBezTo>
                <a:cubicBezTo>
                  <a:pt x="77" y="74"/>
                  <a:pt x="77" y="74"/>
                  <a:pt x="77" y="74"/>
                </a:cubicBezTo>
                <a:cubicBezTo>
                  <a:pt x="86" y="83"/>
                  <a:pt x="86" y="83"/>
                  <a:pt x="86" y="83"/>
                </a:cubicBezTo>
                <a:cubicBezTo>
                  <a:pt x="87" y="84"/>
                  <a:pt x="87" y="85"/>
                  <a:pt x="86" y="86"/>
                </a:cubicBezTo>
                <a:cubicBezTo>
                  <a:pt x="85" y="87"/>
                  <a:pt x="83" y="87"/>
                  <a:pt x="82" y="86"/>
                </a:cubicBezTo>
                <a:cubicBezTo>
                  <a:pt x="75" y="80"/>
                  <a:pt x="75" y="80"/>
                  <a:pt x="75" y="80"/>
                </a:cubicBezTo>
                <a:close/>
                <a:moveTo>
                  <a:pt x="75" y="28"/>
                </a:moveTo>
                <a:cubicBezTo>
                  <a:pt x="75" y="22"/>
                  <a:pt x="75" y="22"/>
                  <a:pt x="75" y="22"/>
                </a:cubicBezTo>
                <a:cubicBezTo>
                  <a:pt x="82" y="15"/>
                  <a:pt x="82" y="15"/>
                  <a:pt x="82" y="15"/>
                </a:cubicBezTo>
                <a:cubicBezTo>
                  <a:pt x="83" y="14"/>
                  <a:pt x="85" y="14"/>
                  <a:pt x="86" y="15"/>
                </a:cubicBezTo>
                <a:cubicBezTo>
                  <a:pt x="87" y="16"/>
                  <a:pt x="87" y="18"/>
                  <a:pt x="86" y="19"/>
                </a:cubicBezTo>
                <a:cubicBezTo>
                  <a:pt x="77" y="28"/>
                  <a:pt x="77" y="28"/>
                  <a:pt x="77" y="28"/>
                </a:cubicBezTo>
                <a:cubicBezTo>
                  <a:pt x="77" y="28"/>
                  <a:pt x="77" y="28"/>
                  <a:pt x="77" y="28"/>
                </a:cubicBezTo>
                <a:cubicBezTo>
                  <a:pt x="77" y="28"/>
                  <a:pt x="76" y="28"/>
                  <a:pt x="75" y="28"/>
                </a:cubicBezTo>
                <a:close/>
                <a:moveTo>
                  <a:pt x="98" y="48"/>
                </a:moveTo>
                <a:cubicBezTo>
                  <a:pt x="98" y="48"/>
                  <a:pt x="98" y="48"/>
                  <a:pt x="98" y="48"/>
                </a:cubicBezTo>
                <a:cubicBezTo>
                  <a:pt x="86" y="48"/>
                  <a:pt x="86" y="48"/>
                  <a:pt x="86" y="48"/>
                </a:cubicBezTo>
                <a:cubicBezTo>
                  <a:pt x="84" y="48"/>
                  <a:pt x="83" y="49"/>
                  <a:pt x="83" y="51"/>
                </a:cubicBezTo>
                <a:cubicBezTo>
                  <a:pt x="83" y="52"/>
                  <a:pt x="84" y="53"/>
                  <a:pt x="86" y="53"/>
                </a:cubicBezTo>
                <a:cubicBezTo>
                  <a:pt x="98" y="53"/>
                  <a:pt x="98" y="53"/>
                  <a:pt x="98" y="53"/>
                </a:cubicBezTo>
                <a:cubicBezTo>
                  <a:pt x="100" y="53"/>
                  <a:pt x="101" y="52"/>
                  <a:pt x="101" y="51"/>
                </a:cubicBezTo>
                <a:cubicBezTo>
                  <a:pt x="101" y="49"/>
                  <a:pt x="100" y="48"/>
                  <a:pt x="98" y="48"/>
                </a:cubicBezTo>
                <a:close/>
                <a:moveTo>
                  <a:pt x="50" y="110"/>
                </a:moveTo>
                <a:cubicBezTo>
                  <a:pt x="52" y="110"/>
                  <a:pt x="52" y="110"/>
                  <a:pt x="52" y="110"/>
                </a:cubicBezTo>
                <a:cubicBezTo>
                  <a:pt x="60" y="110"/>
                  <a:pt x="66" y="104"/>
                  <a:pt x="66" y="96"/>
                </a:cubicBezTo>
                <a:cubicBezTo>
                  <a:pt x="66" y="74"/>
                  <a:pt x="66" y="74"/>
                  <a:pt x="66" y="74"/>
                </a:cubicBezTo>
                <a:cubicBezTo>
                  <a:pt x="70" y="71"/>
                  <a:pt x="73" y="67"/>
                  <a:pt x="75" y="63"/>
                </a:cubicBezTo>
                <a:cubicBezTo>
                  <a:pt x="75" y="39"/>
                  <a:pt x="75" y="39"/>
                  <a:pt x="75" y="39"/>
                </a:cubicBezTo>
                <a:cubicBezTo>
                  <a:pt x="71" y="29"/>
                  <a:pt x="61" y="23"/>
                  <a:pt x="50" y="23"/>
                </a:cubicBezTo>
                <a:cubicBezTo>
                  <a:pt x="50" y="29"/>
                  <a:pt x="50" y="29"/>
                  <a:pt x="50" y="29"/>
                </a:cubicBezTo>
                <a:cubicBezTo>
                  <a:pt x="56" y="29"/>
                  <a:pt x="62" y="31"/>
                  <a:pt x="66" y="35"/>
                </a:cubicBezTo>
                <a:cubicBezTo>
                  <a:pt x="70" y="39"/>
                  <a:pt x="72" y="45"/>
                  <a:pt x="72" y="51"/>
                </a:cubicBezTo>
                <a:cubicBezTo>
                  <a:pt x="72" y="59"/>
                  <a:pt x="68" y="66"/>
                  <a:pt x="62" y="70"/>
                </a:cubicBezTo>
                <a:cubicBezTo>
                  <a:pt x="62" y="70"/>
                  <a:pt x="62" y="70"/>
                  <a:pt x="62" y="70"/>
                </a:cubicBezTo>
                <a:cubicBezTo>
                  <a:pt x="61" y="70"/>
                  <a:pt x="60" y="71"/>
                  <a:pt x="60" y="72"/>
                </a:cubicBezTo>
                <a:cubicBezTo>
                  <a:pt x="60" y="85"/>
                  <a:pt x="60" y="85"/>
                  <a:pt x="60" y="85"/>
                </a:cubicBezTo>
                <a:cubicBezTo>
                  <a:pt x="50" y="85"/>
                  <a:pt x="50" y="85"/>
                  <a:pt x="50" y="85"/>
                </a:cubicBezTo>
                <a:cubicBezTo>
                  <a:pt x="50" y="110"/>
                  <a:pt x="50" y="110"/>
                  <a:pt x="50" y="110"/>
                </a:cubicBezTo>
                <a:close/>
                <a:moveTo>
                  <a:pt x="75" y="22"/>
                </a:moveTo>
                <a:cubicBezTo>
                  <a:pt x="75" y="28"/>
                  <a:pt x="75" y="28"/>
                  <a:pt x="75" y="28"/>
                </a:cubicBezTo>
                <a:cubicBezTo>
                  <a:pt x="75" y="28"/>
                  <a:pt x="74" y="28"/>
                  <a:pt x="74" y="28"/>
                </a:cubicBezTo>
                <a:cubicBezTo>
                  <a:pt x="72" y="27"/>
                  <a:pt x="72" y="25"/>
                  <a:pt x="74" y="24"/>
                </a:cubicBezTo>
                <a:cubicBezTo>
                  <a:pt x="75" y="22"/>
                  <a:pt x="75" y="22"/>
                  <a:pt x="75" y="22"/>
                </a:cubicBezTo>
                <a:close/>
                <a:moveTo>
                  <a:pt x="75" y="73"/>
                </a:moveTo>
                <a:cubicBezTo>
                  <a:pt x="75" y="80"/>
                  <a:pt x="75" y="80"/>
                  <a:pt x="75" y="80"/>
                </a:cubicBezTo>
                <a:cubicBezTo>
                  <a:pt x="74" y="78"/>
                  <a:pt x="74" y="78"/>
                  <a:pt x="74" y="78"/>
                </a:cubicBezTo>
                <a:cubicBezTo>
                  <a:pt x="72" y="77"/>
                  <a:pt x="72" y="75"/>
                  <a:pt x="74" y="74"/>
                </a:cubicBezTo>
                <a:cubicBezTo>
                  <a:pt x="74" y="73"/>
                  <a:pt x="75" y="73"/>
                  <a:pt x="75" y="73"/>
                </a:cubicBezTo>
                <a:close/>
                <a:moveTo>
                  <a:pt x="50" y="18"/>
                </a:moveTo>
                <a:cubicBezTo>
                  <a:pt x="50" y="0"/>
                  <a:pt x="50" y="0"/>
                  <a:pt x="50" y="0"/>
                </a:cubicBezTo>
                <a:cubicBezTo>
                  <a:pt x="50" y="0"/>
                  <a:pt x="50" y="0"/>
                  <a:pt x="50" y="0"/>
                </a:cubicBezTo>
                <a:cubicBezTo>
                  <a:pt x="52" y="0"/>
                  <a:pt x="53" y="2"/>
                  <a:pt x="53" y="3"/>
                </a:cubicBezTo>
                <a:cubicBezTo>
                  <a:pt x="53" y="15"/>
                  <a:pt x="53" y="15"/>
                  <a:pt x="53" y="15"/>
                </a:cubicBezTo>
                <a:cubicBezTo>
                  <a:pt x="53" y="17"/>
                  <a:pt x="52" y="18"/>
                  <a:pt x="50" y="18"/>
                </a:cubicBezTo>
                <a:cubicBezTo>
                  <a:pt x="50" y="18"/>
                  <a:pt x="50" y="18"/>
                  <a:pt x="50" y="18"/>
                </a:cubicBezTo>
                <a:close/>
                <a:moveTo>
                  <a:pt x="50" y="23"/>
                </a:moveTo>
                <a:cubicBezTo>
                  <a:pt x="39" y="23"/>
                  <a:pt x="30" y="29"/>
                  <a:pt x="25" y="39"/>
                </a:cubicBezTo>
                <a:cubicBezTo>
                  <a:pt x="25" y="63"/>
                  <a:pt x="25" y="63"/>
                  <a:pt x="25" y="63"/>
                </a:cubicBezTo>
                <a:cubicBezTo>
                  <a:pt x="27" y="68"/>
                  <a:pt x="31" y="71"/>
                  <a:pt x="35" y="74"/>
                </a:cubicBezTo>
                <a:cubicBezTo>
                  <a:pt x="35" y="96"/>
                  <a:pt x="35" y="96"/>
                  <a:pt x="35" y="96"/>
                </a:cubicBezTo>
                <a:cubicBezTo>
                  <a:pt x="35" y="104"/>
                  <a:pt x="41" y="110"/>
                  <a:pt x="49" y="110"/>
                </a:cubicBezTo>
                <a:cubicBezTo>
                  <a:pt x="50" y="110"/>
                  <a:pt x="50" y="110"/>
                  <a:pt x="50" y="110"/>
                </a:cubicBezTo>
                <a:cubicBezTo>
                  <a:pt x="50" y="85"/>
                  <a:pt x="50" y="85"/>
                  <a:pt x="50" y="85"/>
                </a:cubicBezTo>
                <a:cubicBezTo>
                  <a:pt x="41" y="85"/>
                  <a:pt x="41" y="85"/>
                  <a:pt x="41" y="85"/>
                </a:cubicBezTo>
                <a:cubicBezTo>
                  <a:pt x="41" y="72"/>
                  <a:pt x="41" y="72"/>
                  <a:pt x="41" y="72"/>
                </a:cubicBezTo>
                <a:cubicBezTo>
                  <a:pt x="41" y="71"/>
                  <a:pt x="40" y="71"/>
                  <a:pt x="39" y="70"/>
                </a:cubicBezTo>
                <a:cubicBezTo>
                  <a:pt x="33" y="66"/>
                  <a:pt x="28" y="59"/>
                  <a:pt x="28" y="51"/>
                </a:cubicBezTo>
                <a:cubicBezTo>
                  <a:pt x="28" y="45"/>
                  <a:pt x="30" y="39"/>
                  <a:pt x="34" y="35"/>
                </a:cubicBezTo>
                <a:cubicBezTo>
                  <a:pt x="39" y="31"/>
                  <a:pt x="44" y="29"/>
                  <a:pt x="50" y="29"/>
                </a:cubicBezTo>
                <a:cubicBezTo>
                  <a:pt x="50" y="23"/>
                  <a:pt x="50" y="23"/>
                  <a:pt x="50" y="23"/>
                </a:cubicBezTo>
                <a:close/>
                <a:moveTo>
                  <a:pt x="50" y="0"/>
                </a:moveTo>
                <a:cubicBezTo>
                  <a:pt x="50" y="18"/>
                  <a:pt x="50" y="18"/>
                  <a:pt x="50" y="18"/>
                </a:cubicBezTo>
                <a:cubicBezTo>
                  <a:pt x="49" y="18"/>
                  <a:pt x="48" y="17"/>
                  <a:pt x="48" y="15"/>
                </a:cubicBezTo>
                <a:cubicBezTo>
                  <a:pt x="48" y="3"/>
                  <a:pt x="48" y="3"/>
                  <a:pt x="48" y="3"/>
                </a:cubicBezTo>
                <a:cubicBezTo>
                  <a:pt x="48" y="2"/>
                  <a:pt x="49" y="1"/>
                  <a:pt x="50" y="0"/>
                </a:cubicBezTo>
                <a:close/>
                <a:moveTo>
                  <a:pt x="25" y="80"/>
                </a:moveTo>
                <a:cubicBezTo>
                  <a:pt x="25" y="73"/>
                  <a:pt x="25" y="73"/>
                  <a:pt x="25" y="73"/>
                </a:cubicBezTo>
                <a:cubicBezTo>
                  <a:pt x="26" y="73"/>
                  <a:pt x="27" y="73"/>
                  <a:pt x="27" y="74"/>
                </a:cubicBezTo>
                <a:cubicBezTo>
                  <a:pt x="28" y="75"/>
                  <a:pt x="28" y="77"/>
                  <a:pt x="27" y="78"/>
                </a:cubicBezTo>
                <a:cubicBezTo>
                  <a:pt x="25" y="80"/>
                  <a:pt x="25" y="80"/>
                  <a:pt x="25" y="80"/>
                </a:cubicBezTo>
                <a:close/>
                <a:moveTo>
                  <a:pt x="25" y="28"/>
                </a:moveTo>
                <a:cubicBezTo>
                  <a:pt x="25" y="22"/>
                  <a:pt x="25" y="22"/>
                  <a:pt x="25" y="22"/>
                </a:cubicBezTo>
                <a:cubicBezTo>
                  <a:pt x="27" y="24"/>
                  <a:pt x="27" y="24"/>
                  <a:pt x="27" y="24"/>
                </a:cubicBezTo>
                <a:cubicBezTo>
                  <a:pt x="28" y="25"/>
                  <a:pt x="28" y="27"/>
                  <a:pt x="27" y="28"/>
                </a:cubicBezTo>
                <a:cubicBezTo>
                  <a:pt x="27" y="28"/>
                  <a:pt x="26" y="28"/>
                  <a:pt x="25" y="28"/>
                </a:cubicBezTo>
                <a:close/>
                <a:moveTo>
                  <a:pt x="25" y="39"/>
                </a:moveTo>
                <a:cubicBezTo>
                  <a:pt x="23" y="42"/>
                  <a:pt x="22" y="46"/>
                  <a:pt x="22" y="51"/>
                </a:cubicBezTo>
                <a:cubicBezTo>
                  <a:pt x="22" y="55"/>
                  <a:pt x="23" y="59"/>
                  <a:pt x="25" y="63"/>
                </a:cubicBezTo>
                <a:cubicBezTo>
                  <a:pt x="25" y="39"/>
                  <a:pt x="25" y="39"/>
                  <a:pt x="25" y="39"/>
                </a:cubicBezTo>
                <a:close/>
                <a:moveTo>
                  <a:pt x="25" y="22"/>
                </a:moveTo>
                <a:cubicBezTo>
                  <a:pt x="25" y="28"/>
                  <a:pt x="25" y="28"/>
                  <a:pt x="25" y="28"/>
                </a:cubicBezTo>
                <a:cubicBezTo>
                  <a:pt x="25" y="28"/>
                  <a:pt x="24" y="28"/>
                  <a:pt x="23" y="28"/>
                </a:cubicBezTo>
                <a:cubicBezTo>
                  <a:pt x="23" y="28"/>
                  <a:pt x="23" y="28"/>
                  <a:pt x="23" y="28"/>
                </a:cubicBezTo>
                <a:cubicBezTo>
                  <a:pt x="15" y="19"/>
                  <a:pt x="15" y="19"/>
                  <a:pt x="15" y="19"/>
                </a:cubicBezTo>
                <a:cubicBezTo>
                  <a:pt x="14" y="18"/>
                  <a:pt x="14" y="16"/>
                  <a:pt x="15" y="15"/>
                </a:cubicBezTo>
                <a:cubicBezTo>
                  <a:pt x="16" y="14"/>
                  <a:pt x="17" y="14"/>
                  <a:pt x="18" y="15"/>
                </a:cubicBezTo>
                <a:cubicBezTo>
                  <a:pt x="25" y="22"/>
                  <a:pt x="25" y="22"/>
                  <a:pt x="25" y="22"/>
                </a:cubicBezTo>
                <a:close/>
                <a:moveTo>
                  <a:pt x="25" y="73"/>
                </a:moveTo>
                <a:cubicBezTo>
                  <a:pt x="25" y="80"/>
                  <a:pt x="25" y="80"/>
                  <a:pt x="25" y="80"/>
                </a:cubicBezTo>
                <a:cubicBezTo>
                  <a:pt x="18" y="86"/>
                  <a:pt x="18" y="86"/>
                  <a:pt x="18" y="86"/>
                </a:cubicBezTo>
                <a:cubicBezTo>
                  <a:pt x="17" y="87"/>
                  <a:pt x="16" y="87"/>
                  <a:pt x="15" y="86"/>
                </a:cubicBezTo>
                <a:cubicBezTo>
                  <a:pt x="14" y="85"/>
                  <a:pt x="14" y="84"/>
                  <a:pt x="15" y="83"/>
                </a:cubicBezTo>
                <a:cubicBezTo>
                  <a:pt x="23" y="74"/>
                  <a:pt x="23" y="74"/>
                  <a:pt x="23" y="74"/>
                </a:cubicBezTo>
                <a:cubicBezTo>
                  <a:pt x="23" y="74"/>
                  <a:pt x="23" y="74"/>
                  <a:pt x="23" y="74"/>
                </a:cubicBezTo>
                <a:cubicBezTo>
                  <a:pt x="24" y="74"/>
                  <a:pt x="25" y="73"/>
                  <a:pt x="25" y="73"/>
                </a:cubicBezTo>
                <a:close/>
                <a:moveTo>
                  <a:pt x="18" y="51"/>
                </a:moveTo>
                <a:cubicBezTo>
                  <a:pt x="18" y="51"/>
                  <a:pt x="18" y="51"/>
                  <a:pt x="18" y="51"/>
                </a:cubicBezTo>
                <a:cubicBezTo>
                  <a:pt x="18" y="49"/>
                  <a:pt x="16" y="48"/>
                  <a:pt x="15" y="48"/>
                </a:cubicBezTo>
                <a:cubicBezTo>
                  <a:pt x="3" y="48"/>
                  <a:pt x="3" y="48"/>
                  <a:pt x="3" y="48"/>
                </a:cubicBezTo>
                <a:cubicBezTo>
                  <a:pt x="1" y="48"/>
                  <a:pt x="0" y="49"/>
                  <a:pt x="0" y="51"/>
                </a:cubicBezTo>
                <a:cubicBezTo>
                  <a:pt x="0" y="52"/>
                  <a:pt x="1" y="53"/>
                  <a:pt x="3" y="53"/>
                </a:cubicBezTo>
                <a:cubicBezTo>
                  <a:pt x="15" y="53"/>
                  <a:pt x="15" y="53"/>
                  <a:pt x="15" y="53"/>
                </a:cubicBezTo>
                <a:cubicBezTo>
                  <a:pt x="16" y="53"/>
                  <a:pt x="18" y="52"/>
                  <a:pt x="18" y="51"/>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99" name="Freeform 94"/>
          <p:cNvSpPr/>
          <p:nvPr/>
        </p:nvSpPr>
        <p:spPr bwMode="auto">
          <a:xfrm>
            <a:off x="7936539" y="3708966"/>
            <a:ext cx="63484" cy="60309"/>
          </a:xfrm>
          <a:custGeom>
            <a:avLst/>
            <a:gdLst>
              <a:gd name="T0" fmla="*/ 28 w 29"/>
              <a:gd name="T1" fmla="*/ 16 h 28"/>
              <a:gd name="T2" fmla="*/ 12 w 29"/>
              <a:gd name="T3" fmla="*/ 27 h 28"/>
              <a:gd name="T4" fmla="*/ 1 w 29"/>
              <a:gd name="T5" fmla="*/ 12 h 28"/>
              <a:gd name="T6" fmla="*/ 17 w 29"/>
              <a:gd name="T7" fmla="*/ 1 h 28"/>
              <a:gd name="T8" fmla="*/ 28 w 29"/>
              <a:gd name="T9" fmla="*/ 16 h 28"/>
            </a:gdLst>
            <a:ahLst/>
            <a:cxnLst>
              <a:cxn ang="0">
                <a:pos x="T0" y="T1"/>
              </a:cxn>
              <a:cxn ang="0">
                <a:pos x="T2" y="T3"/>
              </a:cxn>
              <a:cxn ang="0">
                <a:pos x="T4" y="T5"/>
              </a:cxn>
              <a:cxn ang="0">
                <a:pos x="T6" y="T7"/>
              </a:cxn>
              <a:cxn ang="0">
                <a:pos x="T8" y="T9"/>
              </a:cxn>
            </a:cxnLst>
            <a:rect l="0" t="0" r="r" b="b"/>
            <a:pathLst>
              <a:path w="29" h="28">
                <a:moveTo>
                  <a:pt x="28" y="16"/>
                </a:moveTo>
                <a:cubicBezTo>
                  <a:pt x="26" y="23"/>
                  <a:pt x="19" y="28"/>
                  <a:pt x="12" y="27"/>
                </a:cubicBezTo>
                <a:cubicBezTo>
                  <a:pt x="5" y="26"/>
                  <a:pt x="0" y="19"/>
                  <a:pt x="1" y="12"/>
                </a:cubicBezTo>
                <a:cubicBezTo>
                  <a:pt x="3" y="4"/>
                  <a:pt x="10" y="0"/>
                  <a:pt x="17" y="1"/>
                </a:cubicBezTo>
                <a:cubicBezTo>
                  <a:pt x="24" y="2"/>
                  <a:pt x="29" y="9"/>
                  <a:pt x="28" y="16"/>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0" name="Freeform 95"/>
          <p:cNvSpPr/>
          <p:nvPr/>
        </p:nvSpPr>
        <p:spPr bwMode="auto">
          <a:xfrm>
            <a:off x="7922255" y="3526451"/>
            <a:ext cx="58723" cy="196799"/>
          </a:xfrm>
          <a:custGeom>
            <a:avLst/>
            <a:gdLst>
              <a:gd name="T0" fmla="*/ 27 w 27"/>
              <a:gd name="T1" fmla="*/ 90 h 91"/>
              <a:gd name="T2" fmla="*/ 12 w 27"/>
              <a:gd name="T3" fmla="*/ 14 h 91"/>
              <a:gd name="T4" fmla="*/ 1 w 27"/>
              <a:gd name="T5" fmla="*/ 0 h 91"/>
              <a:gd name="T6" fmla="*/ 17 w 27"/>
              <a:gd name="T7" fmla="*/ 91 h 91"/>
              <a:gd name="T8" fmla="*/ 27 w 27"/>
              <a:gd name="T9" fmla="*/ 90 h 91"/>
            </a:gdLst>
            <a:ahLst/>
            <a:cxnLst>
              <a:cxn ang="0">
                <a:pos x="T0" y="T1"/>
              </a:cxn>
              <a:cxn ang="0">
                <a:pos x="T2" y="T3"/>
              </a:cxn>
              <a:cxn ang="0">
                <a:pos x="T4" y="T5"/>
              </a:cxn>
              <a:cxn ang="0">
                <a:pos x="T6" y="T7"/>
              </a:cxn>
              <a:cxn ang="0">
                <a:pos x="T8" y="T9"/>
              </a:cxn>
            </a:cxnLst>
            <a:rect l="0" t="0" r="r" b="b"/>
            <a:pathLst>
              <a:path w="27" h="91">
                <a:moveTo>
                  <a:pt x="27" y="90"/>
                </a:moveTo>
                <a:cubicBezTo>
                  <a:pt x="27" y="90"/>
                  <a:pt x="12" y="14"/>
                  <a:pt x="12" y="14"/>
                </a:cubicBezTo>
                <a:cubicBezTo>
                  <a:pt x="12" y="14"/>
                  <a:pt x="3" y="0"/>
                  <a:pt x="1" y="0"/>
                </a:cubicBezTo>
                <a:cubicBezTo>
                  <a:pt x="0" y="0"/>
                  <a:pt x="17" y="91"/>
                  <a:pt x="17" y="91"/>
                </a:cubicBezTo>
                <a:lnTo>
                  <a:pt x="27" y="90"/>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1" name="Freeform 96"/>
          <p:cNvSpPr/>
          <p:nvPr/>
        </p:nvSpPr>
        <p:spPr bwMode="auto">
          <a:xfrm>
            <a:off x="7963521" y="3558192"/>
            <a:ext cx="126967" cy="169819"/>
          </a:xfrm>
          <a:custGeom>
            <a:avLst/>
            <a:gdLst>
              <a:gd name="T0" fmla="*/ 1 w 80"/>
              <a:gd name="T1" fmla="*/ 99 h 107"/>
              <a:gd name="T2" fmla="*/ 60 w 80"/>
              <a:gd name="T3" fmla="*/ 13 h 107"/>
              <a:gd name="T4" fmla="*/ 80 w 80"/>
              <a:gd name="T5" fmla="*/ 0 h 107"/>
              <a:gd name="T6" fmla="*/ 71 w 80"/>
              <a:gd name="T7" fmla="*/ 21 h 107"/>
              <a:gd name="T8" fmla="*/ 12 w 80"/>
              <a:gd name="T9" fmla="*/ 107 h 107"/>
              <a:gd name="T10" fmla="*/ 0 w 80"/>
              <a:gd name="T11" fmla="*/ 100 h 107"/>
              <a:gd name="T12" fmla="*/ 1 w 80"/>
              <a:gd name="T13" fmla="*/ 99 h 107"/>
            </a:gdLst>
            <a:ahLst/>
            <a:cxnLst>
              <a:cxn ang="0">
                <a:pos x="T0" y="T1"/>
              </a:cxn>
              <a:cxn ang="0">
                <a:pos x="T2" y="T3"/>
              </a:cxn>
              <a:cxn ang="0">
                <a:pos x="T4" y="T5"/>
              </a:cxn>
              <a:cxn ang="0">
                <a:pos x="T6" y="T7"/>
              </a:cxn>
              <a:cxn ang="0">
                <a:pos x="T8" y="T9"/>
              </a:cxn>
              <a:cxn ang="0">
                <a:pos x="T10" y="T11"/>
              </a:cxn>
              <a:cxn ang="0">
                <a:pos x="T12" y="T13"/>
              </a:cxn>
            </a:cxnLst>
            <a:rect l="0" t="0" r="r" b="b"/>
            <a:pathLst>
              <a:path w="80" h="107">
                <a:moveTo>
                  <a:pt x="1" y="99"/>
                </a:moveTo>
                <a:lnTo>
                  <a:pt x="60" y="13"/>
                </a:lnTo>
                <a:lnTo>
                  <a:pt x="80" y="0"/>
                </a:lnTo>
                <a:lnTo>
                  <a:pt x="71" y="21"/>
                </a:lnTo>
                <a:lnTo>
                  <a:pt x="12" y="107"/>
                </a:lnTo>
                <a:lnTo>
                  <a:pt x="0" y="100"/>
                </a:lnTo>
                <a:lnTo>
                  <a:pt x="1" y="99"/>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2" name="Freeform 97"/>
          <p:cNvSpPr/>
          <p:nvPr/>
        </p:nvSpPr>
        <p:spPr bwMode="auto">
          <a:xfrm>
            <a:off x="7952411" y="3754991"/>
            <a:ext cx="15871" cy="31741"/>
          </a:xfrm>
          <a:custGeom>
            <a:avLst/>
            <a:gdLst>
              <a:gd name="T0" fmla="*/ 2 w 7"/>
              <a:gd name="T1" fmla="*/ 3 h 15"/>
              <a:gd name="T2" fmla="*/ 5 w 7"/>
              <a:gd name="T3" fmla="*/ 1 h 15"/>
              <a:gd name="T4" fmla="*/ 7 w 7"/>
              <a:gd name="T5" fmla="*/ 3 h 15"/>
              <a:gd name="T6" fmla="*/ 5 w 7"/>
              <a:gd name="T7" fmla="*/ 13 h 15"/>
              <a:gd name="T8" fmla="*/ 3 w 7"/>
              <a:gd name="T9" fmla="*/ 15 h 15"/>
              <a:gd name="T10" fmla="*/ 1 w 7"/>
              <a:gd name="T11" fmla="*/ 12 h 15"/>
              <a:gd name="T12" fmla="*/ 2 w 7"/>
              <a:gd name="T13" fmla="*/ 3 h 15"/>
            </a:gdLst>
            <a:ahLst/>
            <a:cxnLst>
              <a:cxn ang="0">
                <a:pos x="T0" y="T1"/>
              </a:cxn>
              <a:cxn ang="0">
                <a:pos x="T2" y="T3"/>
              </a:cxn>
              <a:cxn ang="0">
                <a:pos x="T4" y="T5"/>
              </a:cxn>
              <a:cxn ang="0">
                <a:pos x="T6" y="T7"/>
              </a:cxn>
              <a:cxn ang="0">
                <a:pos x="T8" y="T9"/>
              </a:cxn>
              <a:cxn ang="0">
                <a:pos x="T10" y="T11"/>
              </a:cxn>
              <a:cxn ang="0">
                <a:pos x="T12" y="T13"/>
              </a:cxn>
            </a:cxnLst>
            <a:rect l="0" t="0" r="r" b="b"/>
            <a:pathLst>
              <a:path w="7" h="15">
                <a:moveTo>
                  <a:pt x="2" y="3"/>
                </a:moveTo>
                <a:cubicBezTo>
                  <a:pt x="3" y="1"/>
                  <a:pt x="4" y="0"/>
                  <a:pt x="5" y="1"/>
                </a:cubicBezTo>
                <a:cubicBezTo>
                  <a:pt x="6" y="1"/>
                  <a:pt x="7" y="2"/>
                  <a:pt x="7" y="3"/>
                </a:cubicBezTo>
                <a:cubicBezTo>
                  <a:pt x="5" y="13"/>
                  <a:pt x="5" y="13"/>
                  <a:pt x="5" y="13"/>
                </a:cubicBezTo>
                <a:cubicBezTo>
                  <a:pt x="5" y="14"/>
                  <a:pt x="4" y="15"/>
                  <a:pt x="3" y="15"/>
                </a:cubicBezTo>
                <a:cubicBezTo>
                  <a:pt x="1" y="15"/>
                  <a:pt x="0" y="13"/>
                  <a:pt x="1" y="12"/>
                </a:cubicBezTo>
                <a:lnTo>
                  <a:pt x="2" y="3"/>
                </a:ln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3" name="Freeform 98"/>
          <p:cNvSpPr>
            <a:spLocks noEditPoints="1"/>
          </p:cNvSpPr>
          <p:nvPr/>
        </p:nvSpPr>
        <p:spPr bwMode="auto">
          <a:xfrm>
            <a:off x="7901624" y="2147273"/>
            <a:ext cx="220605" cy="236476"/>
          </a:xfrm>
          <a:custGeom>
            <a:avLst/>
            <a:gdLst>
              <a:gd name="T0" fmla="*/ 78 w 101"/>
              <a:gd name="T1" fmla="*/ 50 h 109"/>
              <a:gd name="T2" fmla="*/ 76 w 101"/>
              <a:gd name="T3" fmla="*/ 62 h 109"/>
              <a:gd name="T4" fmla="*/ 76 w 101"/>
              <a:gd name="T5" fmla="*/ 73 h 109"/>
              <a:gd name="T6" fmla="*/ 78 w 101"/>
              <a:gd name="T7" fmla="*/ 73 h 109"/>
              <a:gd name="T8" fmla="*/ 86 w 101"/>
              <a:gd name="T9" fmla="*/ 86 h 109"/>
              <a:gd name="T10" fmla="*/ 76 w 101"/>
              <a:gd name="T11" fmla="*/ 79 h 109"/>
              <a:gd name="T12" fmla="*/ 76 w 101"/>
              <a:gd name="T13" fmla="*/ 22 h 109"/>
              <a:gd name="T14" fmla="*/ 86 w 101"/>
              <a:gd name="T15" fmla="*/ 15 h 109"/>
              <a:gd name="T16" fmla="*/ 78 w 101"/>
              <a:gd name="T17" fmla="*/ 27 h 109"/>
              <a:gd name="T18" fmla="*/ 76 w 101"/>
              <a:gd name="T19" fmla="*/ 28 h 109"/>
              <a:gd name="T20" fmla="*/ 99 w 101"/>
              <a:gd name="T21" fmla="*/ 48 h 109"/>
              <a:gd name="T22" fmla="*/ 84 w 101"/>
              <a:gd name="T23" fmla="*/ 50 h 109"/>
              <a:gd name="T24" fmla="*/ 99 w 101"/>
              <a:gd name="T25" fmla="*/ 53 h 109"/>
              <a:gd name="T26" fmla="*/ 99 w 101"/>
              <a:gd name="T27" fmla="*/ 48 h 109"/>
              <a:gd name="T28" fmla="*/ 53 w 101"/>
              <a:gd name="T29" fmla="*/ 109 h 109"/>
              <a:gd name="T30" fmla="*/ 66 w 101"/>
              <a:gd name="T31" fmla="*/ 73 h 109"/>
              <a:gd name="T32" fmla="*/ 76 w 101"/>
              <a:gd name="T33" fmla="*/ 38 h 109"/>
              <a:gd name="T34" fmla="*/ 51 w 101"/>
              <a:gd name="T35" fmla="*/ 28 h 109"/>
              <a:gd name="T36" fmla="*/ 73 w 101"/>
              <a:gd name="T37" fmla="*/ 50 h 109"/>
              <a:gd name="T38" fmla="*/ 62 w 101"/>
              <a:gd name="T39" fmla="*/ 69 h 109"/>
              <a:gd name="T40" fmla="*/ 61 w 101"/>
              <a:gd name="T41" fmla="*/ 84 h 109"/>
              <a:gd name="T42" fmla="*/ 51 w 101"/>
              <a:gd name="T43" fmla="*/ 109 h 109"/>
              <a:gd name="T44" fmla="*/ 76 w 101"/>
              <a:gd name="T45" fmla="*/ 28 h 109"/>
              <a:gd name="T46" fmla="*/ 74 w 101"/>
              <a:gd name="T47" fmla="*/ 23 h 109"/>
              <a:gd name="T48" fmla="*/ 76 w 101"/>
              <a:gd name="T49" fmla="*/ 73 h 109"/>
              <a:gd name="T50" fmla="*/ 74 w 101"/>
              <a:gd name="T51" fmla="*/ 77 h 109"/>
              <a:gd name="T52" fmla="*/ 76 w 101"/>
              <a:gd name="T53" fmla="*/ 73 h 109"/>
              <a:gd name="T54" fmla="*/ 51 w 101"/>
              <a:gd name="T55" fmla="*/ 0 h 109"/>
              <a:gd name="T56" fmla="*/ 53 w 101"/>
              <a:gd name="T57" fmla="*/ 2 h 109"/>
              <a:gd name="T58" fmla="*/ 51 w 101"/>
              <a:gd name="T59" fmla="*/ 17 h 109"/>
              <a:gd name="T60" fmla="*/ 51 w 101"/>
              <a:gd name="T61" fmla="*/ 22 h 109"/>
              <a:gd name="T62" fmla="*/ 26 w 101"/>
              <a:gd name="T63" fmla="*/ 62 h 109"/>
              <a:gd name="T64" fmla="*/ 35 w 101"/>
              <a:gd name="T65" fmla="*/ 95 h 109"/>
              <a:gd name="T66" fmla="*/ 51 w 101"/>
              <a:gd name="T67" fmla="*/ 109 h 109"/>
              <a:gd name="T68" fmla="*/ 41 w 101"/>
              <a:gd name="T69" fmla="*/ 84 h 109"/>
              <a:gd name="T70" fmla="*/ 40 w 101"/>
              <a:gd name="T71" fmla="*/ 69 h 109"/>
              <a:gd name="T72" fmla="*/ 35 w 101"/>
              <a:gd name="T73" fmla="*/ 35 h 109"/>
              <a:gd name="T74" fmla="*/ 51 w 101"/>
              <a:gd name="T75" fmla="*/ 22 h 109"/>
              <a:gd name="T76" fmla="*/ 51 w 101"/>
              <a:gd name="T77" fmla="*/ 17 h 109"/>
              <a:gd name="T78" fmla="*/ 48 w 101"/>
              <a:gd name="T79" fmla="*/ 2 h 109"/>
              <a:gd name="T80" fmla="*/ 26 w 101"/>
              <a:gd name="T81" fmla="*/ 79 h 109"/>
              <a:gd name="T82" fmla="*/ 28 w 101"/>
              <a:gd name="T83" fmla="*/ 73 h 109"/>
              <a:gd name="T84" fmla="*/ 26 w 101"/>
              <a:gd name="T85" fmla="*/ 79 h 109"/>
              <a:gd name="T86" fmla="*/ 26 w 101"/>
              <a:gd name="T87" fmla="*/ 21 h 109"/>
              <a:gd name="T88" fmla="*/ 28 w 101"/>
              <a:gd name="T89" fmla="*/ 27 h 109"/>
              <a:gd name="T90" fmla="*/ 26 w 101"/>
              <a:gd name="T91" fmla="*/ 38 h 109"/>
              <a:gd name="T92" fmla="*/ 26 w 101"/>
              <a:gd name="T93" fmla="*/ 62 h 109"/>
              <a:gd name="T94" fmla="*/ 26 w 101"/>
              <a:gd name="T95" fmla="*/ 21 h 109"/>
              <a:gd name="T96" fmla="*/ 24 w 101"/>
              <a:gd name="T97" fmla="*/ 27 h 109"/>
              <a:gd name="T98" fmla="*/ 15 w 101"/>
              <a:gd name="T99" fmla="*/ 18 h 109"/>
              <a:gd name="T100" fmla="*/ 19 w 101"/>
              <a:gd name="T101" fmla="*/ 15 h 109"/>
              <a:gd name="T102" fmla="*/ 26 w 101"/>
              <a:gd name="T103" fmla="*/ 73 h 109"/>
              <a:gd name="T104" fmla="*/ 19 w 101"/>
              <a:gd name="T105" fmla="*/ 86 h 109"/>
              <a:gd name="T106" fmla="*/ 15 w 101"/>
              <a:gd name="T107" fmla="*/ 82 h 109"/>
              <a:gd name="T108" fmla="*/ 24 w 101"/>
              <a:gd name="T109" fmla="*/ 73 h 109"/>
              <a:gd name="T110" fmla="*/ 18 w 101"/>
              <a:gd name="T111" fmla="*/ 50 h 109"/>
              <a:gd name="T112" fmla="*/ 15 w 101"/>
              <a:gd name="T113" fmla="*/ 48 h 109"/>
              <a:gd name="T114" fmla="*/ 0 w 101"/>
              <a:gd name="T115" fmla="*/ 50 h 109"/>
              <a:gd name="T116" fmla="*/ 15 w 101"/>
              <a:gd name="T117" fmla="*/ 53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01" h="109">
                <a:moveTo>
                  <a:pt x="76" y="62"/>
                </a:moveTo>
                <a:cubicBezTo>
                  <a:pt x="78" y="58"/>
                  <a:pt x="78" y="54"/>
                  <a:pt x="78" y="50"/>
                </a:cubicBezTo>
                <a:cubicBezTo>
                  <a:pt x="78" y="46"/>
                  <a:pt x="78" y="42"/>
                  <a:pt x="76" y="38"/>
                </a:cubicBezTo>
                <a:cubicBezTo>
                  <a:pt x="76" y="62"/>
                  <a:pt x="76" y="62"/>
                  <a:pt x="76" y="62"/>
                </a:cubicBezTo>
                <a:close/>
                <a:moveTo>
                  <a:pt x="76" y="79"/>
                </a:moveTo>
                <a:cubicBezTo>
                  <a:pt x="76" y="73"/>
                  <a:pt x="76" y="73"/>
                  <a:pt x="76" y="73"/>
                </a:cubicBezTo>
                <a:cubicBezTo>
                  <a:pt x="77" y="73"/>
                  <a:pt x="77" y="73"/>
                  <a:pt x="78" y="73"/>
                </a:cubicBezTo>
                <a:cubicBezTo>
                  <a:pt x="78" y="73"/>
                  <a:pt x="78" y="73"/>
                  <a:pt x="78" y="73"/>
                </a:cubicBezTo>
                <a:cubicBezTo>
                  <a:pt x="86" y="82"/>
                  <a:pt x="86" y="82"/>
                  <a:pt x="86" y="82"/>
                </a:cubicBezTo>
                <a:cubicBezTo>
                  <a:pt x="87" y="83"/>
                  <a:pt x="87" y="85"/>
                  <a:pt x="86" y="86"/>
                </a:cubicBezTo>
                <a:cubicBezTo>
                  <a:pt x="85" y="87"/>
                  <a:pt x="84" y="87"/>
                  <a:pt x="83" y="86"/>
                </a:cubicBezTo>
                <a:cubicBezTo>
                  <a:pt x="76" y="79"/>
                  <a:pt x="76" y="79"/>
                  <a:pt x="76" y="79"/>
                </a:cubicBezTo>
                <a:close/>
                <a:moveTo>
                  <a:pt x="76" y="28"/>
                </a:moveTo>
                <a:cubicBezTo>
                  <a:pt x="76" y="22"/>
                  <a:pt x="76" y="22"/>
                  <a:pt x="76" y="22"/>
                </a:cubicBezTo>
                <a:cubicBezTo>
                  <a:pt x="83" y="15"/>
                  <a:pt x="83" y="15"/>
                  <a:pt x="83" y="15"/>
                </a:cubicBezTo>
                <a:cubicBezTo>
                  <a:pt x="84" y="14"/>
                  <a:pt x="85" y="14"/>
                  <a:pt x="86" y="15"/>
                </a:cubicBezTo>
                <a:cubicBezTo>
                  <a:pt x="87" y="16"/>
                  <a:pt x="87" y="17"/>
                  <a:pt x="86" y="18"/>
                </a:cubicBezTo>
                <a:cubicBezTo>
                  <a:pt x="78" y="27"/>
                  <a:pt x="78" y="27"/>
                  <a:pt x="78" y="27"/>
                </a:cubicBezTo>
                <a:cubicBezTo>
                  <a:pt x="78" y="27"/>
                  <a:pt x="78" y="27"/>
                  <a:pt x="78" y="27"/>
                </a:cubicBezTo>
                <a:cubicBezTo>
                  <a:pt x="77" y="28"/>
                  <a:pt x="77" y="28"/>
                  <a:pt x="76" y="28"/>
                </a:cubicBezTo>
                <a:close/>
                <a:moveTo>
                  <a:pt x="99" y="48"/>
                </a:moveTo>
                <a:cubicBezTo>
                  <a:pt x="99" y="48"/>
                  <a:pt x="99" y="48"/>
                  <a:pt x="99" y="48"/>
                </a:cubicBezTo>
                <a:cubicBezTo>
                  <a:pt x="86" y="48"/>
                  <a:pt x="86" y="48"/>
                  <a:pt x="86" y="48"/>
                </a:cubicBezTo>
                <a:cubicBezTo>
                  <a:pt x="85" y="48"/>
                  <a:pt x="84" y="49"/>
                  <a:pt x="84" y="50"/>
                </a:cubicBezTo>
                <a:cubicBezTo>
                  <a:pt x="84" y="52"/>
                  <a:pt x="85" y="53"/>
                  <a:pt x="86" y="53"/>
                </a:cubicBezTo>
                <a:cubicBezTo>
                  <a:pt x="99" y="53"/>
                  <a:pt x="99" y="53"/>
                  <a:pt x="99" y="53"/>
                </a:cubicBezTo>
                <a:cubicBezTo>
                  <a:pt x="100" y="53"/>
                  <a:pt x="101" y="52"/>
                  <a:pt x="101" y="50"/>
                </a:cubicBezTo>
                <a:cubicBezTo>
                  <a:pt x="101" y="49"/>
                  <a:pt x="100" y="48"/>
                  <a:pt x="99" y="48"/>
                </a:cubicBezTo>
                <a:close/>
                <a:moveTo>
                  <a:pt x="51" y="109"/>
                </a:moveTo>
                <a:cubicBezTo>
                  <a:pt x="53" y="109"/>
                  <a:pt x="53" y="109"/>
                  <a:pt x="53" y="109"/>
                </a:cubicBezTo>
                <a:cubicBezTo>
                  <a:pt x="60" y="109"/>
                  <a:pt x="66" y="103"/>
                  <a:pt x="66" y="95"/>
                </a:cubicBezTo>
                <a:cubicBezTo>
                  <a:pt x="66" y="73"/>
                  <a:pt x="66" y="73"/>
                  <a:pt x="66" y="73"/>
                </a:cubicBezTo>
                <a:cubicBezTo>
                  <a:pt x="70" y="70"/>
                  <a:pt x="74" y="67"/>
                  <a:pt x="76" y="62"/>
                </a:cubicBezTo>
                <a:cubicBezTo>
                  <a:pt x="76" y="38"/>
                  <a:pt x="76" y="38"/>
                  <a:pt x="76" y="38"/>
                </a:cubicBezTo>
                <a:cubicBezTo>
                  <a:pt x="71" y="29"/>
                  <a:pt x="62" y="22"/>
                  <a:pt x="51" y="22"/>
                </a:cubicBezTo>
                <a:cubicBezTo>
                  <a:pt x="51" y="28"/>
                  <a:pt x="51" y="28"/>
                  <a:pt x="51" y="28"/>
                </a:cubicBezTo>
                <a:cubicBezTo>
                  <a:pt x="57" y="28"/>
                  <a:pt x="62" y="31"/>
                  <a:pt x="66" y="35"/>
                </a:cubicBezTo>
                <a:cubicBezTo>
                  <a:pt x="70" y="39"/>
                  <a:pt x="73" y="44"/>
                  <a:pt x="73" y="50"/>
                </a:cubicBezTo>
                <a:cubicBezTo>
                  <a:pt x="73" y="58"/>
                  <a:pt x="68" y="65"/>
                  <a:pt x="62" y="69"/>
                </a:cubicBezTo>
                <a:cubicBezTo>
                  <a:pt x="62" y="69"/>
                  <a:pt x="62" y="69"/>
                  <a:pt x="62" y="69"/>
                </a:cubicBezTo>
                <a:cubicBezTo>
                  <a:pt x="61" y="70"/>
                  <a:pt x="61" y="71"/>
                  <a:pt x="61" y="72"/>
                </a:cubicBezTo>
                <a:cubicBezTo>
                  <a:pt x="61" y="84"/>
                  <a:pt x="61" y="84"/>
                  <a:pt x="61" y="84"/>
                </a:cubicBezTo>
                <a:cubicBezTo>
                  <a:pt x="51" y="84"/>
                  <a:pt x="51" y="84"/>
                  <a:pt x="51" y="84"/>
                </a:cubicBezTo>
                <a:cubicBezTo>
                  <a:pt x="51" y="109"/>
                  <a:pt x="51" y="109"/>
                  <a:pt x="51" y="109"/>
                </a:cubicBezTo>
                <a:close/>
                <a:moveTo>
                  <a:pt x="76" y="22"/>
                </a:moveTo>
                <a:cubicBezTo>
                  <a:pt x="76" y="28"/>
                  <a:pt x="76" y="28"/>
                  <a:pt x="76" y="28"/>
                </a:cubicBezTo>
                <a:cubicBezTo>
                  <a:pt x="75" y="28"/>
                  <a:pt x="75" y="28"/>
                  <a:pt x="74" y="27"/>
                </a:cubicBezTo>
                <a:cubicBezTo>
                  <a:pt x="73" y="26"/>
                  <a:pt x="73" y="24"/>
                  <a:pt x="74" y="23"/>
                </a:cubicBezTo>
                <a:cubicBezTo>
                  <a:pt x="76" y="22"/>
                  <a:pt x="76" y="22"/>
                  <a:pt x="76" y="22"/>
                </a:cubicBezTo>
                <a:close/>
                <a:moveTo>
                  <a:pt x="76" y="73"/>
                </a:moveTo>
                <a:cubicBezTo>
                  <a:pt x="76" y="79"/>
                  <a:pt x="76" y="79"/>
                  <a:pt x="76" y="79"/>
                </a:cubicBezTo>
                <a:cubicBezTo>
                  <a:pt x="74" y="77"/>
                  <a:pt x="74" y="77"/>
                  <a:pt x="74" y="77"/>
                </a:cubicBezTo>
                <a:cubicBezTo>
                  <a:pt x="73" y="76"/>
                  <a:pt x="73" y="74"/>
                  <a:pt x="74" y="73"/>
                </a:cubicBezTo>
                <a:cubicBezTo>
                  <a:pt x="75" y="73"/>
                  <a:pt x="75" y="73"/>
                  <a:pt x="76" y="73"/>
                </a:cubicBezTo>
                <a:close/>
                <a:moveTo>
                  <a:pt x="51" y="17"/>
                </a:moveTo>
                <a:cubicBezTo>
                  <a:pt x="51" y="0"/>
                  <a:pt x="51" y="0"/>
                  <a:pt x="51" y="0"/>
                </a:cubicBezTo>
                <a:cubicBezTo>
                  <a:pt x="51" y="0"/>
                  <a:pt x="51" y="0"/>
                  <a:pt x="51" y="0"/>
                </a:cubicBezTo>
                <a:cubicBezTo>
                  <a:pt x="52" y="0"/>
                  <a:pt x="53" y="1"/>
                  <a:pt x="53" y="2"/>
                </a:cubicBezTo>
                <a:cubicBezTo>
                  <a:pt x="53" y="15"/>
                  <a:pt x="53" y="15"/>
                  <a:pt x="53" y="15"/>
                </a:cubicBezTo>
                <a:cubicBezTo>
                  <a:pt x="53" y="16"/>
                  <a:pt x="52" y="17"/>
                  <a:pt x="51" y="17"/>
                </a:cubicBezTo>
                <a:cubicBezTo>
                  <a:pt x="51" y="17"/>
                  <a:pt x="51" y="17"/>
                  <a:pt x="51" y="17"/>
                </a:cubicBezTo>
                <a:close/>
                <a:moveTo>
                  <a:pt x="51" y="22"/>
                </a:moveTo>
                <a:cubicBezTo>
                  <a:pt x="40" y="22"/>
                  <a:pt x="30" y="29"/>
                  <a:pt x="26" y="38"/>
                </a:cubicBezTo>
                <a:cubicBezTo>
                  <a:pt x="26" y="62"/>
                  <a:pt x="26" y="62"/>
                  <a:pt x="26" y="62"/>
                </a:cubicBezTo>
                <a:cubicBezTo>
                  <a:pt x="28" y="67"/>
                  <a:pt x="31" y="71"/>
                  <a:pt x="35" y="74"/>
                </a:cubicBezTo>
                <a:cubicBezTo>
                  <a:pt x="35" y="95"/>
                  <a:pt x="35" y="95"/>
                  <a:pt x="35" y="95"/>
                </a:cubicBezTo>
                <a:cubicBezTo>
                  <a:pt x="35" y="103"/>
                  <a:pt x="42" y="109"/>
                  <a:pt x="49" y="109"/>
                </a:cubicBezTo>
                <a:cubicBezTo>
                  <a:pt x="51" y="109"/>
                  <a:pt x="51" y="109"/>
                  <a:pt x="51" y="109"/>
                </a:cubicBezTo>
                <a:cubicBezTo>
                  <a:pt x="51" y="84"/>
                  <a:pt x="51" y="84"/>
                  <a:pt x="51" y="84"/>
                </a:cubicBezTo>
                <a:cubicBezTo>
                  <a:pt x="41" y="84"/>
                  <a:pt x="41" y="84"/>
                  <a:pt x="41" y="84"/>
                </a:cubicBezTo>
                <a:cubicBezTo>
                  <a:pt x="41" y="72"/>
                  <a:pt x="41" y="72"/>
                  <a:pt x="41" y="72"/>
                </a:cubicBezTo>
                <a:cubicBezTo>
                  <a:pt x="41" y="71"/>
                  <a:pt x="41" y="70"/>
                  <a:pt x="40" y="69"/>
                </a:cubicBezTo>
                <a:cubicBezTo>
                  <a:pt x="33" y="66"/>
                  <a:pt x="28" y="58"/>
                  <a:pt x="28" y="50"/>
                </a:cubicBezTo>
                <a:cubicBezTo>
                  <a:pt x="28" y="44"/>
                  <a:pt x="31" y="39"/>
                  <a:pt x="35" y="35"/>
                </a:cubicBezTo>
                <a:cubicBezTo>
                  <a:pt x="39" y="31"/>
                  <a:pt x="44" y="28"/>
                  <a:pt x="51" y="28"/>
                </a:cubicBezTo>
                <a:cubicBezTo>
                  <a:pt x="51" y="22"/>
                  <a:pt x="51" y="22"/>
                  <a:pt x="51" y="22"/>
                </a:cubicBezTo>
                <a:close/>
                <a:moveTo>
                  <a:pt x="51" y="0"/>
                </a:moveTo>
                <a:cubicBezTo>
                  <a:pt x="51" y="17"/>
                  <a:pt x="51" y="17"/>
                  <a:pt x="51" y="17"/>
                </a:cubicBezTo>
                <a:cubicBezTo>
                  <a:pt x="49" y="17"/>
                  <a:pt x="48" y="16"/>
                  <a:pt x="48" y="15"/>
                </a:cubicBezTo>
                <a:cubicBezTo>
                  <a:pt x="48" y="2"/>
                  <a:pt x="48" y="2"/>
                  <a:pt x="48" y="2"/>
                </a:cubicBezTo>
                <a:cubicBezTo>
                  <a:pt x="48" y="1"/>
                  <a:pt x="49" y="0"/>
                  <a:pt x="51" y="0"/>
                </a:cubicBezTo>
                <a:close/>
                <a:moveTo>
                  <a:pt x="26" y="79"/>
                </a:moveTo>
                <a:cubicBezTo>
                  <a:pt x="26" y="73"/>
                  <a:pt x="26" y="73"/>
                  <a:pt x="26" y="73"/>
                </a:cubicBezTo>
                <a:cubicBezTo>
                  <a:pt x="26" y="73"/>
                  <a:pt x="27" y="73"/>
                  <a:pt x="28" y="73"/>
                </a:cubicBezTo>
                <a:cubicBezTo>
                  <a:pt x="29" y="74"/>
                  <a:pt x="29" y="76"/>
                  <a:pt x="28" y="77"/>
                </a:cubicBezTo>
                <a:cubicBezTo>
                  <a:pt x="26" y="79"/>
                  <a:pt x="26" y="79"/>
                  <a:pt x="26" y="79"/>
                </a:cubicBezTo>
                <a:close/>
                <a:moveTo>
                  <a:pt x="26" y="28"/>
                </a:moveTo>
                <a:cubicBezTo>
                  <a:pt x="26" y="21"/>
                  <a:pt x="26" y="21"/>
                  <a:pt x="26" y="21"/>
                </a:cubicBezTo>
                <a:cubicBezTo>
                  <a:pt x="28" y="23"/>
                  <a:pt x="28" y="23"/>
                  <a:pt x="28" y="23"/>
                </a:cubicBezTo>
                <a:cubicBezTo>
                  <a:pt x="29" y="24"/>
                  <a:pt x="29" y="26"/>
                  <a:pt x="28" y="27"/>
                </a:cubicBezTo>
                <a:cubicBezTo>
                  <a:pt x="27" y="28"/>
                  <a:pt x="26" y="28"/>
                  <a:pt x="26" y="28"/>
                </a:cubicBezTo>
                <a:close/>
                <a:moveTo>
                  <a:pt x="26" y="38"/>
                </a:moveTo>
                <a:cubicBezTo>
                  <a:pt x="24" y="42"/>
                  <a:pt x="23" y="46"/>
                  <a:pt x="23" y="50"/>
                </a:cubicBezTo>
                <a:cubicBezTo>
                  <a:pt x="23" y="55"/>
                  <a:pt x="24" y="59"/>
                  <a:pt x="26" y="62"/>
                </a:cubicBezTo>
                <a:cubicBezTo>
                  <a:pt x="26" y="38"/>
                  <a:pt x="26" y="38"/>
                  <a:pt x="26" y="38"/>
                </a:cubicBezTo>
                <a:close/>
                <a:moveTo>
                  <a:pt x="26" y="21"/>
                </a:moveTo>
                <a:cubicBezTo>
                  <a:pt x="26" y="28"/>
                  <a:pt x="26" y="28"/>
                  <a:pt x="26" y="28"/>
                </a:cubicBezTo>
                <a:cubicBezTo>
                  <a:pt x="25" y="28"/>
                  <a:pt x="24" y="27"/>
                  <a:pt x="24" y="27"/>
                </a:cubicBezTo>
                <a:cubicBezTo>
                  <a:pt x="24" y="27"/>
                  <a:pt x="24" y="27"/>
                  <a:pt x="24" y="27"/>
                </a:cubicBezTo>
                <a:cubicBezTo>
                  <a:pt x="15" y="18"/>
                  <a:pt x="15" y="18"/>
                  <a:pt x="15" y="18"/>
                </a:cubicBezTo>
                <a:cubicBezTo>
                  <a:pt x="14" y="17"/>
                  <a:pt x="14" y="16"/>
                  <a:pt x="15" y="15"/>
                </a:cubicBezTo>
                <a:cubicBezTo>
                  <a:pt x="16" y="14"/>
                  <a:pt x="18" y="14"/>
                  <a:pt x="19" y="15"/>
                </a:cubicBezTo>
                <a:cubicBezTo>
                  <a:pt x="26" y="21"/>
                  <a:pt x="26" y="21"/>
                  <a:pt x="26" y="21"/>
                </a:cubicBezTo>
                <a:close/>
                <a:moveTo>
                  <a:pt x="26" y="73"/>
                </a:moveTo>
                <a:cubicBezTo>
                  <a:pt x="26" y="79"/>
                  <a:pt x="26" y="79"/>
                  <a:pt x="26" y="79"/>
                </a:cubicBezTo>
                <a:cubicBezTo>
                  <a:pt x="19" y="86"/>
                  <a:pt x="19" y="86"/>
                  <a:pt x="19" y="86"/>
                </a:cubicBezTo>
                <a:cubicBezTo>
                  <a:pt x="18" y="87"/>
                  <a:pt x="16" y="87"/>
                  <a:pt x="15" y="86"/>
                </a:cubicBezTo>
                <a:cubicBezTo>
                  <a:pt x="14" y="85"/>
                  <a:pt x="14" y="83"/>
                  <a:pt x="15" y="82"/>
                </a:cubicBezTo>
                <a:cubicBezTo>
                  <a:pt x="24" y="73"/>
                  <a:pt x="24" y="73"/>
                  <a:pt x="24" y="73"/>
                </a:cubicBezTo>
                <a:cubicBezTo>
                  <a:pt x="24" y="73"/>
                  <a:pt x="24" y="73"/>
                  <a:pt x="24" y="73"/>
                </a:cubicBezTo>
                <a:cubicBezTo>
                  <a:pt x="24" y="73"/>
                  <a:pt x="25" y="73"/>
                  <a:pt x="26" y="73"/>
                </a:cubicBezTo>
                <a:close/>
                <a:moveTo>
                  <a:pt x="18" y="50"/>
                </a:moveTo>
                <a:cubicBezTo>
                  <a:pt x="18" y="50"/>
                  <a:pt x="18" y="50"/>
                  <a:pt x="18" y="50"/>
                </a:cubicBezTo>
                <a:cubicBezTo>
                  <a:pt x="18" y="49"/>
                  <a:pt x="17" y="48"/>
                  <a:pt x="15" y="48"/>
                </a:cubicBezTo>
                <a:cubicBezTo>
                  <a:pt x="3" y="48"/>
                  <a:pt x="3" y="48"/>
                  <a:pt x="3" y="48"/>
                </a:cubicBezTo>
                <a:cubicBezTo>
                  <a:pt x="2" y="48"/>
                  <a:pt x="0" y="49"/>
                  <a:pt x="0" y="50"/>
                </a:cubicBezTo>
                <a:cubicBezTo>
                  <a:pt x="0" y="52"/>
                  <a:pt x="2" y="53"/>
                  <a:pt x="3" y="53"/>
                </a:cubicBezTo>
                <a:cubicBezTo>
                  <a:pt x="15" y="53"/>
                  <a:pt x="15" y="53"/>
                  <a:pt x="15" y="53"/>
                </a:cubicBezTo>
                <a:cubicBezTo>
                  <a:pt x="17" y="53"/>
                  <a:pt x="18" y="52"/>
                  <a:pt x="18" y="50"/>
                </a:cubicBezTo>
                <a:close/>
              </a:path>
            </a:pathLst>
          </a:custGeom>
          <a:solidFill>
            <a:srgbClr val="C5C5C9"/>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id-ID" sz="1345">
              <a:latin typeface="zihun95hao-shoukesong" pitchFamily="2" charset="-122"/>
              <a:ea typeface="zihun95hao-shoukesong" pitchFamily="2" charset="-122"/>
            </a:endParaRPr>
          </a:p>
        </p:txBody>
      </p:sp>
      <p:sp>
        <p:nvSpPr>
          <p:cNvPr id="104" name="燕尾形 103"/>
          <p:cNvSpPr/>
          <p:nvPr/>
        </p:nvSpPr>
        <p:spPr>
          <a:xfrm rot="5400000">
            <a:off x="1833411" y="263773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5" name="直接连接符 104"/>
          <p:cNvCxnSpPr/>
          <p:nvPr/>
        </p:nvCxnSpPr>
        <p:spPr>
          <a:xfrm>
            <a:off x="2013385" y="3213644"/>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06" name="矩形 105"/>
          <p:cNvSpPr/>
          <p:nvPr/>
        </p:nvSpPr>
        <p:spPr>
          <a:xfrm>
            <a:off x="2350295" y="2117795"/>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07" name="矩形 47"/>
          <p:cNvSpPr>
            <a:spLocks noChangeArrowheads="1"/>
          </p:cNvSpPr>
          <p:nvPr/>
        </p:nvSpPr>
        <p:spPr bwMode="auto">
          <a:xfrm>
            <a:off x="2337337" y="2532424"/>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08" name="燕尾形 107"/>
          <p:cNvSpPr/>
          <p:nvPr/>
        </p:nvSpPr>
        <p:spPr>
          <a:xfrm rot="5400000">
            <a:off x="1833411" y="4005527"/>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09" name="直接连接符 108"/>
          <p:cNvCxnSpPr/>
          <p:nvPr/>
        </p:nvCxnSpPr>
        <p:spPr>
          <a:xfrm>
            <a:off x="2013385" y="4581440"/>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0" name="矩形 109"/>
          <p:cNvSpPr/>
          <p:nvPr/>
        </p:nvSpPr>
        <p:spPr>
          <a:xfrm>
            <a:off x="2350295" y="3485591"/>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1" name="矩形 47"/>
          <p:cNvSpPr>
            <a:spLocks noChangeArrowheads="1"/>
          </p:cNvSpPr>
          <p:nvPr/>
        </p:nvSpPr>
        <p:spPr bwMode="auto">
          <a:xfrm>
            <a:off x="2337337" y="3900220"/>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12" name="燕尾形 111"/>
          <p:cNvSpPr/>
          <p:nvPr/>
        </p:nvSpPr>
        <p:spPr>
          <a:xfrm rot="5400000">
            <a:off x="1833411" y="5445311"/>
            <a:ext cx="359947" cy="575915"/>
          </a:xfrm>
          <a:prstGeom prst="chevron">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solidFill>
              <a:latin typeface="微软雅黑" panose="020B0503020204020204" pitchFamily="34" charset="-122"/>
              <a:ea typeface="微软雅黑" panose="020B0503020204020204" pitchFamily="34" charset="-122"/>
            </a:endParaRPr>
          </a:p>
        </p:txBody>
      </p:sp>
      <p:cxnSp>
        <p:nvCxnSpPr>
          <p:cNvPr id="113" name="直接连接符 112"/>
          <p:cNvCxnSpPr/>
          <p:nvPr/>
        </p:nvCxnSpPr>
        <p:spPr>
          <a:xfrm>
            <a:off x="2013385" y="6021225"/>
            <a:ext cx="3635457" cy="0"/>
          </a:xfrm>
          <a:prstGeom prst="line">
            <a:avLst/>
          </a:prstGeom>
          <a:ln>
            <a:solidFill>
              <a:schemeClr val="bg1">
                <a:lumMod val="50000"/>
              </a:schemeClr>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2350295" y="4925376"/>
            <a:ext cx="710384" cy="400077"/>
          </a:xfrm>
          <a:prstGeom prst="rect">
            <a:avLst/>
          </a:prstGeom>
        </p:spPr>
        <p:txBody>
          <a:bodyPr wrap="none" lIns="91407" tIns="45704" rIns="91407" bIns="45704">
            <a:spAutoFit/>
          </a:bodyPr>
          <a:lstStyle/>
          <a:p>
            <a:r>
              <a:rPr lang="zh-CN" altLang="en-US" sz="2000" b="1" dirty="0">
                <a:latin typeface="微软雅黑" panose="020B0503020204020204" pitchFamily="34" charset="-122"/>
                <a:ea typeface="微软雅黑" panose="020B0503020204020204" pitchFamily="34" charset="-122"/>
              </a:rPr>
              <a:t>标题</a:t>
            </a:r>
            <a:endParaRPr lang="en-US" altLang="zh-CN" sz="2000" b="1" dirty="0">
              <a:latin typeface="微软雅黑" panose="020B0503020204020204" pitchFamily="34" charset="-122"/>
              <a:ea typeface="微软雅黑" panose="020B0503020204020204" pitchFamily="34" charset="-122"/>
            </a:endParaRPr>
          </a:p>
        </p:txBody>
      </p:sp>
      <p:sp>
        <p:nvSpPr>
          <p:cNvPr id="115" name="矩形 47"/>
          <p:cNvSpPr>
            <a:spLocks noChangeArrowheads="1"/>
          </p:cNvSpPr>
          <p:nvPr/>
        </p:nvSpPr>
        <p:spPr bwMode="auto">
          <a:xfrm>
            <a:off x="2337337" y="5340006"/>
            <a:ext cx="3311505" cy="587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07" tIns="45704" rIns="91407" bIns="45704">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a:lstStyle>
          <a:p>
            <a:pPr>
              <a:lnSpc>
                <a:spcPct val="120000"/>
              </a:lnSpc>
            </a:pPr>
            <a:r>
              <a:rPr lang="zh-CN" altLang="en-US" sz="1400" dirty="0"/>
              <a:t>在此处输入具体内容在此处输入具体内容在此处输入具体内容</a:t>
            </a:r>
            <a:endParaRPr lang="en-US" altLang="zh-CN" sz="1400" dirty="0"/>
          </a:p>
        </p:txBody>
      </p:sp>
      <p:sp>
        <p:nvSpPr>
          <p:cNvPr id="122" name="Text Box 4">
            <a:extLst>
              <a:ext uri="{FF2B5EF4-FFF2-40B4-BE49-F238E27FC236}">
                <a16:creationId xmlns:a16="http://schemas.microsoft.com/office/drawing/2014/main" id="{6BE4597B-CAEF-CB44-87B9-FEE2CD05D2A6}"/>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3" name="Half Frame 12">
            <a:extLst>
              <a:ext uri="{FF2B5EF4-FFF2-40B4-BE49-F238E27FC236}">
                <a16:creationId xmlns:a16="http://schemas.microsoft.com/office/drawing/2014/main" id="{7E0D3E9A-1621-C84A-B1F5-C7AAF2695A3E}"/>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24" name="直线连接符 123">
            <a:extLst>
              <a:ext uri="{FF2B5EF4-FFF2-40B4-BE49-F238E27FC236}">
                <a16:creationId xmlns:a16="http://schemas.microsoft.com/office/drawing/2014/main" id="{E253F40D-58FF-BB4A-9842-6E7D1786834A}"/>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14:presetBounceEnd="81000">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14:bounceEnd="81000">
                                          <p:cBhvr additive="base">
                                            <p:cTn id="397" dur="1000" fill="hold"/>
                                            <p:tgtEl>
                                              <p:spTgt spid="122"/>
                                            </p:tgtEl>
                                            <p:attrNameLst>
                                              <p:attrName>ppt_x</p:attrName>
                                            </p:attrNameLst>
                                          </p:cBhvr>
                                          <p:tavLst>
                                            <p:tav tm="0">
                                              <p:val>
                                                <p:strVal val="#ppt_x"/>
                                              </p:val>
                                            </p:tav>
                                            <p:tav tm="100000">
                                              <p:val>
                                                <p:strVal val="#ppt_x"/>
                                              </p:val>
                                            </p:tav>
                                          </p:tavLst>
                                        </p:anim>
                                        <p:anim calcmode="lin" valueType="num" p14:bounceEnd="81000">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500" fill="hold"/>
                                            <p:tgtEl>
                                              <p:spTgt spid="7"/>
                                            </p:tgtEl>
                                            <p:attrNameLst>
                                              <p:attrName>ppt_x</p:attrName>
                                            </p:attrNameLst>
                                          </p:cBhvr>
                                          <p:tavLst>
                                            <p:tav tm="0">
                                              <p:val>
                                                <p:strVal val="1+#ppt_w/2"/>
                                              </p:val>
                                            </p:tav>
                                            <p:tav tm="100000">
                                              <p:val>
                                                <p:strVal val="#ppt_x"/>
                                              </p:val>
                                            </p:tav>
                                          </p:tavLst>
                                        </p:anim>
                                        <p:anim calcmode="lin" valueType="num">
                                          <p:cBhvr additive="base">
                                            <p:cTn id="23" dur="500" fill="hold"/>
                                            <p:tgtEl>
                                              <p:spTgt spid="7"/>
                                            </p:tgtEl>
                                            <p:attrNameLst>
                                              <p:attrName>ppt_y</p:attrName>
                                            </p:attrNameLst>
                                          </p:cBhvr>
                                          <p:tavLst>
                                            <p:tav tm="0">
                                              <p:val>
                                                <p:strVal val="#ppt_y"/>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3"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00" fill="hold"/>
                                            <p:tgtEl>
                                              <p:spTgt spid="11"/>
                                            </p:tgtEl>
                                            <p:attrNameLst>
                                              <p:attrName>ppt_x</p:attrName>
                                            </p:attrNameLst>
                                          </p:cBhvr>
                                          <p:tavLst>
                                            <p:tav tm="0">
                                              <p:val>
                                                <p:strVal val="1+#ppt_w/2"/>
                                              </p:val>
                                            </p:tav>
                                            <p:tav tm="100000">
                                              <p:val>
                                                <p:strVal val="#ppt_x"/>
                                              </p:val>
                                            </p:tav>
                                          </p:tavLst>
                                        </p:anim>
                                        <p:anim calcmode="lin" valueType="num">
                                          <p:cBhvr additive="base">
                                            <p:cTn id="39" dur="500" fill="hold"/>
                                            <p:tgtEl>
                                              <p:spTgt spid="11"/>
                                            </p:tgtEl>
                                            <p:attrNameLst>
                                              <p:attrName>ppt_y</p:attrName>
                                            </p:attrNameLst>
                                          </p:cBhvr>
                                          <p:tavLst>
                                            <p:tav tm="0">
                                              <p:val>
                                                <p:strVal val="0-#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00" fill="hold"/>
                                            <p:tgtEl>
                                              <p:spTgt spid="14"/>
                                            </p:tgtEl>
                                            <p:attrNameLst>
                                              <p:attrName>ppt_x</p:attrName>
                                            </p:attrNameLst>
                                          </p:cBhvr>
                                          <p:tavLst>
                                            <p:tav tm="0">
                                              <p:val>
                                                <p:strVal val="#ppt_x"/>
                                              </p:val>
                                            </p:tav>
                                            <p:tav tm="100000">
                                              <p:val>
                                                <p:strVal val="#ppt_x"/>
                                              </p:val>
                                            </p:tav>
                                          </p:tavLst>
                                        </p:anim>
                                        <p:anim calcmode="lin" valueType="num">
                                          <p:cBhvr additive="base">
                                            <p:cTn id="51" dur="500" fill="hold"/>
                                            <p:tgtEl>
                                              <p:spTgt spid="14"/>
                                            </p:tgtEl>
                                            <p:attrNameLst>
                                              <p:attrName>ppt_y</p:attrName>
                                            </p:attrNameLst>
                                          </p:cBhvr>
                                          <p:tavLst>
                                            <p:tav tm="0">
                                              <p:val>
                                                <p:strVal val="1+#ppt_h/2"/>
                                              </p:val>
                                            </p:tav>
                                            <p:tav tm="100000">
                                              <p:val>
                                                <p:strVal val="#ppt_y"/>
                                              </p:val>
                                            </p:tav>
                                          </p:tavLst>
                                        </p:anim>
                                      </p:childTnLst>
                                    </p:cTn>
                                  </p:par>
                                  <p:par>
                                    <p:cTn id="52" presetID="2" presetClass="entr" presetSubtype="4"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par>
                                    <p:cTn id="56" presetID="2" presetClass="entr" presetSubtype="6" fill="hold" nodeType="withEffect">
                                      <p:stCondLst>
                                        <p:cond delay="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00" fill="hold"/>
                                            <p:tgtEl>
                                              <p:spTgt spid="16"/>
                                            </p:tgtEl>
                                            <p:attrNameLst>
                                              <p:attrName>ppt_x</p:attrName>
                                            </p:attrNameLst>
                                          </p:cBhvr>
                                          <p:tavLst>
                                            <p:tav tm="0">
                                              <p:val>
                                                <p:strVal val="1+#ppt_w/2"/>
                                              </p:val>
                                            </p:tav>
                                            <p:tav tm="100000">
                                              <p:val>
                                                <p:strVal val="#ppt_x"/>
                                              </p:val>
                                            </p:tav>
                                          </p:tavLst>
                                        </p:anim>
                                        <p:anim calcmode="lin" valueType="num">
                                          <p:cBhvr additive="base">
                                            <p:cTn id="59" dur="500" fill="hold"/>
                                            <p:tgtEl>
                                              <p:spTgt spid="16"/>
                                            </p:tgtEl>
                                            <p:attrNameLst>
                                              <p:attrName>ppt_y</p:attrName>
                                            </p:attrNameLst>
                                          </p:cBhvr>
                                          <p:tavLst>
                                            <p:tav tm="0">
                                              <p:val>
                                                <p:strVal val="1+#ppt_h/2"/>
                                              </p:val>
                                            </p:tav>
                                            <p:tav tm="100000">
                                              <p:val>
                                                <p:strVal val="#ppt_y"/>
                                              </p:val>
                                            </p:tav>
                                          </p:tavLst>
                                        </p:anim>
                                      </p:childTnLst>
                                    </p:cTn>
                                  </p:par>
                                  <p:par>
                                    <p:cTn id="60" presetID="2" presetClass="entr" presetSubtype="6"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 calcmode="lin" valueType="num">
                                          <p:cBhvr additive="base">
                                            <p:cTn id="66" dur="500" fill="hold"/>
                                            <p:tgtEl>
                                              <p:spTgt spid="24"/>
                                            </p:tgtEl>
                                            <p:attrNameLst>
                                              <p:attrName>ppt_x</p:attrName>
                                            </p:attrNameLst>
                                          </p:cBhvr>
                                          <p:tavLst>
                                            <p:tav tm="0">
                                              <p:val>
                                                <p:strVal val="#ppt_x"/>
                                              </p:val>
                                            </p:tav>
                                            <p:tav tm="100000">
                                              <p:val>
                                                <p:strVal val="#ppt_x"/>
                                              </p:val>
                                            </p:tav>
                                          </p:tavLst>
                                        </p:anim>
                                        <p:anim calcmode="lin" valueType="num">
                                          <p:cBhvr additive="base">
                                            <p:cTn id="67" dur="500" fill="hold"/>
                                            <p:tgtEl>
                                              <p:spTgt spid="24"/>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 calcmode="lin" valueType="num">
                                          <p:cBhvr additive="base">
                                            <p:cTn id="70" dur="500" fill="hold"/>
                                            <p:tgtEl>
                                              <p:spTgt spid="25"/>
                                            </p:tgtEl>
                                            <p:attrNameLst>
                                              <p:attrName>ppt_x</p:attrName>
                                            </p:attrNameLst>
                                          </p:cBhvr>
                                          <p:tavLst>
                                            <p:tav tm="0">
                                              <p:val>
                                                <p:strVal val="#ppt_x"/>
                                              </p:val>
                                            </p:tav>
                                            <p:tav tm="100000">
                                              <p:val>
                                                <p:strVal val="#ppt_x"/>
                                              </p:val>
                                            </p:tav>
                                          </p:tavLst>
                                        </p:anim>
                                        <p:anim calcmode="lin" valueType="num">
                                          <p:cBhvr additive="base">
                                            <p:cTn id="71" dur="500" fill="hold"/>
                                            <p:tgtEl>
                                              <p:spTgt spid="25"/>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 calcmode="lin" valueType="num">
                                          <p:cBhvr additive="base">
                                            <p:cTn id="74" dur="500" fill="hold"/>
                                            <p:tgtEl>
                                              <p:spTgt spid="26"/>
                                            </p:tgtEl>
                                            <p:attrNameLst>
                                              <p:attrName>ppt_x</p:attrName>
                                            </p:attrNameLst>
                                          </p:cBhvr>
                                          <p:tavLst>
                                            <p:tav tm="0">
                                              <p:val>
                                                <p:strVal val="#ppt_x"/>
                                              </p:val>
                                            </p:tav>
                                            <p:tav tm="100000">
                                              <p:val>
                                                <p:strVal val="#ppt_x"/>
                                              </p:val>
                                            </p:tav>
                                          </p:tavLst>
                                        </p:anim>
                                        <p:anim calcmode="lin" valueType="num">
                                          <p:cBhvr additive="base">
                                            <p:cTn id="75" dur="500" fill="hold"/>
                                            <p:tgtEl>
                                              <p:spTgt spid="26"/>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 calcmode="lin" valueType="num">
                                          <p:cBhvr additive="base">
                                            <p:cTn id="78" dur="500" fill="hold"/>
                                            <p:tgtEl>
                                              <p:spTgt spid="27"/>
                                            </p:tgtEl>
                                            <p:attrNameLst>
                                              <p:attrName>ppt_x</p:attrName>
                                            </p:attrNameLst>
                                          </p:cBhvr>
                                          <p:tavLst>
                                            <p:tav tm="0">
                                              <p:val>
                                                <p:strVal val="#ppt_x"/>
                                              </p:val>
                                            </p:tav>
                                            <p:tav tm="100000">
                                              <p:val>
                                                <p:strVal val="#ppt_x"/>
                                              </p:val>
                                            </p:tav>
                                          </p:tavLst>
                                        </p:anim>
                                        <p:anim calcmode="lin" valueType="num">
                                          <p:cBhvr additive="base">
                                            <p:cTn id="79" dur="500" fill="hold"/>
                                            <p:tgtEl>
                                              <p:spTgt spid="27"/>
                                            </p:tgtEl>
                                            <p:attrNameLst>
                                              <p:attrName>ppt_y</p:attrName>
                                            </p:attrNameLst>
                                          </p:cBhvr>
                                          <p:tavLst>
                                            <p:tav tm="0">
                                              <p:val>
                                                <p:strVal val="1+#ppt_h/2"/>
                                              </p:val>
                                            </p:tav>
                                            <p:tav tm="100000">
                                              <p:val>
                                                <p:strVal val="#ppt_y"/>
                                              </p:val>
                                            </p:tav>
                                          </p:tavLst>
                                        </p:anim>
                                      </p:childTnLst>
                                    </p:cTn>
                                  </p:par>
                                  <p:par>
                                    <p:cTn id="80" presetID="2" presetClass="entr" presetSubtype="4" fill="hold" grpId="0" nodeType="withEffect">
                                      <p:stCondLst>
                                        <p:cond delay="0"/>
                                      </p:stCondLst>
                                      <p:childTnLst>
                                        <p:set>
                                          <p:cBhvr>
                                            <p:cTn id="81" dur="1" fill="hold">
                                              <p:stCondLst>
                                                <p:cond delay="0"/>
                                              </p:stCondLst>
                                            </p:cTn>
                                            <p:tgtEl>
                                              <p:spTgt spid="28"/>
                                            </p:tgtEl>
                                            <p:attrNameLst>
                                              <p:attrName>style.visibility</p:attrName>
                                            </p:attrNameLst>
                                          </p:cBhvr>
                                          <p:to>
                                            <p:strVal val="visible"/>
                                          </p:to>
                                        </p:set>
                                        <p:anim calcmode="lin" valueType="num">
                                          <p:cBhvr additive="base">
                                            <p:cTn id="82" dur="500" fill="hold"/>
                                            <p:tgtEl>
                                              <p:spTgt spid="28"/>
                                            </p:tgtEl>
                                            <p:attrNameLst>
                                              <p:attrName>ppt_x</p:attrName>
                                            </p:attrNameLst>
                                          </p:cBhvr>
                                          <p:tavLst>
                                            <p:tav tm="0">
                                              <p:val>
                                                <p:strVal val="#ppt_x"/>
                                              </p:val>
                                            </p:tav>
                                            <p:tav tm="100000">
                                              <p:val>
                                                <p:strVal val="#ppt_x"/>
                                              </p:val>
                                            </p:tav>
                                          </p:tavLst>
                                        </p:anim>
                                        <p:anim calcmode="lin" valueType="num">
                                          <p:cBhvr additive="base">
                                            <p:cTn id="83" dur="500" fill="hold"/>
                                            <p:tgtEl>
                                              <p:spTgt spid="28"/>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 calcmode="lin" valueType="num">
                                          <p:cBhvr additive="base">
                                            <p:cTn id="86" dur="500" fill="hold"/>
                                            <p:tgtEl>
                                              <p:spTgt spid="29"/>
                                            </p:tgtEl>
                                            <p:attrNameLst>
                                              <p:attrName>ppt_x</p:attrName>
                                            </p:attrNameLst>
                                          </p:cBhvr>
                                          <p:tavLst>
                                            <p:tav tm="0">
                                              <p:val>
                                                <p:strVal val="#ppt_x"/>
                                              </p:val>
                                            </p:tav>
                                            <p:tav tm="100000">
                                              <p:val>
                                                <p:strVal val="#ppt_x"/>
                                              </p:val>
                                            </p:tav>
                                          </p:tavLst>
                                        </p:anim>
                                        <p:anim calcmode="lin" valueType="num">
                                          <p:cBhvr additive="base">
                                            <p:cTn id="87" dur="500" fill="hold"/>
                                            <p:tgtEl>
                                              <p:spTgt spid="29"/>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30"/>
                                            </p:tgtEl>
                                            <p:attrNameLst>
                                              <p:attrName>style.visibility</p:attrName>
                                            </p:attrNameLst>
                                          </p:cBhvr>
                                          <p:to>
                                            <p:strVal val="visible"/>
                                          </p:to>
                                        </p:set>
                                        <p:anim calcmode="lin" valueType="num">
                                          <p:cBhvr additive="base">
                                            <p:cTn id="90" dur="500" fill="hold"/>
                                            <p:tgtEl>
                                              <p:spTgt spid="30"/>
                                            </p:tgtEl>
                                            <p:attrNameLst>
                                              <p:attrName>ppt_x</p:attrName>
                                            </p:attrNameLst>
                                          </p:cBhvr>
                                          <p:tavLst>
                                            <p:tav tm="0">
                                              <p:val>
                                                <p:strVal val="#ppt_x"/>
                                              </p:val>
                                            </p:tav>
                                            <p:tav tm="100000">
                                              <p:val>
                                                <p:strVal val="#ppt_x"/>
                                              </p:val>
                                            </p:tav>
                                          </p:tavLst>
                                        </p:anim>
                                        <p:anim calcmode="lin" valueType="num">
                                          <p:cBhvr additive="base">
                                            <p:cTn id="91" dur="500" fill="hold"/>
                                            <p:tgtEl>
                                              <p:spTgt spid="30"/>
                                            </p:tgtEl>
                                            <p:attrNameLst>
                                              <p:attrName>ppt_y</p:attrName>
                                            </p:attrNameLst>
                                          </p:cBhvr>
                                          <p:tavLst>
                                            <p:tav tm="0">
                                              <p:val>
                                                <p:strVal val="1+#ppt_h/2"/>
                                              </p:val>
                                            </p:tav>
                                            <p:tav tm="100000">
                                              <p:val>
                                                <p:strVal val="#ppt_y"/>
                                              </p:val>
                                            </p:tav>
                                          </p:tavLst>
                                        </p:anim>
                                      </p:childTnLst>
                                    </p:cTn>
                                  </p:par>
                                  <p:par>
                                    <p:cTn id="92" presetID="2" presetClass="entr" presetSubtype="1" fill="hold" grpId="0" nodeType="withEffect">
                                      <p:stCondLst>
                                        <p:cond delay="0"/>
                                      </p:stCondLst>
                                      <p:childTnLst>
                                        <p:set>
                                          <p:cBhvr>
                                            <p:cTn id="93" dur="1" fill="hold">
                                              <p:stCondLst>
                                                <p:cond delay="0"/>
                                              </p:stCondLst>
                                            </p:cTn>
                                            <p:tgtEl>
                                              <p:spTgt spid="31"/>
                                            </p:tgtEl>
                                            <p:attrNameLst>
                                              <p:attrName>style.visibility</p:attrName>
                                            </p:attrNameLst>
                                          </p:cBhvr>
                                          <p:to>
                                            <p:strVal val="visible"/>
                                          </p:to>
                                        </p:set>
                                        <p:anim calcmode="lin" valueType="num">
                                          <p:cBhvr additive="base">
                                            <p:cTn id="94" dur="500" fill="hold"/>
                                            <p:tgtEl>
                                              <p:spTgt spid="31"/>
                                            </p:tgtEl>
                                            <p:attrNameLst>
                                              <p:attrName>ppt_x</p:attrName>
                                            </p:attrNameLst>
                                          </p:cBhvr>
                                          <p:tavLst>
                                            <p:tav tm="0">
                                              <p:val>
                                                <p:strVal val="#ppt_x"/>
                                              </p:val>
                                            </p:tav>
                                            <p:tav tm="100000">
                                              <p:val>
                                                <p:strVal val="#ppt_x"/>
                                              </p:val>
                                            </p:tav>
                                          </p:tavLst>
                                        </p:anim>
                                        <p:anim calcmode="lin" valueType="num">
                                          <p:cBhvr additive="base">
                                            <p:cTn id="95" dur="500" fill="hold"/>
                                            <p:tgtEl>
                                              <p:spTgt spid="31"/>
                                            </p:tgtEl>
                                            <p:attrNameLst>
                                              <p:attrName>ppt_y</p:attrName>
                                            </p:attrNameLst>
                                          </p:cBhvr>
                                          <p:tavLst>
                                            <p:tav tm="0">
                                              <p:val>
                                                <p:strVal val="0-#ppt_h/2"/>
                                              </p:val>
                                            </p:tav>
                                            <p:tav tm="100000">
                                              <p:val>
                                                <p:strVal val="#ppt_y"/>
                                              </p:val>
                                            </p:tav>
                                          </p:tavLst>
                                        </p:anim>
                                      </p:childTnLst>
                                    </p:cTn>
                                  </p:par>
                                  <p:par>
                                    <p:cTn id="96" presetID="2" presetClass="entr" presetSubtype="4"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 calcmode="lin" valueType="num">
                                          <p:cBhvr additive="base">
                                            <p:cTn id="98" dur="500" fill="hold"/>
                                            <p:tgtEl>
                                              <p:spTgt spid="32"/>
                                            </p:tgtEl>
                                            <p:attrNameLst>
                                              <p:attrName>ppt_x</p:attrName>
                                            </p:attrNameLst>
                                          </p:cBhvr>
                                          <p:tavLst>
                                            <p:tav tm="0">
                                              <p:val>
                                                <p:strVal val="#ppt_x"/>
                                              </p:val>
                                            </p:tav>
                                            <p:tav tm="100000">
                                              <p:val>
                                                <p:strVal val="#ppt_x"/>
                                              </p:val>
                                            </p:tav>
                                          </p:tavLst>
                                        </p:anim>
                                        <p:anim calcmode="lin" valueType="num">
                                          <p:cBhvr additive="base">
                                            <p:cTn id="99" dur="500" fill="hold"/>
                                            <p:tgtEl>
                                              <p:spTgt spid="32"/>
                                            </p:tgtEl>
                                            <p:attrNameLst>
                                              <p:attrName>ppt_y</p:attrName>
                                            </p:attrNameLst>
                                          </p:cBhvr>
                                          <p:tavLst>
                                            <p:tav tm="0">
                                              <p:val>
                                                <p:strVal val="1+#ppt_h/2"/>
                                              </p:val>
                                            </p:tav>
                                            <p:tav tm="100000">
                                              <p:val>
                                                <p:strVal val="#ppt_y"/>
                                              </p:val>
                                            </p:tav>
                                          </p:tavLst>
                                        </p:anim>
                                      </p:childTnLst>
                                    </p:cTn>
                                  </p:par>
                                  <p:par>
                                    <p:cTn id="100" presetID="2" presetClass="entr" presetSubtype="9" fill="hold" grpId="0" nodeType="withEffect">
                                      <p:stCondLst>
                                        <p:cond delay="0"/>
                                      </p:stCondLst>
                                      <p:childTnLst>
                                        <p:set>
                                          <p:cBhvr>
                                            <p:cTn id="101" dur="1" fill="hold">
                                              <p:stCondLst>
                                                <p:cond delay="0"/>
                                              </p:stCondLst>
                                            </p:cTn>
                                            <p:tgtEl>
                                              <p:spTgt spid="33"/>
                                            </p:tgtEl>
                                            <p:attrNameLst>
                                              <p:attrName>style.visibility</p:attrName>
                                            </p:attrNameLst>
                                          </p:cBhvr>
                                          <p:to>
                                            <p:strVal val="visible"/>
                                          </p:to>
                                        </p:set>
                                        <p:anim calcmode="lin" valueType="num">
                                          <p:cBhvr additive="base">
                                            <p:cTn id="102" dur="500" fill="hold"/>
                                            <p:tgtEl>
                                              <p:spTgt spid="33"/>
                                            </p:tgtEl>
                                            <p:attrNameLst>
                                              <p:attrName>ppt_x</p:attrName>
                                            </p:attrNameLst>
                                          </p:cBhvr>
                                          <p:tavLst>
                                            <p:tav tm="0">
                                              <p:val>
                                                <p:strVal val="0-#ppt_w/2"/>
                                              </p:val>
                                            </p:tav>
                                            <p:tav tm="100000">
                                              <p:val>
                                                <p:strVal val="#ppt_x"/>
                                              </p:val>
                                            </p:tav>
                                          </p:tavLst>
                                        </p:anim>
                                        <p:anim calcmode="lin" valueType="num">
                                          <p:cBhvr additive="base">
                                            <p:cTn id="103" dur="500" fill="hold"/>
                                            <p:tgtEl>
                                              <p:spTgt spid="33"/>
                                            </p:tgtEl>
                                            <p:attrNameLst>
                                              <p:attrName>ppt_y</p:attrName>
                                            </p:attrNameLst>
                                          </p:cBhvr>
                                          <p:tavLst>
                                            <p:tav tm="0">
                                              <p:val>
                                                <p:strVal val="0-#ppt_h/2"/>
                                              </p:val>
                                            </p:tav>
                                            <p:tav tm="100000">
                                              <p:val>
                                                <p:strVal val="#ppt_y"/>
                                              </p:val>
                                            </p:tav>
                                          </p:tavLst>
                                        </p:anim>
                                      </p:childTnLst>
                                    </p:cTn>
                                  </p:par>
                                  <p:par>
                                    <p:cTn id="104" presetID="2" presetClass="entr" presetSubtype="4" fill="hold" grpId="0" nodeType="withEffect">
                                      <p:stCondLst>
                                        <p:cond delay="0"/>
                                      </p:stCondLst>
                                      <p:childTnLst>
                                        <p:set>
                                          <p:cBhvr>
                                            <p:cTn id="105" dur="1" fill="hold">
                                              <p:stCondLst>
                                                <p:cond delay="0"/>
                                              </p:stCondLst>
                                            </p:cTn>
                                            <p:tgtEl>
                                              <p:spTgt spid="34"/>
                                            </p:tgtEl>
                                            <p:attrNameLst>
                                              <p:attrName>style.visibility</p:attrName>
                                            </p:attrNameLst>
                                          </p:cBhvr>
                                          <p:to>
                                            <p:strVal val="visible"/>
                                          </p:to>
                                        </p:set>
                                        <p:anim calcmode="lin" valueType="num">
                                          <p:cBhvr additive="base">
                                            <p:cTn id="106" dur="500" fill="hold"/>
                                            <p:tgtEl>
                                              <p:spTgt spid="34"/>
                                            </p:tgtEl>
                                            <p:attrNameLst>
                                              <p:attrName>ppt_x</p:attrName>
                                            </p:attrNameLst>
                                          </p:cBhvr>
                                          <p:tavLst>
                                            <p:tav tm="0">
                                              <p:val>
                                                <p:strVal val="#ppt_x"/>
                                              </p:val>
                                            </p:tav>
                                            <p:tav tm="100000">
                                              <p:val>
                                                <p:strVal val="#ppt_x"/>
                                              </p:val>
                                            </p:tav>
                                          </p:tavLst>
                                        </p:anim>
                                        <p:anim calcmode="lin" valueType="num">
                                          <p:cBhvr additive="base">
                                            <p:cTn id="107" dur="500" fill="hold"/>
                                            <p:tgtEl>
                                              <p:spTgt spid="34"/>
                                            </p:tgtEl>
                                            <p:attrNameLst>
                                              <p:attrName>ppt_y</p:attrName>
                                            </p:attrNameLst>
                                          </p:cBhvr>
                                          <p:tavLst>
                                            <p:tav tm="0">
                                              <p:val>
                                                <p:strVal val="1+#ppt_h/2"/>
                                              </p:val>
                                            </p:tav>
                                            <p:tav tm="100000">
                                              <p:val>
                                                <p:strVal val="#ppt_y"/>
                                              </p:val>
                                            </p:tav>
                                          </p:tavLst>
                                        </p:anim>
                                      </p:childTnLst>
                                    </p:cTn>
                                  </p:par>
                                  <p:par>
                                    <p:cTn id="108" presetID="2" presetClass="entr" presetSubtype="9"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 calcmode="lin" valueType="num">
                                          <p:cBhvr additive="base">
                                            <p:cTn id="110" dur="500" fill="hold"/>
                                            <p:tgtEl>
                                              <p:spTgt spid="35"/>
                                            </p:tgtEl>
                                            <p:attrNameLst>
                                              <p:attrName>ppt_x</p:attrName>
                                            </p:attrNameLst>
                                          </p:cBhvr>
                                          <p:tavLst>
                                            <p:tav tm="0">
                                              <p:val>
                                                <p:strVal val="0-#ppt_w/2"/>
                                              </p:val>
                                            </p:tav>
                                            <p:tav tm="100000">
                                              <p:val>
                                                <p:strVal val="#ppt_x"/>
                                              </p:val>
                                            </p:tav>
                                          </p:tavLst>
                                        </p:anim>
                                        <p:anim calcmode="lin" valueType="num">
                                          <p:cBhvr additive="base">
                                            <p:cTn id="111" dur="500" fill="hold"/>
                                            <p:tgtEl>
                                              <p:spTgt spid="35"/>
                                            </p:tgtEl>
                                            <p:attrNameLst>
                                              <p:attrName>ppt_y</p:attrName>
                                            </p:attrNameLst>
                                          </p:cBhvr>
                                          <p:tavLst>
                                            <p:tav tm="0">
                                              <p:val>
                                                <p:strVal val="0-#ppt_h/2"/>
                                              </p:val>
                                            </p:tav>
                                            <p:tav tm="100000">
                                              <p:val>
                                                <p:strVal val="#ppt_y"/>
                                              </p:val>
                                            </p:tav>
                                          </p:tavLst>
                                        </p:anim>
                                      </p:childTnLst>
                                    </p:cTn>
                                  </p:par>
                                  <p:par>
                                    <p:cTn id="112" presetID="2" presetClass="entr" presetSubtype="12" fill="hold" nodeType="withEffect">
                                      <p:stCondLst>
                                        <p:cond delay="0"/>
                                      </p:stCondLst>
                                      <p:childTnLst>
                                        <p:set>
                                          <p:cBhvr>
                                            <p:cTn id="113" dur="1" fill="hold">
                                              <p:stCondLst>
                                                <p:cond delay="0"/>
                                              </p:stCondLst>
                                            </p:cTn>
                                            <p:tgtEl>
                                              <p:spTgt spid="36"/>
                                            </p:tgtEl>
                                            <p:attrNameLst>
                                              <p:attrName>style.visibility</p:attrName>
                                            </p:attrNameLst>
                                          </p:cBhvr>
                                          <p:to>
                                            <p:strVal val="visible"/>
                                          </p:to>
                                        </p:set>
                                        <p:anim calcmode="lin" valueType="num">
                                          <p:cBhvr additive="base">
                                            <p:cTn id="114" dur="500" fill="hold"/>
                                            <p:tgtEl>
                                              <p:spTgt spid="36"/>
                                            </p:tgtEl>
                                            <p:attrNameLst>
                                              <p:attrName>ppt_x</p:attrName>
                                            </p:attrNameLst>
                                          </p:cBhvr>
                                          <p:tavLst>
                                            <p:tav tm="0">
                                              <p:val>
                                                <p:strVal val="0-#ppt_w/2"/>
                                              </p:val>
                                            </p:tav>
                                            <p:tav tm="100000">
                                              <p:val>
                                                <p:strVal val="#ppt_x"/>
                                              </p:val>
                                            </p:tav>
                                          </p:tavLst>
                                        </p:anim>
                                        <p:anim calcmode="lin" valueType="num">
                                          <p:cBhvr additive="base">
                                            <p:cTn id="115" dur="500" fill="hold"/>
                                            <p:tgtEl>
                                              <p:spTgt spid="36"/>
                                            </p:tgtEl>
                                            <p:attrNameLst>
                                              <p:attrName>ppt_y</p:attrName>
                                            </p:attrNameLst>
                                          </p:cBhvr>
                                          <p:tavLst>
                                            <p:tav tm="0">
                                              <p:val>
                                                <p:strVal val="1+#ppt_h/2"/>
                                              </p:val>
                                            </p:tav>
                                            <p:tav tm="100000">
                                              <p:val>
                                                <p:strVal val="#ppt_y"/>
                                              </p:val>
                                            </p:tav>
                                          </p:tavLst>
                                        </p:anim>
                                      </p:childTnLst>
                                    </p:cTn>
                                  </p:par>
                                  <p:par>
                                    <p:cTn id="116" presetID="2" presetClass="entr" presetSubtype="4" fill="hold" grpId="0" nodeType="with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additive="base">
                                            <p:cTn id="118" dur="500" fill="hold"/>
                                            <p:tgtEl>
                                              <p:spTgt spid="45"/>
                                            </p:tgtEl>
                                            <p:attrNameLst>
                                              <p:attrName>ppt_x</p:attrName>
                                            </p:attrNameLst>
                                          </p:cBhvr>
                                          <p:tavLst>
                                            <p:tav tm="0">
                                              <p:val>
                                                <p:strVal val="#ppt_x"/>
                                              </p:val>
                                            </p:tav>
                                            <p:tav tm="100000">
                                              <p:val>
                                                <p:strVal val="#ppt_x"/>
                                              </p:val>
                                            </p:tav>
                                          </p:tavLst>
                                        </p:anim>
                                        <p:anim calcmode="lin" valueType="num">
                                          <p:cBhvr additive="base">
                                            <p:cTn id="119" dur="500" fill="hold"/>
                                            <p:tgtEl>
                                              <p:spTgt spid="45"/>
                                            </p:tgtEl>
                                            <p:attrNameLst>
                                              <p:attrName>ppt_y</p:attrName>
                                            </p:attrNameLst>
                                          </p:cBhvr>
                                          <p:tavLst>
                                            <p:tav tm="0">
                                              <p:val>
                                                <p:strVal val="1+#ppt_h/2"/>
                                              </p:val>
                                            </p:tav>
                                            <p:tav tm="100000">
                                              <p:val>
                                                <p:strVal val="#ppt_y"/>
                                              </p:val>
                                            </p:tav>
                                          </p:tavLst>
                                        </p:anim>
                                      </p:childTnLst>
                                    </p:cTn>
                                  </p:par>
                                  <p:par>
                                    <p:cTn id="120" presetID="2" presetClass="entr" presetSubtype="4" fill="hold" grpId="0" nodeType="withEffect">
                                      <p:stCondLst>
                                        <p:cond delay="0"/>
                                      </p:stCondLst>
                                      <p:childTnLst>
                                        <p:set>
                                          <p:cBhvr>
                                            <p:cTn id="121" dur="1" fill="hold">
                                              <p:stCondLst>
                                                <p:cond delay="0"/>
                                              </p:stCondLst>
                                            </p:cTn>
                                            <p:tgtEl>
                                              <p:spTgt spid="46"/>
                                            </p:tgtEl>
                                            <p:attrNameLst>
                                              <p:attrName>style.visibility</p:attrName>
                                            </p:attrNameLst>
                                          </p:cBhvr>
                                          <p:to>
                                            <p:strVal val="visible"/>
                                          </p:to>
                                        </p:set>
                                        <p:anim calcmode="lin" valueType="num">
                                          <p:cBhvr additive="base">
                                            <p:cTn id="122" dur="500" fill="hold"/>
                                            <p:tgtEl>
                                              <p:spTgt spid="46"/>
                                            </p:tgtEl>
                                            <p:attrNameLst>
                                              <p:attrName>ppt_x</p:attrName>
                                            </p:attrNameLst>
                                          </p:cBhvr>
                                          <p:tavLst>
                                            <p:tav tm="0">
                                              <p:val>
                                                <p:strVal val="#ppt_x"/>
                                              </p:val>
                                            </p:tav>
                                            <p:tav tm="100000">
                                              <p:val>
                                                <p:strVal val="#ppt_x"/>
                                              </p:val>
                                            </p:tav>
                                          </p:tavLst>
                                        </p:anim>
                                        <p:anim calcmode="lin" valueType="num">
                                          <p:cBhvr additive="base">
                                            <p:cTn id="123" dur="500" fill="hold"/>
                                            <p:tgtEl>
                                              <p:spTgt spid="46"/>
                                            </p:tgtEl>
                                            <p:attrNameLst>
                                              <p:attrName>ppt_y</p:attrName>
                                            </p:attrNameLst>
                                          </p:cBhvr>
                                          <p:tavLst>
                                            <p:tav tm="0">
                                              <p:val>
                                                <p:strVal val="1+#ppt_h/2"/>
                                              </p:val>
                                            </p:tav>
                                            <p:tav tm="100000">
                                              <p:val>
                                                <p:strVal val="#ppt_y"/>
                                              </p:val>
                                            </p:tav>
                                          </p:tavLst>
                                        </p:anim>
                                      </p:childTnLst>
                                    </p:cTn>
                                  </p:par>
                                  <p:par>
                                    <p:cTn id="124" presetID="2" presetClass="entr" presetSubtype="4" fill="hold" grpId="0" nodeType="withEffect">
                                      <p:stCondLst>
                                        <p:cond delay="0"/>
                                      </p:stCondLst>
                                      <p:childTnLst>
                                        <p:set>
                                          <p:cBhvr>
                                            <p:cTn id="125" dur="1" fill="hold">
                                              <p:stCondLst>
                                                <p:cond delay="0"/>
                                              </p:stCondLst>
                                            </p:cTn>
                                            <p:tgtEl>
                                              <p:spTgt spid="47"/>
                                            </p:tgtEl>
                                            <p:attrNameLst>
                                              <p:attrName>style.visibility</p:attrName>
                                            </p:attrNameLst>
                                          </p:cBhvr>
                                          <p:to>
                                            <p:strVal val="visible"/>
                                          </p:to>
                                        </p:set>
                                        <p:anim calcmode="lin" valueType="num">
                                          <p:cBhvr additive="base">
                                            <p:cTn id="126" dur="500" fill="hold"/>
                                            <p:tgtEl>
                                              <p:spTgt spid="47"/>
                                            </p:tgtEl>
                                            <p:attrNameLst>
                                              <p:attrName>ppt_x</p:attrName>
                                            </p:attrNameLst>
                                          </p:cBhvr>
                                          <p:tavLst>
                                            <p:tav tm="0">
                                              <p:val>
                                                <p:strVal val="#ppt_x"/>
                                              </p:val>
                                            </p:tav>
                                            <p:tav tm="100000">
                                              <p:val>
                                                <p:strVal val="#ppt_x"/>
                                              </p:val>
                                            </p:tav>
                                          </p:tavLst>
                                        </p:anim>
                                        <p:anim calcmode="lin" valueType="num">
                                          <p:cBhvr additive="base">
                                            <p:cTn id="127" dur="500" fill="hold"/>
                                            <p:tgtEl>
                                              <p:spTgt spid="47"/>
                                            </p:tgtEl>
                                            <p:attrNameLst>
                                              <p:attrName>ppt_y</p:attrName>
                                            </p:attrNameLst>
                                          </p:cBhvr>
                                          <p:tavLst>
                                            <p:tav tm="0">
                                              <p:val>
                                                <p:strVal val="1+#ppt_h/2"/>
                                              </p:val>
                                            </p:tav>
                                            <p:tav tm="100000">
                                              <p:val>
                                                <p:strVal val="#ppt_y"/>
                                              </p:val>
                                            </p:tav>
                                          </p:tavLst>
                                        </p:anim>
                                      </p:childTnLst>
                                    </p:cTn>
                                  </p:par>
                                  <p:par>
                                    <p:cTn id="128" presetID="2" presetClass="entr" presetSubtype="12" fill="hold" grpId="0" nodeType="withEffect">
                                      <p:stCondLst>
                                        <p:cond delay="0"/>
                                      </p:stCondLst>
                                      <p:childTnLst>
                                        <p:set>
                                          <p:cBhvr>
                                            <p:cTn id="129" dur="1" fill="hold">
                                              <p:stCondLst>
                                                <p:cond delay="0"/>
                                              </p:stCondLst>
                                            </p:cTn>
                                            <p:tgtEl>
                                              <p:spTgt spid="48"/>
                                            </p:tgtEl>
                                            <p:attrNameLst>
                                              <p:attrName>style.visibility</p:attrName>
                                            </p:attrNameLst>
                                          </p:cBhvr>
                                          <p:to>
                                            <p:strVal val="visible"/>
                                          </p:to>
                                        </p:set>
                                        <p:anim calcmode="lin" valueType="num">
                                          <p:cBhvr additive="base">
                                            <p:cTn id="130" dur="500" fill="hold"/>
                                            <p:tgtEl>
                                              <p:spTgt spid="48"/>
                                            </p:tgtEl>
                                            <p:attrNameLst>
                                              <p:attrName>ppt_x</p:attrName>
                                            </p:attrNameLst>
                                          </p:cBhvr>
                                          <p:tavLst>
                                            <p:tav tm="0">
                                              <p:val>
                                                <p:strVal val="0-#ppt_w/2"/>
                                              </p:val>
                                            </p:tav>
                                            <p:tav tm="100000">
                                              <p:val>
                                                <p:strVal val="#ppt_x"/>
                                              </p:val>
                                            </p:tav>
                                          </p:tavLst>
                                        </p:anim>
                                        <p:anim calcmode="lin" valueType="num">
                                          <p:cBhvr additive="base">
                                            <p:cTn id="131" dur="500" fill="hold"/>
                                            <p:tgtEl>
                                              <p:spTgt spid="48"/>
                                            </p:tgtEl>
                                            <p:attrNameLst>
                                              <p:attrName>ppt_y</p:attrName>
                                            </p:attrNameLst>
                                          </p:cBhvr>
                                          <p:tavLst>
                                            <p:tav tm="0">
                                              <p:val>
                                                <p:strVal val="1+#ppt_h/2"/>
                                              </p:val>
                                            </p:tav>
                                            <p:tav tm="100000">
                                              <p:val>
                                                <p:strVal val="#ppt_y"/>
                                              </p:val>
                                            </p:tav>
                                          </p:tavLst>
                                        </p:anim>
                                      </p:childTnLst>
                                    </p:cTn>
                                  </p:par>
                                  <p:par>
                                    <p:cTn id="132" presetID="2" presetClass="entr" presetSubtype="4" fill="hold" grpId="0" nodeType="withEffect">
                                      <p:stCondLst>
                                        <p:cond delay="0"/>
                                      </p:stCondLst>
                                      <p:childTnLst>
                                        <p:set>
                                          <p:cBhvr>
                                            <p:cTn id="133" dur="1" fill="hold">
                                              <p:stCondLst>
                                                <p:cond delay="0"/>
                                              </p:stCondLst>
                                            </p:cTn>
                                            <p:tgtEl>
                                              <p:spTgt spid="49"/>
                                            </p:tgtEl>
                                            <p:attrNameLst>
                                              <p:attrName>style.visibility</p:attrName>
                                            </p:attrNameLst>
                                          </p:cBhvr>
                                          <p:to>
                                            <p:strVal val="visible"/>
                                          </p:to>
                                        </p:set>
                                        <p:anim calcmode="lin" valueType="num">
                                          <p:cBhvr additive="base">
                                            <p:cTn id="134" dur="500" fill="hold"/>
                                            <p:tgtEl>
                                              <p:spTgt spid="49"/>
                                            </p:tgtEl>
                                            <p:attrNameLst>
                                              <p:attrName>ppt_x</p:attrName>
                                            </p:attrNameLst>
                                          </p:cBhvr>
                                          <p:tavLst>
                                            <p:tav tm="0">
                                              <p:val>
                                                <p:strVal val="#ppt_x"/>
                                              </p:val>
                                            </p:tav>
                                            <p:tav tm="100000">
                                              <p:val>
                                                <p:strVal val="#ppt_x"/>
                                              </p:val>
                                            </p:tav>
                                          </p:tavLst>
                                        </p:anim>
                                        <p:anim calcmode="lin" valueType="num">
                                          <p:cBhvr additive="base">
                                            <p:cTn id="135" dur="500" fill="hold"/>
                                            <p:tgtEl>
                                              <p:spTgt spid="49"/>
                                            </p:tgtEl>
                                            <p:attrNameLst>
                                              <p:attrName>ppt_y</p:attrName>
                                            </p:attrNameLst>
                                          </p:cBhvr>
                                          <p:tavLst>
                                            <p:tav tm="0">
                                              <p:val>
                                                <p:strVal val="1+#ppt_h/2"/>
                                              </p:val>
                                            </p:tav>
                                            <p:tav tm="100000">
                                              <p:val>
                                                <p:strVal val="#ppt_y"/>
                                              </p:val>
                                            </p:tav>
                                          </p:tavLst>
                                        </p:anim>
                                      </p:childTnLst>
                                    </p:cTn>
                                  </p:par>
                                  <p:par>
                                    <p:cTn id="136" presetID="2" presetClass="entr" presetSubtype="12" fill="hold" grpId="0" nodeType="withEffect">
                                      <p:stCondLst>
                                        <p:cond delay="0"/>
                                      </p:stCondLst>
                                      <p:childTnLst>
                                        <p:set>
                                          <p:cBhvr>
                                            <p:cTn id="137" dur="1" fill="hold">
                                              <p:stCondLst>
                                                <p:cond delay="0"/>
                                              </p:stCondLst>
                                            </p:cTn>
                                            <p:tgtEl>
                                              <p:spTgt spid="50"/>
                                            </p:tgtEl>
                                            <p:attrNameLst>
                                              <p:attrName>style.visibility</p:attrName>
                                            </p:attrNameLst>
                                          </p:cBhvr>
                                          <p:to>
                                            <p:strVal val="visible"/>
                                          </p:to>
                                        </p:set>
                                        <p:anim calcmode="lin" valueType="num">
                                          <p:cBhvr additive="base">
                                            <p:cTn id="138" dur="500" fill="hold"/>
                                            <p:tgtEl>
                                              <p:spTgt spid="50"/>
                                            </p:tgtEl>
                                            <p:attrNameLst>
                                              <p:attrName>ppt_x</p:attrName>
                                            </p:attrNameLst>
                                          </p:cBhvr>
                                          <p:tavLst>
                                            <p:tav tm="0">
                                              <p:val>
                                                <p:strVal val="0-#ppt_w/2"/>
                                              </p:val>
                                            </p:tav>
                                            <p:tav tm="100000">
                                              <p:val>
                                                <p:strVal val="#ppt_x"/>
                                              </p:val>
                                            </p:tav>
                                          </p:tavLst>
                                        </p:anim>
                                        <p:anim calcmode="lin" valueType="num">
                                          <p:cBhvr additive="base">
                                            <p:cTn id="139" dur="500" fill="hold"/>
                                            <p:tgtEl>
                                              <p:spTgt spid="50"/>
                                            </p:tgtEl>
                                            <p:attrNameLst>
                                              <p:attrName>ppt_y</p:attrName>
                                            </p:attrNameLst>
                                          </p:cBhvr>
                                          <p:tavLst>
                                            <p:tav tm="0">
                                              <p:val>
                                                <p:strVal val="1+#ppt_h/2"/>
                                              </p:val>
                                            </p:tav>
                                            <p:tav tm="100000">
                                              <p:val>
                                                <p:strVal val="#ppt_y"/>
                                              </p:val>
                                            </p:tav>
                                          </p:tavLst>
                                        </p:anim>
                                      </p:childTnLst>
                                    </p:cTn>
                                  </p:par>
                                  <p:par>
                                    <p:cTn id="140" presetID="2" presetClass="entr" presetSubtype="4" fill="hold" grpId="0" nodeType="withEffect">
                                      <p:stCondLst>
                                        <p:cond delay="0"/>
                                      </p:stCondLst>
                                      <p:childTnLst>
                                        <p:set>
                                          <p:cBhvr>
                                            <p:cTn id="141" dur="1" fill="hold">
                                              <p:stCondLst>
                                                <p:cond delay="0"/>
                                              </p:stCondLst>
                                            </p:cTn>
                                            <p:tgtEl>
                                              <p:spTgt spid="51"/>
                                            </p:tgtEl>
                                            <p:attrNameLst>
                                              <p:attrName>style.visibility</p:attrName>
                                            </p:attrNameLst>
                                          </p:cBhvr>
                                          <p:to>
                                            <p:strVal val="visible"/>
                                          </p:to>
                                        </p:set>
                                        <p:anim calcmode="lin" valueType="num">
                                          <p:cBhvr additive="base">
                                            <p:cTn id="142" dur="500" fill="hold"/>
                                            <p:tgtEl>
                                              <p:spTgt spid="51"/>
                                            </p:tgtEl>
                                            <p:attrNameLst>
                                              <p:attrName>ppt_x</p:attrName>
                                            </p:attrNameLst>
                                          </p:cBhvr>
                                          <p:tavLst>
                                            <p:tav tm="0">
                                              <p:val>
                                                <p:strVal val="#ppt_x"/>
                                              </p:val>
                                            </p:tav>
                                            <p:tav tm="100000">
                                              <p:val>
                                                <p:strVal val="#ppt_x"/>
                                              </p:val>
                                            </p:tav>
                                          </p:tavLst>
                                        </p:anim>
                                        <p:anim calcmode="lin" valueType="num">
                                          <p:cBhvr additive="base">
                                            <p:cTn id="143" dur="500" fill="hold"/>
                                            <p:tgtEl>
                                              <p:spTgt spid="51"/>
                                            </p:tgtEl>
                                            <p:attrNameLst>
                                              <p:attrName>ppt_y</p:attrName>
                                            </p:attrNameLst>
                                          </p:cBhvr>
                                          <p:tavLst>
                                            <p:tav tm="0">
                                              <p:val>
                                                <p:strVal val="1+#ppt_h/2"/>
                                              </p:val>
                                            </p:tav>
                                            <p:tav tm="100000">
                                              <p:val>
                                                <p:strVal val="#ppt_y"/>
                                              </p:val>
                                            </p:tav>
                                          </p:tavLst>
                                        </p:anim>
                                      </p:childTnLst>
                                    </p:cTn>
                                  </p:par>
                                  <p:par>
                                    <p:cTn id="144" presetID="2" presetClass="entr" presetSubtype="4" fill="hold" grpId="0" nodeType="withEffect">
                                      <p:stCondLst>
                                        <p:cond delay="0"/>
                                      </p:stCondLst>
                                      <p:childTnLst>
                                        <p:set>
                                          <p:cBhvr>
                                            <p:cTn id="145" dur="1" fill="hold">
                                              <p:stCondLst>
                                                <p:cond delay="0"/>
                                              </p:stCondLst>
                                            </p:cTn>
                                            <p:tgtEl>
                                              <p:spTgt spid="52"/>
                                            </p:tgtEl>
                                            <p:attrNameLst>
                                              <p:attrName>style.visibility</p:attrName>
                                            </p:attrNameLst>
                                          </p:cBhvr>
                                          <p:to>
                                            <p:strVal val="visible"/>
                                          </p:to>
                                        </p:set>
                                        <p:anim calcmode="lin" valueType="num">
                                          <p:cBhvr additive="base">
                                            <p:cTn id="146" dur="500" fill="hold"/>
                                            <p:tgtEl>
                                              <p:spTgt spid="52"/>
                                            </p:tgtEl>
                                            <p:attrNameLst>
                                              <p:attrName>ppt_x</p:attrName>
                                            </p:attrNameLst>
                                          </p:cBhvr>
                                          <p:tavLst>
                                            <p:tav tm="0">
                                              <p:val>
                                                <p:strVal val="#ppt_x"/>
                                              </p:val>
                                            </p:tav>
                                            <p:tav tm="100000">
                                              <p:val>
                                                <p:strVal val="#ppt_x"/>
                                              </p:val>
                                            </p:tav>
                                          </p:tavLst>
                                        </p:anim>
                                        <p:anim calcmode="lin" valueType="num">
                                          <p:cBhvr additive="base">
                                            <p:cTn id="147" dur="500" fill="hold"/>
                                            <p:tgtEl>
                                              <p:spTgt spid="52"/>
                                            </p:tgtEl>
                                            <p:attrNameLst>
                                              <p:attrName>ppt_y</p:attrName>
                                            </p:attrNameLst>
                                          </p:cBhvr>
                                          <p:tavLst>
                                            <p:tav tm="0">
                                              <p:val>
                                                <p:strVal val="1+#ppt_h/2"/>
                                              </p:val>
                                            </p:tav>
                                            <p:tav tm="100000">
                                              <p:val>
                                                <p:strVal val="#ppt_y"/>
                                              </p:val>
                                            </p:tav>
                                          </p:tavLst>
                                        </p:anim>
                                      </p:childTnLst>
                                    </p:cTn>
                                  </p:par>
                                  <p:par>
                                    <p:cTn id="148" presetID="2" presetClass="entr" presetSubtype="4" fill="hold" grpId="0" nodeType="withEffect">
                                      <p:stCondLst>
                                        <p:cond delay="0"/>
                                      </p:stCondLst>
                                      <p:childTnLst>
                                        <p:set>
                                          <p:cBhvr>
                                            <p:cTn id="149" dur="1" fill="hold">
                                              <p:stCondLst>
                                                <p:cond delay="0"/>
                                              </p:stCondLst>
                                            </p:cTn>
                                            <p:tgtEl>
                                              <p:spTgt spid="53"/>
                                            </p:tgtEl>
                                            <p:attrNameLst>
                                              <p:attrName>style.visibility</p:attrName>
                                            </p:attrNameLst>
                                          </p:cBhvr>
                                          <p:to>
                                            <p:strVal val="visible"/>
                                          </p:to>
                                        </p:set>
                                        <p:anim calcmode="lin" valueType="num">
                                          <p:cBhvr additive="base">
                                            <p:cTn id="150" dur="500" fill="hold"/>
                                            <p:tgtEl>
                                              <p:spTgt spid="53"/>
                                            </p:tgtEl>
                                            <p:attrNameLst>
                                              <p:attrName>ppt_x</p:attrName>
                                            </p:attrNameLst>
                                          </p:cBhvr>
                                          <p:tavLst>
                                            <p:tav tm="0">
                                              <p:val>
                                                <p:strVal val="#ppt_x"/>
                                              </p:val>
                                            </p:tav>
                                            <p:tav tm="100000">
                                              <p:val>
                                                <p:strVal val="#ppt_x"/>
                                              </p:val>
                                            </p:tav>
                                          </p:tavLst>
                                        </p:anim>
                                        <p:anim calcmode="lin" valueType="num">
                                          <p:cBhvr additive="base">
                                            <p:cTn id="151" dur="500" fill="hold"/>
                                            <p:tgtEl>
                                              <p:spTgt spid="53"/>
                                            </p:tgtEl>
                                            <p:attrNameLst>
                                              <p:attrName>ppt_y</p:attrName>
                                            </p:attrNameLst>
                                          </p:cBhvr>
                                          <p:tavLst>
                                            <p:tav tm="0">
                                              <p:val>
                                                <p:strVal val="1+#ppt_h/2"/>
                                              </p:val>
                                            </p:tav>
                                            <p:tav tm="100000">
                                              <p:val>
                                                <p:strVal val="#ppt_y"/>
                                              </p:val>
                                            </p:tav>
                                          </p:tavLst>
                                        </p:anim>
                                      </p:childTnLst>
                                    </p:cTn>
                                  </p:par>
                                  <p:par>
                                    <p:cTn id="152" presetID="2" presetClass="entr" presetSubtype="8" fill="hold" nodeType="withEffect">
                                      <p:stCondLst>
                                        <p:cond delay="0"/>
                                      </p:stCondLst>
                                      <p:childTnLst>
                                        <p:set>
                                          <p:cBhvr>
                                            <p:cTn id="153" dur="1" fill="hold">
                                              <p:stCondLst>
                                                <p:cond delay="0"/>
                                              </p:stCondLst>
                                            </p:cTn>
                                            <p:tgtEl>
                                              <p:spTgt spid="54"/>
                                            </p:tgtEl>
                                            <p:attrNameLst>
                                              <p:attrName>style.visibility</p:attrName>
                                            </p:attrNameLst>
                                          </p:cBhvr>
                                          <p:to>
                                            <p:strVal val="visible"/>
                                          </p:to>
                                        </p:set>
                                        <p:anim calcmode="lin" valueType="num">
                                          <p:cBhvr additive="base">
                                            <p:cTn id="154" dur="500" fill="hold"/>
                                            <p:tgtEl>
                                              <p:spTgt spid="54"/>
                                            </p:tgtEl>
                                            <p:attrNameLst>
                                              <p:attrName>ppt_x</p:attrName>
                                            </p:attrNameLst>
                                          </p:cBhvr>
                                          <p:tavLst>
                                            <p:tav tm="0">
                                              <p:val>
                                                <p:strVal val="0-#ppt_w/2"/>
                                              </p:val>
                                            </p:tav>
                                            <p:tav tm="100000">
                                              <p:val>
                                                <p:strVal val="#ppt_x"/>
                                              </p:val>
                                            </p:tav>
                                          </p:tavLst>
                                        </p:anim>
                                        <p:anim calcmode="lin" valueType="num">
                                          <p:cBhvr additive="base">
                                            <p:cTn id="155" dur="500" fill="hold"/>
                                            <p:tgtEl>
                                              <p:spTgt spid="54"/>
                                            </p:tgtEl>
                                            <p:attrNameLst>
                                              <p:attrName>ppt_y</p:attrName>
                                            </p:attrNameLst>
                                          </p:cBhvr>
                                          <p:tavLst>
                                            <p:tav tm="0">
                                              <p:val>
                                                <p:strVal val="#ppt_y"/>
                                              </p:val>
                                            </p:tav>
                                            <p:tav tm="100000">
                                              <p:val>
                                                <p:strVal val="#ppt_y"/>
                                              </p:val>
                                            </p:tav>
                                          </p:tavLst>
                                        </p:anim>
                                      </p:childTnLst>
                                    </p:cTn>
                                  </p:par>
                                  <p:par>
                                    <p:cTn id="156" presetID="2" presetClass="entr" presetSubtype="4" fill="hold" grpId="0" nodeType="withEffect">
                                      <p:stCondLst>
                                        <p:cond delay="0"/>
                                      </p:stCondLst>
                                      <p:childTnLst>
                                        <p:set>
                                          <p:cBhvr>
                                            <p:cTn id="157" dur="1" fill="hold">
                                              <p:stCondLst>
                                                <p:cond delay="0"/>
                                              </p:stCondLst>
                                            </p:cTn>
                                            <p:tgtEl>
                                              <p:spTgt spid="57"/>
                                            </p:tgtEl>
                                            <p:attrNameLst>
                                              <p:attrName>style.visibility</p:attrName>
                                            </p:attrNameLst>
                                          </p:cBhvr>
                                          <p:to>
                                            <p:strVal val="visible"/>
                                          </p:to>
                                        </p:set>
                                        <p:anim calcmode="lin" valueType="num">
                                          <p:cBhvr additive="base">
                                            <p:cTn id="158" dur="500" fill="hold"/>
                                            <p:tgtEl>
                                              <p:spTgt spid="57"/>
                                            </p:tgtEl>
                                            <p:attrNameLst>
                                              <p:attrName>ppt_x</p:attrName>
                                            </p:attrNameLst>
                                          </p:cBhvr>
                                          <p:tavLst>
                                            <p:tav tm="0">
                                              <p:val>
                                                <p:strVal val="#ppt_x"/>
                                              </p:val>
                                            </p:tav>
                                            <p:tav tm="100000">
                                              <p:val>
                                                <p:strVal val="#ppt_x"/>
                                              </p:val>
                                            </p:tav>
                                          </p:tavLst>
                                        </p:anim>
                                        <p:anim calcmode="lin" valueType="num">
                                          <p:cBhvr additive="base">
                                            <p:cTn id="159" dur="500" fill="hold"/>
                                            <p:tgtEl>
                                              <p:spTgt spid="57"/>
                                            </p:tgtEl>
                                            <p:attrNameLst>
                                              <p:attrName>ppt_y</p:attrName>
                                            </p:attrNameLst>
                                          </p:cBhvr>
                                          <p:tavLst>
                                            <p:tav tm="0">
                                              <p:val>
                                                <p:strVal val="1+#ppt_h/2"/>
                                              </p:val>
                                            </p:tav>
                                            <p:tav tm="100000">
                                              <p:val>
                                                <p:strVal val="#ppt_y"/>
                                              </p:val>
                                            </p:tav>
                                          </p:tavLst>
                                        </p:anim>
                                      </p:childTnLst>
                                    </p:cTn>
                                  </p:par>
                                  <p:par>
                                    <p:cTn id="160" presetID="2" presetClass="entr" presetSubtype="4" fill="hold" grpId="0" nodeType="withEffect">
                                      <p:stCondLst>
                                        <p:cond delay="0"/>
                                      </p:stCondLst>
                                      <p:childTnLst>
                                        <p:set>
                                          <p:cBhvr>
                                            <p:cTn id="161" dur="1" fill="hold">
                                              <p:stCondLst>
                                                <p:cond delay="0"/>
                                              </p:stCondLst>
                                            </p:cTn>
                                            <p:tgtEl>
                                              <p:spTgt spid="58"/>
                                            </p:tgtEl>
                                            <p:attrNameLst>
                                              <p:attrName>style.visibility</p:attrName>
                                            </p:attrNameLst>
                                          </p:cBhvr>
                                          <p:to>
                                            <p:strVal val="visible"/>
                                          </p:to>
                                        </p:set>
                                        <p:anim calcmode="lin" valueType="num">
                                          <p:cBhvr additive="base">
                                            <p:cTn id="162" dur="500" fill="hold"/>
                                            <p:tgtEl>
                                              <p:spTgt spid="58"/>
                                            </p:tgtEl>
                                            <p:attrNameLst>
                                              <p:attrName>ppt_x</p:attrName>
                                            </p:attrNameLst>
                                          </p:cBhvr>
                                          <p:tavLst>
                                            <p:tav tm="0">
                                              <p:val>
                                                <p:strVal val="#ppt_x"/>
                                              </p:val>
                                            </p:tav>
                                            <p:tav tm="100000">
                                              <p:val>
                                                <p:strVal val="#ppt_x"/>
                                              </p:val>
                                            </p:tav>
                                          </p:tavLst>
                                        </p:anim>
                                        <p:anim calcmode="lin" valueType="num">
                                          <p:cBhvr additive="base">
                                            <p:cTn id="163" dur="500" fill="hold"/>
                                            <p:tgtEl>
                                              <p:spTgt spid="58"/>
                                            </p:tgtEl>
                                            <p:attrNameLst>
                                              <p:attrName>ppt_y</p:attrName>
                                            </p:attrNameLst>
                                          </p:cBhvr>
                                          <p:tavLst>
                                            <p:tav tm="0">
                                              <p:val>
                                                <p:strVal val="1+#ppt_h/2"/>
                                              </p:val>
                                            </p:tav>
                                            <p:tav tm="100000">
                                              <p:val>
                                                <p:strVal val="#ppt_y"/>
                                              </p:val>
                                            </p:tav>
                                          </p:tavLst>
                                        </p:anim>
                                      </p:childTnLst>
                                    </p:cTn>
                                  </p:par>
                                  <p:par>
                                    <p:cTn id="164" presetID="2" presetClass="entr" presetSubtype="4" fill="hold" grpId="0" nodeType="withEffect">
                                      <p:stCondLst>
                                        <p:cond delay="0"/>
                                      </p:stCondLst>
                                      <p:childTnLst>
                                        <p:set>
                                          <p:cBhvr>
                                            <p:cTn id="165" dur="1" fill="hold">
                                              <p:stCondLst>
                                                <p:cond delay="0"/>
                                              </p:stCondLst>
                                            </p:cTn>
                                            <p:tgtEl>
                                              <p:spTgt spid="59"/>
                                            </p:tgtEl>
                                            <p:attrNameLst>
                                              <p:attrName>style.visibility</p:attrName>
                                            </p:attrNameLst>
                                          </p:cBhvr>
                                          <p:to>
                                            <p:strVal val="visible"/>
                                          </p:to>
                                        </p:set>
                                        <p:anim calcmode="lin" valueType="num">
                                          <p:cBhvr additive="base">
                                            <p:cTn id="166" dur="500" fill="hold"/>
                                            <p:tgtEl>
                                              <p:spTgt spid="59"/>
                                            </p:tgtEl>
                                            <p:attrNameLst>
                                              <p:attrName>ppt_x</p:attrName>
                                            </p:attrNameLst>
                                          </p:cBhvr>
                                          <p:tavLst>
                                            <p:tav tm="0">
                                              <p:val>
                                                <p:strVal val="#ppt_x"/>
                                              </p:val>
                                            </p:tav>
                                            <p:tav tm="100000">
                                              <p:val>
                                                <p:strVal val="#ppt_x"/>
                                              </p:val>
                                            </p:tav>
                                          </p:tavLst>
                                        </p:anim>
                                        <p:anim calcmode="lin" valueType="num">
                                          <p:cBhvr additive="base">
                                            <p:cTn id="167" dur="500" fill="hold"/>
                                            <p:tgtEl>
                                              <p:spTgt spid="59"/>
                                            </p:tgtEl>
                                            <p:attrNameLst>
                                              <p:attrName>ppt_y</p:attrName>
                                            </p:attrNameLst>
                                          </p:cBhvr>
                                          <p:tavLst>
                                            <p:tav tm="0">
                                              <p:val>
                                                <p:strVal val="1+#ppt_h/2"/>
                                              </p:val>
                                            </p:tav>
                                            <p:tav tm="100000">
                                              <p:val>
                                                <p:strVal val="#ppt_y"/>
                                              </p:val>
                                            </p:tav>
                                          </p:tavLst>
                                        </p:anim>
                                      </p:childTnLst>
                                    </p:cTn>
                                  </p:par>
                                  <p:par>
                                    <p:cTn id="168" presetID="2" presetClass="entr" presetSubtype="4" fill="hold" grpId="0" nodeType="withEffect">
                                      <p:stCondLst>
                                        <p:cond delay="0"/>
                                      </p:stCondLst>
                                      <p:childTnLst>
                                        <p:set>
                                          <p:cBhvr>
                                            <p:cTn id="169" dur="1" fill="hold">
                                              <p:stCondLst>
                                                <p:cond delay="0"/>
                                              </p:stCondLst>
                                            </p:cTn>
                                            <p:tgtEl>
                                              <p:spTgt spid="60"/>
                                            </p:tgtEl>
                                            <p:attrNameLst>
                                              <p:attrName>style.visibility</p:attrName>
                                            </p:attrNameLst>
                                          </p:cBhvr>
                                          <p:to>
                                            <p:strVal val="visible"/>
                                          </p:to>
                                        </p:set>
                                        <p:anim calcmode="lin" valueType="num">
                                          <p:cBhvr additive="base">
                                            <p:cTn id="170" dur="500" fill="hold"/>
                                            <p:tgtEl>
                                              <p:spTgt spid="60"/>
                                            </p:tgtEl>
                                            <p:attrNameLst>
                                              <p:attrName>ppt_x</p:attrName>
                                            </p:attrNameLst>
                                          </p:cBhvr>
                                          <p:tavLst>
                                            <p:tav tm="0">
                                              <p:val>
                                                <p:strVal val="#ppt_x"/>
                                              </p:val>
                                            </p:tav>
                                            <p:tav tm="100000">
                                              <p:val>
                                                <p:strVal val="#ppt_x"/>
                                              </p:val>
                                            </p:tav>
                                          </p:tavLst>
                                        </p:anim>
                                        <p:anim calcmode="lin" valueType="num">
                                          <p:cBhvr additive="base">
                                            <p:cTn id="171" dur="500" fill="hold"/>
                                            <p:tgtEl>
                                              <p:spTgt spid="60"/>
                                            </p:tgtEl>
                                            <p:attrNameLst>
                                              <p:attrName>ppt_y</p:attrName>
                                            </p:attrNameLst>
                                          </p:cBhvr>
                                          <p:tavLst>
                                            <p:tav tm="0">
                                              <p:val>
                                                <p:strVal val="1+#ppt_h/2"/>
                                              </p:val>
                                            </p:tav>
                                            <p:tav tm="100000">
                                              <p:val>
                                                <p:strVal val="#ppt_y"/>
                                              </p:val>
                                            </p:tav>
                                          </p:tavLst>
                                        </p:anim>
                                      </p:childTnLst>
                                    </p:cTn>
                                  </p:par>
                                  <p:par>
                                    <p:cTn id="172" presetID="2" presetClass="entr" presetSubtype="4" fill="hold" grpId="0" nodeType="withEffect">
                                      <p:stCondLst>
                                        <p:cond delay="0"/>
                                      </p:stCondLst>
                                      <p:childTnLst>
                                        <p:set>
                                          <p:cBhvr>
                                            <p:cTn id="173" dur="1" fill="hold">
                                              <p:stCondLst>
                                                <p:cond delay="0"/>
                                              </p:stCondLst>
                                            </p:cTn>
                                            <p:tgtEl>
                                              <p:spTgt spid="61"/>
                                            </p:tgtEl>
                                            <p:attrNameLst>
                                              <p:attrName>style.visibility</p:attrName>
                                            </p:attrNameLst>
                                          </p:cBhvr>
                                          <p:to>
                                            <p:strVal val="visible"/>
                                          </p:to>
                                        </p:set>
                                        <p:anim calcmode="lin" valueType="num">
                                          <p:cBhvr additive="base">
                                            <p:cTn id="174" dur="500" fill="hold"/>
                                            <p:tgtEl>
                                              <p:spTgt spid="61"/>
                                            </p:tgtEl>
                                            <p:attrNameLst>
                                              <p:attrName>ppt_x</p:attrName>
                                            </p:attrNameLst>
                                          </p:cBhvr>
                                          <p:tavLst>
                                            <p:tav tm="0">
                                              <p:val>
                                                <p:strVal val="#ppt_x"/>
                                              </p:val>
                                            </p:tav>
                                            <p:tav tm="100000">
                                              <p:val>
                                                <p:strVal val="#ppt_x"/>
                                              </p:val>
                                            </p:tav>
                                          </p:tavLst>
                                        </p:anim>
                                        <p:anim calcmode="lin" valueType="num">
                                          <p:cBhvr additive="base">
                                            <p:cTn id="175" dur="500" fill="hold"/>
                                            <p:tgtEl>
                                              <p:spTgt spid="61"/>
                                            </p:tgtEl>
                                            <p:attrNameLst>
                                              <p:attrName>ppt_y</p:attrName>
                                            </p:attrNameLst>
                                          </p:cBhvr>
                                          <p:tavLst>
                                            <p:tav tm="0">
                                              <p:val>
                                                <p:strVal val="1+#ppt_h/2"/>
                                              </p:val>
                                            </p:tav>
                                            <p:tav tm="100000">
                                              <p:val>
                                                <p:strVal val="#ppt_y"/>
                                              </p:val>
                                            </p:tav>
                                          </p:tavLst>
                                        </p:anim>
                                      </p:childTnLst>
                                    </p:cTn>
                                  </p:par>
                                  <p:par>
                                    <p:cTn id="176" presetID="2" presetClass="entr" presetSubtype="8" fill="hold" grpId="0" nodeType="withEffect">
                                      <p:stCondLst>
                                        <p:cond delay="0"/>
                                      </p:stCondLst>
                                      <p:childTnLst>
                                        <p:set>
                                          <p:cBhvr>
                                            <p:cTn id="177" dur="1" fill="hold">
                                              <p:stCondLst>
                                                <p:cond delay="0"/>
                                              </p:stCondLst>
                                            </p:cTn>
                                            <p:tgtEl>
                                              <p:spTgt spid="62"/>
                                            </p:tgtEl>
                                            <p:attrNameLst>
                                              <p:attrName>style.visibility</p:attrName>
                                            </p:attrNameLst>
                                          </p:cBhvr>
                                          <p:to>
                                            <p:strVal val="visible"/>
                                          </p:to>
                                        </p:set>
                                        <p:anim calcmode="lin" valueType="num">
                                          <p:cBhvr additive="base">
                                            <p:cTn id="178" dur="500" fill="hold"/>
                                            <p:tgtEl>
                                              <p:spTgt spid="62"/>
                                            </p:tgtEl>
                                            <p:attrNameLst>
                                              <p:attrName>ppt_x</p:attrName>
                                            </p:attrNameLst>
                                          </p:cBhvr>
                                          <p:tavLst>
                                            <p:tav tm="0">
                                              <p:val>
                                                <p:strVal val="0-#ppt_w/2"/>
                                              </p:val>
                                            </p:tav>
                                            <p:tav tm="100000">
                                              <p:val>
                                                <p:strVal val="#ppt_x"/>
                                              </p:val>
                                            </p:tav>
                                          </p:tavLst>
                                        </p:anim>
                                        <p:anim calcmode="lin" valueType="num">
                                          <p:cBhvr additive="base">
                                            <p:cTn id="179" dur="500" fill="hold"/>
                                            <p:tgtEl>
                                              <p:spTgt spid="62"/>
                                            </p:tgtEl>
                                            <p:attrNameLst>
                                              <p:attrName>ppt_y</p:attrName>
                                            </p:attrNameLst>
                                          </p:cBhvr>
                                          <p:tavLst>
                                            <p:tav tm="0">
                                              <p:val>
                                                <p:strVal val="#ppt_y"/>
                                              </p:val>
                                            </p:tav>
                                            <p:tav tm="100000">
                                              <p:val>
                                                <p:strVal val="#ppt_y"/>
                                              </p:val>
                                            </p:tav>
                                          </p:tavLst>
                                        </p:anim>
                                      </p:childTnLst>
                                    </p:cTn>
                                  </p:par>
                                  <p:par>
                                    <p:cTn id="180" presetID="2" presetClass="entr" presetSubtype="4" fill="hold" grpId="0" nodeType="withEffect">
                                      <p:stCondLst>
                                        <p:cond delay="0"/>
                                      </p:stCondLst>
                                      <p:childTnLst>
                                        <p:set>
                                          <p:cBhvr>
                                            <p:cTn id="181" dur="1" fill="hold">
                                              <p:stCondLst>
                                                <p:cond delay="0"/>
                                              </p:stCondLst>
                                            </p:cTn>
                                            <p:tgtEl>
                                              <p:spTgt spid="63"/>
                                            </p:tgtEl>
                                            <p:attrNameLst>
                                              <p:attrName>style.visibility</p:attrName>
                                            </p:attrNameLst>
                                          </p:cBhvr>
                                          <p:to>
                                            <p:strVal val="visible"/>
                                          </p:to>
                                        </p:set>
                                        <p:anim calcmode="lin" valueType="num">
                                          <p:cBhvr additive="base">
                                            <p:cTn id="182" dur="500" fill="hold"/>
                                            <p:tgtEl>
                                              <p:spTgt spid="63"/>
                                            </p:tgtEl>
                                            <p:attrNameLst>
                                              <p:attrName>ppt_x</p:attrName>
                                            </p:attrNameLst>
                                          </p:cBhvr>
                                          <p:tavLst>
                                            <p:tav tm="0">
                                              <p:val>
                                                <p:strVal val="#ppt_x"/>
                                              </p:val>
                                            </p:tav>
                                            <p:tav tm="100000">
                                              <p:val>
                                                <p:strVal val="#ppt_x"/>
                                              </p:val>
                                            </p:tav>
                                          </p:tavLst>
                                        </p:anim>
                                        <p:anim calcmode="lin" valueType="num">
                                          <p:cBhvr additive="base">
                                            <p:cTn id="183" dur="500" fill="hold"/>
                                            <p:tgtEl>
                                              <p:spTgt spid="63"/>
                                            </p:tgtEl>
                                            <p:attrNameLst>
                                              <p:attrName>ppt_y</p:attrName>
                                            </p:attrNameLst>
                                          </p:cBhvr>
                                          <p:tavLst>
                                            <p:tav tm="0">
                                              <p:val>
                                                <p:strVal val="1+#ppt_h/2"/>
                                              </p:val>
                                            </p:tav>
                                            <p:tav tm="100000">
                                              <p:val>
                                                <p:strVal val="#ppt_y"/>
                                              </p:val>
                                            </p:tav>
                                          </p:tavLst>
                                        </p:anim>
                                      </p:childTnLst>
                                    </p:cTn>
                                  </p:par>
                                  <p:par>
                                    <p:cTn id="184" presetID="2" presetClass="entr" presetSubtype="4" fill="hold" grpId="0" nodeType="withEffect">
                                      <p:stCondLst>
                                        <p:cond delay="0"/>
                                      </p:stCondLst>
                                      <p:childTnLst>
                                        <p:set>
                                          <p:cBhvr>
                                            <p:cTn id="185" dur="1" fill="hold">
                                              <p:stCondLst>
                                                <p:cond delay="0"/>
                                              </p:stCondLst>
                                            </p:cTn>
                                            <p:tgtEl>
                                              <p:spTgt spid="64"/>
                                            </p:tgtEl>
                                            <p:attrNameLst>
                                              <p:attrName>style.visibility</p:attrName>
                                            </p:attrNameLst>
                                          </p:cBhvr>
                                          <p:to>
                                            <p:strVal val="visible"/>
                                          </p:to>
                                        </p:set>
                                        <p:anim calcmode="lin" valueType="num">
                                          <p:cBhvr additive="base">
                                            <p:cTn id="186" dur="500" fill="hold"/>
                                            <p:tgtEl>
                                              <p:spTgt spid="64"/>
                                            </p:tgtEl>
                                            <p:attrNameLst>
                                              <p:attrName>ppt_x</p:attrName>
                                            </p:attrNameLst>
                                          </p:cBhvr>
                                          <p:tavLst>
                                            <p:tav tm="0">
                                              <p:val>
                                                <p:strVal val="#ppt_x"/>
                                              </p:val>
                                            </p:tav>
                                            <p:tav tm="100000">
                                              <p:val>
                                                <p:strVal val="#ppt_x"/>
                                              </p:val>
                                            </p:tav>
                                          </p:tavLst>
                                        </p:anim>
                                        <p:anim calcmode="lin" valueType="num">
                                          <p:cBhvr additive="base">
                                            <p:cTn id="187" dur="500" fill="hold"/>
                                            <p:tgtEl>
                                              <p:spTgt spid="64"/>
                                            </p:tgtEl>
                                            <p:attrNameLst>
                                              <p:attrName>ppt_y</p:attrName>
                                            </p:attrNameLst>
                                          </p:cBhvr>
                                          <p:tavLst>
                                            <p:tav tm="0">
                                              <p:val>
                                                <p:strVal val="1+#ppt_h/2"/>
                                              </p:val>
                                            </p:tav>
                                            <p:tav tm="100000">
                                              <p:val>
                                                <p:strVal val="#ppt_y"/>
                                              </p:val>
                                            </p:tav>
                                          </p:tavLst>
                                        </p:anim>
                                      </p:childTnLst>
                                    </p:cTn>
                                  </p:par>
                                  <p:par>
                                    <p:cTn id="188" presetID="2" presetClass="entr" presetSubtype="4" fill="hold" grpId="0" nodeType="withEffect">
                                      <p:stCondLst>
                                        <p:cond delay="0"/>
                                      </p:stCondLst>
                                      <p:childTnLst>
                                        <p:set>
                                          <p:cBhvr>
                                            <p:cTn id="189" dur="1" fill="hold">
                                              <p:stCondLst>
                                                <p:cond delay="0"/>
                                              </p:stCondLst>
                                            </p:cTn>
                                            <p:tgtEl>
                                              <p:spTgt spid="65"/>
                                            </p:tgtEl>
                                            <p:attrNameLst>
                                              <p:attrName>style.visibility</p:attrName>
                                            </p:attrNameLst>
                                          </p:cBhvr>
                                          <p:to>
                                            <p:strVal val="visible"/>
                                          </p:to>
                                        </p:set>
                                        <p:anim calcmode="lin" valueType="num">
                                          <p:cBhvr additive="base">
                                            <p:cTn id="190" dur="500" fill="hold"/>
                                            <p:tgtEl>
                                              <p:spTgt spid="65"/>
                                            </p:tgtEl>
                                            <p:attrNameLst>
                                              <p:attrName>ppt_x</p:attrName>
                                            </p:attrNameLst>
                                          </p:cBhvr>
                                          <p:tavLst>
                                            <p:tav tm="0">
                                              <p:val>
                                                <p:strVal val="#ppt_x"/>
                                              </p:val>
                                            </p:tav>
                                            <p:tav tm="100000">
                                              <p:val>
                                                <p:strVal val="#ppt_x"/>
                                              </p:val>
                                            </p:tav>
                                          </p:tavLst>
                                        </p:anim>
                                        <p:anim calcmode="lin" valueType="num">
                                          <p:cBhvr additive="base">
                                            <p:cTn id="191" dur="500" fill="hold"/>
                                            <p:tgtEl>
                                              <p:spTgt spid="65"/>
                                            </p:tgtEl>
                                            <p:attrNameLst>
                                              <p:attrName>ppt_y</p:attrName>
                                            </p:attrNameLst>
                                          </p:cBhvr>
                                          <p:tavLst>
                                            <p:tav tm="0">
                                              <p:val>
                                                <p:strVal val="1+#ppt_h/2"/>
                                              </p:val>
                                            </p:tav>
                                            <p:tav tm="100000">
                                              <p:val>
                                                <p:strVal val="#ppt_y"/>
                                              </p:val>
                                            </p:tav>
                                          </p:tavLst>
                                        </p:anim>
                                      </p:childTnLst>
                                    </p:cTn>
                                  </p:par>
                                  <p:par>
                                    <p:cTn id="192" presetID="2" presetClass="entr" presetSubtype="4" fill="hold" grpId="0" nodeType="withEffect">
                                      <p:stCondLst>
                                        <p:cond delay="0"/>
                                      </p:stCondLst>
                                      <p:childTnLst>
                                        <p:set>
                                          <p:cBhvr>
                                            <p:cTn id="193" dur="1" fill="hold">
                                              <p:stCondLst>
                                                <p:cond delay="0"/>
                                              </p:stCondLst>
                                            </p:cTn>
                                            <p:tgtEl>
                                              <p:spTgt spid="66"/>
                                            </p:tgtEl>
                                            <p:attrNameLst>
                                              <p:attrName>style.visibility</p:attrName>
                                            </p:attrNameLst>
                                          </p:cBhvr>
                                          <p:to>
                                            <p:strVal val="visible"/>
                                          </p:to>
                                        </p:set>
                                        <p:anim calcmode="lin" valueType="num">
                                          <p:cBhvr additive="base">
                                            <p:cTn id="194" dur="500" fill="hold"/>
                                            <p:tgtEl>
                                              <p:spTgt spid="66"/>
                                            </p:tgtEl>
                                            <p:attrNameLst>
                                              <p:attrName>ppt_x</p:attrName>
                                            </p:attrNameLst>
                                          </p:cBhvr>
                                          <p:tavLst>
                                            <p:tav tm="0">
                                              <p:val>
                                                <p:strVal val="#ppt_x"/>
                                              </p:val>
                                            </p:tav>
                                            <p:tav tm="100000">
                                              <p:val>
                                                <p:strVal val="#ppt_x"/>
                                              </p:val>
                                            </p:tav>
                                          </p:tavLst>
                                        </p:anim>
                                        <p:anim calcmode="lin" valueType="num">
                                          <p:cBhvr additive="base">
                                            <p:cTn id="195" dur="500" fill="hold"/>
                                            <p:tgtEl>
                                              <p:spTgt spid="66"/>
                                            </p:tgtEl>
                                            <p:attrNameLst>
                                              <p:attrName>ppt_y</p:attrName>
                                            </p:attrNameLst>
                                          </p:cBhvr>
                                          <p:tavLst>
                                            <p:tav tm="0">
                                              <p:val>
                                                <p:strVal val="1+#ppt_h/2"/>
                                              </p:val>
                                            </p:tav>
                                            <p:tav tm="100000">
                                              <p:val>
                                                <p:strVal val="#ppt_y"/>
                                              </p:val>
                                            </p:tav>
                                          </p:tavLst>
                                        </p:anim>
                                      </p:childTnLst>
                                    </p:cTn>
                                  </p:par>
                                  <p:par>
                                    <p:cTn id="196" presetID="2" presetClass="entr" presetSubtype="4"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 calcmode="lin" valueType="num">
                                          <p:cBhvr additive="base">
                                            <p:cTn id="198" dur="500" fill="hold"/>
                                            <p:tgtEl>
                                              <p:spTgt spid="67"/>
                                            </p:tgtEl>
                                            <p:attrNameLst>
                                              <p:attrName>ppt_x</p:attrName>
                                            </p:attrNameLst>
                                          </p:cBhvr>
                                          <p:tavLst>
                                            <p:tav tm="0">
                                              <p:val>
                                                <p:strVal val="#ppt_x"/>
                                              </p:val>
                                            </p:tav>
                                            <p:tav tm="100000">
                                              <p:val>
                                                <p:strVal val="#ppt_x"/>
                                              </p:val>
                                            </p:tav>
                                          </p:tavLst>
                                        </p:anim>
                                        <p:anim calcmode="lin" valueType="num">
                                          <p:cBhvr additive="base">
                                            <p:cTn id="199" dur="500" fill="hold"/>
                                            <p:tgtEl>
                                              <p:spTgt spid="67"/>
                                            </p:tgtEl>
                                            <p:attrNameLst>
                                              <p:attrName>ppt_y</p:attrName>
                                            </p:attrNameLst>
                                          </p:cBhvr>
                                          <p:tavLst>
                                            <p:tav tm="0">
                                              <p:val>
                                                <p:strVal val="1+#ppt_h/2"/>
                                              </p:val>
                                            </p:tav>
                                            <p:tav tm="100000">
                                              <p:val>
                                                <p:strVal val="#ppt_y"/>
                                              </p:val>
                                            </p:tav>
                                          </p:tavLst>
                                        </p:anim>
                                      </p:childTnLst>
                                    </p:cTn>
                                  </p:par>
                                  <p:par>
                                    <p:cTn id="200" presetID="2" presetClass="entr" presetSubtype="4" fill="hold" grpId="0" nodeType="withEffect">
                                      <p:stCondLst>
                                        <p:cond delay="0"/>
                                      </p:stCondLst>
                                      <p:childTnLst>
                                        <p:set>
                                          <p:cBhvr>
                                            <p:cTn id="201" dur="1" fill="hold">
                                              <p:stCondLst>
                                                <p:cond delay="0"/>
                                              </p:stCondLst>
                                            </p:cTn>
                                            <p:tgtEl>
                                              <p:spTgt spid="68"/>
                                            </p:tgtEl>
                                            <p:attrNameLst>
                                              <p:attrName>style.visibility</p:attrName>
                                            </p:attrNameLst>
                                          </p:cBhvr>
                                          <p:to>
                                            <p:strVal val="visible"/>
                                          </p:to>
                                        </p:set>
                                        <p:anim calcmode="lin" valueType="num">
                                          <p:cBhvr additive="base">
                                            <p:cTn id="202" dur="500" fill="hold"/>
                                            <p:tgtEl>
                                              <p:spTgt spid="68"/>
                                            </p:tgtEl>
                                            <p:attrNameLst>
                                              <p:attrName>ppt_x</p:attrName>
                                            </p:attrNameLst>
                                          </p:cBhvr>
                                          <p:tavLst>
                                            <p:tav tm="0">
                                              <p:val>
                                                <p:strVal val="#ppt_x"/>
                                              </p:val>
                                            </p:tav>
                                            <p:tav tm="100000">
                                              <p:val>
                                                <p:strVal val="#ppt_x"/>
                                              </p:val>
                                            </p:tav>
                                          </p:tavLst>
                                        </p:anim>
                                        <p:anim calcmode="lin" valueType="num">
                                          <p:cBhvr additive="base">
                                            <p:cTn id="203" dur="500" fill="hold"/>
                                            <p:tgtEl>
                                              <p:spTgt spid="68"/>
                                            </p:tgtEl>
                                            <p:attrNameLst>
                                              <p:attrName>ppt_y</p:attrName>
                                            </p:attrNameLst>
                                          </p:cBhvr>
                                          <p:tavLst>
                                            <p:tav tm="0">
                                              <p:val>
                                                <p:strVal val="1+#ppt_h/2"/>
                                              </p:val>
                                            </p:tav>
                                            <p:tav tm="100000">
                                              <p:val>
                                                <p:strVal val="#ppt_y"/>
                                              </p:val>
                                            </p:tav>
                                          </p:tavLst>
                                        </p:anim>
                                      </p:childTnLst>
                                    </p:cTn>
                                  </p:par>
                                  <p:par>
                                    <p:cTn id="204" presetID="2" presetClass="entr" presetSubtype="4" fill="hold" grpId="0" nodeType="withEffect">
                                      <p:stCondLst>
                                        <p:cond delay="0"/>
                                      </p:stCondLst>
                                      <p:childTnLst>
                                        <p:set>
                                          <p:cBhvr>
                                            <p:cTn id="205" dur="1" fill="hold">
                                              <p:stCondLst>
                                                <p:cond delay="0"/>
                                              </p:stCondLst>
                                            </p:cTn>
                                            <p:tgtEl>
                                              <p:spTgt spid="69"/>
                                            </p:tgtEl>
                                            <p:attrNameLst>
                                              <p:attrName>style.visibility</p:attrName>
                                            </p:attrNameLst>
                                          </p:cBhvr>
                                          <p:to>
                                            <p:strVal val="visible"/>
                                          </p:to>
                                        </p:set>
                                        <p:anim calcmode="lin" valueType="num">
                                          <p:cBhvr additive="base">
                                            <p:cTn id="206" dur="500" fill="hold"/>
                                            <p:tgtEl>
                                              <p:spTgt spid="69"/>
                                            </p:tgtEl>
                                            <p:attrNameLst>
                                              <p:attrName>ppt_x</p:attrName>
                                            </p:attrNameLst>
                                          </p:cBhvr>
                                          <p:tavLst>
                                            <p:tav tm="0">
                                              <p:val>
                                                <p:strVal val="#ppt_x"/>
                                              </p:val>
                                            </p:tav>
                                            <p:tav tm="100000">
                                              <p:val>
                                                <p:strVal val="#ppt_x"/>
                                              </p:val>
                                            </p:tav>
                                          </p:tavLst>
                                        </p:anim>
                                        <p:anim calcmode="lin" valueType="num">
                                          <p:cBhvr additive="base">
                                            <p:cTn id="207" dur="500" fill="hold"/>
                                            <p:tgtEl>
                                              <p:spTgt spid="69"/>
                                            </p:tgtEl>
                                            <p:attrNameLst>
                                              <p:attrName>ppt_y</p:attrName>
                                            </p:attrNameLst>
                                          </p:cBhvr>
                                          <p:tavLst>
                                            <p:tav tm="0">
                                              <p:val>
                                                <p:strVal val="1+#ppt_h/2"/>
                                              </p:val>
                                            </p:tav>
                                            <p:tav tm="100000">
                                              <p:val>
                                                <p:strVal val="#ppt_y"/>
                                              </p:val>
                                            </p:tav>
                                          </p:tavLst>
                                        </p:anim>
                                      </p:childTnLst>
                                    </p:cTn>
                                  </p:par>
                                  <p:par>
                                    <p:cTn id="208" presetID="2" presetClass="entr" presetSubtype="4" fill="hold" grpId="0" nodeType="withEffect">
                                      <p:stCondLst>
                                        <p:cond delay="0"/>
                                      </p:stCondLst>
                                      <p:childTnLst>
                                        <p:set>
                                          <p:cBhvr>
                                            <p:cTn id="209" dur="1" fill="hold">
                                              <p:stCondLst>
                                                <p:cond delay="0"/>
                                              </p:stCondLst>
                                            </p:cTn>
                                            <p:tgtEl>
                                              <p:spTgt spid="70"/>
                                            </p:tgtEl>
                                            <p:attrNameLst>
                                              <p:attrName>style.visibility</p:attrName>
                                            </p:attrNameLst>
                                          </p:cBhvr>
                                          <p:to>
                                            <p:strVal val="visible"/>
                                          </p:to>
                                        </p:set>
                                        <p:anim calcmode="lin" valueType="num">
                                          <p:cBhvr additive="base">
                                            <p:cTn id="210" dur="500" fill="hold"/>
                                            <p:tgtEl>
                                              <p:spTgt spid="70"/>
                                            </p:tgtEl>
                                            <p:attrNameLst>
                                              <p:attrName>ppt_x</p:attrName>
                                            </p:attrNameLst>
                                          </p:cBhvr>
                                          <p:tavLst>
                                            <p:tav tm="0">
                                              <p:val>
                                                <p:strVal val="#ppt_x"/>
                                              </p:val>
                                            </p:tav>
                                            <p:tav tm="100000">
                                              <p:val>
                                                <p:strVal val="#ppt_x"/>
                                              </p:val>
                                            </p:tav>
                                          </p:tavLst>
                                        </p:anim>
                                        <p:anim calcmode="lin" valueType="num">
                                          <p:cBhvr additive="base">
                                            <p:cTn id="211" dur="500" fill="hold"/>
                                            <p:tgtEl>
                                              <p:spTgt spid="70"/>
                                            </p:tgtEl>
                                            <p:attrNameLst>
                                              <p:attrName>ppt_y</p:attrName>
                                            </p:attrNameLst>
                                          </p:cBhvr>
                                          <p:tavLst>
                                            <p:tav tm="0">
                                              <p:val>
                                                <p:strVal val="1+#ppt_h/2"/>
                                              </p:val>
                                            </p:tav>
                                            <p:tav tm="100000">
                                              <p:val>
                                                <p:strVal val="#ppt_y"/>
                                              </p:val>
                                            </p:tav>
                                          </p:tavLst>
                                        </p:anim>
                                      </p:childTnLst>
                                    </p:cTn>
                                  </p:par>
                                  <p:par>
                                    <p:cTn id="212" presetID="2" presetClass="entr" presetSubtype="4" fill="hold" grpId="0" nodeType="withEffect">
                                      <p:stCondLst>
                                        <p:cond delay="0"/>
                                      </p:stCondLst>
                                      <p:childTnLst>
                                        <p:set>
                                          <p:cBhvr>
                                            <p:cTn id="213" dur="1" fill="hold">
                                              <p:stCondLst>
                                                <p:cond delay="0"/>
                                              </p:stCondLst>
                                            </p:cTn>
                                            <p:tgtEl>
                                              <p:spTgt spid="71"/>
                                            </p:tgtEl>
                                            <p:attrNameLst>
                                              <p:attrName>style.visibility</p:attrName>
                                            </p:attrNameLst>
                                          </p:cBhvr>
                                          <p:to>
                                            <p:strVal val="visible"/>
                                          </p:to>
                                        </p:set>
                                        <p:anim calcmode="lin" valueType="num">
                                          <p:cBhvr additive="base">
                                            <p:cTn id="214" dur="500" fill="hold"/>
                                            <p:tgtEl>
                                              <p:spTgt spid="71"/>
                                            </p:tgtEl>
                                            <p:attrNameLst>
                                              <p:attrName>ppt_x</p:attrName>
                                            </p:attrNameLst>
                                          </p:cBhvr>
                                          <p:tavLst>
                                            <p:tav tm="0">
                                              <p:val>
                                                <p:strVal val="#ppt_x"/>
                                              </p:val>
                                            </p:tav>
                                            <p:tav tm="100000">
                                              <p:val>
                                                <p:strVal val="#ppt_x"/>
                                              </p:val>
                                            </p:tav>
                                          </p:tavLst>
                                        </p:anim>
                                        <p:anim calcmode="lin" valueType="num">
                                          <p:cBhvr additive="base">
                                            <p:cTn id="215" dur="500" fill="hold"/>
                                            <p:tgtEl>
                                              <p:spTgt spid="71"/>
                                            </p:tgtEl>
                                            <p:attrNameLst>
                                              <p:attrName>ppt_y</p:attrName>
                                            </p:attrNameLst>
                                          </p:cBhvr>
                                          <p:tavLst>
                                            <p:tav tm="0">
                                              <p:val>
                                                <p:strVal val="1+#ppt_h/2"/>
                                              </p:val>
                                            </p:tav>
                                            <p:tav tm="100000">
                                              <p:val>
                                                <p:strVal val="#ppt_y"/>
                                              </p:val>
                                            </p:tav>
                                          </p:tavLst>
                                        </p:anim>
                                      </p:childTnLst>
                                    </p:cTn>
                                  </p:par>
                                  <p:par>
                                    <p:cTn id="216" presetID="2" presetClass="entr" presetSubtype="4" fill="hold" grpId="0" nodeType="withEffect">
                                      <p:stCondLst>
                                        <p:cond delay="0"/>
                                      </p:stCondLst>
                                      <p:childTnLst>
                                        <p:set>
                                          <p:cBhvr>
                                            <p:cTn id="217" dur="1" fill="hold">
                                              <p:stCondLst>
                                                <p:cond delay="0"/>
                                              </p:stCondLst>
                                            </p:cTn>
                                            <p:tgtEl>
                                              <p:spTgt spid="72"/>
                                            </p:tgtEl>
                                            <p:attrNameLst>
                                              <p:attrName>style.visibility</p:attrName>
                                            </p:attrNameLst>
                                          </p:cBhvr>
                                          <p:to>
                                            <p:strVal val="visible"/>
                                          </p:to>
                                        </p:set>
                                        <p:anim calcmode="lin" valueType="num">
                                          <p:cBhvr additive="base">
                                            <p:cTn id="218" dur="500" fill="hold"/>
                                            <p:tgtEl>
                                              <p:spTgt spid="72"/>
                                            </p:tgtEl>
                                            <p:attrNameLst>
                                              <p:attrName>ppt_x</p:attrName>
                                            </p:attrNameLst>
                                          </p:cBhvr>
                                          <p:tavLst>
                                            <p:tav tm="0">
                                              <p:val>
                                                <p:strVal val="#ppt_x"/>
                                              </p:val>
                                            </p:tav>
                                            <p:tav tm="100000">
                                              <p:val>
                                                <p:strVal val="#ppt_x"/>
                                              </p:val>
                                            </p:tav>
                                          </p:tavLst>
                                        </p:anim>
                                        <p:anim calcmode="lin" valueType="num">
                                          <p:cBhvr additive="base">
                                            <p:cTn id="219" dur="500" fill="hold"/>
                                            <p:tgtEl>
                                              <p:spTgt spid="72"/>
                                            </p:tgtEl>
                                            <p:attrNameLst>
                                              <p:attrName>ppt_y</p:attrName>
                                            </p:attrNameLst>
                                          </p:cBhvr>
                                          <p:tavLst>
                                            <p:tav tm="0">
                                              <p:val>
                                                <p:strVal val="1+#ppt_h/2"/>
                                              </p:val>
                                            </p:tav>
                                            <p:tav tm="100000">
                                              <p:val>
                                                <p:strVal val="#ppt_y"/>
                                              </p:val>
                                            </p:tav>
                                          </p:tavLst>
                                        </p:anim>
                                      </p:childTnLst>
                                    </p:cTn>
                                  </p:par>
                                  <p:par>
                                    <p:cTn id="220" presetID="2" presetClass="entr" presetSubtype="4" fill="hold" grpId="0" nodeType="withEffect">
                                      <p:stCondLst>
                                        <p:cond delay="0"/>
                                      </p:stCondLst>
                                      <p:childTnLst>
                                        <p:set>
                                          <p:cBhvr>
                                            <p:cTn id="221" dur="1" fill="hold">
                                              <p:stCondLst>
                                                <p:cond delay="0"/>
                                              </p:stCondLst>
                                            </p:cTn>
                                            <p:tgtEl>
                                              <p:spTgt spid="73"/>
                                            </p:tgtEl>
                                            <p:attrNameLst>
                                              <p:attrName>style.visibility</p:attrName>
                                            </p:attrNameLst>
                                          </p:cBhvr>
                                          <p:to>
                                            <p:strVal val="visible"/>
                                          </p:to>
                                        </p:set>
                                        <p:anim calcmode="lin" valueType="num">
                                          <p:cBhvr additive="base">
                                            <p:cTn id="222" dur="500" fill="hold"/>
                                            <p:tgtEl>
                                              <p:spTgt spid="73"/>
                                            </p:tgtEl>
                                            <p:attrNameLst>
                                              <p:attrName>ppt_x</p:attrName>
                                            </p:attrNameLst>
                                          </p:cBhvr>
                                          <p:tavLst>
                                            <p:tav tm="0">
                                              <p:val>
                                                <p:strVal val="#ppt_x"/>
                                              </p:val>
                                            </p:tav>
                                            <p:tav tm="100000">
                                              <p:val>
                                                <p:strVal val="#ppt_x"/>
                                              </p:val>
                                            </p:tav>
                                          </p:tavLst>
                                        </p:anim>
                                        <p:anim calcmode="lin" valueType="num">
                                          <p:cBhvr additive="base">
                                            <p:cTn id="223" dur="500" fill="hold"/>
                                            <p:tgtEl>
                                              <p:spTgt spid="73"/>
                                            </p:tgtEl>
                                            <p:attrNameLst>
                                              <p:attrName>ppt_y</p:attrName>
                                            </p:attrNameLst>
                                          </p:cBhvr>
                                          <p:tavLst>
                                            <p:tav tm="0">
                                              <p:val>
                                                <p:strVal val="1+#ppt_h/2"/>
                                              </p:val>
                                            </p:tav>
                                            <p:tav tm="100000">
                                              <p:val>
                                                <p:strVal val="#ppt_y"/>
                                              </p:val>
                                            </p:tav>
                                          </p:tavLst>
                                        </p:anim>
                                      </p:childTnLst>
                                    </p:cTn>
                                  </p:par>
                                  <p:par>
                                    <p:cTn id="224" presetID="2" presetClass="entr" presetSubtype="4" fill="hold" grpId="0" nodeType="withEffect">
                                      <p:stCondLst>
                                        <p:cond delay="0"/>
                                      </p:stCondLst>
                                      <p:childTnLst>
                                        <p:set>
                                          <p:cBhvr>
                                            <p:cTn id="225" dur="1" fill="hold">
                                              <p:stCondLst>
                                                <p:cond delay="0"/>
                                              </p:stCondLst>
                                            </p:cTn>
                                            <p:tgtEl>
                                              <p:spTgt spid="74"/>
                                            </p:tgtEl>
                                            <p:attrNameLst>
                                              <p:attrName>style.visibility</p:attrName>
                                            </p:attrNameLst>
                                          </p:cBhvr>
                                          <p:to>
                                            <p:strVal val="visible"/>
                                          </p:to>
                                        </p:set>
                                        <p:anim calcmode="lin" valueType="num">
                                          <p:cBhvr additive="base">
                                            <p:cTn id="226" dur="500" fill="hold"/>
                                            <p:tgtEl>
                                              <p:spTgt spid="74"/>
                                            </p:tgtEl>
                                            <p:attrNameLst>
                                              <p:attrName>ppt_x</p:attrName>
                                            </p:attrNameLst>
                                          </p:cBhvr>
                                          <p:tavLst>
                                            <p:tav tm="0">
                                              <p:val>
                                                <p:strVal val="#ppt_x"/>
                                              </p:val>
                                            </p:tav>
                                            <p:tav tm="100000">
                                              <p:val>
                                                <p:strVal val="#ppt_x"/>
                                              </p:val>
                                            </p:tav>
                                          </p:tavLst>
                                        </p:anim>
                                        <p:anim calcmode="lin" valueType="num">
                                          <p:cBhvr additive="base">
                                            <p:cTn id="227" dur="500" fill="hold"/>
                                            <p:tgtEl>
                                              <p:spTgt spid="74"/>
                                            </p:tgtEl>
                                            <p:attrNameLst>
                                              <p:attrName>ppt_y</p:attrName>
                                            </p:attrNameLst>
                                          </p:cBhvr>
                                          <p:tavLst>
                                            <p:tav tm="0">
                                              <p:val>
                                                <p:strVal val="1+#ppt_h/2"/>
                                              </p:val>
                                            </p:tav>
                                            <p:tav tm="100000">
                                              <p:val>
                                                <p:strVal val="#ppt_y"/>
                                              </p:val>
                                            </p:tav>
                                          </p:tavLst>
                                        </p:anim>
                                      </p:childTnLst>
                                    </p:cTn>
                                  </p:par>
                                  <p:par>
                                    <p:cTn id="228" presetID="2" presetClass="entr" presetSubtype="4" fill="hold" grpId="0" nodeType="withEffect">
                                      <p:stCondLst>
                                        <p:cond delay="0"/>
                                      </p:stCondLst>
                                      <p:childTnLst>
                                        <p:set>
                                          <p:cBhvr>
                                            <p:cTn id="229" dur="1" fill="hold">
                                              <p:stCondLst>
                                                <p:cond delay="0"/>
                                              </p:stCondLst>
                                            </p:cTn>
                                            <p:tgtEl>
                                              <p:spTgt spid="75"/>
                                            </p:tgtEl>
                                            <p:attrNameLst>
                                              <p:attrName>style.visibility</p:attrName>
                                            </p:attrNameLst>
                                          </p:cBhvr>
                                          <p:to>
                                            <p:strVal val="visible"/>
                                          </p:to>
                                        </p:set>
                                        <p:anim calcmode="lin" valueType="num">
                                          <p:cBhvr additive="base">
                                            <p:cTn id="230" dur="500" fill="hold"/>
                                            <p:tgtEl>
                                              <p:spTgt spid="75"/>
                                            </p:tgtEl>
                                            <p:attrNameLst>
                                              <p:attrName>ppt_x</p:attrName>
                                            </p:attrNameLst>
                                          </p:cBhvr>
                                          <p:tavLst>
                                            <p:tav tm="0">
                                              <p:val>
                                                <p:strVal val="#ppt_x"/>
                                              </p:val>
                                            </p:tav>
                                            <p:tav tm="100000">
                                              <p:val>
                                                <p:strVal val="#ppt_x"/>
                                              </p:val>
                                            </p:tav>
                                          </p:tavLst>
                                        </p:anim>
                                        <p:anim calcmode="lin" valueType="num">
                                          <p:cBhvr additive="base">
                                            <p:cTn id="231" dur="500" fill="hold"/>
                                            <p:tgtEl>
                                              <p:spTgt spid="75"/>
                                            </p:tgtEl>
                                            <p:attrNameLst>
                                              <p:attrName>ppt_y</p:attrName>
                                            </p:attrNameLst>
                                          </p:cBhvr>
                                          <p:tavLst>
                                            <p:tav tm="0">
                                              <p:val>
                                                <p:strVal val="1+#ppt_h/2"/>
                                              </p:val>
                                            </p:tav>
                                            <p:tav tm="100000">
                                              <p:val>
                                                <p:strVal val="#ppt_y"/>
                                              </p:val>
                                            </p:tav>
                                          </p:tavLst>
                                        </p:anim>
                                      </p:childTnLst>
                                    </p:cTn>
                                  </p:par>
                                  <p:par>
                                    <p:cTn id="232" presetID="2" presetClass="entr" presetSubtype="4" fill="hold" grpId="0" nodeType="withEffect">
                                      <p:stCondLst>
                                        <p:cond delay="0"/>
                                      </p:stCondLst>
                                      <p:childTnLst>
                                        <p:set>
                                          <p:cBhvr>
                                            <p:cTn id="233" dur="1" fill="hold">
                                              <p:stCondLst>
                                                <p:cond delay="0"/>
                                              </p:stCondLst>
                                            </p:cTn>
                                            <p:tgtEl>
                                              <p:spTgt spid="76"/>
                                            </p:tgtEl>
                                            <p:attrNameLst>
                                              <p:attrName>style.visibility</p:attrName>
                                            </p:attrNameLst>
                                          </p:cBhvr>
                                          <p:to>
                                            <p:strVal val="visible"/>
                                          </p:to>
                                        </p:set>
                                        <p:anim calcmode="lin" valueType="num">
                                          <p:cBhvr additive="base">
                                            <p:cTn id="234" dur="500" fill="hold"/>
                                            <p:tgtEl>
                                              <p:spTgt spid="76"/>
                                            </p:tgtEl>
                                            <p:attrNameLst>
                                              <p:attrName>ppt_x</p:attrName>
                                            </p:attrNameLst>
                                          </p:cBhvr>
                                          <p:tavLst>
                                            <p:tav tm="0">
                                              <p:val>
                                                <p:strVal val="#ppt_x"/>
                                              </p:val>
                                            </p:tav>
                                            <p:tav tm="100000">
                                              <p:val>
                                                <p:strVal val="#ppt_x"/>
                                              </p:val>
                                            </p:tav>
                                          </p:tavLst>
                                        </p:anim>
                                        <p:anim calcmode="lin" valueType="num">
                                          <p:cBhvr additive="base">
                                            <p:cTn id="235" dur="500" fill="hold"/>
                                            <p:tgtEl>
                                              <p:spTgt spid="76"/>
                                            </p:tgtEl>
                                            <p:attrNameLst>
                                              <p:attrName>ppt_y</p:attrName>
                                            </p:attrNameLst>
                                          </p:cBhvr>
                                          <p:tavLst>
                                            <p:tav tm="0">
                                              <p:val>
                                                <p:strVal val="1+#ppt_h/2"/>
                                              </p:val>
                                            </p:tav>
                                            <p:tav tm="100000">
                                              <p:val>
                                                <p:strVal val="#ppt_y"/>
                                              </p:val>
                                            </p:tav>
                                          </p:tavLst>
                                        </p:anim>
                                      </p:childTnLst>
                                    </p:cTn>
                                  </p:par>
                                  <p:par>
                                    <p:cTn id="236" presetID="2" presetClass="entr" presetSubtype="1" fill="hold" grpId="0" nodeType="withEffect">
                                      <p:stCondLst>
                                        <p:cond delay="0"/>
                                      </p:stCondLst>
                                      <p:childTnLst>
                                        <p:set>
                                          <p:cBhvr>
                                            <p:cTn id="237" dur="1" fill="hold">
                                              <p:stCondLst>
                                                <p:cond delay="0"/>
                                              </p:stCondLst>
                                            </p:cTn>
                                            <p:tgtEl>
                                              <p:spTgt spid="77"/>
                                            </p:tgtEl>
                                            <p:attrNameLst>
                                              <p:attrName>style.visibility</p:attrName>
                                            </p:attrNameLst>
                                          </p:cBhvr>
                                          <p:to>
                                            <p:strVal val="visible"/>
                                          </p:to>
                                        </p:set>
                                        <p:anim calcmode="lin" valueType="num">
                                          <p:cBhvr additive="base">
                                            <p:cTn id="238" dur="500" fill="hold"/>
                                            <p:tgtEl>
                                              <p:spTgt spid="77"/>
                                            </p:tgtEl>
                                            <p:attrNameLst>
                                              <p:attrName>ppt_x</p:attrName>
                                            </p:attrNameLst>
                                          </p:cBhvr>
                                          <p:tavLst>
                                            <p:tav tm="0">
                                              <p:val>
                                                <p:strVal val="#ppt_x"/>
                                              </p:val>
                                            </p:tav>
                                            <p:tav tm="100000">
                                              <p:val>
                                                <p:strVal val="#ppt_x"/>
                                              </p:val>
                                            </p:tav>
                                          </p:tavLst>
                                        </p:anim>
                                        <p:anim calcmode="lin" valueType="num">
                                          <p:cBhvr additive="base">
                                            <p:cTn id="239" dur="500" fill="hold"/>
                                            <p:tgtEl>
                                              <p:spTgt spid="77"/>
                                            </p:tgtEl>
                                            <p:attrNameLst>
                                              <p:attrName>ppt_y</p:attrName>
                                            </p:attrNameLst>
                                          </p:cBhvr>
                                          <p:tavLst>
                                            <p:tav tm="0">
                                              <p:val>
                                                <p:strVal val="0-#ppt_h/2"/>
                                              </p:val>
                                            </p:tav>
                                            <p:tav tm="100000">
                                              <p:val>
                                                <p:strVal val="#ppt_y"/>
                                              </p:val>
                                            </p:tav>
                                          </p:tavLst>
                                        </p:anim>
                                      </p:childTnLst>
                                    </p:cTn>
                                  </p:par>
                                  <p:par>
                                    <p:cTn id="240" presetID="2" presetClass="entr" presetSubtype="4" fill="hold" grpId="0" nodeType="withEffect">
                                      <p:stCondLst>
                                        <p:cond delay="0"/>
                                      </p:stCondLst>
                                      <p:childTnLst>
                                        <p:set>
                                          <p:cBhvr>
                                            <p:cTn id="241" dur="1" fill="hold">
                                              <p:stCondLst>
                                                <p:cond delay="0"/>
                                              </p:stCondLst>
                                            </p:cTn>
                                            <p:tgtEl>
                                              <p:spTgt spid="78"/>
                                            </p:tgtEl>
                                            <p:attrNameLst>
                                              <p:attrName>style.visibility</p:attrName>
                                            </p:attrNameLst>
                                          </p:cBhvr>
                                          <p:to>
                                            <p:strVal val="visible"/>
                                          </p:to>
                                        </p:set>
                                        <p:anim calcmode="lin" valueType="num">
                                          <p:cBhvr additive="base">
                                            <p:cTn id="242" dur="500" fill="hold"/>
                                            <p:tgtEl>
                                              <p:spTgt spid="78"/>
                                            </p:tgtEl>
                                            <p:attrNameLst>
                                              <p:attrName>ppt_x</p:attrName>
                                            </p:attrNameLst>
                                          </p:cBhvr>
                                          <p:tavLst>
                                            <p:tav tm="0">
                                              <p:val>
                                                <p:strVal val="#ppt_x"/>
                                              </p:val>
                                            </p:tav>
                                            <p:tav tm="100000">
                                              <p:val>
                                                <p:strVal val="#ppt_x"/>
                                              </p:val>
                                            </p:tav>
                                          </p:tavLst>
                                        </p:anim>
                                        <p:anim calcmode="lin" valueType="num">
                                          <p:cBhvr additive="base">
                                            <p:cTn id="243" dur="500" fill="hold"/>
                                            <p:tgtEl>
                                              <p:spTgt spid="78"/>
                                            </p:tgtEl>
                                            <p:attrNameLst>
                                              <p:attrName>ppt_y</p:attrName>
                                            </p:attrNameLst>
                                          </p:cBhvr>
                                          <p:tavLst>
                                            <p:tav tm="0">
                                              <p:val>
                                                <p:strVal val="1+#ppt_h/2"/>
                                              </p:val>
                                            </p:tav>
                                            <p:tav tm="100000">
                                              <p:val>
                                                <p:strVal val="#ppt_y"/>
                                              </p:val>
                                            </p:tav>
                                          </p:tavLst>
                                        </p:anim>
                                      </p:childTnLst>
                                    </p:cTn>
                                  </p:par>
                                  <p:par>
                                    <p:cTn id="244" presetID="2" presetClass="entr" presetSubtype="4" fill="hold" grpId="0" nodeType="withEffect">
                                      <p:stCondLst>
                                        <p:cond delay="0"/>
                                      </p:stCondLst>
                                      <p:childTnLst>
                                        <p:set>
                                          <p:cBhvr>
                                            <p:cTn id="245" dur="1" fill="hold">
                                              <p:stCondLst>
                                                <p:cond delay="0"/>
                                              </p:stCondLst>
                                            </p:cTn>
                                            <p:tgtEl>
                                              <p:spTgt spid="79"/>
                                            </p:tgtEl>
                                            <p:attrNameLst>
                                              <p:attrName>style.visibility</p:attrName>
                                            </p:attrNameLst>
                                          </p:cBhvr>
                                          <p:to>
                                            <p:strVal val="visible"/>
                                          </p:to>
                                        </p:set>
                                        <p:anim calcmode="lin" valueType="num">
                                          <p:cBhvr additive="base">
                                            <p:cTn id="246" dur="500" fill="hold"/>
                                            <p:tgtEl>
                                              <p:spTgt spid="79"/>
                                            </p:tgtEl>
                                            <p:attrNameLst>
                                              <p:attrName>ppt_x</p:attrName>
                                            </p:attrNameLst>
                                          </p:cBhvr>
                                          <p:tavLst>
                                            <p:tav tm="0">
                                              <p:val>
                                                <p:strVal val="#ppt_x"/>
                                              </p:val>
                                            </p:tav>
                                            <p:tav tm="100000">
                                              <p:val>
                                                <p:strVal val="#ppt_x"/>
                                              </p:val>
                                            </p:tav>
                                          </p:tavLst>
                                        </p:anim>
                                        <p:anim calcmode="lin" valueType="num">
                                          <p:cBhvr additive="base">
                                            <p:cTn id="247" dur="500" fill="hold"/>
                                            <p:tgtEl>
                                              <p:spTgt spid="79"/>
                                            </p:tgtEl>
                                            <p:attrNameLst>
                                              <p:attrName>ppt_y</p:attrName>
                                            </p:attrNameLst>
                                          </p:cBhvr>
                                          <p:tavLst>
                                            <p:tav tm="0">
                                              <p:val>
                                                <p:strVal val="1+#ppt_h/2"/>
                                              </p:val>
                                            </p:tav>
                                            <p:tav tm="100000">
                                              <p:val>
                                                <p:strVal val="#ppt_y"/>
                                              </p:val>
                                            </p:tav>
                                          </p:tavLst>
                                        </p:anim>
                                      </p:childTnLst>
                                    </p:cTn>
                                  </p:par>
                                  <p:par>
                                    <p:cTn id="248" presetID="2" presetClass="entr" presetSubtype="3" fill="hold" grpId="0" nodeType="withEffect">
                                      <p:stCondLst>
                                        <p:cond delay="0"/>
                                      </p:stCondLst>
                                      <p:childTnLst>
                                        <p:set>
                                          <p:cBhvr>
                                            <p:cTn id="249" dur="1" fill="hold">
                                              <p:stCondLst>
                                                <p:cond delay="0"/>
                                              </p:stCondLst>
                                            </p:cTn>
                                            <p:tgtEl>
                                              <p:spTgt spid="80"/>
                                            </p:tgtEl>
                                            <p:attrNameLst>
                                              <p:attrName>style.visibility</p:attrName>
                                            </p:attrNameLst>
                                          </p:cBhvr>
                                          <p:to>
                                            <p:strVal val="visible"/>
                                          </p:to>
                                        </p:set>
                                        <p:anim calcmode="lin" valueType="num">
                                          <p:cBhvr additive="base">
                                            <p:cTn id="250" dur="500" fill="hold"/>
                                            <p:tgtEl>
                                              <p:spTgt spid="80"/>
                                            </p:tgtEl>
                                            <p:attrNameLst>
                                              <p:attrName>ppt_x</p:attrName>
                                            </p:attrNameLst>
                                          </p:cBhvr>
                                          <p:tavLst>
                                            <p:tav tm="0">
                                              <p:val>
                                                <p:strVal val="1+#ppt_w/2"/>
                                              </p:val>
                                            </p:tav>
                                            <p:tav tm="100000">
                                              <p:val>
                                                <p:strVal val="#ppt_x"/>
                                              </p:val>
                                            </p:tav>
                                          </p:tavLst>
                                        </p:anim>
                                        <p:anim calcmode="lin" valueType="num">
                                          <p:cBhvr additive="base">
                                            <p:cTn id="251" dur="500" fill="hold"/>
                                            <p:tgtEl>
                                              <p:spTgt spid="80"/>
                                            </p:tgtEl>
                                            <p:attrNameLst>
                                              <p:attrName>ppt_y</p:attrName>
                                            </p:attrNameLst>
                                          </p:cBhvr>
                                          <p:tavLst>
                                            <p:tav tm="0">
                                              <p:val>
                                                <p:strVal val="0-#ppt_h/2"/>
                                              </p:val>
                                            </p:tav>
                                            <p:tav tm="100000">
                                              <p:val>
                                                <p:strVal val="#ppt_y"/>
                                              </p:val>
                                            </p:tav>
                                          </p:tavLst>
                                        </p:anim>
                                      </p:childTnLst>
                                    </p:cTn>
                                  </p:par>
                                  <p:par>
                                    <p:cTn id="252" presetID="2" presetClass="entr" presetSubtype="2" fill="hold" grpId="0" nodeType="withEffect">
                                      <p:stCondLst>
                                        <p:cond delay="0"/>
                                      </p:stCondLst>
                                      <p:childTnLst>
                                        <p:set>
                                          <p:cBhvr>
                                            <p:cTn id="253" dur="1" fill="hold">
                                              <p:stCondLst>
                                                <p:cond delay="0"/>
                                              </p:stCondLst>
                                            </p:cTn>
                                            <p:tgtEl>
                                              <p:spTgt spid="81"/>
                                            </p:tgtEl>
                                            <p:attrNameLst>
                                              <p:attrName>style.visibility</p:attrName>
                                            </p:attrNameLst>
                                          </p:cBhvr>
                                          <p:to>
                                            <p:strVal val="visible"/>
                                          </p:to>
                                        </p:set>
                                        <p:anim calcmode="lin" valueType="num">
                                          <p:cBhvr additive="base">
                                            <p:cTn id="254" dur="500" fill="hold"/>
                                            <p:tgtEl>
                                              <p:spTgt spid="81"/>
                                            </p:tgtEl>
                                            <p:attrNameLst>
                                              <p:attrName>ppt_x</p:attrName>
                                            </p:attrNameLst>
                                          </p:cBhvr>
                                          <p:tavLst>
                                            <p:tav tm="0">
                                              <p:val>
                                                <p:strVal val="1+#ppt_w/2"/>
                                              </p:val>
                                            </p:tav>
                                            <p:tav tm="100000">
                                              <p:val>
                                                <p:strVal val="#ppt_x"/>
                                              </p:val>
                                            </p:tav>
                                          </p:tavLst>
                                        </p:anim>
                                        <p:anim calcmode="lin" valueType="num">
                                          <p:cBhvr additive="base">
                                            <p:cTn id="255" dur="500" fill="hold"/>
                                            <p:tgtEl>
                                              <p:spTgt spid="81"/>
                                            </p:tgtEl>
                                            <p:attrNameLst>
                                              <p:attrName>ppt_y</p:attrName>
                                            </p:attrNameLst>
                                          </p:cBhvr>
                                          <p:tavLst>
                                            <p:tav tm="0">
                                              <p:val>
                                                <p:strVal val="#ppt_y"/>
                                              </p:val>
                                            </p:tav>
                                            <p:tav tm="100000">
                                              <p:val>
                                                <p:strVal val="#ppt_y"/>
                                              </p:val>
                                            </p:tav>
                                          </p:tavLst>
                                        </p:anim>
                                      </p:childTnLst>
                                    </p:cTn>
                                  </p:par>
                                  <p:par>
                                    <p:cTn id="256" presetID="2" presetClass="entr" presetSubtype="12" fill="hold" grpId="0" nodeType="withEffect">
                                      <p:stCondLst>
                                        <p:cond delay="0"/>
                                      </p:stCondLst>
                                      <p:childTnLst>
                                        <p:set>
                                          <p:cBhvr>
                                            <p:cTn id="257" dur="1" fill="hold">
                                              <p:stCondLst>
                                                <p:cond delay="0"/>
                                              </p:stCondLst>
                                            </p:cTn>
                                            <p:tgtEl>
                                              <p:spTgt spid="82"/>
                                            </p:tgtEl>
                                            <p:attrNameLst>
                                              <p:attrName>style.visibility</p:attrName>
                                            </p:attrNameLst>
                                          </p:cBhvr>
                                          <p:to>
                                            <p:strVal val="visible"/>
                                          </p:to>
                                        </p:set>
                                        <p:anim calcmode="lin" valueType="num">
                                          <p:cBhvr additive="base">
                                            <p:cTn id="258" dur="500" fill="hold"/>
                                            <p:tgtEl>
                                              <p:spTgt spid="82"/>
                                            </p:tgtEl>
                                            <p:attrNameLst>
                                              <p:attrName>ppt_x</p:attrName>
                                            </p:attrNameLst>
                                          </p:cBhvr>
                                          <p:tavLst>
                                            <p:tav tm="0">
                                              <p:val>
                                                <p:strVal val="0-#ppt_w/2"/>
                                              </p:val>
                                            </p:tav>
                                            <p:tav tm="100000">
                                              <p:val>
                                                <p:strVal val="#ppt_x"/>
                                              </p:val>
                                            </p:tav>
                                          </p:tavLst>
                                        </p:anim>
                                        <p:anim calcmode="lin" valueType="num">
                                          <p:cBhvr additive="base">
                                            <p:cTn id="259" dur="500" fill="hold"/>
                                            <p:tgtEl>
                                              <p:spTgt spid="82"/>
                                            </p:tgtEl>
                                            <p:attrNameLst>
                                              <p:attrName>ppt_y</p:attrName>
                                            </p:attrNameLst>
                                          </p:cBhvr>
                                          <p:tavLst>
                                            <p:tav tm="0">
                                              <p:val>
                                                <p:strVal val="1+#ppt_h/2"/>
                                              </p:val>
                                            </p:tav>
                                            <p:tav tm="100000">
                                              <p:val>
                                                <p:strVal val="#ppt_y"/>
                                              </p:val>
                                            </p:tav>
                                          </p:tavLst>
                                        </p:anim>
                                      </p:childTnLst>
                                    </p:cTn>
                                  </p:par>
                                  <p:par>
                                    <p:cTn id="260" presetID="2" presetClass="entr" presetSubtype="4" fill="hold" grpId="0" nodeType="withEffect">
                                      <p:stCondLst>
                                        <p:cond delay="0"/>
                                      </p:stCondLst>
                                      <p:childTnLst>
                                        <p:set>
                                          <p:cBhvr>
                                            <p:cTn id="261" dur="1" fill="hold">
                                              <p:stCondLst>
                                                <p:cond delay="0"/>
                                              </p:stCondLst>
                                            </p:cTn>
                                            <p:tgtEl>
                                              <p:spTgt spid="83"/>
                                            </p:tgtEl>
                                            <p:attrNameLst>
                                              <p:attrName>style.visibility</p:attrName>
                                            </p:attrNameLst>
                                          </p:cBhvr>
                                          <p:to>
                                            <p:strVal val="visible"/>
                                          </p:to>
                                        </p:set>
                                        <p:anim calcmode="lin" valueType="num">
                                          <p:cBhvr additive="base">
                                            <p:cTn id="262" dur="500" fill="hold"/>
                                            <p:tgtEl>
                                              <p:spTgt spid="83"/>
                                            </p:tgtEl>
                                            <p:attrNameLst>
                                              <p:attrName>ppt_x</p:attrName>
                                            </p:attrNameLst>
                                          </p:cBhvr>
                                          <p:tavLst>
                                            <p:tav tm="0">
                                              <p:val>
                                                <p:strVal val="#ppt_x"/>
                                              </p:val>
                                            </p:tav>
                                            <p:tav tm="100000">
                                              <p:val>
                                                <p:strVal val="#ppt_x"/>
                                              </p:val>
                                            </p:tav>
                                          </p:tavLst>
                                        </p:anim>
                                        <p:anim calcmode="lin" valueType="num">
                                          <p:cBhvr additive="base">
                                            <p:cTn id="263" dur="500" fill="hold"/>
                                            <p:tgtEl>
                                              <p:spTgt spid="83"/>
                                            </p:tgtEl>
                                            <p:attrNameLst>
                                              <p:attrName>ppt_y</p:attrName>
                                            </p:attrNameLst>
                                          </p:cBhvr>
                                          <p:tavLst>
                                            <p:tav tm="0">
                                              <p:val>
                                                <p:strVal val="1+#ppt_h/2"/>
                                              </p:val>
                                            </p:tav>
                                            <p:tav tm="100000">
                                              <p:val>
                                                <p:strVal val="#ppt_y"/>
                                              </p:val>
                                            </p:tav>
                                          </p:tavLst>
                                        </p:anim>
                                      </p:childTnLst>
                                    </p:cTn>
                                  </p:par>
                                  <p:par>
                                    <p:cTn id="264" presetID="2" presetClass="entr" presetSubtype="4" fill="hold" grpId="0" nodeType="withEffect">
                                      <p:stCondLst>
                                        <p:cond delay="0"/>
                                      </p:stCondLst>
                                      <p:childTnLst>
                                        <p:set>
                                          <p:cBhvr>
                                            <p:cTn id="265" dur="1" fill="hold">
                                              <p:stCondLst>
                                                <p:cond delay="0"/>
                                              </p:stCondLst>
                                            </p:cTn>
                                            <p:tgtEl>
                                              <p:spTgt spid="84"/>
                                            </p:tgtEl>
                                            <p:attrNameLst>
                                              <p:attrName>style.visibility</p:attrName>
                                            </p:attrNameLst>
                                          </p:cBhvr>
                                          <p:to>
                                            <p:strVal val="visible"/>
                                          </p:to>
                                        </p:set>
                                        <p:anim calcmode="lin" valueType="num">
                                          <p:cBhvr additive="base">
                                            <p:cTn id="266" dur="500" fill="hold"/>
                                            <p:tgtEl>
                                              <p:spTgt spid="84"/>
                                            </p:tgtEl>
                                            <p:attrNameLst>
                                              <p:attrName>ppt_x</p:attrName>
                                            </p:attrNameLst>
                                          </p:cBhvr>
                                          <p:tavLst>
                                            <p:tav tm="0">
                                              <p:val>
                                                <p:strVal val="#ppt_x"/>
                                              </p:val>
                                            </p:tav>
                                            <p:tav tm="100000">
                                              <p:val>
                                                <p:strVal val="#ppt_x"/>
                                              </p:val>
                                            </p:tav>
                                          </p:tavLst>
                                        </p:anim>
                                        <p:anim calcmode="lin" valueType="num">
                                          <p:cBhvr additive="base">
                                            <p:cTn id="267" dur="500" fill="hold"/>
                                            <p:tgtEl>
                                              <p:spTgt spid="84"/>
                                            </p:tgtEl>
                                            <p:attrNameLst>
                                              <p:attrName>ppt_y</p:attrName>
                                            </p:attrNameLst>
                                          </p:cBhvr>
                                          <p:tavLst>
                                            <p:tav tm="0">
                                              <p:val>
                                                <p:strVal val="1+#ppt_h/2"/>
                                              </p:val>
                                            </p:tav>
                                            <p:tav tm="100000">
                                              <p:val>
                                                <p:strVal val="#ppt_y"/>
                                              </p:val>
                                            </p:tav>
                                          </p:tavLst>
                                        </p:anim>
                                      </p:childTnLst>
                                    </p:cTn>
                                  </p:par>
                                  <p:par>
                                    <p:cTn id="268" presetID="2" presetClass="entr" presetSubtype="4" fill="hold" grpId="0" nodeType="withEffect">
                                      <p:stCondLst>
                                        <p:cond delay="0"/>
                                      </p:stCondLst>
                                      <p:childTnLst>
                                        <p:set>
                                          <p:cBhvr>
                                            <p:cTn id="269" dur="1" fill="hold">
                                              <p:stCondLst>
                                                <p:cond delay="0"/>
                                              </p:stCondLst>
                                            </p:cTn>
                                            <p:tgtEl>
                                              <p:spTgt spid="85"/>
                                            </p:tgtEl>
                                            <p:attrNameLst>
                                              <p:attrName>style.visibility</p:attrName>
                                            </p:attrNameLst>
                                          </p:cBhvr>
                                          <p:to>
                                            <p:strVal val="visible"/>
                                          </p:to>
                                        </p:set>
                                        <p:anim calcmode="lin" valueType="num">
                                          <p:cBhvr additive="base">
                                            <p:cTn id="270" dur="500" fill="hold"/>
                                            <p:tgtEl>
                                              <p:spTgt spid="85"/>
                                            </p:tgtEl>
                                            <p:attrNameLst>
                                              <p:attrName>ppt_x</p:attrName>
                                            </p:attrNameLst>
                                          </p:cBhvr>
                                          <p:tavLst>
                                            <p:tav tm="0">
                                              <p:val>
                                                <p:strVal val="#ppt_x"/>
                                              </p:val>
                                            </p:tav>
                                            <p:tav tm="100000">
                                              <p:val>
                                                <p:strVal val="#ppt_x"/>
                                              </p:val>
                                            </p:tav>
                                          </p:tavLst>
                                        </p:anim>
                                        <p:anim calcmode="lin" valueType="num">
                                          <p:cBhvr additive="base">
                                            <p:cTn id="271" dur="500" fill="hold"/>
                                            <p:tgtEl>
                                              <p:spTgt spid="85"/>
                                            </p:tgtEl>
                                            <p:attrNameLst>
                                              <p:attrName>ppt_y</p:attrName>
                                            </p:attrNameLst>
                                          </p:cBhvr>
                                          <p:tavLst>
                                            <p:tav tm="0">
                                              <p:val>
                                                <p:strVal val="1+#ppt_h/2"/>
                                              </p:val>
                                            </p:tav>
                                            <p:tav tm="100000">
                                              <p:val>
                                                <p:strVal val="#ppt_y"/>
                                              </p:val>
                                            </p:tav>
                                          </p:tavLst>
                                        </p:anim>
                                      </p:childTnLst>
                                    </p:cTn>
                                  </p:par>
                                  <p:par>
                                    <p:cTn id="272" presetID="2" presetClass="entr" presetSubtype="8" fill="hold" grpId="0" nodeType="withEffect">
                                      <p:stCondLst>
                                        <p:cond delay="0"/>
                                      </p:stCondLst>
                                      <p:childTnLst>
                                        <p:set>
                                          <p:cBhvr>
                                            <p:cTn id="273" dur="1" fill="hold">
                                              <p:stCondLst>
                                                <p:cond delay="0"/>
                                              </p:stCondLst>
                                            </p:cTn>
                                            <p:tgtEl>
                                              <p:spTgt spid="86"/>
                                            </p:tgtEl>
                                            <p:attrNameLst>
                                              <p:attrName>style.visibility</p:attrName>
                                            </p:attrNameLst>
                                          </p:cBhvr>
                                          <p:to>
                                            <p:strVal val="visible"/>
                                          </p:to>
                                        </p:set>
                                        <p:anim calcmode="lin" valueType="num">
                                          <p:cBhvr additive="base">
                                            <p:cTn id="274" dur="500" fill="hold"/>
                                            <p:tgtEl>
                                              <p:spTgt spid="86"/>
                                            </p:tgtEl>
                                            <p:attrNameLst>
                                              <p:attrName>ppt_x</p:attrName>
                                            </p:attrNameLst>
                                          </p:cBhvr>
                                          <p:tavLst>
                                            <p:tav tm="0">
                                              <p:val>
                                                <p:strVal val="0-#ppt_w/2"/>
                                              </p:val>
                                            </p:tav>
                                            <p:tav tm="100000">
                                              <p:val>
                                                <p:strVal val="#ppt_x"/>
                                              </p:val>
                                            </p:tav>
                                          </p:tavLst>
                                        </p:anim>
                                        <p:anim calcmode="lin" valueType="num">
                                          <p:cBhvr additive="base">
                                            <p:cTn id="275" dur="500" fill="hold"/>
                                            <p:tgtEl>
                                              <p:spTgt spid="86"/>
                                            </p:tgtEl>
                                            <p:attrNameLst>
                                              <p:attrName>ppt_y</p:attrName>
                                            </p:attrNameLst>
                                          </p:cBhvr>
                                          <p:tavLst>
                                            <p:tav tm="0">
                                              <p:val>
                                                <p:strVal val="#ppt_y"/>
                                              </p:val>
                                            </p:tav>
                                            <p:tav tm="100000">
                                              <p:val>
                                                <p:strVal val="#ppt_y"/>
                                              </p:val>
                                            </p:tav>
                                          </p:tavLst>
                                        </p:anim>
                                      </p:childTnLst>
                                    </p:cTn>
                                  </p:par>
                                  <p:par>
                                    <p:cTn id="276" presetID="2" presetClass="entr" presetSubtype="4" fill="hold" grpId="0" nodeType="withEffect">
                                      <p:stCondLst>
                                        <p:cond delay="0"/>
                                      </p:stCondLst>
                                      <p:childTnLst>
                                        <p:set>
                                          <p:cBhvr>
                                            <p:cTn id="277" dur="1" fill="hold">
                                              <p:stCondLst>
                                                <p:cond delay="0"/>
                                              </p:stCondLst>
                                            </p:cTn>
                                            <p:tgtEl>
                                              <p:spTgt spid="87"/>
                                            </p:tgtEl>
                                            <p:attrNameLst>
                                              <p:attrName>style.visibility</p:attrName>
                                            </p:attrNameLst>
                                          </p:cBhvr>
                                          <p:to>
                                            <p:strVal val="visible"/>
                                          </p:to>
                                        </p:set>
                                        <p:anim calcmode="lin" valueType="num">
                                          <p:cBhvr additive="base">
                                            <p:cTn id="278" dur="500" fill="hold"/>
                                            <p:tgtEl>
                                              <p:spTgt spid="87"/>
                                            </p:tgtEl>
                                            <p:attrNameLst>
                                              <p:attrName>ppt_x</p:attrName>
                                            </p:attrNameLst>
                                          </p:cBhvr>
                                          <p:tavLst>
                                            <p:tav tm="0">
                                              <p:val>
                                                <p:strVal val="#ppt_x"/>
                                              </p:val>
                                            </p:tav>
                                            <p:tav tm="100000">
                                              <p:val>
                                                <p:strVal val="#ppt_x"/>
                                              </p:val>
                                            </p:tav>
                                          </p:tavLst>
                                        </p:anim>
                                        <p:anim calcmode="lin" valueType="num">
                                          <p:cBhvr additive="base">
                                            <p:cTn id="279" dur="500" fill="hold"/>
                                            <p:tgtEl>
                                              <p:spTgt spid="87"/>
                                            </p:tgtEl>
                                            <p:attrNameLst>
                                              <p:attrName>ppt_y</p:attrName>
                                            </p:attrNameLst>
                                          </p:cBhvr>
                                          <p:tavLst>
                                            <p:tav tm="0">
                                              <p:val>
                                                <p:strVal val="1+#ppt_h/2"/>
                                              </p:val>
                                            </p:tav>
                                            <p:tav tm="100000">
                                              <p:val>
                                                <p:strVal val="#ppt_y"/>
                                              </p:val>
                                            </p:tav>
                                          </p:tavLst>
                                        </p:anim>
                                      </p:childTnLst>
                                    </p:cTn>
                                  </p:par>
                                  <p:par>
                                    <p:cTn id="280" presetID="2" presetClass="entr" presetSubtype="4" fill="hold" grpId="0" nodeType="withEffect">
                                      <p:stCondLst>
                                        <p:cond delay="0"/>
                                      </p:stCondLst>
                                      <p:childTnLst>
                                        <p:set>
                                          <p:cBhvr>
                                            <p:cTn id="281" dur="1" fill="hold">
                                              <p:stCondLst>
                                                <p:cond delay="0"/>
                                              </p:stCondLst>
                                            </p:cTn>
                                            <p:tgtEl>
                                              <p:spTgt spid="88"/>
                                            </p:tgtEl>
                                            <p:attrNameLst>
                                              <p:attrName>style.visibility</p:attrName>
                                            </p:attrNameLst>
                                          </p:cBhvr>
                                          <p:to>
                                            <p:strVal val="visible"/>
                                          </p:to>
                                        </p:set>
                                        <p:anim calcmode="lin" valueType="num">
                                          <p:cBhvr additive="base">
                                            <p:cTn id="282" dur="500" fill="hold"/>
                                            <p:tgtEl>
                                              <p:spTgt spid="88"/>
                                            </p:tgtEl>
                                            <p:attrNameLst>
                                              <p:attrName>ppt_x</p:attrName>
                                            </p:attrNameLst>
                                          </p:cBhvr>
                                          <p:tavLst>
                                            <p:tav tm="0">
                                              <p:val>
                                                <p:strVal val="#ppt_x"/>
                                              </p:val>
                                            </p:tav>
                                            <p:tav tm="100000">
                                              <p:val>
                                                <p:strVal val="#ppt_x"/>
                                              </p:val>
                                            </p:tav>
                                          </p:tavLst>
                                        </p:anim>
                                        <p:anim calcmode="lin" valueType="num">
                                          <p:cBhvr additive="base">
                                            <p:cTn id="283" dur="500" fill="hold"/>
                                            <p:tgtEl>
                                              <p:spTgt spid="88"/>
                                            </p:tgtEl>
                                            <p:attrNameLst>
                                              <p:attrName>ppt_y</p:attrName>
                                            </p:attrNameLst>
                                          </p:cBhvr>
                                          <p:tavLst>
                                            <p:tav tm="0">
                                              <p:val>
                                                <p:strVal val="1+#ppt_h/2"/>
                                              </p:val>
                                            </p:tav>
                                            <p:tav tm="100000">
                                              <p:val>
                                                <p:strVal val="#ppt_y"/>
                                              </p:val>
                                            </p:tav>
                                          </p:tavLst>
                                        </p:anim>
                                      </p:childTnLst>
                                    </p:cTn>
                                  </p:par>
                                  <p:par>
                                    <p:cTn id="284" presetID="2" presetClass="entr" presetSubtype="4" fill="hold" grpId="0" nodeType="withEffect">
                                      <p:stCondLst>
                                        <p:cond delay="0"/>
                                      </p:stCondLst>
                                      <p:childTnLst>
                                        <p:set>
                                          <p:cBhvr>
                                            <p:cTn id="285" dur="1" fill="hold">
                                              <p:stCondLst>
                                                <p:cond delay="0"/>
                                              </p:stCondLst>
                                            </p:cTn>
                                            <p:tgtEl>
                                              <p:spTgt spid="89"/>
                                            </p:tgtEl>
                                            <p:attrNameLst>
                                              <p:attrName>style.visibility</p:attrName>
                                            </p:attrNameLst>
                                          </p:cBhvr>
                                          <p:to>
                                            <p:strVal val="visible"/>
                                          </p:to>
                                        </p:set>
                                        <p:anim calcmode="lin" valueType="num">
                                          <p:cBhvr additive="base">
                                            <p:cTn id="286" dur="500" fill="hold"/>
                                            <p:tgtEl>
                                              <p:spTgt spid="89"/>
                                            </p:tgtEl>
                                            <p:attrNameLst>
                                              <p:attrName>ppt_x</p:attrName>
                                            </p:attrNameLst>
                                          </p:cBhvr>
                                          <p:tavLst>
                                            <p:tav tm="0">
                                              <p:val>
                                                <p:strVal val="#ppt_x"/>
                                              </p:val>
                                            </p:tav>
                                            <p:tav tm="100000">
                                              <p:val>
                                                <p:strVal val="#ppt_x"/>
                                              </p:val>
                                            </p:tav>
                                          </p:tavLst>
                                        </p:anim>
                                        <p:anim calcmode="lin" valueType="num">
                                          <p:cBhvr additive="base">
                                            <p:cTn id="287" dur="500" fill="hold"/>
                                            <p:tgtEl>
                                              <p:spTgt spid="89"/>
                                            </p:tgtEl>
                                            <p:attrNameLst>
                                              <p:attrName>ppt_y</p:attrName>
                                            </p:attrNameLst>
                                          </p:cBhvr>
                                          <p:tavLst>
                                            <p:tav tm="0">
                                              <p:val>
                                                <p:strVal val="1+#ppt_h/2"/>
                                              </p:val>
                                            </p:tav>
                                            <p:tav tm="100000">
                                              <p:val>
                                                <p:strVal val="#ppt_y"/>
                                              </p:val>
                                            </p:tav>
                                          </p:tavLst>
                                        </p:anim>
                                      </p:childTnLst>
                                    </p:cTn>
                                  </p:par>
                                  <p:par>
                                    <p:cTn id="288" presetID="2" presetClass="entr" presetSubtype="4" fill="hold" grpId="0" nodeType="withEffect">
                                      <p:stCondLst>
                                        <p:cond delay="0"/>
                                      </p:stCondLst>
                                      <p:childTnLst>
                                        <p:set>
                                          <p:cBhvr>
                                            <p:cTn id="289" dur="1" fill="hold">
                                              <p:stCondLst>
                                                <p:cond delay="0"/>
                                              </p:stCondLst>
                                            </p:cTn>
                                            <p:tgtEl>
                                              <p:spTgt spid="90"/>
                                            </p:tgtEl>
                                            <p:attrNameLst>
                                              <p:attrName>style.visibility</p:attrName>
                                            </p:attrNameLst>
                                          </p:cBhvr>
                                          <p:to>
                                            <p:strVal val="visible"/>
                                          </p:to>
                                        </p:set>
                                        <p:anim calcmode="lin" valueType="num">
                                          <p:cBhvr additive="base">
                                            <p:cTn id="290" dur="500" fill="hold"/>
                                            <p:tgtEl>
                                              <p:spTgt spid="90"/>
                                            </p:tgtEl>
                                            <p:attrNameLst>
                                              <p:attrName>ppt_x</p:attrName>
                                            </p:attrNameLst>
                                          </p:cBhvr>
                                          <p:tavLst>
                                            <p:tav tm="0">
                                              <p:val>
                                                <p:strVal val="#ppt_x"/>
                                              </p:val>
                                            </p:tav>
                                            <p:tav tm="100000">
                                              <p:val>
                                                <p:strVal val="#ppt_x"/>
                                              </p:val>
                                            </p:tav>
                                          </p:tavLst>
                                        </p:anim>
                                        <p:anim calcmode="lin" valueType="num">
                                          <p:cBhvr additive="base">
                                            <p:cTn id="291" dur="500" fill="hold"/>
                                            <p:tgtEl>
                                              <p:spTgt spid="90"/>
                                            </p:tgtEl>
                                            <p:attrNameLst>
                                              <p:attrName>ppt_y</p:attrName>
                                            </p:attrNameLst>
                                          </p:cBhvr>
                                          <p:tavLst>
                                            <p:tav tm="0">
                                              <p:val>
                                                <p:strVal val="1+#ppt_h/2"/>
                                              </p:val>
                                            </p:tav>
                                            <p:tav tm="100000">
                                              <p:val>
                                                <p:strVal val="#ppt_y"/>
                                              </p:val>
                                            </p:tav>
                                          </p:tavLst>
                                        </p:anim>
                                      </p:childTnLst>
                                    </p:cTn>
                                  </p:par>
                                  <p:par>
                                    <p:cTn id="292" presetID="2" presetClass="entr" presetSubtype="4" fill="hold" grpId="0" nodeType="withEffect">
                                      <p:stCondLst>
                                        <p:cond delay="0"/>
                                      </p:stCondLst>
                                      <p:childTnLst>
                                        <p:set>
                                          <p:cBhvr>
                                            <p:cTn id="293" dur="1" fill="hold">
                                              <p:stCondLst>
                                                <p:cond delay="0"/>
                                              </p:stCondLst>
                                            </p:cTn>
                                            <p:tgtEl>
                                              <p:spTgt spid="91"/>
                                            </p:tgtEl>
                                            <p:attrNameLst>
                                              <p:attrName>style.visibility</p:attrName>
                                            </p:attrNameLst>
                                          </p:cBhvr>
                                          <p:to>
                                            <p:strVal val="visible"/>
                                          </p:to>
                                        </p:set>
                                        <p:anim calcmode="lin" valueType="num">
                                          <p:cBhvr additive="base">
                                            <p:cTn id="294" dur="500" fill="hold"/>
                                            <p:tgtEl>
                                              <p:spTgt spid="91"/>
                                            </p:tgtEl>
                                            <p:attrNameLst>
                                              <p:attrName>ppt_x</p:attrName>
                                            </p:attrNameLst>
                                          </p:cBhvr>
                                          <p:tavLst>
                                            <p:tav tm="0">
                                              <p:val>
                                                <p:strVal val="#ppt_x"/>
                                              </p:val>
                                            </p:tav>
                                            <p:tav tm="100000">
                                              <p:val>
                                                <p:strVal val="#ppt_x"/>
                                              </p:val>
                                            </p:tav>
                                          </p:tavLst>
                                        </p:anim>
                                        <p:anim calcmode="lin" valueType="num">
                                          <p:cBhvr additive="base">
                                            <p:cTn id="295" dur="500" fill="hold"/>
                                            <p:tgtEl>
                                              <p:spTgt spid="91"/>
                                            </p:tgtEl>
                                            <p:attrNameLst>
                                              <p:attrName>ppt_y</p:attrName>
                                            </p:attrNameLst>
                                          </p:cBhvr>
                                          <p:tavLst>
                                            <p:tav tm="0">
                                              <p:val>
                                                <p:strVal val="1+#ppt_h/2"/>
                                              </p:val>
                                            </p:tav>
                                            <p:tav tm="100000">
                                              <p:val>
                                                <p:strVal val="#ppt_y"/>
                                              </p:val>
                                            </p:tav>
                                          </p:tavLst>
                                        </p:anim>
                                      </p:childTnLst>
                                    </p:cTn>
                                  </p:par>
                                  <p:par>
                                    <p:cTn id="296" presetID="2" presetClass="entr" presetSubtype="4" fill="hold" grpId="0" nodeType="withEffect">
                                      <p:stCondLst>
                                        <p:cond delay="0"/>
                                      </p:stCondLst>
                                      <p:childTnLst>
                                        <p:set>
                                          <p:cBhvr>
                                            <p:cTn id="297" dur="1" fill="hold">
                                              <p:stCondLst>
                                                <p:cond delay="0"/>
                                              </p:stCondLst>
                                            </p:cTn>
                                            <p:tgtEl>
                                              <p:spTgt spid="92"/>
                                            </p:tgtEl>
                                            <p:attrNameLst>
                                              <p:attrName>style.visibility</p:attrName>
                                            </p:attrNameLst>
                                          </p:cBhvr>
                                          <p:to>
                                            <p:strVal val="visible"/>
                                          </p:to>
                                        </p:set>
                                        <p:anim calcmode="lin" valueType="num">
                                          <p:cBhvr additive="base">
                                            <p:cTn id="298" dur="500" fill="hold"/>
                                            <p:tgtEl>
                                              <p:spTgt spid="92"/>
                                            </p:tgtEl>
                                            <p:attrNameLst>
                                              <p:attrName>ppt_x</p:attrName>
                                            </p:attrNameLst>
                                          </p:cBhvr>
                                          <p:tavLst>
                                            <p:tav tm="0">
                                              <p:val>
                                                <p:strVal val="#ppt_x"/>
                                              </p:val>
                                            </p:tav>
                                            <p:tav tm="100000">
                                              <p:val>
                                                <p:strVal val="#ppt_x"/>
                                              </p:val>
                                            </p:tav>
                                          </p:tavLst>
                                        </p:anim>
                                        <p:anim calcmode="lin" valueType="num">
                                          <p:cBhvr additive="base">
                                            <p:cTn id="299" dur="500" fill="hold"/>
                                            <p:tgtEl>
                                              <p:spTgt spid="92"/>
                                            </p:tgtEl>
                                            <p:attrNameLst>
                                              <p:attrName>ppt_y</p:attrName>
                                            </p:attrNameLst>
                                          </p:cBhvr>
                                          <p:tavLst>
                                            <p:tav tm="0">
                                              <p:val>
                                                <p:strVal val="1+#ppt_h/2"/>
                                              </p:val>
                                            </p:tav>
                                            <p:tav tm="100000">
                                              <p:val>
                                                <p:strVal val="#ppt_y"/>
                                              </p:val>
                                            </p:tav>
                                          </p:tavLst>
                                        </p:anim>
                                      </p:childTnLst>
                                    </p:cTn>
                                  </p:par>
                                  <p:par>
                                    <p:cTn id="300" presetID="2" presetClass="entr" presetSubtype="4" fill="hold" grpId="0" nodeType="withEffect">
                                      <p:stCondLst>
                                        <p:cond delay="0"/>
                                      </p:stCondLst>
                                      <p:childTnLst>
                                        <p:set>
                                          <p:cBhvr>
                                            <p:cTn id="301" dur="1" fill="hold">
                                              <p:stCondLst>
                                                <p:cond delay="0"/>
                                              </p:stCondLst>
                                            </p:cTn>
                                            <p:tgtEl>
                                              <p:spTgt spid="93"/>
                                            </p:tgtEl>
                                            <p:attrNameLst>
                                              <p:attrName>style.visibility</p:attrName>
                                            </p:attrNameLst>
                                          </p:cBhvr>
                                          <p:to>
                                            <p:strVal val="visible"/>
                                          </p:to>
                                        </p:set>
                                        <p:anim calcmode="lin" valueType="num">
                                          <p:cBhvr additive="base">
                                            <p:cTn id="302" dur="500" fill="hold"/>
                                            <p:tgtEl>
                                              <p:spTgt spid="93"/>
                                            </p:tgtEl>
                                            <p:attrNameLst>
                                              <p:attrName>ppt_x</p:attrName>
                                            </p:attrNameLst>
                                          </p:cBhvr>
                                          <p:tavLst>
                                            <p:tav tm="0">
                                              <p:val>
                                                <p:strVal val="#ppt_x"/>
                                              </p:val>
                                            </p:tav>
                                            <p:tav tm="100000">
                                              <p:val>
                                                <p:strVal val="#ppt_x"/>
                                              </p:val>
                                            </p:tav>
                                          </p:tavLst>
                                        </p:anim>
                                        <p:anim calcmode="lin" valueType="num">
                                          <p:cBhvr additive="base">
                                            <p:cTn id="303" dur="500" fill="hold"/>
                                            <p:tgtEl>
                                              <p:spTgt spid="93"/>
                                            </p:tgtEl>
                                            <p:attrNameLst>
                                              <p:attrName>ppt_y</p:attrName>
                                            </p:attrNameLst>
                                          </p:cBhvr>
                                          <p:tavLst>
                                            <p:tav tm="0">
                                              <p:val>
                                                <p:strVal val="1+#ppt_h/2"/>
                                              </p:val>
                                            </p:tav>
                                            <p:tav tm="100000">
                                              <p:val>
                                                <p:strVal val="#ppt_y"/>
                                              </p:val>
                                            </p:tav>
                                          </p:tavLst>
                                        </p:anim>
                                      </p:childTnLst>
                                    </p:cTn>
                                  </p:par>
                                  <p:par>
                                    <p:cTn id="304" presetID="2" presetClass="entr" presetSubtype="4" fill="hold" grpId="0" nodeType="withEffect">
                                      <p:stCondLst>
                                        <p:cond delay="0"/>
                                      </p:stCondLst>
                                      <p:childTnLst>
                                        <p:set>
                                          <p:cBhvr>
                                            <p:cTn id="305" dur="1" fill="hold">
                                              <p:stCondLst>
                                                <p:cond delay="0"/>
                                              </p:stCondLst>
                                            </p:cTn>
                                            <p:tgtEl>
                                              <p:spTgt spid="94"/>
                                            </p:tgtEl>
                                            <p:attrNameLst>
                                              <p:attrName>style.visibility</p:attrName>
                                            </p:attrNameLst>
                                          </p:cBhvr>
                                          <p:to>
                                            <p:strVal val="visible"/>
                                          </p:to>
                                        </p:set>
                                        <p:anim calcmode="lin" valueType="num">
                                          <p:cBhvr additive="base">
                                            <p:cTn id="306" dur="500" fill="hold"/>
                                            <p:tgtEl>
                                              <p:spTgt spid="94"/>
                                            </p:tgtEl>
                                            <p:attrNameLst>
                                              <p:attrName>ppt_x</p:attrName>
                                            </p:attrNameLst>
                                          </p:cBhvr>
                                          <p:tavLst>
                                            <p:tav tm="0">
                                              <p:val>
                                                <p:strVal val="#ppt_x"/>
                                              </p:val>
                                            </p:tav>
                                            <p:tav tm="100000">
                                              <p:val>
                                                <p:strVal val="#ppt_x"/>
                                              </p:val>
                                            </p:tav>
                                          </p:tavLst>
                                        </p:anim>
                                        <p:anim calcmode="lin" valueType="num">
                                          <p:cBhvr additive="base">
                                            <p:cTn id="307" dur="500" fill="hold"/>
                                            <p:tgtEl>
                                              <p:spTgt spid="94"/>
                                            </p:tgtEl>
                                            <p:attrNameLst>
                                              <p:attrName>ppt_y</p:attrName>
                                            </p:attrNameLst>
                                          </p:cBhvr>
                                          <p:tavLst>
                                            <p:tav tm="0">
                                              <p:val>
                                                <p:strVal val="1+#ppt_h/2"/>
                                              </p:val>
                                            </p:tav>
                                            <p:tav tm="100000">
                                              <p:val>
                                                <p:strVal val="#ppt_y"/>
                                              </p:val>
                                            </p:tav>
                                          </p:tavLst>
                                        </p:anim>
                                      </p:childTnLst>
                                    </p:cTn>
                                  </p:par>
                                  <p:par>
                                    <p:cTn id="308" presetID="2" presetClass="entr" presetSubtype="4" fill="hold" grpId="0" nodeType="withEffect">
                                      <p:stCondLst>
                                        <p:cond delay="0"/>
                                      </p:stCondLst>
                                      <p:childTnLst>
                                        <p:set>
                                          <p:cBhvr>
                                            <p:cTn id="309" dur="1" fill="hold">
                                              <p:stCondLst>
                                                <p:cond delay="0"/>
                                              </p:stCondLst>
                                            </p:cTn>
                                            <p:tgtEl>
                                              <p:spTgt spid="95"/>
                                            </p:tgtEl>
                                            <p:attrNameLst>
                                              <p:attrName>style.visibility</p:attrName>
                                            </p:attrNameLst>
                                          </p:cBhvr>
                                          <p:to>
                                            <p:strVal val="visible"/>
                                          </p:to>
                                        </p:set>
                                        <p:anim calcmode="lin" valueType="num">
                                          <p:cBhvr additive="base">
                                            <p:cTn id="310" dur="500" fill="hold"/>
                                            <p:tgtEl>
                                              <p:spTgt spid="95"/>
                                            </p:tgtEl>
                                            <p:attrNameLst>
                                              <p:attrName>ppt_x</p:attrName>
                                            </p:attrNameLst>
                                          </p:cBhvr>
                                          <p:tavLst>
                                            <p:tav tm="0">
                                              <p:val>
                                                <p:strVal val="#ppt_x"/>
                                              </p:val>
                                            </p:tav>
                                            <p:tav tm="100000">
                                              <p:val>
                                                <p:strVal val="#ppt_x"/>
                                              </p:val>
                                            </p:tav>
                                          </p:tavLst>
                                        </p:anim>
                                        <p:anim calcmode="lin" valueType="num">
                                          <p:cBhvr additive="base">
                                            <p:cTn id="311" dur="500" fill="hold"/>
                                            <p:tgtEl>
                                              <p:spTgt spid="95"/>
                                            </p:tgtEl>
                                            <p:attrNameLst>
                                              <p:attrName>ppt_y</p:attrName>
                                            </p:attrNameLst>
                                          </p:cBhvr>
                                          <p:tavLst>
                                            <p:tav tm="0">
                                              <p:val>
                                                <p:strVal val="1+#ppt_h/2"/>
                                              </p:val>
                                            </p:tav>
                                            <p:tav tm="100000">
                                              <p:val>
                                                <p:strVal val="#ppt_y"/>
                                              </p:val>
                                            </p:tav>
                                          </p:tavLst>
                                        </p:anim>
                                      </p:childTnLst>
                                    </p:cTn>
                                  </p:par>
                                  <p:par>
                                    <p:cTn id="312" presetID="2" presetClass="entr" presetSubtype="4" fill="hold" grpId="0" nodeType="withEffect">
                                      <p:stCondLst>
                                        <p:cond delay="0"/>
                                      </p:stCondLst>
                                      <p:childTnLst>
                                        <p:set>
                                          <p:cBhvr>
                                            <p:cTn id="313" dur="1" fill="hold">
                                              <p:stCondLst>
                                                <p:cond delay="0"/>
                                              </p:stCondLst>
                                            </p:cTn>
                                            <p:tgtEl>
                                              <p:spTgt spid="96"/>
                                            </p:tgtEl>
                                            <p:attrNameLst>
                                              <p:attrName>style.visibility</p:attrName>
                                            </p:attrNameLst>
                                          </p:cBhvr>
                                          <p:to>
                                            <p:strVal val="visible"/>
                                          </p:to>
                                        </p:set>
                                        <p:anim calcmode="lin" valueType="num">
                                          <p:cBhvr additive="base">
                                            <p:cTn id="314" dur="500" fill="hold"/>
                                            <p:tgtEl>
                                              <p:spTgt spid="96"/>
                                            </p:tgtEl>
                                            <p:attrNameLst>
                                              <p:attrName>ppt_x</p:attrName>
                                            </p:attrNameLst>
                                          </p:cBhvr>
                                          <p:tavLst>
                                            <p:tav tm="0">
                                              <p:val>
                                                <p:strVal val="#ppt_x"/>
                                              </p:val>
                                            </p:tav>
                                            <p:tav tm="100000">
                                              <p:val>
                                                <p:strVal val="#ppt_x"/>
                                              </p:val>
                                            </p:tav>
                                          </p:tavLst>
                                        </p:anim>
                                        <p:anim calcmode="lin" valueType="num">
                                          <p:cBhvr additive="base">
                                            <p:cTn id="315" dur="500" fill="hold"/>
                                            <p:tgtEl>
                                              <p:spTgt spid="96"/>
                                            </p:tgtEl>
                                            <p:attrNameLst>
                                              <p:attrName>ppt_y</p:attrName>
                                            </p:attrNameLst>
                                          </p:cBhvr>
                                          <p:tavLst>
                                            <p:tav tm="0">
                                              <p:val>
                                                <p:strVal val="1+#ppt_h/2"/>
                                              </p:val>
                                            </p:tav>
                                            <p:tav tm="100000">
                                              <p:val>
                                                <p:strVal val="#ppt_y"/>
                                              </p:val>
                                            </p:tav>
                                          </p:tavLst>
                                        </p:anim>
                                      </p:childTnLst>
                                    </p:cTn>
                                  </p:par>
                                  <p:par>
                                    <p:cTn id="316" presetID="2" presetClass="entr" presetSubtype="4" fill="hold" grpId="0" nodeType="withEffect">
                                      <p:stCondLst>
                                        <p:cond delay="0"/>
                                      </p:stCondLst>
                                      <p:childTnLst>
                                        <p:set>
                                          <p:cBhvr>
                                            <p:cTn id="317" dur="1" fill="hold">
                                              <p:stCondLst>
                                                <p:cond delay="0"/>
                                              </p:stCondLst>
                                            </p:cTn>
                                            <p:tgtEl>
                                              <p:spTgt spid="97"/>
                                            </p:tgtEl>
                                            <p:attrNameLst>
                                              <p:attrName>style.visibility</p:attrName>
                                            </p:attrNameLst>
                                          </p:cBhvr>
                                          <p:to>
                                            <p:strVal val="visible"/>
                                          </p:to>
                                        </p:set>
                                        <p:anim calcmode="lin" valueType="num">
                                          <p:cBhvr additive="base">
                                            <p:cTn id="318" dur="500" fill="hold"/>
                                            <p:tgtEl>
                                              <p:spTgt spid="97"/>
                                            </p:tgtEl>
                                            <p:attrNameLst>
                                              <p:attrName>ppt_x</p:attrName>
                                            </p:attrNameLst>
                                          </p:cBhvr>
                                          <p:tavLst>
                                            <p:tav tm="0">
                                              <p:val>
                                                <p:strVal val="#ppt_x"/>
                                              </p:val>
                                            </p:tav>
                                            <p:tav tm="100000">
                                              <p:val>
                                                <p:strVal val="#ppt_x"/>
                                              </p:val>
                                            </p:tav>
                                          </p:tavLst>
                                        </p:anim>
                                        <p:anim calcmode="lin" valueType="num">
                                          <p:cBhvr additive="base">
                                            <p:cTn id="319" dur="500" fill="hold"/>
                                            <p:tgtEl>
                                              <p:spTgt spid="97"/>
                                            </p:tgtEl>
                                            <p:attrNameLst>
                                              <p:attrName>ppt_y</p:attrName>
                                            </p:attrNameLst>
                                          </p:cBhvr>
                                          <p:tavLst>
                                            <p:tav tm="0">
                                              <p:val>
                                                <p:strVal val="1+#ppt_h/2"/>
                                              </p:val>
                                            </p:tav>
                                            <p:tav tm="100000">
                                              <p:val>
                                                <p:strVal val="#ppt_y"/>
                                              </p:val>
                                            </p:tav>
                                          </p:tavLst>
                                        </p:anim>
                                      </p:childTnLst>
                                    </p:cTn>
                                  </p:par>
                                  <p:par>
                                    <p:cTn id="320" presetID="2" presetClass="entr" presetSubtype="4" fill="hold" grpId="0" nodeType="withEffect">
                                      <p:stCondLst>
                                        <p:cond delay="0"/>
                                      </p:stCondLst>
                                      <p:childTnLst>
                                        <p:set>
                                          <p:cBhvr>
                                            <p:cTn id="321" dur="1" fill="hold">
                                              <p:stCondLst>
                                                <p:cond delay="0"/>
                                              </p:stCondLst>
                                            </p:cTn>
                                            <p:tgtEl>
                                              <p:spTgt spid="98"/>
                                            </p:tgtEl>
                                            <p:attrNameLst>
                                              <p:attrName>style.visibility</p:attrName>
                                            </p:attrNameLst>
                                          </p:cBhvr>
                                          <p:to>
                                            <p:strVal val="visible"/>
                                          </p:to>
                                        </p:set>
                                        <p:anim calcmode="lin" valueType="num">
                                          <p:cBhvr additive="base">
                                            <p:cTn id="322" dur="500" fill="hold"/>
                                            <p:tgtEl>
                                              <p:spTgt spid="98"/>
                                            </p:tgtEl>
                                            <p:attrNameLst>
                                              <p:attrName>ppt_x</p:attrName>
                                            </p:attrNameLst>
                                          </p:cBhvr>
                                          <p:tavLst>
                                            <p:tav tm="0">
                                              <p:val>
                                                <p:strVal val="#ppt_x"/>
                                              </p:val>
                                            </p:tav>
                                            <p:tav tm="100000">
                                              <p:val>
                                                <p:strVal val="#ppt_x"/>
                                              </p:val>
                                            </p:tav>
                                          </p:tavLst>
                                        </p:anim>
                                        <p:anim calcmode="lin" valueType="num">
                                          <p:cBhvr additive="base">
                                            <p:cTn id="323" dur="500" fill="hold"/>
                                            <p:tgtEl>
                                              <p:spTgt spid="98"/>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99"/>
                                            </p:tgtEl>
                                            <p:attrNameLst>
                                              <p:attrName>style.visibility</p:attrName>
                                            </p:attrNameLst>
                                          </p:cBhvr>
                                          <p:to>
                                            <p:strVal val="visible"/>
                                          </p:to>
                                        </p:set>
                                        <p:anim calcmode="lin" valueType="num">
                                          <p:cBhvr additive="base">
                                            <p:cTn id="326" dur="500" fill="hold"/>
                                            <p:tgtEl>
                                              <p:spTgt spid="99"/>
                                            </p:tgtEl>
                                            <p:attrNameLst>
                                              <p:attrName>ppt_x</p:attrName>
                                            </p:attrNameLst>
                                          </p:cBhvr>
                                          <p:tavLst>
                                            <p:tav tm="0">
                                              <p:val>
                                                <p:strVal val="#ppt_x"/>
                                              </p:val>
                                            </p:tav>
                                            <p:tav tm="100000">
                                              <p:val>
                                                <p:strVal val="#ppt_x"/>
                                              </p:val>
                                            </p:tav>
                                          </p:tavLst>
                                        </p:anim>
                                        <p:anim calcmode="lin" valueType="num">
                                          <p:cBhvr additive="base">
                                            <p:cTn id="327" dur="500" fill="hold"/>
                                            <p:tgtEl>
                                              <p:spTgt spid="99"/>
                                            </p:tgtEl>
                                            <p:attrNameLst>
                                              <p:attrName>ppt_y</p:attrName>
                                            </p:attrNameLst>
                                          </p:cBhvr>
                                          <p:tavLst>
                                            <p:tav tm="0">
                                              <p:val>
                                                <p:strVal val="1+#ppt_h/2"/>
                                              </p:val>
                                            </p:tav>
                                            <p:tav tm="100000">
                                              <p:val>
                                                <p:strVal val="#ppt_y"/>
                                              </p:val>
                                            </p:tav>
                                          </p:tavLst>
                                        </p:anim>
                                      </p:childTnLst>
                                    </p:cTn>
                                  </p:par>
                                  <p:par>
                                    <p:cTn id="328" presetID="2" presetClass="entr" presetSubtype="4" fill="hold" grpId="0" nodeType="withEffect">
                                      <p:stCondLst>
                                        <p:cond delay="0"/>
                                      </p:stCondLst>
                                      <p:childTnLst>
                                        <p:set>
                                          <p:cBhvr>
                                            <p:cTn id="329" dur="1" fill="hold">
                                              <p:stCondLst>
                                                <p:cond delay="0"/>
                                              </p:stCondLst>
                                            </p:cTn>
                                            <p:tgtEl>
                                              <p:spTgt spid="100"/>
                                            </p:tgtEl>
                                            <p:attrNameLst>
                                              <p:attrName>style.visibility</p:attrName>
                                            </p:attrNameLst>
                                          </p:cBhvr>
                                          <p:to>
                                            <p:strVal val="visible"/>
                                          </p:to>
                                        </p:set>
                                        <p:anim calcmode="lin" valueType="num">
                                          <p:cBhvr additive="base">
                                            <p:cTn id="330" dur="500" fill="hold"/>
                                            <p:tgtEl>
                                              <p:spTgt spid="100"/>
                                            </p:tgtEl>
                                            <p:attrNameLst>
                                              <p:attrName>ppt_x</p:attrName>
                                            </p:attrNameLst>
                                          </p:cBhvr>
                                          <p:tavLst>
                                            <p:tav tm="0">
                                              <p:val>
                                                <p:strVal val="#ppt_x"/>
                                              </p:val>
                                            </p:tav>
                                            <p:tav tm="100000">
                                              <p:val>
                                                <p:strVal val="#ppt_x"/>
                                              </p:val>
                                            </p:tav>
                                          </p:tavLst>
                                        </p:anim>
                                        <p:anim calcmode="lin" valueType="num">
                                          <p:cBhvr additive="base">
                                            <p:cTn id="331" dur="500" fill="hold"/>
                                            <p:tgtEl>
                                              <p:spTgt spid="100"/>
                                            </p:tgtEl>
                                            <p:attrNameLst>
                                              <p:attrName>ppt_y</p:attrName>
                                            </p:attrNameLst>
                                          </p:cBhvr>
                                          <p:tavLst>
                                            <p:tav tm="0">
                                              <p:val>
                                                <p:strVal val="1+#ppt_h/2"/>
                                              </p:val>
                                            </p:tav>
                                            <p:tav tm="100000">
                                              <p:val>
                                                <p:strVal val="#ppt_y"/>
                                              </p:val>
                                            </p:tav>
                                          </p:tavLst>
                                        </p:anim>
                                      </p:childTnLst>
                                    </p:cTn>
                                  </p:par>
                                  <p:par>
                                    <p:cTn id="332" presetID="2" presetClass="entr" presetSubtype="4" fill="hold" grpId="0" nodeType="withEffect">
                                      <p:stCondLst>
                                        <p:cond delay="0"/>
                                      </p:stCondLst>
                                      <p:childTnLst>
                                        <p:set>
                                          <p:cBhvr>
                                            <p:cTn id="333" dur="1" fill="hold">
                                              <p:stCondLst>
                                                <p:cond delay="0"/>
                                              </p:stCondLst>
                                            </p:cTn>
                                            <p:tgtEl>
                                              <p:spTgt spid="101"/>
                                            </p:tgtEl>
                                            <p:attrNameLst>
                                              <p:attrName>style.visibility</p:attrName>
                                            </p:attrNameLst>
                                          </p:cBhvr>
                                          <p:to>
                                            <p:strVal val="visible"/>
                                          </p:to>
                                        </p:set>
                                        <p:anim calcmode="lin" valueType="num">
                                          <p:cBhvr additive="base">
                                            <p:cTn id="334" dur="500" fill="hold"/>
                                            <p:tgtEl>
                                              <p:spTgt spid="101"/>
                                            </p:tgtEl>
                                            <p:attrNameLst>
                                              <p:attrName>ppt_x</p:attrName>
                                            </p:attrNameLst>
                                          </p:cBhvr>
                                          <p:tavLst>
                                            <p:tav tm="0">
                                              <p:val>
                                                <p:strVal val="#ppt_x"/>
                                              </p:val>
                                            </p:tav>
                                            <p:tav tm="100000">
                                              <p:val>
                                                <p:strVal val="#ppt_x"/>
                                              </p:val>
                                            </p:tav>
                                          </p:tavLst>
                                        </p:anim>
                                        <p:anim calcmode="lin" valueType="num">
                                          <p:cBhvr additive="base">
                                            <p:cTn id="335" dur="500" fill="hold"/>
                                            <p:tgtEl>
                                              <p:spTgt spid="101"/>
                                            </p:tgtEl>
                                            <p:attrNameLst>
                                              <p:attrName>ppt_y</p:attrName>
                                            </p:attrNameLst>
                                          </p:cBhvr>
                                          <p:tavLst>
                                            <p:tav tm="0">
                                              <p:val>
                                                <p:strVal val="1+#ppt_h/2"/>
                                              </p:val>
                                            </p:tav>
                                            <p:tav tm="100000">
                                              <p:val>
                                                <p:strVal val="#ppt_y"/>
                                              </p:val>
                                            </p:tav>
                                          </p:tavLst>
                                        </p:anim>
                                      </p:childTnLst>
                                    </p:cTn>
                                  </p:par>
                                  <p:par>
                                    <p:cTn id="336" presetID="2" presetClass="entr" presetSubtype="4" fill="hold" grpId="0" nodeType="withEffect">
                                      <p:stCondLst>
                                        <p:cond delay="0"/>
                                      </p:stCondLst>
                                      <p:childTnLst>
                                        <p:set>
                                          <p:cBhvr>
                                            <p:cTn id="337" dur="1" fill="hold">
                                              <p:stCondLst>
                                                <p:cond delay="0"/>
                                              </p:stCondLst>
                                            </p:cTn>
                                            <p:tgtEl>
                                              <p:spTgt spid="102"/>
                                            </p:tgtEl>
                                            <p:attrNameLst>
                                              <p:attrName>style.visibility</p:attrName>
                                            </p:attrNameLst>
                                          </p:cBhvr>
                                          <p:to>
                                            <p:strVal val="visible"/>
                                          </p:to>
                                        </p:set>
                                        <p:anim calcmode="lin" valueType="num">
                                          <p:cBhvr additive="base">
                                            <p:cTn id="338" dur="500" fill="hold"/>
                                            <p:tgtEl>
                                              <p:spTgt spid="102"/>
                                            </p:tgtEl>
                                            <p:attrNameLst>
                                              <p:attrName>ppt_x</p:attrName>
                                            </p:attrNameLst>
                                          </p:cBhvr>
                                          <p:tavLst>
                                            <p:tav tm="0">
                                              <p:val>
                                                <p:strVal val="#ppt_x"/>
                                              </p:val>
                                            </p:tav>
                                            <p:tav tm="100000">
                                              <p:val>
                                                <p:strVal val="#ppt_x"/>
                                              </p:val>
                                            </p:tav>
                                          </p:tavLst>
                                        </p:anim>
                                        <p:anim calcmode="lin" valueType="num">
                                          <p:cBhvr additive="base">
                                            <p:cTn id="339" dur="500" fill="hold"/>
                                            <p:tgtEl>
                                              <p:spTgt spid="102"/>
                                            </p:tgtEl>
                                            <p:attrNameLst>
                                              <p:attrName>ppt_y</p:attrName>
                                            </p:attrNameLst>
                                          </p:cBhvr>
                                          <p:tavLst>
                                            <p:tav tm="0">
                                              <p:val>
                                                <p:strVal val="1+#ppt_h/2"/>
                                              </p:val>
                                            </p:tav>
                                            <p:tav tm="100000">
                                              <p:val>
                                                <p:strVal val="#ppt_y"/>
                                              </p:val>
                                            </p:tav>
                                          </p:tavLst>
                                        </p:anim>
                                      </p:childTnLst>
                                    </p:cTn>
                                  </p:par>
                                  <p:par>
                                    <p:cTn id="340" presetID="2" presetClass="entr" presetSubtype="4" fill="hold" grpId="0" nodeType="withEffect">
                                      <p:stCondLst>
                                        <p:cond delay="0"/>
                                      </p:stCondLst>
                                      <p:childTnLst>
                                        <p:set>
                                          <p:cBhvr>
                                            <p:cTn id="341" dur="1" fill="hold">
                                              <p:stCondLst>
                                                <p:cond delay="0"/>
                                              </p:stCondLst>
                                            </p:cTn>
                                            <p:tgtEl>
                                              <p:spTgt spid="103"/>
                                            </p:tgtEl>
                                            <p:attrNameLst>
                                              <p:attrName>style.visibility</p:attrName>
                                            </p:attrNameLst>
                                          </p:cBhvr>
                                          <p:to>
                                            <p:strVal val="visible"/>
                                          </p:to>
                                        </p:set>
                                        <p:anim calcmode="lin" valueType="num">
                                          <p:cBhvr additive="base">
                                            <p:cTn id="342" dur="500" fill="hold"/>
                                            <p:tgtEl>
                                              <p:spTgt spid="103"/>
                                            </p:tgtEl>
                                            <p:attrNameLst>
                                              <p:attrName>ppt_x</p:attrName>
                                            </p:attrNameLst>
                                          </p:cBhvr>
                                          <p:tavLst>
                                            <p:tav tm="0">
                                              <p:val>
                                                <p:strVal val="#ppt_x"/>
                                              </p:val>
                                            </p:tav>
                                            <p:tav tm="100000">
                                              <p:val>
                                                <p:strVal val="#ppt_x"/>
                                              </p:val>
                                            </p:tav>
                                          </p:tavLst>
                                        </p:anim>
                                        <p:anim calcmode="lin" valueType="num">
                                          <p:cBhvr additive="base">
                                            <p:cTn id="343" dur="500" fill="hold"/>
                                            <p:tgtEl>
                                              <p:spTgt spid="103"/>
                                            </p:tgtEl>
                                            <p:attrNameLst>
                                              <p:attrName>ppt_y</p:attrName>
                                            </p:attrNameLst>
                                          </p:cBhvr>
                                          <p:tavLst>
                                            <p:tav tm="0">
                                              <p:val>
                                                <p:strVal val="1+#ppt_h/2"/>
                                              </p:val>
                                            </p:tav>
                                            <p:tav tm="100000">
                                              <p:val>
                                                <p:strVal val="#ppt_y"/>
                                              </p:val>
                                            </p:tav>
                                          </p:tavLst>
                                        </p:anim>
                                      </p:childTnLst>
                                    </p:cTn>
                                  </p:par>
                                </p:childTnLst>
                              </p:cTn>
                            </p:par>
                            <p:par>
                              <p:cTn id="344" fill="hold">
                                <p:stCondLst>
                                  <p:cond delay="2000"/>
                                </p:stCondLst>
                                <p:childTnLst>
                                  <p:par>
                                    <p:cTn id="345" presetID="47" presetClass="entr" presetSubtype="0" fill="hold" grpId="0" nodeType="afterEffect">
                                      <p:stCondLst>
                                        <p:cond delay="0"/>
                                      </p:stCondLst>
                                      <p:childTnLst>
                                        <p:set>
                                          <p:cBhvr>
                                            <p:cTn id="346" dur="1" fill="hold">
                                              <p:stCondLst>
                                                <p:cond delay="0"/>
                                              </p:stCondLst>
                                            </p:cTn>
                                            <p:tgtEl>
                                              <p:spTgt spid="104"/>
                                            </p:tgtEl>
                                            <p:attrNameLst>
                                              <p:attrName>style.visibility</p:attrName>
                                            </p:attrNameLst>
                                          </p:cBhvr>
                                          <p:to>
                                            <p:strVal val="visible"/>
                                          </p:to>
                                        </p:set>
                                        <p:animEffect transition="in" filter="fade">
                                          <p:cBhvr>
                                            <p:cTn id="347" dur="1000"/>
                                            <p:tgtEl>
                                              <p:spTgt spid="104"/>
                                            </p:tgtEl>
                                          </p:cBhvr>
                                        </p:animEffect>
                                        <p:anim calcmode="lin" valueType="num">
                                          <p:cBhvr>
                                            <p:cTn id="348" dur="1000" fill="hold"/>
                                            <p:tgtEl>
                                              <p:spTgt spid="104"/>
                                            </p:tgtEl>
                                            <p:attrNameLst>
                                              <p:attrName>ppt_x</p:attrName>
                                            </p:attrNameLst>
                                          </p:cBhvr>
                                          <p:tavLst>
                                            <p:tav tm="0">
                                              <p:val>
                                                <p:strVal val="#ppt_x"/>
                                              </p:val>
                                            </p:tav>
                                            <p:tav tm="100000">
                                              <p:val>
                                                <p:strVal val="#ppt_x"/>
                                              </p:val>
                                            </p:tav>
                                          </p:tavLst>
                                        </p:anim>
                                        <p:anim calcmode="lin" valueType="num">
                                          <p:cBhvr>
                                            <p:cTn id="349" dur="1000" fill="hold"/>
                                            <p:tgtEl>
                                              <p:spTgt spid="104"/>
                                            </p:tgtEl>
                                            <p:attrNameLst>
                                              <p:attrName>ppt_y</p:attrName>
                                            </p:attrNameLst>
                                          </p:cBhvr>
                                          <p:tavLst>
                                            <p:tav tm="0">
                                              <p:val>
                                                <p:strVal val="#ppt_y-.1"/>
                                              </p:val>
                                            </p:tav>
                                            <p:tav tm="100000">
                                              <p:val>
                                                <p:strVal val="#ppt_y"/>
                                              </p:val>
                                            </p:tav>
                                          </p:tavLst>
                                        </p:anim>
                                      </p:childTnLst>
                                    </p:cTn>
                                  </p:par>
                                </p:childTnLst>
                              </p:cTn>
                            </p:par>
                            <p:par>
                              <p:cTn id="350" fill="hold">
                                <p:stCondLst>
                                  <p:cond delay="3000"/>
                                </p:stCondLst>
                                <p:childTnLst>
                                  <p:par>
                                    <p:cTn id="351" presetID="22" presetClass="entr" presetSubtype="8" fill="hold" nodeType="afterEffect">
                                      <p:stCondLst>
                                        <p:cond delay="0"/>
                                      </p:stCondLst>
                                      <p:childTnLst>
                                        <p:set>
                                          <p:cBhvr>
                                            <p:cTn id="352" dur="1" fill="hold">
                                              <p:stCondLst>
                                                <p:cond delay="0"/>
                                              </p:stCondLst>
                                            </p:cTn>
                                            <p:tgtEl>
                                              <p:spTgt spid="105"/>
                                            </p:tgtEl>
                                            <p:attrNameLst>
                                              <p:attrName>style.visibility</p:attrName>
                                            </p:attrNameLst>
                                          </p:cBhvr>
                                          <p:to>
                                            <p:strVal val="visible"/>
                                          </p:to>
                                        </p:set>
                                        <p:animEffect transition="in" filter="wipe(left)">
                                          <p:cBhvr>
                                            <p:cTn id="353" dur="500"/>
                                            <p:tgtEl>
                                              <p:spTgt spid="105"/>
                                            </p:tgtEl>
                                          </p:cBhvr>
                                        </p:animEffect>
                                      </p:childTnLst>
                                    </p:cTn>
                                  </p:par>
                                </p:childTnLst>
                              </p:cTn>
                            </p:par>
                            <p:par>
                              <p:cTn id="354" fill="hold">
                                <p:stCondLst>
                                  <p:cond delay="3500"/>
                                </p:stCondLst>
                                <p:childTnLst>
                                  <p:par>
                                    <p:cTn id="355" presetID="22" presetClass="entr" presetSubtype="8" fill="hold" grpId="0" nodeType="afterEffect">
                                      <p:stCondLst>
                                        <p:cond delay="0"/>
                                      </p:stCondLst>
                                      <p:childTnLst>
                                        <p:set>
                                          <p:cBhvr>
                                            <p:cTn id="356" dur="1" fill="hold">
                                              <p:stCondLst>
                                                <p:cond delay="0"/>
                                              </p:stCondLst>
                                            </p:cTn>
                                            <p:tgtEl>
                                              <p:spTgt spid="106"/>
                                            </p:tgtEl>
                                            <p:attrNameLst>
                                              <p:attrName>style.visibility</p:attrName>
                                            </p:attrNameLst>
                                          </p:cBhvr>
                                          <p:to>
                                            <p:strVal val="visible"/>
                                          </p:to>
                                        </p:set>
                                        <p:animEffect transition="in" filter="wipe(left)">
                                          <p:cBhvr>
                                            <p:cTn id="357" dur="500"/>
                                            <p:tgtEl>
                                              <p:spTgt spid="106"/>
                                            </p:tgtEl>
                                          </p:cBhvr>
                                        </p:animEffect>
                                      </p:childTnLst>
                                    </p:cTn>
                                  </p:par>
                                  <p:par>
                                    <p:cTn id="358" presetID="22" presetClass="entr" presetSubtype="8" fill="hold" grpId="0" nodeType="withEffect">
                                      <p:stCondLst>
                                        <p:cond delay="0"/>
                                      </p:stCondLst>
                                      <p:childTnLst>
                                        <p:set>
                                          <p:cBhvr>
                                            <p:cTn id="359" dur="1" fill="hold">
                                              <p:stCondLst>
                                                <p:cond delay="0"/>
                                              </p:stCondLst>
                                            </p:cTn>
                                            <p:tgtEl>
                                              <p:spTgt spid="107"/>
                                            </p:tgtEl>
                                            <p:attrNameLst>
                                              <p:attrName>style.visibility</p:attrName>
                                            </p:attrNameLst>
                                          </p:cBhvr>
                                          <p:to>
                                            <p:strVal val="visible"/>
                                          </p:to>
                                        </p:set>
                                        <p:animEffect transition="in" filter="wipe(left)">
                                          <p:cBhvr>
                                            <p:cTn id="360" dur="500"/>
                                            <p:tgtEl>
                                              <p:spTgt spid="107"/>
                                            </p:tgtEl>
                                          </p:cBhvr>
                                        </p:animEffect>
                                      </p:childTnLst>
                                    </p:cTn>
                                  </p:par>
                                </p:childTnLst>
                              </p:cTn>
                            </p:par>
                            <p:par>
                              <p:cTn id="361" fill="hold">
                                <p:stCondLst>
                                  <p:cond delay="4000"/>
                                </p:stCondLst>
                                <p:childTnLst>
                                  <p:par>
                                    <p:cTn id="362" presetID="47" presetClass="entr" presetSubtype="0" fill="hold" grpId="0" nodeType="afterEffect">
                                      <p:stCondLst>
                                        <p:cond delay="0"/>
                                      </p:stCondLst>
                                      <p:childTnLst>
                                        <p:set>
                                          <p:cBhvr>
                                            <p:cTn id="363" dur="1" fill="hold">
                                              <p:stCondLst>
                                                <p:cond delay="0"/>
                                              </p:stCondLst>
                                            </p:cTn>
                                            <p:tgtEl>
                                              <p:spTgt spid="108"/>
                                            </p:tgtEl>
                                            <p:attrNameLst>
                                              <p:attrName>style.visibility</p:attrName>
                                            </p:attrNameLst>
                                          </p:cBhvr>
                                          <p:to>
                                            <p:strVal val="visible"/>
                                          </p:to>
                                        </p:set>
                                        <p:animEffect transition="in" filter="fade">
                                          <p:cBhvr>
                                            <p:cTn id="364" dur="1000"/>
                                            <p:tgtEl>
                                              <p:spTgt spid="108"/>
                                            </p:tgtEl>
                                          </p:cBhvr>
                                        </p:animEffect>
                                        <p:anim calcmode="lin" valueType="num">
                                          <p:cBhvr>
                                            <p:cTn id="365" dur="1000" fill="hold"/>
                                            <p:tgtEl>
                                              <p:spTgt spid="108"/>
                                            </p:tgtEl>
                                            <p:attrNameLst>
                                              <p:attrName>ppt_x</p:attrName>
                                            </p:attrNameLst>
                                          </p:cBhvr>
                                          <p:tavLst>
                                            <p:tav tm="0">
                                              <p:val>
                                                <p:strVal val="#ppt_x"/>
                                              </p:val>
                                            </p:tav>
                                            <p:tav tm="100000">
                                              <p:val>
                                                <p:strVal val="#ppt_x"/>
                                              </p:val>
                                            </p:tav>
                                          </p:tavLst>
                                        </p:anim>
                                        <p:anim calcmode="lin" valueType="num">
                                          <p:cBhvr>
                                            <p:cTn id="366" dur="1000" fill="hold"/>
                                            <p:tgtEl>
                                              <p:spTgt spid="108"/>
                                            </p:tgtEl>
                                            <p:attrNameLst>
                                              <p:attrName>ppt_y</p:attrName>
                                            </p:attrNameLst>
                                          </p:cBhvr>
                                          <p:tavLst>
                                            <p:tav tm="0">
                                              <p:val>
                                                <p:strVal val="#ppt_y-.1"/>
                                              </p:val>
                                            </p:tav>
                                            <p:tav tm="100000">
                                              <p:val>
                                                <p:strVal val="#ppt_y"/>
                                              </p:val>
                                            </p:tav>
                                          </p:tavLst>
                                        </p:anim>
                                      </p:childTnLst>
                                    </p:cTn>
                                  </p:par>
                                </p:childTnLst>
                              </p:cTn>
                            </p:par>
                            <p:par>
                              <p:cTn id="367" fill="hold">
                                <p:stCondLst>
                                  <p:cond delay="5000"/>
                                </p:stCondLst>
                                <p:childTnLst>
                                  <p:par>
                                    <p:cTn id="368" presetID="22" presetClass="entr" presetSubtype="8" fill="hold" nodeType="afterEffect">
                                      <p:stCondLst>
                                        <p:cond delay="0"/>
                                      </p:stCondLst>
                                      <p:childTnLst>
                                        <p:set>
                                          <p:cBhvr>
                                            <p:cTn id="369" dur="1" fill="hold">
                                              <p:stCondLst>
                                                <p:cond delay="0"/>
                                              </p:stCondLst>
                                            </p:cTn>
                                            <p:tgtEl>
                                              <p:spTgt spid="109"/>
                                            </p:tgtEl>
                                            <p:attrNameLst>
                                              <p:attrName>style.visibility</p:attrName>
                                            </p:attrNameLst>
                                          </p:cBhvr>
                                          <p:to>
                                            <p:strVal val="visible"/>
                                          </p:to>
                                        </p:set>
                                        <p:animEffect transition="in" filter="wipe(left)">
                                          <p:cBhvr>
                                            <p:cTn id="370" dur="500"/>
                                            <p:tgtEl>
                                              <p:spTgt spid="109"/>
                                            </p:tgtEl>
                                          </p:cBhvr>
                                        </p:animEffect>
                                      </p:childTnLst>
                                    </p:cTn>
                                  </p:par>
                                </p:childTnLst>
                              </p:cTn>
                            </p:par>
                            <p:par>
                              <p:cTn id="371" fill="hold">
                                <p:stCondLst>
                                  <p:cond delay="5500"/>
                                </p:stCondLst>
                                <p:childTnLst>
                                  <p:par>
                                    <p:cTn id="372" presetID="22" presetClass="entr" presetSubtype="8" fill="hold" grpId="0" nodeType="afterEffect">
                                      <p:stCondLst>
                                        <p:cond delay="0"/>
                                      </p:stCondLst>
                                      <p:childTnLst>
                                        <p:set>
                                          <p:cBhvr>
                                            <p:cTn id="373" dur="1" fill="hold">
                                              <p:stCondLst>
                                                <p:cond delay="0"/>
                                              </p:stCondLst>
                                            </p:cTn>
                                            <p:tgtEl>
                                              <p:spTgt spid="110"/>
                                            </p:tgtEl>
                                            <p:attrNameLst>
                                              <p:attrName>style.visibility</p:attrName>
                                            </p:attrNameLst>
                                          </p:cBhvr>
                                          <p:to>
                                            <p:strVal val="visible"/>
                                          </p:to>
                                        </p:set>
                                        <p:animEffect transition="in" filter="wipe(left)">
                                          <p:cBhvr>
                                            <p:cTn id="374" dur="500"/>
                                            <p:tgtEl>
                                              <p:spTgt spid="110"/>
                                            </p:tgtEl>
                                          </p:cBhvr>
                                        </p:animEffect>
                                      </p:childTnLst>
                                    </p:cTn>
                                  </p:par>
                                  <p:par>
                                    <p:cTn id="375" presetID="22" presetClass="entr" presetSubtype="8" fill="hold" grpId="0" nodeType="withEffect">
                                      <p:stCondLst>
                                        <p:cond delay="0"/>
                                      </p:stCondLst>
                                      <p:childTnLst>
                                        <p:set>
                                          <p:cBhvr>
                                            <p:cTn id="376" dur="1" fill="hold">
                                              <p:stCondLst>
                                                <p:cond delay="0"/>
                                              </p:stCondLst>
                                            </p:cTn>
                                            <p:tgtEl>
                                              <p:spTgt spid="111"/>
                                            </p:tgtEl>
                                            <p:attrNameLst>
                                              <p:attrName>style.visibility</p:attrName>
                                            </p:attrNameLst>
                                          </p:cBhvr>
                                          <p:to>
                                            <p:strVal val="visible"/>
                                          </p:to>
                                        </p:set>
                                        <p:animEffect transition="in" filter="wipe(left)">
                                          <p:cBhvr>
                                            <p:cTn id="377" dur="500"/>
                                            <p:tgtEl>
                                              <p:spTgt spid="111"/>
                                            </p:tgtEl>
                                          </p:cBhvr>
                                        </p:animEffect>
                                      </p:childTnLst>
                                    </p:cTn>
                                  </p:par>
                                </p:childTnLst>
                              </p:cTn>
                            </p:par>
                            <p:par>
                              <p:cTn id="378" fill="hold">
                                <p:stCondLst>
                                  <p:cond delay="6000"/>
                                </p:stCondLst>
                                <p:childTnLst>
                                  <p:par>
                                    <p:cTn id="379" presetID="47" presetClass="entr" presetSubtype="0" fill="hold" grpId="0" nodeType="afterEffect">
                                      <p:stCondLst>
                                        <p:cond delay="0"/>
                                      </p:stCondLst>
                                      <p:childTnLst>
                                        <p:set>
                                          <p:cBhvr>
                                            <p:cTn id="380" dur="1" fill="hold">
                                              <p:stCondLst>
                                                <p:cond delay="0"/>
                                              </p:stCondLst>
                                            </p:cTn>
                                            <p:tgtEl>
                                              <p:spTgt spid="112"/>
                                            </p:tgtEl>
                                            <p:attrNameLst>
                                              <p:attrName>style.visibility</p:attrName>
                                            </p:attrNameLst>
                                          </p:cBhvr>
                                          <p:to>
                                            <p:strVal val="visible"/>
                                          </p:to>
                                        </p:set>
                                        <p:animEffect transition="in" filter="fade">
                                          <p:cBhvr>
                                            <p:cTn id="381" dur="1000"/>
                                            <p:tgtEl>
                                              <p:spTgt spid="112"/>
                                            </p:tgtEl>
                                          </p:cBhvr>
                                        </p:animEffect>
                                        <p:anim calcmode="lin" valueType="num">
                                          <p:cBhvr>
                                            <p:cTn id="382" dur="1000" fill="hold"/>
                                            <p:tgtEl>
                                              <p:spTgt spid="112"/>
                                            </p:tgtEl>
                                            <p:attrNameLst>
                                              <p:attrName>ppt_x</p:attrName>
                                            </p:attrNameLst>
                                          </p:cBhvr>
                                          <p:tavLst>
                                            <p:tav tm="0">
                                              <p:val>
                                                <p:strVal val="#ppt_x"/>
                                              </p:val>
                                            </p:tav>
                                            <p:tav tm="100000">
                                              <p:val>
                                                <p:strVal val="#ppt_x"/>
                                              </p:val>
                                            </p:tav>
                                          </p:tavLst>
                                        </p:anim>
                                        <p:anim calcmode="lin" valueType="num">
                                          <p:cBhvr>
                                            <p:cTn id="383" dur="1000" fill="hold"/>
                                            <p:tgtEl>
                                              <p:spTgt spid="112"/>
                                            </p:tgtEl>
                                            <p:attrNameLst>
                                              <p:attrName>ppt_y</p:attrName>
                                            </p:attrNameLst>
                                          </p:cBhvr>
                                          <p:tavLst>
                                            <p:tav tm="0">
                                              <p:val>
                                                <p:strVal val="#ppt_y-.1"/>
                                              </p:val>
                                            </p:tav>
                                            <p:tav tm="100000">
                                              <p:val>
                                                <p:strVal val="#ppt_y"/>
                                              </p:val>
                                            </p:tav>
                                          </p:tavLst>
                                        </p:anim>
                                      </p:childTnLst>
                                    </p:cTn>
                                  </p:par>
                                </p:childTnLst>
                              </p:cTn>
                            </p:par>
                            <p:par>
                              <p:cTn id="384" fill="hold">
                                <p:stCondLst>
                                  <p:cond delay="7000"/>
                                </p:stCondLst>
                                <p:childTnLst>
                                  <p:par>
                                    <p:cTn id="385" presetID="22" presetClass="entr" presetSubtype="8" fill="hold" nodeType="afterEffect">
                                      <p:stCondLst>
                                        <p:cond delay="0"/>
                                      </p:stCondLst>
                                      <p:childTnLst>
                                        <p:set>
                                          <p:cBhvr>
                                            <p:cTn id="386" dur="1" fill="hold">
                                              <p:stCondLst>
                                                <p:cond delay="0"/>
                                              </p:stCondLst>
                                            </p:cTn>
                                            <p:tgtEl>
                                              <p:spTgt spid="113"/>
                                            </p:tgtEl>
                                            <p:attrNameLst>
                                              <p:attrName>style.visibility</p:attrName>
                                            </p:attrNameLst>
                                          </p:cBhvr>
                                          <p:to>
                                            <p:strVal val="visible"/>
                                          </p:to>
                                        </p:set>
                                        <p:animEffect transition="in" filter="wipe(left)">
                                          <p:cBhvr>
                                            <p:cTn id="387" dur="500"/>
                                            <p:tgtEl>
                                              <p:spTgt spid="113"/>
                                            </p:tgtEl>
                                          </p:cBhvr>
                                        </p:animEffect>
                                      </p:childTnLst>
                                    </p:cTn>
                                  </p:par>
                                </p:childTnLst>
                              </p:cTn>
                            </p:par>
                            <p:par>
                              <p:cTn id="388" fill="hold">
                                <p:stCondLst>
                                  <p:cond delay="7500"/>
                                </p:stCondLst>
                                <p:childTnLst>
                                  <p:par>
                                    <p:cTn id="389" presetID="22" presetClass="entr" presetSubtype="8" fill="hold" grpId="0" nodeType="afterEffect">
                                      <p:stCondLst>
                                        <p:cond delay="0"/>
                                      </p:stCondLst>
                                      <p:childTnLst>
                                        <p:set>
                                          <p:cBhvr>
                                            <p:cTn id="390" dur="1" fill="hold">
                                              <p:stCondLst>
                                                <p:cond delay="0"/>
                                              </p:stCondLst>
                                            </p:cTn>
                                            <p:tgtEl>
                                              <p:spTgt spid="114"/>
                                            </p:tgtEl>
                                            <p:attrNameLst>
                                              <p:attrName>style.visibility</p:attrName>
                                            </p:attrNameLst>
                                          </p:cBhvr>
                                          <p:to>
                                            <p:strVal val="visible"/>
                                          </p:to>
                                        </p:set>
                                        <p:animEffect transition="in" filter="wipe(left)">
                                          <p:cBhvr>
                                            <p:cTn id="391" dur="500"/>
                                            <p:tgtEl>
                                              <p:spTgt spid="114"/>
                                            </p:tgtEl>
                                          </p:cBhvr>
                                        </p:animEffect>
                                      </p:childTnLst>
                                    </p:cTn>
                                  </p:par>
                                  <p:par>
                                    <p:cTn id="392" presetID="22" presetClass="entr" presetSubtype="8" fill="hold" grpId="0" nodeType="withEffect">
                                      <p:stCondLst>
                                        <p:cond delay="0"/>
                                      </p:stCondLst>
                                      <p:childTnLst>
                                        <p:set>
                                          <p:cBhvr>
                                            <p:cTn id="393" dur="1" fill="hold">
                                              <p:stCondLst>
                                                <p:cond delay="0"/>
                                              </p:stCondLst>
                                            </p:cTn>
                                            <p:tgtEl>
                                              <p:spTgt spid="115"/>
                                            </p:tgtEl>
                                            <p:attrNameLst>
                                              <p:attrName>style.visibility</p:attrName>
                                            </p:attrNameLst>
                                          </p:cBhvr>
                                          <p:to>
                                            <p:strVal val="visible"/>
                                          </p:to>
                                        </p:set>
                                        <p:animEffect transition="in" filter="wipe(left)">
                                          <p:cBhvr>
                                            <p:cTn id="394" dur="500"/>
                                            <p:tgtEl>
                                              <p:spTgt spid="115"/>
                                            </p:tgtEl>
                                          </p:cBhvr>
                                        </p:animEffect>
                                      </p:childTnLst>
                                    </p:cTn>
                                  </p:par>
                                  <p:par>
                                    <p:cTn id="395" presetID="2" presetClass="entr" presetSubtype="1" fill="hold" grpId="0" nodeType="withEffect">
                                      <p:stCondLst>
                                        <p:cond delay="0"/>
                                      </p:stCondLst>
                                      <p:childTnLst>
                                        <p:set>
                                          <p:cBhvr>
                                            <p:cTn id="396" dur="1" fill="hold">
                                              <p:stCondLst>
                                                <p:cond delay="0"/>
                                              </p:stCondLst>
                                            </p:cTn>
                                            <p:tgtEl>
                                              <p:spTgt spid="122"/>
                                            </p:tgtEl>
                                            <p:attrNameLst>
                                              <p:attrName>style.visibility</p:attrName>
                                            </p:attrNameLst>
                                          </p:cBhvr>
                                          <p:to>
                                            <p:strVal val="visible"/>
                                          </p:to>
                                        </p:set>
                                        <p:anim calcmode="lin" valueType="num">
                                          <p:cBhvr additive="base">
                                            <p:cTn id="397" dur="1000" fill="hold"/>
                                            <p:tgtEl>
                                              <p:spTgt spid="122"/>
                                            </p:tgtEl>
                                            <p:attrNameLst>
                                              <p:attrName>ppt_x</p:attrName>
                                            </p:attrNameLst>
                                          </p:cBhvr>
                                          <p:tavLst>
                                            <p:tav tm="0">
                                              <p:val>
                                                <p:strVal val="#ppt_x"/>
                                              </p:val>
                                            </p:tav>
                                            <p:tav tm="100000">
                                              <p:val>
                                                <p:strVal val="#ppt_x"/>
                                              </p:val>
                                            </p:tav>
                                          </p:tavLst>
                                        </p:anim>
                                        <p:anim calcmode="lin" valueType="num">
                                          <p:cBhvr additive="base">
                                            <p:cTn id="398" dur="1000" fill="hold"/>
                                            <p:tgtEl>
                                              <p:spTgt spid="122"/>
                                            </p:tgtEl>
                                            <p:attrNameLst>
                                              <p:attrName>ppt_y</p:attrName>
                                            </p:attrNameLst>
                                          </p:cBhvr>
                                          <p:tavLst>
                                            <p:tav tm="0">
                                              <p:val>
                                                <p:strVal val="0-#ppt_h/2"/>
                                              </p:val>
                                            </p:tav>
                                            <p:tav tm="100000">
                                              <p:val>
                                                <p:strVal val="#ppt_y"/>
                                              </p:val>
                                            </p:tav>
                                          </p:tavLst>
                                        </p:anim>
                                      </p:childTnLst>
                                    </p:cTn>
                                  </p:par>
                                </p:childTnLst>
                              </p:cTn>
                            </p:par>
                            <p:par>
                              <p:cTn id="399" fill="hold">
                                <p:stCondLst>
                                  <p:cond delay="8500"/>
                                </p:stCondLst>
                                <p:childTnLst>
                                  <p:par>
                                    <p:cTn id="400" presetID="22" presetClass="entr" presetSubtype="8" fill="hold" nodeType="afterEffect">
                                      <p:stCondLst>
                                        <p:cond delay="0"/>
                                      </p:stCondLst>
                                      <p:childTnLst>
                                        <p:set>
                                          <p:cBhvr>
                                            <p:cTn id="401" dur="1" fill="hold">
                                              <p:stCondLst>
                                                <p:cond delay="0"/>
                                              </p:stCondLst>
                                            </p:cTn>
                                            <p:tgtEl>
                                              <p:spTgt spid="123"/>
                                            </p:tgtEl>
                                            <p:attrNameLst>
                                              <p:attrName>style.visibility</p:attrName>
                                            </p:attrNameLst>
                                          </p:cBhvr>
                                          <p:to>
                                            <p:strVal val="visible"/>
                                          </p:to>
                                        </p:set>
                                        <p:animEffect transition="in" filter="wipe(left)">
                                          <p:cBhvr>
                                            <p:cTn id="402" dur="500"/>
                                            <p:tgtEl>
                                              <p:spTgt spid="1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5" grpId="0" animBg="1"/>
          <p:bldP spid="46" grpId="0" animBg="1"/>
          <p:bldP spid="47" grpId="0" animBg="1"/>
          <p:bldP spid="48" grpId="0" animBg="1"/>
          <p:bldP spid="49" grpId="0" animBg="1"/>
          <p:bldP spid="50" grpId="0" animBg="1"/>
          <p:bldP spid="51" grpId="0" animBg="1"/>
          <p:bldP spid="52" grpId="0" animBg="1"/>
          <p:bldP spid="53"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6" grpId="0"/>
          <p:bldP spid="107" grpId="0"/>
          <p:bldP spid="108" grpId="0" animBg="1"/>
          <p:bldP spid="110" grpId="0"/>
          <p:bldP spid="111" grpId="0"/>
          <p:bldP spid="112" grpId="0" animBg="1"/>
          <p:bldP spid="114" grpId="0"/>
          <p:bldP spid="115" grpId="0"/>
          <p:bldP spid="122"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8151" y="1246255"/>
            <a:ext cx="2014804" cy="2014804"/>
            <a:chOff x="5182632" y="1700808"/>
            <a:chExt cx="2015329" cy="2015329"/>
          </a:xfrm>
        </p:grpSpPr>
        <p:sp>
          <p:nvSpPr>
            <p:cNvPr id="5" name="Oval 6"/>
            <p:cNvSpPr>
              <a:spLocks noChangeArrowheads="1"/>
            </p:cNvSpPr>
            <p:nvPr/>
          </p:nvSpPr>
          <p:spPr bwMode="auto">
            <a:xfrm>
              <a:off x="5182632" y="1700808"/>
              <a:ext cx="201532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6" name="Freeform 7"/>
            <p:cNvSpPr>
              <a:spLocks noEditPoints="1"/>
            </p:cNvSpPr>
            <p:nvPr/>
          </p:nvSpPr>
          <p:spPr bwMode="auto">
            <a:xfrm>
              <a:off x="5769194" y="1999060"/>
              <a:ext cx="886234" cy="1418826"/>
            </a:xfrm>
            <a:custGeom>
              <a:avLst/>
              <a:gdLst>
                <a:gd name="T0" fmla="*/ 74 w 991"/>
                <a:gd name="T1" fmla="*/ 0 h 1589"/>
                <a:gd name="T2" fmla="*/ 0 w 991"/>
                <a:gd name="T3" fmla="*/ 1517 h 1589"/>
                <a:gd name="T4" fmla="*/ 917 w 991"/>
                <a:gd name="T5" fmla="*/ 1589 h 1589"/>
                <a:gd name="T6" fmla="*/ 991 w 991"/>
                <a:gd name="T7" fmla="*/ 72 h 1589"/>
                <a:gd name="T8" fmla="*/ 401 w 991"/>
                <a:gd name="T9" fmla="*/ 38 h 1589"/>
                <a:gd name="T10" fmla="*/ 577 w 991"/>
                <a:gd name="T11" fmla="*/ 38 h 1589"/>
                <a:gd name="T12" fmla="*/ 577 w 991"/>
                <a:gd name="T13" fmla="*/ 88 h 1589"/>
                <a:gd name="T14" fmla="*/ 376 w 991"/>
                <a:gd name="T15" fmla="*/ 63 h 1589"/>
                <a:gd name="T16" fmla="*/ 753 w 991"/>
                <a:gd name="T17" fmla="*/ 1472 h 1589"/>
                <a:gd name="T18" fmla="*/ 722 w 991"/>
                <a:gd name="T19" fmla="*/ 1503 h 1589"/>
                <a:gd name="T20" fmla="*/ 180 w 991"/>
                <a:gd name="T21" fmla="*/ 1472 h 1589"/>
                <a:gd name="T22" fmla="*/ 211 w 991"/>
                <a:gd name="T23" fmla="*/ 1439 h 1589"/>
                <a:gd name="T24" fmla="*/ 753 w 991"/>
                <a:gd name="T25" fmla="*/ 1470 h 1589"/>
                <a:gd name="T26" fmla="*/ 866 w 991"/>
                <a:gd name="T27" fmla="*/ 1503 h 1589"/>
                <a:gd name="T28" fmla="*/ 835 w 991"/>
                <a:gd name="T29" fmla="*/ 1471 h 1589"/>
                <a:gd name="T30" fmla="*/ 898 w 991"/>
                <a:gd name="T31" fmla="*/ 1471 h 1589"/>
                <a:gd name="T32" fmla="*/ 903 w 991"/>
                <a:gd name="T33" fmla="*/ 1349 h 1589"/>
                <a:gd name="T34" fmla="*/ 88 w 991"/>
                <a:gd name="T35" fmla="*/ 1349 h 1589"/>
                <a:gd name="T36" fmla="*/ 903 w 991"/>
                <a:gd name="T37" fmla="*/ 141 h 1589"/>
                <a:gd name="T38" fmla="*/ 211 w 991"/>
                <a:gd name="T39" fmla="*/ 877 h 1589"/>
                <a:gd name="T40" fmla="*/ 347 w 991"/>
                <a:gd name="T41" fmla="*/ 1004 h 1589"/>
                <a:gd name="T42" fmla="*/ 289 w 991"/>
                <a:gd name="T43" fmla="*/ 556 h 1589"/>
                <a:gd name="T44" fmla="*/ 145 w 991"/>
                <a:gd name="T45" fmla="*/ 1004 h 1589"/>
                <a:gd name="T46" fmla="*/ 211 w 991"/>
                <a:gd name="T47" fmla="*/ 877 h 1589"/>
                <a:gd name="T48" fmla="*/ 222 w 991"/>
                <a:gd name="T49" fmla="*/ 823 h 1589"/>
                <a:gd name="T50" fmla="*/ 306 w 991"/>
                <a:gd name="T51" fmla="*/ 823 h 1589"/>
                <a:gd name="T52" fmla="*/ 456 w 991"/>
                <a:gd name="T53" fmla="*/ 818 h 1589"/>
                <a:gd name="T54" fmla="*/ 621 w 991"/>
                <a:gd name="T55" fmla="*/ 684 h 1589"/>
                <a:gd name="T56" fmla="*/ 420 w 991"/>
                <a:gd name="T57" fmla="*/ 556 h 1589"/>
                <a:gd name="T58" fmla="*/ 456 w 991"/>
                <a:gd name="T59" fmla="*/ 1004 h 1589"/>
                <a:gd name="T60" fmla="*/ 456 w 991"/>
                <a:gd name="T61" fmla="*/ 608 h 1589"/>
                <a:gd name="T62" fmla="*/ 584 w 991"/>
                <a:gd name="T63" fmla="*/ 684 h 1589"/>
                <a:gd name="T64" fmla="*/ 456 w 991"/>
                <a:gd name="T65" fmla="*/ 765 h 1589"/>
                <a:gd name="T66" fmla="*/ 690 w 991"/>
                <a:gd name="T67" fmla="*/ 818 h 1589"/>
                <a:gd name="T68" fmla="*/ 856 w 991"/>
                <a:gd name="T69" fmla="*/ 684 h 1589"/>
                <a:gd name="T70" fmla="*/ 654 w 991"/>
                <a:gd name="T71" fmla="*/ 556 h 1589"/>
                <a:gd name="T72" fmla="*/ 690 w 991"/>
                <a:gd name="T73" fmla="*/ 1004 h 1589"/>
                <a:gd name="T74" fmla="*/ 690 w 991"/>
                <a:gd name="T75" fmla="*/ 608 h 1589"/>
                <a:gd name="T76" fmla="*/ 818 w 991"/>
                <a:gd name="T77" fmla="*/ 684 h 1589"/>
                <a:gd name="T78" fmla="*/ 690 w 991"/>
                <a:gd name="T79" fmla="*/ 765 h 1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91" h="1589">
                  <a:moveTo>
                    <a:pt x="917" y="0"/>
                  </a:moveTo>
                  <a:lnTo>
                    <a:pt x="74" y="0"/>
                  </a:lnTo>
                  <a:cubicBezTo>
                    <a:pt x="33" y="0"/>
                    <a:pt x="0" y="32"/>
                    <a:pt x="0" y="72"/>
                  </a:cubicBezTo>
                  <a:lnTo>
                    <a:pt x="0" y="1517"/>
                  </a:lnTo>
                  <a:cubicBezTo>
                    <a:pt x="0" y="1556"/>
                    <a:pt x="33" y="1589"/>
                    <a:pt x="74" y="1589"/>
                  </a:cubicBezTo>
                  <a:lnTo>
                    <a:pt x="917" y="1589"/>
                  </a:lnTo>
                  <a:cubicBezTo>
                    <a:pt x="957" y="1589"/>
                    <a:pt x="991" y="1556"/>
                    <a:pt x="991" y="1517"/>
                  </a:cubicBezTo>
                  <a:lnTo>
                    <a:pt x="991" y="72"/>
                  </a:lnTo>
                  <a:cubicBezTo>
                    <a:pt x="991" y="32"/>
                    <a:pt x="957" y="0"/>
                    <a:pt x="917" y="0"/>
                  </a:cubicBezTo>
                  <a:close/>
                  <a:moveTo>
                    <a:pt x="401" y="38"/>
                  </a:moveTo>
                  <a:lnTo>
                    <a:pt x="401" y="38"/>
                  </a:lnTo>
                  <a:lnTo>
                    <a:pt x="577" y="38"/>
                  </a:lnTo>
                  <a:cubicBezTo>
                    <a:pt x="591" y="38"/>
                    <a:pt x="602" y="49"/>
                    <a:pt x="602" y="63"/>
                  </a:cubicBezTo>
                  <a:cubicBezTo>
                    <a:pt x="602" y="77"/>
                    <a:pt x="591" y="88"/>
                    <a:pt x="577" y="88"/>
                  </a:cubicBezTo>
                  <a:lnTo>
                    <a:pt x="401" y="88"/>
                  </a:lnTo>
                  <a:cubicBezTo>
                    <a:pt x="387" y="88"/>
                    <a:pt x="376" y="77"/>
                    <a:pt x="376" y="63"/>
                  </a:cubicBezTo>
                  <a:cubicBezTo>
                    <a:pt x="376" y="49"/>
                    <a:pt x="387" y="38"/>
                    <a:pt x="401" y="38"/>
                  </a:cubicBezTo>
                  <a:close/>
                  <a:moveTo>
                    <a:pt x="753" y="1472"/>
                  </a:moveTo>
                  <a:lnTo>
                    <a:pt x="753" y="1472"/>
                  </a:lnTo>
                  <a:cubicBezTo>
                    <a:pt x="753" y="1489"/>
                    <a:pt x="739" y="1503"/>
                    <a:pt x="722" y="1503"/>
                  </a:cubicBezTo>
                  <a:lnTo>
                    <a:pt x="211" y="1503"/>
                  </a:lnTo>
                  <a:cubicBezTo>
                    <a:pt x="194" y="1503"/>
                    <a:pt x="180" y="1489"/>
                    <a:pt x="180" y="1472"/>
                  </a:cubicBezTo>
                  <a:lnTo>
                    <a:pt x="180" y="1470"/>
                  </a:lnTo>
                  <a:cubicBezTo>
                    <a:pt x="180" y="1453"/>
                    <a:pt x="194" y="1439"/>
                    <a:pt x="211" y="1439"/>
                  </a:cubicBezTo>
                  <a:lnTo>
                    <a:pt x="722" y="1439"/>
                  </a:lnTo>
                  <a:cubicBezTo>
                    <a:pt x="739" y="1439"/>
                    <a:pt x="753" y="1453"/>
                    <a:pt x="753" y="1470"/>
                  </a:cubicBezTo>
                  <a:lnTo>
                    <a:pt x="753" y="1472"/>
                  </a:lnTo>
                  <a:close/>
                  <a:moveTo>
                    <a:pt x="866" y="1503"/>
                  </a:moveTo>
                  <a:lnTo>
                    <a:pt x="866" y="1503"/>
                  </a:lnTo>
                  <a:cubicBezTo>
                    <a:pt x="849" y="1503"/>
                    <a:pt x="835" y="1488"/>
                    <a:pt x="835" y="1471"/>
                  </a:cubicBezTo>
                  <a:cubicBezTo>
                    <a:pt x="835" y="1453"/>
                    <a:pt x="849" y="1439"/>
                    <a:pt x="866" y="1439"/>
                  </a:cubicBezTo>
                  <a:cubicBezTo>
                    <a:pt x="884" y="1439"/>
                    <a:pt x="898" y="1453"/>
                    <a:pt x="898" y="1471"/>
                  </a:cubicBezTo>
                  <a:cubicBezTo>
                    <a:pt x="898" y="1488"/>
                    <a:pt x="884" y="1503"/>
                    <a:pt x="866" y="1503"/>
                  </a:cubicBezTo>
                  <a:close/>
                  <a:moveTo>
                    <a:pt x="903" y="1349"/>
                  </a:moveTo>
                  <a:lnTo>
                    <a:pt x="903" y="1349"/>
                  </a:lnTo>
                  <a:lnTo>
                    <a:pt x="88" y="1349"/>
                  </a:lnTo>
                  <a:lnTo>
                    <a:pt x="88" y="141"/>
                  </a:lnTo>
                  <a:lnTo>
                    <a:pt x="903" y="141"/>
                  </a:lnTo>
                  <a:lnTo>
                    <a:pt x="903" y="1349"/>
                  </a:lnTo>
                  <a:close/>
                  <a:moveTo>
                    <a:pt x="211" y="877"/>
                  </a:moveTo>
                  <a:lnTo>
                    <a:pt x="320" y="877"/>
                  </a:lnTo>
                  <a:lnTo>
                    <a:pt x="347" y="1004"/>
                  </a:lnTo>
                  <a:lnTo>
                    <a:pt x="387" y="1004"/>
                  </a:lnTo>
                  <a:lnTo>
                    <a:pt x="289" y="556"/>
                  </a:lnTo>
                  <a:lnTo>
                    <a:pt x="247" y="556"/>
                  </a:lnTo>
                  <a:lnTo>
                    <a:pt x="145" y="1004"/>
                  </a:lnTo>
                  <a:lnTo>
                    <a:pt x="183" y="1004"/>
                  </a:lnTo>
                  <a:lnTo>
                    <a:pt x="211" y="877"/>
                  </a:lnTo>
                  <a:close/>
                  <a:moveTo>
                    <a:pt x="306" y="823"/>
                  </a:moveTo>
                  <a:lnTo>
                    <a:pt x="222" y="823"/>
                  </a:lnTo>
                  <a:lnTo>
                    <a:pt x="266" y="623"/>
                  </a:lnTo>
                  <a:lnTo>
                    <a:pt x="306" y="823"/>
                  </a:lnTo>
                  <a:close/>
                  <a:moveTo>
                    <a:pt x="456" y="1004"/>
                  </a:moveTo>
                  <a:lnTo>
                    <a:pt x="456" y="818"/>
                  </a:lnTo>
                  <a:lnTo>
                    <a:pt x="541" y="818"/>
                  </a:lnTo>
                  <a:cubicBezTo>
                    <a:pt x="592" y="815"/>
                    <a:pt x="619" y="770"/>
                    <a:pt x="621" y="684"/>
                  </a:cubicBezTo>
                  <a:cubicBezTo>
                    <a:pt x="619" y="602"/>
                    <a:pt x="592" y="559"/>
                    <a:pt x="541" y="556"/>
                  </a:cubicBezTo>
                  <a:lnTo>
                    <a:pt x="420" y="556"/>
                  </a:lnTo>
                  <a:lnTo>
                    <a:pt x="420" y="1004"/>
                  </a:lnTo>
                  <a:lnTo>
                    <a:pt x="456" y="1004"/>
                  </a:lnTo>
                  <a:close/>
                  <a:moveTo>
                    <a:pt x="456" y="765"/>
                  </a:moveTo>
                  <a:lnTo>
                    <a:pt x="456" y="608"/>
                  </a:lnTo>
                  <a:lnTo>
                    <a:pt x="530" y="608"/>
                  </a:lnTo>
                  <a:cubicBezTo>
                    <a:pt x="566" y="608"/>
                    <a:pt x="584" y="633"/>
                    <a:pt x="584" y="684"/>
                  </a:cubicBezTo>
                  <a:cubicBezTo>
                    <a:pt x="585" y="739"/>
                    <a:pt x="566" y="766"/>
                    <a:pt x="529" y="765"/>
                  </a:cubicBezTo>
                  <a:lnTo>
                    <a:pt x="456" y="765"/>
                  </a:lnTo>
                  <a:close/>
                  <a:moveTo>
                    <a:pt x="690" y="1004"/>
                  </a:moveTo>
                  <a:lnTo>
                    <a:pt x="690" y="818"/>
                  </a:lnTo>
                  <a:lnTo>
                    <a:pt x="775" y="818"/>
                  </a:lnTo>
                  <a:cubicBezTo>
                    <a:pt x="826" y="815"/>
                    <a:pt x="853" y="770"/>
                    <a:pt x="856" y="684"/>
                  </a:cubicBezTo>
                  <a:cubicBezTo>
                    <a:pt x="853" y="602"/>
                    <a:pt x="826" y="559"/>
                    <a:pt x="775" y="556"/>
                  </a:cubicBezTo>
                  <a:lnTo>
                    <a:pt x="654" y="556"/>
                  </a:lnTo>
                  <a:lnTo>
                    <a:pt x="654" y="1004"/>
                  </a:lnTo>
                  <a:lnTo>
                    <a:pt x="690" y="1004"/>
                  </a:lnTo>
                  <a:close/>
                  <a:moveTo>
                    <a:pt x="690" y="765"/>
                  </a:moveTo>
                  <a:lnTo>
                    <a:pt x="690" y="608"/>
                  </a:lnTo>
                  <a:lnTo>
                    <a:pt x="764" y="608"/>
                  </a:lnTo>
                  <a:cubicBezTo>
                    <a:pt x="800" y="608"/>
                    <a:pt x="818" y="633"/>
                    <a:pt x="818" y="684"/>
                  </a:cubicBezTo>
                  <a:cubicBezTo>
                    <a:pt x="819" y="739"/>
                    <a:pt x="801" y="766"/>
                    <a:pt x="763" y="765"/>
                  </a:cubicBezTo>
                  <a:lnTo>
                    <a:pt x="690" y="765"/>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8399656" y="1246255"/>
            <a:ext cx="2016224" cy="2014804"/>
            <a:chOff x="8758812" y="1700808"/>
            <a:chExt cx="2016749" cy="2015329"/>
          </a:xfrm>
        </p:grpSpPr>
        <p:sp>
          <p:nvSpPr>
            <p:cNvPr id="8" name="Oval 8"/>
            <p:cNvSpPr>
              <a:spLocks noChangeArrowheads="1"/>
            </p:cNvSpPr>
            <p:nvPr/>
          </p:nvSpPr>
          <p:spPr bwMode="auto">
            <a:xfrm>
              <a:off x="8758812" y="1700808"/>
              <a:ext cx="2016749" cy="2015329"/>
            </a:xfrm>
            <a:prstGeom prst="ellipse">
              <a:avLst/>
            </a:prstGeom>
            <a:solidFill>
              <a:schemeClr val="accent1">
                <a:lumMod val="10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9" name="Freeform 9"/>
            <p:cNvSpPr>
              <a:spLocks noEditPoints="1"/>
            </p:cNvSpPr>
            <p:nvPr/>
          </p:nvSpPr>
          <p:spPr bwMode="auto">
            <a:xfrm>
              <a:off x="9081207" y="2189373"/>
              <a:ext cx="1380479" cy="1038200"/>
            </a:xfrm>
            <a:custGeom>
              <a:avLst/>
              <a:gdLst>
                <a:gd name="T0" fmla="*/ 42 w 1545"/>
                <a:gd name="T1" fmla="*/ 0 h 1162"/>
                <a:gd name="T2" fmla="*/ 0 w 1545"/>
                <a:gd name="T3" fmla="*/ 932 h 1162"/>
                <a:gd name="T4" fmla="*/ 1503 w 1545"/>
                <a:gd name="T5" fmla="*/ 973 h 1162"/>
                <a:gd name="T6" fmla="*/ 1545 w 1545"/>
                <a:gd name="T7" fmla="*/ 41 h 1162"/>
                <a:gd name="T8" fmla="*/ 866 w 1545"/>
                <a:gd name="T9" fmla="*/ 907 h 1162"/>
                <a:gd name="T10" fmla="*/ 850 w 1545"/>
                <a:gd name="T11" fmla="*/ 922 h 1162"/>
                <a:gd name="T12" fmla="*/ 681 w 1545"/>
                <a:gd name="T13" fmla="*/ 907 h 1162"/>
                <a:gd name="T14" fmla="*/ 696 w 1545"/>
                <a:gd name="T15" fmla="*/ 885 h 1162"/>
                <a:gd name="T16" fmla="*/ 866 w 1545"/>
                <a:gd name="T17" fmla="*/ 900 h 1162"/>
                <a:gd name="T18" fmla="*/ 1481 w 1545"/>
                <a:gd name="T19" fmla="*/ 818 h 1162"/>
                <a:gd name="T20" fmla="*/ 64 w 1545"/>
                <a:gd name="T21" fmla="*/ 818 h 1162"/>
                <a:gd name="T22" fmla="*/ 1481 w 1545"/>
                <a:gd name="T23" fmla="*/ 65 h 1162"/>
                <a:gd name="T24" fmla="*/ 1008 w 1545"/>
                <a:gd name="T25" fmla="*/ 1083 h 1162"/>
                <a:gd name="T26" fmla="*/ 648 w 1545"/>
                <a:gd name="T27" fmla="*/ 1000 h 1162"/>
                <a:gd name="T28" fmla="*/ 1008 w 1545"/>
                <a:gd name="T29" fmla="*/ 1083 h 1162"/>
                <a:gd name="T30" fmla="*/ 477 w 1545"/>
                <a:gd name="T31" fmla="*/ 1162 h 1162"/>
                <a:gd name="T32" fmla="*/ 1051 w 1545"/>
                <a:gd name="T33" fmla="*/ 1107 h 1162"/>
                <a:gd name="T34" fmla="*/ 307 w 1545"/>
                <a:gd name="T35" fmla="*/ 550 h 1162"/>
                <a:gd name="T36" fmla="*/ 533 w 1545"/>
                <a:gd name="T37" fmla="*/ 678 h 1162"/>
                <a:gd name="T38" fmla="*/ 437 w 1545"/>
                <a:gd name="T39" fmla="*/ 230 h 1162"/>
                <a:gd name="T40" fmla="*/ 197 w 1545"/>
                <a:gd name="T41" fmla="*/ 678 h 1162"/>
                <a:gd name="T42" fmla="*/ 307 w 1545"/>
                <a:gd name="T43" fmla="*/ 550 h 1162"/>
                <a:gd name="T44" fmla="*/ 325 w 1545"/>
                <a:gd name="T45" fmla="*/ 497 h 1162"/>
                <a:gd name="T46" fmla="*/ 466 w 1545"/>
                <a:gd name="T47" fmla="*/ 497 h 1162"/>
                <a:gd name="T48" fmla="*/ 715 w 1545"/>
                <a:gd name="T49" fmla="*/ 492 h 1162"/>
                <a:gd name="T50" fmla="*/ 991 w 1545"/>
                <a:gd name="T51" fmla="*/ 358 h 1162"/>
                <a:gd name="T52" fmla="*/ 655 w 1545"/>
                <a:gd name="T53" fmla="*/ 230 h 1162"/>
                <a:gd name="T54" fmla="*/ 715 w 1545"/>
                <a:gd name="T55" fmla="*/ 678 h 1162"/>
                <a:gd name="T56" fmla="*/ 715 w 1545"/>
                <a:gd name="T57" fmla="*/ 282 h 1162"/>
                <a:gd name="T58" fmla="*/ 928 w 1545"/>
                <a:gd name="T59" fmla="*/ 358 h 1162"/>
                <a:gd name="T60" fmla="*/ 715 w 1545"/>
                <a:gd name="T61" fmla="*/ 438 h 1162"/>
                <a:gd name="T62" fmla="*/ 1106 w 1545"/>
                <a:gd name="T63" fmla="*/ 492 h 1162"/>
                <a:gd name="T64" fmla="*/ 1381 w 1545"/>
                <a:gd name="T65" fmla="*/ 358 h 1162"/>
                <a:gd name="T66" fmla="*/ 1045 w 1545"/>
                <a:gd name="T67" fmla="*/ 230 h 1162"/>
                <a:gd name="T68" fmla="*/ 1106 w 1545"/>
                <a:gd name="T69" fmla="*/ 678 h 1162"/>
                <a:gd name="T70" fmla="*/ 1106 w 1545"/>
                <a:gd name="T71" fmla="*/ 282 h 1162"/>
                <a:gd name="T72" fmla="*/ 1318 w 1545"/>
                <a:gd name="T73" fmla="*/ 358 h 1162"/>
                <a:gd name="T74" fmla="*/ 1106 w 1545"/>
                <a:gd name="T75" fmla="*/ 438 h 1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545" h="1162">
                  <a:moveTo>
                    <a:pt x="1503" y="0"/>
                  </a:moveTo>
                  <a:lnTo>
                    <a:pt x="42" y="0"/>
                  </a:lnTo>
                  <a:cubicBezTo>
                    <a:pt x="19" y="0"/>
                    <a:pt x="0" y="18"/>
                    <a:pt x="0" y="41"/>
                  </a:cubicBezTo>
                  <a:lnTo>
                    <a:pt x="0" y="932"/>
                  </a:lnTo>
                  <a:cubicBezTo>
                    <a:pt x="0" y="955"/>
                    <a:pt x="19" y="973"/>
                    <a:pt x="42" y="973"/>
                  </a:cubicBezTo>
                  <a:lnTo>
                    <a:pt x="1503" y="973"/>
                  </a:lnTo>
                  <a:cubicBezTo>
                    <a:pt x="1526" y="973"/>
                    <a:pt x="1545" y="955"/>
                    <a:pt x="1545" y="932"/>
                  </a:cubicBezTo>
                  <a:lnTo>
                    <a:pt x="1545" y="41"/>
                  </a:lnTo>
                  <a:cubicBezTo>
                    <a:pt x="1545" y="18"/>
                    <a:pt x="1526" y="0"/>
                    <a:pt x="1503" y="0"/>
                  </a:cubicBezTo>
                  <a:close/>
                  <a:moveTo>
                    <a:pt x="866" y="907"/>
                  </a:moveTo>
                  <a:lnTo>
                    <a:pt x="866" y="907"/>
                  </a:lnTo>
                  <a:cubicBezTo>
                    <a:pt x="866" y="915"/>
                    <a:pt x="859" y="922"/>
                    <a:pt x="850" y="922"/>
                  </a:cubicBezTo>
                  <a:lnTo>
                    <a:pt x="696" y="922"/>
                  </a:lnTo>
                  <a:cubicBezTo>
                    <a:pt x="687" y="922"/>
                    <a:pt x="681" y="915"/>
                    <a:pt x="681" y="907"/>
                  </a:cubicBezTo>
                  <a:lnTo>
                    <a:pt x="681" y="900"/>
                  </a:lnTo>
                  <a:cubicBezTo>
                    <a:pt x="681" y="892"/>
                    <a:pt x="687" y="885"/>
                    <a:pt x="696" y="885"/>
                  </a:cubicBezTo>
                  <a:lnTo>
                    <a:pt x="850" y="885"/>
                  </a:lnTo>
                  <a:cubicBezTo>
                    <a:pt x="859" y="885"/>
                    <a:pt x="866" y="892"/>
                    <a:pt x="866" y="900"/>
                  </a:cubicBezTo>
                  <a:lnTo>
                    <a:pt x="866" y="907"/>
                  </a:lnTo>
                  <a:close/>
                  <a:moveTo>
                    <a:pt x="1481" y="818"/>
                  </a:moveTo>
                  <a:lnTo>
                    <a:pt x="1481" y="818"/>
                  </a:lnTo>
                  <a:lnTo>
                    <a:pt x="64" y="818"/>
                  </a:lnTo>
                  <a:lnTo>
                    <a:pt x="64" y="65"/>
                  </a:lnTo>
                  <a:lnTo>
                    <a:pt x="1481" y="65"/>
                  </a:lnTo>
                  <a:lnTo>
                    <a:pt x="1481" y="818"/>
                  </a:lnTo>
                  <a:close/>
                  <a:moveTo>
                    <a:pt x="1008" y="1083"/>
                  </a:moveTo>
                  <a:lnTo>
                    <a:pt x="537" y="1083"/>
                  </a:lnTo>
                  <a:lnTo>
                    <a:pt x="648" y="1000"/>
                  </a:lnTo>
                  <a:lnTo>
                    <a:pt x="897" y="1000"/>
                  </a:lnTo>
                  <a:lnTo>
                    <a:pt x="1008" y="1083"/>
                  </a:lnTo>
                  <a:close/>
                  <a:moveTo>
                    <a:pt x="1051" y="1162"/>
                  </a:moveTo>
                  <a:lnTo>
                    <a:pt x="477" y="1162"/>
                  </a:lnTo>
                  <a:lnTo>
                    <a:pt x="477" y="1107"/>
                  </a:lnTo>
                  <a:lnTo>
                    <a:pt x="1051" y="1107"/>
                  </a:lnTo>
                  <a:lnTo>
                    <a:pt x="1051" y="1162"/>
                  </a:lnTo>
                  <a:close/>
                  <a:moveTo>
                    <a:pt x="307" y="550"/>
                  </a:moveTo>
                  <a:lnTo>
                    <a:pt x="489" y="550"/>
                  </a:lnTo>
                  <a:lnTo>
                    <a:pt x="533" y="678"/>
                  </a:lnTo>
                  <a:lnTo>
                    <a:pt x="600" y="678"/>
                  </a:lnTo>
                  <a:lnTo>
                    <a:pt x="437" y="230"/>
                  </a:lnTo>
                  <a:lnTo>
                    <a:pt x="367" y="230"/>
                  </a:lnTo>
                  <a:lnTo>
                    <a:pt x="197" y="678"/>
                  </a:lnTo>
                  <a:lnTo>
                    <a:pt x="260" y="678"/>
                  </a:lnTo>
                  <a:lnTo>
                    <a:pt x="307" y="550"/>
                  </a:lnTo>
                  <a:close/>
                  <a:moveTo>
                    <a:pt x="466" y="497"/>
                  </a:moveTo>
                  <a:lnTo>
                    <a:pt x="325" y="497"/>
                  </a:lnTo>
                  <a:lnTo>
                    <a:pt x="399" y="297"/>
                  </a:lnTo>
                  <a:lnTo>
                    <a:pt x="466" y="497"/>
                  </a:lnTo>
                  <a:close/>
                  <a:moveTo>
                    <a:pt x="715" y="678"/>
                  </a:moveTo>
                  <a:lnTo>
                    <a:pt x="715" y="492"/>
                  </a:lnTo>
                  <a:lnTo>
                    <a:pt x="856" y="492"/>
                  </a:lnTo>
                  <a:cubicBezTo>
                    <a:pt x="942" y="489"/>
                    <a:pt x="986" y="444"/>
                    <a:pt x="991" y="358"/>
                  </a:cubicBezTo>
                  <a:cubicBezTo>
                    <a:pt x="986" y="276"/>
                    <a:pt x="942" y="233"/>
                    <a:pt x="856" y="230"/>
                  </a:cubicBezTo>
                  <a:lnTo>
                    <a:pt x="655" y="230"/>
                  </a:lnTo>
                  <a:lnTo>
                    <a:pt x="655" y="678"/>
                  </a:lnTo>
                  <a:lnTo>
                    <a:pt x="715" y="678"/>
                  </a:lnTo>
                  <a:close/>
                  <a:moveTo>
                    <a:pt x="715" y="438"/>
                  </a:moveTo>
                  <a:lnTo>
                    <a:pt x="715" y="282"/>
                  </a:lnTo>
                  <a:lnTo>
                    <a:pt x="838" y="282"/>
                  </a:lnTo>
                  <a:cubicBezTo>
                    <a:pt x="898" y="282"/>
                    <a:pt x="928" y="307"/>
                    <a:pt x="928" y="358"/>
                  </a:cubicBezTo>
                  <a:cubicBezTo>
                    <a:pt x="930" y="413"/>
                    <a:pt x="899" y="440"/>
                    <a:pt x="836" y="438"/>
                  </a:cubicBezTo>
                  <a:lnTo>
                    <a:pt x="715" y="438"/>
                  </a:lnTo>
                  <a:close/>
                  <a:moveTo>
                    <a:pt x="1106" y="678"/>
                  </a:moveTo>
                  <a:lnTo>
                    <a:pt x="1106" y="492"/>
                  </a:lnTo>
                  <a:lnTo>
                    <a:pt x="1247" y="492"/>
                  </a:lnTo>
                  <a:cubicBezTo>
                    <a:pt x="1332" y="489"/>
                    <a:pt x="1377" y="444"/>
                    <a:pt x="1381" y="358"/>
                  </a:cubicBezTo>
                  <a:cubicBezTo>
                    <a:pt x="1377" y="276"/>
                    <a:pt x="1332" y="233"/>
                    <a:pt x="1247" y="230"/>
                  </a:cubicBezTo>
                  <a:lnTo>
                    <a:pt x="1045" y="230"/>
                  </a:lnTo>
                  <a:lnTo>
                    <a:pt x="1045" y="678"/>
                  </a:lnTo>
                  <a:lnTo>
                    <a:pt x="1106" y="678"/>
                  </a:lnTo>
                  <a:close/>
                  <a:moveTo>
                    <a:pt x="1106" y="438"/>
                  </a:moveTo>
                  <a:lnTo>
                    <a:pt x="1106" y="282"/>
                  </a:lnTo>
                  <a:lnTo>
                    <a:pt x="1229" y="282"/>
                  </a:lnTo>
                  <a:cubicBezTo>
                    <a:pt x="1289" y="282"/>
                    <a:pt x="1318" y="307"/>
                    <a:pt x="1318" y="358"/>
                  </a:cubicBezTo>
                  <a:cubicBezTo>
                    <a:pt x="1320" y="413"/>
                    <a:pt x="1289" y="440"/>
                    <a:pt x="1227" y="438"/>
                  </a:cubicBezTo>
                  <a:lnTo>
                    <a:pt x="1106" y="438"/>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1833625" y="1246255"/>
            <a:ext cx="2016224" cy="2014804"/>
            <a:chOff x="1204523" y="1700808"/>
            <a:chExt cx="2016749" cy="2015329"/>
          </a:xfrm>
        </p:grpSpPr>
        <p:sp>
          <p:nvSpPr>
            <p:cNvPr id="11" name="Oval 10"/>
            <p:cNvSpPr>
              <a:spLocks noChangeArrowheads="1"/>
            </p:cNvSpPr>
            <p:nvPr/>
          </p:nvSpPr>
          <p:spPr bwMode="auto">
            <a:xfrm>
              <a:off x="1204523" y="1700808"/>
              <a:ext cx="2016749" cy="2015329"/>
            </a:xfrm>
            <a:prstGeom prst="ellipse">
              <a:avLst/>
            </a:pr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2" name="Freeform 11"/>
            <p:cNvSpPr>
              <a:spLocks noEditPoints="1"/>
            </p:cNvSpPr>
            <p:nvPr/>
          </p:nvSpPr>
          <p:spPr bwMode="auto">
            <a:xfrm>
              <a:off x="1453066" y="2193633"/>
              <a:ext cx="1560850" cy="1029678"/>
            </a:xfrm>
            <a:custGeom>
              <a:avLst/>
              <a:gdLst>
                <a:gd name="T0" fmla="*/ 1295 w 1747"/>
                <a:gd name="T1" fmla="*/ 377 h 1154"/>
                <a:gd name="T2" fmla="*/ 1260 w 1747"/>
                <a:gd name="T3" fmla="*/ 0 h 1154"/>
                <a:gd name="T4" fmla="*/ 641 w 1747"/>
                <a:gd name="T5" fmla="*/ 1031 h 1154"/>
                <a:gd name="T6" fmla="*/ 59 w 1747"/>
                <a:gd name="T7" fmla="*/ 1031 h 1154"/>
                <a:gd name="T8" fmla="*/ 1747 w 1747"/>
                <a:gd name="T9" fmla="*/ 1154 h 1154"/>
                <a:gd name="T10" fmla="*/ 371 w 1747"/>
                <a:gd name="T11" fmla="*/ 962 h 1154"/>
                <a:gd name="T12" fmla="*/ 270 w 1747"/>
                <a:gd name="T13" fmla="*/ 863 h 1154"/>
                <a:gd name="T14" fmla="*/ 371 w 1747"/>
                <a:gd name="T15" fmla="*/ 830 h 1154"/>
                <a:gd name="T16" fmla="*/ 270 w 1747"/>
                <a:gd name="T17" fmla="*/ 731 h 1154"/>
                <a:gd name="T18" fmla="*/ 371 w 1747"/>
                <a:gd name="T19" fmla="*/ 691 h 1154"/>
                <a:gd name="T20" fmla="*/ 270 w 1747"/>
                <a:gd name="T21" fmla="*/ 592 h 1154"/>
                <a:gd name="T22" fmla="*/ 371 w 1747"/>
                <a:gd name="T23" fmla="*/ 559 h 1154"/>
                <a:gd name="T24" fmla="*/ 270 w 1747"/>
                <a:gd name="T25" fmla="*/ 460 h 1154"/>
                <a:gd name="T26" fmla="*/ 524 w 1747"/>
                <a:gd name="T27" fmla="*/ 962 h 1154"/>
                <a:gd name="T28" fmla="*/ 422 w 1747"/>
                <a:gd name="T29" fmla="*/ 863 h 1154"/>
                <a:gd name="T30" fmla="*/ 524 w 1747"/>
                <a:gd name="T31" fmla="*/ 830 h 1154"/>
                <a:gd name="T32" fmla="*/ 422 w 1747"/>
                <a:gd name="T33" fmla="*/ 731 h 1154"/>
                <a:gd name="T34" fmla="*/ 524 w 1747"/>
                <a:gd name="T35" fmla="*/ 691 h 1154"/>
                <a:gd name="T36" fmla="*/ 422 w 1747"/>
                <a:gd name="T37" fmla="*/ 592 h 1154"/>
                <a:gd name="T38" fmla="*/ 524 w 1747"/>
                <a:gd name="T39" fmla="*/ 559 h 1154"/>
                <a:gd name="T40" fmla="*/ 422 w 1747"/>
                <a:gd name="T41" fmla="*/ 460 h 1154"/>
                <a:gd name="T42" fmla="*/ 940 w 1747"/>
                <a:gd name="T43" fmla="*/ 938 h 1154"/>
                <a:gd name="T44" fmla="*/ 774 w 1747"/>
                <a:gd name="T45" fmla="*/ 776 h 1154"/>
                <a:gd name="T46" fmla="*/ 940 w 1747"/>
                <a:gd name="T47" fmla="*/ 723 h 1154"/>
                <a:gd name="T48" fmla="*/ 774 w 1747"/>
                <a:gd name="T49" fmla="*/ 561 h 1154"/>
                <a:gd name="T50" fmla="*/ 940 w 1747"/>
                <a:gd name="T51" fmla="*/ 496 h 1154"/>
                <a:gd name="T52" fmla="*/ 774 w 1747"/>
                <a:gd name="T53" fmla="*/ 334 h 1154"/>
                <a:gd name="T54" fmla="*/ 940 w 1747"/>
                <a:gd name="T55" fmla="*/ 281 h 1154"/>
                <a:gd name="T56" fmla="*/ 774 w 1747"/>
                <a:gd name="T57" fmla="*/ 119 h 1154"/>
                <a:gd name="T58" fmla="*/ 1163 w 1747"/>
                <a:gd name="T59" fmla="*/ 938 h 1154"/>
                <a:gd name="T60" fmla="*/ 997 w 1747"/>
                <a:gd name="T61" fmla="*/ 776 h 1154"/>
                <a:gd name="T62" fmla="*/ 1163 w 1747"/>
                <a:gd name="T63" fmla="*/ 723 h 1154"/>
                <a:gd name="T64" fmla="*/ 997 w 1747"/>
                <a:gd name="T65" fmla="*/ 561 h 1154"/>
                <a:gd name="T66" fmla="*/ 1163 w 1747"/>
                <a:gd name="T67" fmla="*/ 496 h 1154"/>
                <a:gd name="T68" fmla="*/ 997 w 1747"/>
                <a:gd name="T69" fmla="*/ 334 h 1154"/>
                <a:gd name="T70" fmla="*/ 1163 w 1747"/>
                <a:gd name="T71" fmla="*/ 281 h 1154"/>
                <a:gd name="T72" fmla="*/ 997 w 1747"/>
                <a:gd name="T73" fmla="*/ 119 h 1154"/>
                <a:gd name="T74" fmla="*/ 1463 w 1747"/>
                <a:gd name="T75" fmla="*/ 950 h 1154"/>
                <a:gd name="T76" fmla="*/ 1361 w 1747"/>
                <a:gd name="T77" fmla="*/ 850 h 1154"/>
                <a:gd name="T78" fmla="*/ 1463 w 1747"/>
                <a:gd name="T79" fmla="*/ 810 h 1154"/>
                <a:gd name="T80" fmla="*/ 1361 w 1747"/>
                <a:gd name="T81" fmla="*/ 711 h 1154"/>
                <a:gd name="T82" fmla="*/ 1463 w 1747"/>
                <a:gd name="T83" fmla="*/ 679 h 1154"/>
                <a:gd name="T84" fmla="*/ 1361 w 1747"/>
                <a:gd name="T85" fmla="*/ 579 h 1154"/>
                <a:gd name="T86" fmla="*/ 1615 w 1747"/>
                <a:gd name="T87" fmla="*/ 950 h 1154"/>
                <a:gd name="T88" fmla="*/ 1514 w 1747"/>
                <a:gd name="T89" fmla="*/ 850 h 1154"/>
                <a:gd name="T90" fmla="*/ 1615 w 1747"/>
                <a:gd name="T91" fmla="*/ 810 h 1154"/>
                <a:gd name="T92" fmla="*/ 1514 w 1747"/>
                <a:gd name="T93" fmla="*/ 711 h 1154"/>
                <a:gd name="T94" fmla="*/ 1615 w 1747"/>
                <a:gd name="T95" fmla="*/ 679 h 1154"/>
                <a:gd name="T96" fmla="*/ 1514 w 1747"/>
                <a:gd name="T97" fmla="*/ 579 h 1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47" h="1154">
                  <a:moveTo>
                    <a:pt x="1689" y="1031"/>
                  </a:moveTo>
                  <a:lnTo>
                    <a:pt x="1689" y="548"/>
                  </a:lnTo>
                  <a:lnTo>
                    <a:pt x="1295" y="377"/>
                  </a:lnTo>
                  <a:lnTo>
                    <a:pt x="1295" y="1031"/>
                  </a:lnTo>
                  <a:lnTo>
                    <a:pt x="1260" y="1031"/>
                  </a:lnTo>
                  <a:lnTo>
                    <a:pt x="1260" y="0"/>
                  </a:lnTo>
                  <a:lnTo>
                    <a:pt x="677" y="0"/>
                  </a:lnTo>
                  <a:lnTo>
                    <a:pt x="677" y="1031"/>
                  </a:lnTo>
                  <a:lnTo>
                    <a:pt x="641" y="1031"/>
                  </a:lnTo>
                  <a:lnTo>
                    <a:pt x="641" y="262"/>
                  </a:lnTo>
                  <a:lnTo>
                    <a:pt x="59" y="463"/>
                  </a:lnTo>
                  <a:lnTo>
                    <a:pt x="59" y="1031"/>
                  </a:lnTo>
                  <a:lnTo>
                    <a:pt x="0" y="1031"/>
                  </a:lnTo>
                  <a:lnTo>
                    <a:pt x="0" y="1154"/>
                  </a:lnTo>
                  <a:lnTo>
                    <a:pt x="1747" y="1154"/>
                  </a:lnTo>
                  <a:lnTo>
                    <a:pt x="1747" y="1031"/>
                  </a:lnTo>
                  <a:lnTo>
                    <a:pt x="1689" y="1031"/>
                  </a:lnTo>
                  <a:close/>
                  <a:moveTo>
                    <a:pt x="371" y="962"/>
                  </a:moveTo>
                  <a:lnTo>
                    <a:pt x="371" y="962"/>
                  </a:lnTo>
                  <a:lnTo>
                    <a:pt x="270" y="962"/>
                  </a:lnTo>
                  <a:lnTo>
                    <a:pt x="270" y="863"/>
                  </a:lnTo>
                  <a:lnTo>
                    <a:pt x="371" y="863"/>
                  </a:lnTo>
                  <a:lnTo>
                    <a:pt x="371" y="962"/>
                  </a:lnTo>
                  <a:close/>
                  <a:moveTo>
                    <a:pt x="371" y="830"/>
                  </a:moveTo>
                  <a:lnTo>
                    <a:pt x="371" y="830"/>
                  </a:lnTo>
                  <a:lnTo>
                    <a:pt x="270" y="830"/>
                  </a:lnTo>
                  <a:lnTo>
                    <a:pt x="270" y="731"/>
                  </a:lnTo>
                  <a:lnTo>
                    <a:pt x="371" y="731"/>
                  </a:lnTo>
                  <a:lnTo>
                    <a:pt x="371" y="830"/>
                  </a:lnTo>
                  <a:close/>
                  <a:moveTo>
                    <a:pt x="371" y="691"/>
                  </a:moveTo>
                  <a:lnTo>
                    <a:pt x="371" y="691"/>
                  </a:lnTo>
                  <a:lnTo>
                    <a:pt x="270" y="691"/>
                  </a:lnTo>
                  <a:lnTo>
                    <a:pt x="270" y="592"/>
                  </a:lnTo>
                  <a:lnTo>
                    <a:pt x="371" y="592"/>
                  </a:lnTo>
                  <a:lnTo>
                    <a:pt x="371" y="691"/>
                  </a:lnTo>
                  <a:close/>
                  <a:moveTo>
                    <a:pt x="371" y="559"/>
                  </a:moveTo>
                  <a:lnTo>
                    <a:pt x="371" y="559"/>
                  </a:lnTo>
                  <a:lnTo>
                    <a:pt x="270" y="559"/>
                  </a:lnTo>
                  <a:lnTo>
                    <a:pt x="270" y="460"/>
                  </a:lnTo>
                  <a:lnTo>
                    <a:pt x="371" y="460"/>
                  </a:lnTo>
                  <a:lnTo>
                    <a:pt x="371" y="559"/>
                  </a:lnTo>
                  <a:close/>
                  <a:moveTo>
                    <a:pt x="524" y="962"/>
                  </a:moveTo>
                  <a:lnTo>
                    <a:pt x="524" y="962"/>
                  </a:lnTo>
                  <a:lnTo>
                    <a:pt x="422" y="962"/>
                  </a:lnTo>
                  <a:lnTo>
                    <a:pt x="422" y="863"/>
                  </a:lnTo>
                  <a:lnTo>
                    <a:pt x="524" y="863"/>
                  </a:lnTo>
                  <a:lnTo>
                    <a:pt x="524" y="962"/>
                  </a:lnTo>
                  <a:close/>
                  <a:moveTo>
                    <a:pt x="524" y="830"/>
                  </a:moveTo>
                  <a:lnTo>
                    <a:pt x="524" y="830"/>
                  </a:lnTo>
                  <a:lnTo>
                    <a:pt x="422" y="830"/>
                  </a:lnTo>
                  <a:lnTo>
                    <a:pt x="422" y="731"/>
                  </a:lnTo>
                  <a:lnTo>
                    <a:pt x="524" y="731"/>
                  </a:lnTo>
                  <a:lnTo>
                    <a:pt x="524" y="830"/>
                  </a:lnTo>
                  <a:close/>
                  <a:moveTo>
                    <a:pt x="524" y="691"/>
                  </a:moveTo>
                  <a:lnTo>
                    <a:pt x="524" y="691"/>
                  </a:lnTo>
                  <a:lnTo>
                    <a:pt x="422" y="691"/>
                  </a:lnTo>
                  <a:lnTo>
                    <a:pt x="422" y="592"/>
                  </a:lnTo>
                  <a:lnTo>
                    <a:pt x="524" y="592"/>
                  </a:lnTo>
                  <a:lnTo>
                    <a:pt x="524" y="691"/>
                  </a:lnTo>
                  <a:close/>
                  <a:moveTo>
                    <a:pt x="524" y="559"/>
                  </a:moveTo>
                  <a:lnTo>
                    <a:pt x="524" y="559"/>
                  </a:lnTo>
                  <a:lnTo>
                    <a:pt x="422" y="559"/>
                  </a:lnTo>
                  <a:lnTo>
                    <a:pt x="422" y="460"/>
                  </a:lnTo>
                  <a:lnTo>
                    <a:pt x="524" y="460"/>
                  </a:lnTo>
                  <a:lnTo>
                    <a:pt x="524" y="559"/>
                  </a:lnTo>
                  <a:close/>
                  <a:moveTo>
                    <a:pt x="940" y="938"/>
                  </a:moveTo>
                  <a:lnTo>
                    <a:pt x="940" y="938"/>
                  </a:lnTo>
                  <a:lnTo>
                    <a:pt x="774" y="938"/>
                  </a:lnTo>
                  <a:lnTo>
                    <a:pt x="774" y="776"/>
                  </a:lnTo>
                  <a:lnTo>
                    <a:pt x="940" y="776"/>
                  </a:lnTo>
                  <a:lnTo>
                    <a:pt x="940" y="938"/>
                  </a:lnTo>
                  <a:close/>
                  <a:moveTo>
                    <a:pt x="940" y="723"/>
                  </a:moveTo>
                  <a:lnTo>
                    <a:pt x="940" y="723"/>
                  </a:lnTo>
                  <a:lnTo>
                    <a:pt x="774" y="723"/>
                  </a:lnTo>
                  <a:lnTo>
                    <a:pt x="774" y="561"/>
                  </a:lnTo>
                  <a:lnTo>
                    <a:pt x="940" y="561"/>
                  </a:lnTo>
                  <a:lnTo>
                    <a:pt x="940" y="723"/>
                  </a:lnTo>
                  <a:close/>
                  <a:moveTo>
                    <a:pt x="940" y="496"/>
                  </a:moveTo>
                  <a:lnTo>
                    <a:pt x="940" y="496"/>
                  </a:lnTo>
                  <a:lnTo>
                    <a:pt x="774" y="496"/>
                  </a:lnTo>
                  <a:lnTo>
                    <a:pt x="774" y="334"/>
                  </a:lnTo>
                  <a:lnTo>
                    <a:pt x="940" y="334"/>
                  </a:lnTo>
                  <a:lnTo>
                    <a:pt x="940" y="496"/>
                  </a:lnTo>
                  <a:close/>
                  <a:moveTo>
                    <a:pt x="940" y="281"/>
                  </a:moveTo>
                  <a:lnTo>
                    <a:pt x="940" y="281"/>
                  </a:lnTo>
                  <a:lnTo>
                    <a:pt x="774" y="281"/>
                  </a:lnTo>
                  <a:lnTo>
                    <a:pt x="774" y="119"/>
                  </a:lnTo>
                  <a:lnTo>
                    <a:pt x="940" y="119"/>
                  </a:lnTo>
                  <a:lnTo>
                    <a:pt x="940" y="281"/>
                  </a:lnTo>
                  <a:close/>
                  <a:moveTo>
                    <a:pt x="1163" y="938"/>
                  </a:moveTo>
                  <a:lnTo>
                    <a:pt x="1163" y="938"/>
                  </a:lnTo>
                  <a:lnTo>
                    <a:pt x="997" y="938"/>
                  </a:lnTo>
                  <a:lnTo>
                    <a:pt x="997" y="776"/>
                  </a:lnTo>
                  <a:lnTo>
                    <a:pt x="1163" y="776"/>
                  </a:lnTo>
                  <a:lnTo>
                    <a:pt x="1163" y="938"/>
                  </a:lnTo>
                  <a:close/>
                  <a:moveTo>
                    <a:pt x="1163" y="723"/>
                  </a:moveTo>
                  <a:lnTo>
                    <a:pt x="1163" y="723"/>
                  </a:lnTo>
                  <a:lnTo>
                    <a:pt x="997" y="723"/>
                  </a:lnTo>
                  <a:lnTo>
                    <a:pt x="997" y="561"/>
                  </a:lnTo>
                  <a:lnTo>
                    <a:pt x="1163" y="561"/>
                  </a:lnTo>
                  <a:lnTo>
                    <a:pt x="1163" y="723"/>
                  </a:lnTo>
                  <a:close/>
                  <a:moveTo>
                    <a:pt x="1163" y="496"/>
                  </a:moveTo>
                  <a:lnTo>
                    <a:pt x="1163" y="496"/>
                  </a:lnTo>
                  <a:lnTo>
                    <a:pt x="997" y="496"/>
                  </a:lnTo>
                  <a:lnTo>
                    <a:pt x="997" y="334"/>
                  </a:lnTo>
                  <a:lnTo>
                    <a:pt x="1163" y="334"/>
                  </a:lnTo>
                  <a:lnTo>
                    <a:pt x="1163" y="496"/>
                  </a:lnTo>
                  <a:close/>
                  <a:moveTo>
                    <a:pt x="1163" y="281"/>
                  </a:moveTo>
                  <a:lnTo>
                    <a:pt x="1163" y="281"/>
                  </a:lnTo>
                  <a:lnTo>
                    <a:pt x="997" y="281"/>
                  </a:lnTo>
                  <a:lnTo>
                    <a:pt x="997" y="119"/>
                  </a:lnTo>
                  <a:lnTo>
                    <a:pt x="1163" y="119"/>
                  </a:lnTo>
                  <a:lnTo>
                    <a:pt x="1163" y="281"/>
                  </a:lnTo>
                  <a:close/>
                  <a:moveTo>
                    <a:pt x="1463" y="950"/>
                  </a:moveTo>
                  <a:lnTo>
                    <a:pt x="1463" y="950"/>
                  </a:lnTo>
                  <a:lnTo>
                    <a:pt x="1361" y="950"/>
                  </a:lnTo>
                  <a:lnTo>
                    <a:pt x="1361" y="850"/>
                  </a:lnTo>
                  <a:lnTo>
                    <a:pt x="1463" y="850"/>
                  </a:lnTo>
                  <a:lnTo>
                    <a:pt x="1463" y="950"/>
                  </a:lnTo>
                  <a:close/>
                  <a:moveTo>
                    <a:pt x="1463" y="810"/>
                  </a:moveTo>
                  <a:lnTo>
                    <a:pt x="1463" y="810"/>
                  </a:lnTo>
                  <a:lnTo>
                    <a:pt x="1361" y="810"/>
                  </a:lnTo>
                  <a:lnTo>
                    <a:pt x="1361" y="711"/>
                  </a:lnTo>
                  <a:lnTo>
                    <a:pt x="1463" y="711"/>
                  </a:lnTo>
                  <a:lnTo>
                    <a:pt x="1463" y="810"/>
                  </a:lnTo>
                  <a:close/>
                  <a:moveTo>
                    <a:pt x="1463" y="679"/>
                  </a:moveTo>
                  <a:lnTo>
                    <a:pt x="1463" y="679"/>
                  </a:lnTo>
                  <a:lnTo>
                    <a:pt x="1361" y="679"/>
                  </a:lnTo>
                  <a:lnTo>
                    <a:pt x="1361" y="579"/>
                  </a:lnTo>
                  <a:lnTo>
                    <a:pt x="1463" y="579"/>
                  </a:lnTo>
                  <a:lnTo>
                    <a:pt x="1463" y="679"/>
                  </a:lnTo>
                  <a:close/>
                  <a:moveTo>
                    <a:pt x="1615" y="950"/>
                  </a:moveTo>
                  <a:lnTo>
                    <a:pt x="1615" y="950"/>
                  </a:lnTo>
                  <a:lnTo>
                    <a:pt x="1514" y="950"/>
                  </a:lnTo>
                  <a:lnTo>
                    <a:pt x="1514" y="850"/>
                  </a:lnTo>
                  <a:lnTo>
                    <a:pt x="1615" y="850"/>
                  </a:lnTo>
                  <a:lnTo>
                    <a:pt x="1615" y="950"/>
                  </a:lnTo>
                  <a:close/>
                  <a:moveTo>
                    <a:pt x="1615" y="810"/>
                  </a:moveTo>
                  <a:lnTo>
                    <a:pt x="1615" y="810"/>
                  </a:lnTo>
                  <a:lnTo>
                    <a:pt x="1514" y="810"/>
                  </a:lnTo>
                  <a:lnTo>
                    <a:pt x="1514" y="711"/>
                  </a:lnTo>
                  <a:lnTo>
                    <a:pt x="1615" y="711"/>
                  </a:lnTo>
                  <a:lnTo>
                    <a:pt x="1615" y="810"/>
                  </a:lnTo>
                  <a:close/>
                  <a:moveTo>
                    <a:pt x="1615" y="679"/>
                  </a:moveTo>
                  <a:lnTo>
                    <a:pt x="1615" y="679"/>
                  </a:lnTo>
                  <a:lnTo>
                    <a:pt x="1514" y="679"/>
                  </a:lnTo>
                  <a:lnTo>
                    <a:pt x="1514" y="579"/>
                  </a:lnTo>
                  <a:lnTo>
                    <a:pt x="1615" y="579"/>
                  </a:lnTo>
                  <a:lnTo>
                    <a:pt x="1615" y="67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grpSp>
      <p:sp>
        <p:nvSpPr>
          <p:cNvPr id="13" name="Freeform 12"/>
          <p:cNvSpPr/>
          <p:nvPr/>
        </p:nvSpPr>
        <p:spPr bwMode="auto">
          <a:xfrm>
            <a:off x="4216626" y="1932056"/>
            <a:ext cx="583569" cy="583569"/>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4" name="Freeform 13"/>
          <p:cNvSpPr/>
          <p:nvPr/>
        </p:nvSpPr>
        <p:spPr bwMode="auto">
          <a:xfrm>
            <a:off x="7535786" y="1932056"/>
            <a:ext cx="583569" cy="583569"/>
          </a:xfrm>
          <a:custGeom>
            <a:avLst/>
            <a:gdLst>
              <a:gd name="T0" fmla="*/ 269 w 653"/>
              <a:gd name="T1" fmla="*/ 653 h 653"/>
              <a:gd name="T2" fmla="*/ 269 w 653"/>
              <a:gd name="T3" fmla="*/ 382 h 653"/>
              <a:gd name="T4" fmla="*/ 0 w 653"/>
              <a:gd name="T5" fmla="*/ 382 h 653"/>
              <a:gd name="T6" fmla="*/ 0 w 653"/>
              <a:gd name="T7" fmla="*/ 269 h 653"/>
              <a:gd name="T8" fmla="*/ 269 w 653"/>
              <a:gd name="T9" fmla="*/ 269 h 653"/>
              <a:gd name="T10" fmla="*/ 269 w 653"/>
              <a:gd name="T11" fmla="*/ 0 h 653"/>
              <a:gd name="T12" fmla="*/ 384 w 653"/>
              <a:gd name="T13" fmla="*/ 0 h 653"/>
              <a:gd name="T14" fmla="*/ 384 w 653"/>
              <a:gd name="T15" fmla="*/ 269 h 653"/>
              <a:gd name="T16" fmla="*/ 653 w 653"/>
              <a:gd name="T17" fmla="*/ 269 h 653"/>
              <a:gd name="T18" fmla="*/ 653 w 653"/>
              <a:gd name="T19" fmla="*/ 382 h 653"/>
              <a:gd name="T20" fmla="*/ 384 w 653"/>
              <a:gd name="T21" fmla="*/ 382 h 653"/>
              <a:gd name="T22" fmla="*/ 384 w 653"/>
              <a:gd name="T23" fmla="*/ 653 h 653"/>
              <a:gd name="T24" fmla="*/ 269 w 653"/>
              <a:gd name="T25" fmla="*/ 653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3" h="653">
                <a:moveTo>
                  <a:pt x="269" y="653"/>
                </a:moveTo>
                <a:lnTo>
                  <a:pt x="269" y="382"/>
                </a:lnTo>
                <a:lnTo>
                  <a:pt x="0" y="382"/>
                </a:lnTo>
                <a:lnTo>
                  <a:pt x="0" y="269"/>
                </a:lnTo>
                <a:lnTo>
                  <a:pt x="269" y="269"/>
                </a:lnTo>
                <a:lnTo>
                  <a:pt x="269" y="0"/>
                </a:lnTo>
                <a:lnTo>
                  <a:pt x="384" y="0"/>
                </a:lnTo>
                <a:lnTo>
                  <a:pt x="384" y="269"/>
                </a:lnTo>
                <a:lnTo>
                  <a:pt x="653" y="269"/>
                </a:lnTo>
                <a:lnTo>
                  <a:pt x="653" y="382"/>
                </a:lnTo>
                <a:lnTo>
                  <a:pt x="384" y="382"/>
                </a:lnTo>
                <a:lnTo>
                  <a:pt x="384" y="653"/>
                </a:lnTo>
                <a:lnTo>
                  <a:pt x="269" y="653"/>
                </a:lnTo>
                <a:close/>
              </a:path>
            </a:pathLst>
          </a:custGeom>
          <a:solidFill>
            <a:schemeClr val="accent1">
              <a:lumMod val="100000"/>
            </a:schemeClr>
          </a:solidFill>
          <a:ln>
            <a:noFill/>
          </a:ln>
        </p:spPr>
        <p:txBody>
          <a:bodyPr vert="horz" wrap="square" lIns="91416" tIns="45708" rIns="91416" bIns="45708" numCol="1" anchor="t" anchorCtr="0" compatLnSpc="1"/>
          <a:lstStyle/>
          <a:p>
            <a:endParaRPr lang="zh-CN" altLang="en-US" sz="1345" dirty="0">
              <a:latin typeface="微软雅黑" panose="020B0503020204020204" pitchFamily="34" charset="-122"/>
              <a:ea typeface="微软雅黑" panose="020B0503020204020204" pitchFamily="34" charset="-122"/>
            </a:endParaRPr>
          </a:p>
        </p:txBody>
      </p:sp>
      <p:sp>
        <p:nvSpPr>
          <p:cNvPr id="15" name="矩形 83"/>
          <p:cNvSpPr>
            <a:spLocks noChangeArrowheads="1"/>
          </p:cNvSpPr>
          <p:nvPr/>
        </p:nvSpPr>
        <p:spPr bwMode="auto">
          <a:xfrm>
            <a:off x="1551966" y="4350266"/>
            <a:ext cx="9055308" cy="1920796"/>
          </a:xfrm>
          <a:prstGeom prst="rect">
            <a:avLst/>
          </a:prstGeom>
          <a:solidFill>
            <a:srgbClr val="F2F2F2"/>
          </a:solidFill>
          <a:ln w="9525" cmpd="sng">
            <a:solidFill>
              <a:srgbClr val="55735B"/>
            </a:solidFill>
            <a:miter lim="800000"/>
          </a:ln>
        </p:spPr>
        <p:txBody>
          <a:bodyPr/>
          <a:lstStyle/>
          <a:p>
            <a:endParaRPr lang="zh-CN" altLang="en-US" sz="1345" dirty="0">
              <a:latin typeface="微软雅黑" panose="020B0503020204020204" pitchFamily="34" charset="-122"/>
              <a:ea typeface="微软雅黑" panose="020B0503020204020204" pitchFamily="34" charset="-122"/>
            </a:endParaRPr>
          </a:p>
        </p:txBody>
      </p:sp>
      <p:sp>
        <p:nvSpPr>
          <p:cNvPr id="16" name="TextBox 84"/>
          <p:cNvSpPr txBox="1">
            <a:spLocks noChangeArrowheads="1"/>
          </p:cNvSpPr>
          <p:nvPr/>
        </p:nvSpPr>
        <p:spPr bwMode="auto">
          <a:xfrm>
            <a:off x="1791536" y="4517253"/>
            <a:ext cx="8501945" cy="161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7" name="Freeform 12"/>
          <p:cNvSpPr/>
          <p:nvPr/>
        </p:nvSpPr>
        <p:spPr bwMode="auto">
          <a:xfrm>
            <a:off x="1477371" y="4204254"/>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18" name="Freeform 12"/>
          <p:cNvSpPr/>
          <p:nvPr/>
        </p:nvSpPr>
        <p:spPr bwMode="auto">
          <a:xfrm flipH="1" flipV="1">
            <a:off x="10174813" y="5876635"/>
            <a:ext cx="528500" cy="530087"/>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2C3637"/>
          </a:solidFill>
          <a:ln>
            <a:noFill/>
          </a:ln>
        </p:spPr>
        <p:txBody>
          <a:bodyPr/>
          <a:lstStyle/>
          <a:p>
            <a:endParaRPr lang="zh-CN" altLang="en-US" sz="1345" dirty="0">
              <a:solidFill>
                <a:srgbClr val="2C3637"/>
              </a:solidFill>
              <a:latin typeface="微软雅黑" panose="020B0503020204020204" pitchFamily="34" charset="-122"/>
              <a:ea typeface="微软雅黑" panose="020B0503020204020204" pitchFamily="34" charset="-122"/>
            </a:endParaRPr>
          </a:p>
        </p:txBody>
      </p:sp>
      <p:sp>
        <p:nvSpPr>
          <p:cNvPr id="19" name="TextBox 46"/>
          <p:cNvSpPr txBox="1"/>
          <p:nvPr/>
        </p:nvSpPr>
        <p:spPr>
          <a:xfrm>
            <a:off x="1979262" y="3388941"/>
            <a:ext cx="1663285" cy="39878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标题</a:t>
            </a:r>
          </a:p>
        </p:txBody>
      </p:sp>
      <p:sp>
        <p:nvSpPr>
          <p:cNvPr id="20" name="TextBox 47"/>
          <p:cNvSpPr txBox="1"/>
          <p:nvPr/>
        </p:nvSpPr>
        <p:spPr>
          <a:xfrm>
            <a:off x="5227179" y="3388941"/>
            <a:ext cx="1663285" cy="39878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标题</a:t>
            </a:r>
          </a:p>
        </p:txBody>
      </p:sp>
      <p:sp>
        <p:nvSpPr>
          <p:cNvPr id="21" name="TextBox 48"/>
          <p:cNvSpPr txBox="1"/>
          <p:nvPr/>
        </p:nvSpPr>
        <p:spPr>
          <a:xfrm>
            <a:off x="8633728" y="3388941"/>
            <a:ext cx="1663285" cy="398780"/>
          </a:xfrm>
          <a:prstGeom prst="rect">
            <a:avLst/>
          </a:prstGeom>
          <a:noFill/>
        </p:spPr>
        <p:txBody>
          <a:bodyPr wrap="square" rtlCol="0">
            <a:spAutoFit/>
          </a:bodyPr>
          <a:lstStyle/>
          <a:p>
            <a:pPr algn="ctr"/>
            <a:r>
              <a:rPr lang="zh-CN" altLang="en-US" sz="2000" b="1" dirty="0">
                <a:solidFill>
                  <a:schemeClr val="accent1">
                    <a:lumMod val="100000"/>
                  </a:schemeClr>
                </a:solidFill>
                <a:latin typeface="微软雅黑" panose="020B0503020204020204" pitchFamily="34" charset="-122"/>
                <a:ea typeface="微软雅黑" panose="020B0503020204020204" pitchFamily="34" charset="-122"/>
              </a:rPr>
              <a:t>标题</a:t>
            </a:r>
          </a:p>
        </p:txBody>
      </p:sp>
      <p:sp>
        <p:nvSpPr>
          <p:cNvPr id="28" name="Text Box 4">
            <a:extLst>
              <a:ext uri="{FF2B5EF4-FFF2-40B4-BE49-F238E27FC236}">
                <a16:creationId xmlns:a16="http://schemas.microsoft.com/office/drawing/2014/main" id="{79E4DCD4-18A3-8143-81CF-F80557365EEC}"/>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Half Frame 12">
            <a:extLst>
              <a:ext uri="{FF2B5EF4-FFF2-40B4-BE49-F238E27FC236}">
                <a16:creationId xmlns:a16="http://schemas.microsoft.com/office/drawing/2014/main" id="{AAA3165C-673C-7548-8C40-A5C43001A69D}"/>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0" name="直线连接符 29">
            <a:extLst>
              <a:ext uri="{FF2B5EF4-FFF2-40B4-BE49-F238E27FC236}">
                <a16:creationId xmlns:a16="http://schemas.microsoft.com/office/drawing/2014/main" id="{685CD0D8-A262-6A42-AFB3-317D7469BCA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10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31"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300" fill="hold"/>
                                            <p:tgtEl>
                                              <p:spTgt spid="13"/>
                                            </p:tgtEl>
                                            <p:attrNameLst>
                                              <p:attrName>ppt_w</p:attrName>
                                            </p:attrNameLst>
                                          </p:cBhvr>
                                          <p:tavLst>
                                            <p:tav tm="0">
                                              <p:val>
                                                <p:fltVal val="0"/>
                                              </p:val>
                                            </p:tav>
                                            <p:tav tm="100000">
                                              <p:val>
                                                <p:strVal val="#ppt_w"/>
                                              </p:val>
                                            </p:tav>
                                          </p:tavLst>
                                        </p:anim>
                                        <p:anim calcmode="lin" valueType="num">
                                          <p:cBhvr>
                                            <p:cTn id="20" dur="300" fill="hold"/>
                                            <p:tgtEl>
                                              <p:spTgt spid="13"/>
                                            </p:tgtEl>
                                            <p:attrNameLst>
                                              <p:attrName>ppt_h</p:attrName>
                                            </p:attrNameLst>
                                          </p:cBhvr>
                                          <p:tavLst>
                                            <p:tav tm="0">
                                              <p:val>
                                                <p:fltVal val="0"/>
                                              </p:val>
                                            </p:tav>
                                            <p:tav tm="100000">
                                              <p:val>
                                                <p:strVal val="#ppt_h"/>
                                              </p:val>
                                            </p:tav>
                                          </p:tavLst>
                                        </p:anim>
                                        <p:anim calcmode="lin" valueType="num">
                                          <p:cBhvr>
                                            <p:cTn id="21" dur="300" fill="hold"/>
                                            <p:tgtEl>
                                              <p:spTgt spid="13"/>
                                            </p:tgtEl>
                                            <p:attrNameLst>
                                              <p:attrName>style.rotation</p:attrName>
                                            </p:attrNameLst>
                                          </p:cBhvr>
                                          <p:tavLst>
                                            <p:tav tm="0">
                                              <p:val>
                                                <p:fltVal val="90"/>
                                              </p:val>
                                            </p:tav>
                                            <p:tav tm="100000">
                                              <p:val>
                                                <p:fltVal val="0"/>
                                              </p:val>
                                            </p:tav>
                                          </p:tavLst>
                                        </p:anim>
                                        <p:animEffect transition="in" filter="fade">
                                          <p:cBhvr>
                                            <p:cTn id="22" dur="300"/>
                                            <p:tgtEl>
                                              <p:spTgt spid="13"/>
                                            </p:tgtEl>
                                          </p:cBhvr>
                                        </p:animEffect>
                                      </p:childTnLst>
                                    </p:cTn>
                                  </p:par>
                                </p:childTnLst>
                              </p:cTn>
                            </p:par>
                            <p:par>
                              <p:cTn id="23" fill="hold">
                                <p:stCondLst>
                                  <p:cond delay="2000"/>
                                </p:stCondLst>
                                <p:childTnLst>
                                  <p:par>
                                    <p:cTn id="24" presetID="53" presetClass="entr" presetSubtype="16"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31"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300" fill="hold"/>
                                            <p:tgtEl>
                                              <p:spTgt spid="14"/>
                                            </p:tgtEl>
                                            <p:attrNameLst>
                                              <p:attrName>ppt_w</p:attrName>
                                            </p:attrNameLst>
                                          </p:cBhvr>
                                          <p:tavLst>
                                            <p:tav tm="0">
                                              <p:val>
                                                <p:fltVal val="0"/>
                                              </p:val>
                                            </p:tav>
                                            <p:tav tm="100000">
                                              <p:val>
                                                <p:strVal val="#ppt_w"/>
                                              </p:val>
                                            </p:tav>
                                          </p:tavLst>
                                        </p:anim>
                                        <p:anim calcmode="lin" valueType="num">
                                          <p:cBhvr>
                                            <p:cTn id="38" dur="300" fill="hold"/>
                                            <p:tgtEl>
                                              <p:spTgt spid="14"/>
                                            </p:tgtEl>
                                            <p:attrNameLst>
                                              <p:attrName>ppt_h</p:attrName>
                                            </p:attrNameLst>
                                          </p:cBhvr>
                                          <p:tavLst>
                                            <p:tav tm="0">
                                              <p:val>
                                                <p:fltVal val="0"/>
                                              </p:val>
                                            </p:tav>
                                            <p:tav tm="100000">
                                              <p:val>
                                                <p:strVal val="#ppt_h"/>
                                              </p:val>
                                            </p:tav>
                                          </p:tavLst>
                                        </p:anim>
                                        <p:anim calcmode="lin" valueType="num">
                                          <p:cBhvr>
                                            <p:cTn id="39" dur="300" fill="hold"/>
                                            <p:tgtEl>
                                              <p:spTgt spid="14"/>
                                            </p:tgtEl>
                                            <p:attrNameLst>
                                              <p:attrName>style.rotation</p:attrName>
                                            </p:attrNameLst>
                                          </p:cBhvr>
                                          <p:tavLst>
                                            <p:tav tm="0">
                                              <p:val>
                                                <p:fltVal val="90"/>
                                              </p:val>
                                            </p:tav>
                                            <p:tav tm="100000">
                                              <p:val>
                                                <p:fltVal val="0"/>
                                              </p:val>
                                            </p:tav>
                                          </p:tavLst>
                                        </p:anim>
                                        <p:animEffect transition="in" filter="fade">
                                          <p:cBhvr>
                                            <p:cTn id="40" dur="300"/>
                                            <p:tgtEl>
                                              <p:spTgt spid="14"/>
                                            </p:tgtEl>
                                          </p:cBhvr>
                                        </p:animEffect>
                                      </p:childTnLst>
                                    </p:cTn>
                                  </p:par>
                                </p:childTnLst>
                              </p:cTn>
                            </p:par>
                            <p:par>
                              <p:cTn id="41" fill="hold">
                                <p:stCondLst>
                                  <p:cond delay="3000"/>
                                </p:stCondLst>
                                <p:childTnLst>
                                  <p:par>
                                    <p:cTn id="42" presetID="53" presetClass="entr" presetSubtype="16"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animEffect transition="in" filter="fade">
                                          <p:cBhvr>
                                            <p:cTn id="46" dur="500"/>
                                            <p:tgtEl>
                                              <p:spTgt spid="7"/>
                                            </p:tgtEl>
                                          </p:cBhvr>
                                        </p:animEffect>
                                      </p:childTnLst>
                                    </p:cTn>
                                  </p:par>
                                  <p:par>
                                    <p:cTn id="47" presetID="42" presetClass="entr" presetSubtype="0" fill="hold" grpId="0" nodeType="withEffect">
                                      <p:stCondLst>
                                        <p:cond delay="4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anim calcmode="lin" valueType="num">
                                          <p:cBhvr>
                                            <p:cTn id="50" dur="1000" fill="hold"/>
                                            <p:tgtEl>
                                              <p:spTgt spid="21"/>
                                            </p:tgtEl>
                                            <p:attrNameLst>
                                              <p:attrName>ppt_x</p:attrName>
                                            </p:attrNameLst>
                                          </p:cBhvr>
                                          <p:tavLst>
                                            <p:tav tm="0">
                                              <p:val>
                                                <p:strVal val="#ppt_x"/>
                                              </p:val>
                                            </p:tav>
                                            <p:tav tm="100000">
                                              <p:val>
                                                <p:strVal val="#ppt_x"/>
                                              </p:val>
                                            </p:tav>
                                          </p:tavLst>
                                        </p:anim>
                                        <p:anim calcmode="lin" valueType="num">
                                          <p:cBhvr>
                                            <p:cTn id="51" dur="1000" fill="hold"/>
                                            <p:tgtEl>
                                              <p:spTgt spid="21"/>
                                            </p:tgtEl>
                                            <p:attrNameLst>
                                              <p:attrName>ppt_y</p:attrName>
                                            </p:attrNameLst>
                                          </p:cBhvr>
                                          <p:tavLst>
                                            <p:tav tm="0">
                                              <p:val>
                                                <p:strVal val="#ppt_y+.1"/>
                                              </p:val>
                                            </p:tav>
                                            <p:tav tm="100000">
                                              <p:val>
                                                <p:strVal val="#ppt_y"/>
                                              </p:val>
                                            </p:tav>
                                          </p:tavLst>
                                        </p:anim>
                                      </p:childTnLst>
                                    </p:cTn>
                                  </p:par>
                                </p:childTnLst>
                              </p:cTn>
                            </p:par>
                            <p:par>
                              <p:cTn id="52" fill="hold">
                                <p:stCondLst>
                                  <p:cond delay="3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35" presetClass="path" presetSubtype="0" accel="50000" decel="50000" fill="hold" grpId="1" nodeType="withEffect">
                                      <p:stCondLst>
                                        <p:cond delay="0"/>
                                      </p:stCondLst>
                                      <p:childTnLst>
                                        <p:animMotion origin="layout" path="M -3.56836E-6 -3.7037E-7 L 0.36686 0.15278 " pathEditMode="relative" rAng="0" ptsTypes="AA">
                                          <p:cBhvr>
                                            <p:cTn id="56" dur="500" spd="-99900" fill="hold"/>
                                            <p:tgtEl>
                                              <p:spTgt spid="17"/>
                                            </p:tgtEl>
                                            <p:attrNameLst>
                                              <p:attrName>ppt_x</p:attrName>
                                              <p:attrName>ppt_y</p:attrName>
                                            </p:attrNameLst>
                                          </p:cBhvr>
                                          <p:rCtr x="18343" y="7639"/>
                                        </p:animMotion>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35" presetClass="path" presetSubtype="0" accel="50000" decel="50000" fill="hold" grpId="1" nodeType="withEffect">
                                      <p:stCondLst>
                                        <p:cond delay="0"/>
                                      </p:stCondLst>
                                      <p:childTnLst>
                                        <p:animMotion origin="layout" path="M 7.85742E-7 -3.33333E-6 L -0.39495 -0.11018 " pathEditMode="relative" rAng="0" ptsTypes="AA">
                                          <p:cBhvr>
                                            <p:cTn id="60" dur="500" spd="-99900" fill="hold"/>
                                            <p:tgtEl>
                                              <p:spTgt spid="18"/>
                                            </p:tgtEl>
                                            <p:attrNameLst>
                                              <p:attrName>ppt_x</p:attrName>
                                              <p:attrName>ppt_y</p:attrName>
                                            </p:attrNameLst>
                                          </p:cBhvr>
                                          <p:rCtr x="-19748" y="-5509"/>
                                        </p:animMotion>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500" fill="hold"/>
                                            <p:tgtEl>
                                              <p:spTgt spid="15"/>
                                            </p:tgtEl>
                                            <p:attrNameLst>
                                              <p:attrName>ppt_w</p:attrName>
                                            </p:attrNameLst>
                                          </p:cBhvr>
                                          <p:tavLst>
                                            <p:tav tm="0">
                                              <p:val>
                                                <p:fltVal val="0"/>
                                              </p:val>
                                            </p:tav>
                                            <p:tav tm="100000">
                                              <p:val>
                                                <p:strVal val="#ppt_w"/>
                                              </p:val>
                                            </p:tav>
                                          </p:tavLst>
                                        </p:anim>
                                        <p:anim calcmode="lin" valueType="num">
                                          <p:cBhvr>
                                            <p:cTn id="64" dur="500" fill="hold"/>
                                            <p:tgtEl>
                                              <p:spTgt spid="15"/>
                                            </p:tgtEl>
                                            <p:attrNameLst>
                                              <p:attrName>ppt_h</p:attrName>
                                            </p:attrNameLst>
                                          </p:cBhvr>
                                          <p:tavLst>
                                            <p:tav tm="0">
                                              <p:val>
                                                <p:fltVal val="0"/>
                                              </p:val>
                                            </p:tav>
                                            <p:tav tm="100000">
                                              <p:val>
                                                <p:strVal val="#ppt_h"/>
                                              </p:val>
                                            </p:tav>
                                          </p:tavLst>
                                        </p:anim>
                                        <p:animEffect transition="in" filter="fade">
                                          <p:cBhvr>
                                            <p:cTn id="65" dur="500"/>
                                            <p:tgtEl>
                                              <p:spTgt spid="15"/>
                                            </p:tgtEl>
                                          </p:cBhvr>
                                        </p:animEffect>
                                      </p:childTnLst>
                                    </p:cTn>
                                  </p:par>
                                </p:childTnLst>
                              </p:cTn>
                            </p:par>
                            <p:par>
                              <p:cTn id="66" fill="hold">
                                <p:stCondLst>
                                  <p:cond delay="4000"/>
                                </p:stCondLst>
                                <p:childTnLst>
                                  <p:par>
                                    <p:cTn id="67" presetID="22" presetClass="entr" presetSubtype="1" fill="hold" nodeType="afterEffect">
                                      <p:stCondLst>
                                        <p:cond delay="0"/>
                                      </p:stCondLst>
                                      <p:childTnLst>
                                        <p:set>
                                          <p:cBhvr>
                                            <p:cTn id="68" dur="1" fill="hold">
                                              <p:stCondLst>
                                                <p:cond delay="0"/>
                                              </p:stCondLst>
                                            </p:cTn>
                                            <p:tgtEl>
                                              <p:spTgt spid="16">
                                                <p:txEl>
                                                  <p:pRg st="0" end="0"/>
                                                </p:txEl>
                                              </p:spTgt>
                                            </p:tgtEl>
                                            <p:attrNameLst>
                                              <p:attrName>style.visibility</p:attrName>
                                            </p:attrNameLst>
                                          </p:cBhvr>
                                          <p:to>
                                            <p:strVal val="visible"/>
                                          </p:to>
                                        </p:set>
                                        <p:animEffect transition="in" filter="wipe(up)">
                                          <p:cBhvr>
                                            <p:cTn id="69" dur="500"/>
                                            <p:tgtEl>
                                              <p:spTgt spid="16">
                                                <p:txEl>
                                                  <p:pRg st="0" end="0"/>
                                                </p:txEl>
                                              </p:spTgt>
                                            </p:tgtEl>
                                          </p:cBhvr>
                                        </p:animEffect>
                                      </p:childTnLst>
                                    </p:cTn>
                                  </p:par>
                                </p:childTnLst>
                              </p:cTn>
                            </p:par>
                            <p:par>
                              <p:cTn id="70" fill="hold">
                                <p:stCondLst>
                                  <p:cond delay="4500"/>
                                </p:stCondLst>
                                <p:childTnLst>
                                  <p:par>
                                    <p:cTn id="71" presetID="22" presetClass="entr" presetSubtype="1" fill="hold" nodeType="afterEffect">
                                      <p:stCondLst>
                                        <p:cond delay="0"/>
                                      </p:stCondLst>
                                      <p:childTnLst>
                                        <p:set>
                                          <p:cBhvr>
                                            <p:cTn id="72" dur="1" fill="hold">
                                              <p:stCondLst>
                                                <p:cond delay="0"/>
                                              </p:stCondLst>
                                            </p:cTn>
                                            <p:tgtEl>
                                              <p:spTgt spid="16">
                                                <p:txEl>
                                                  <p:pRg st="1" end="1"/>
                                                </p:txEl>
                                              </p:spTgt>
                                            </p:tgtEl>
                                            <p:attrNameLst>
                                              <p:attrName>style.visibility</p:attrName>
                                            </p:attrNameLst>
                                          </p:cBhvr>
                                          <p:to>
                                            <p:strVal val="visible"/>
                                          </p:to>
                                        </p:set>
                                        <p:animEffect transition="in" filter="wipe(up)">
                                          <p:cBhvr>
                                            <p:cTn id="73" dur="500"/>
                                            <p:tgtEl>
                                              <p:spTgt spid="16">
                                                <p:txEl>
                                                  <p:pRg st="1" end="1"/>
                                                </p:txEl>
                                              </p:spTgt>
                                            </p:tgtEl>
                                          </p:cBhvr>
                                        </p:animEffect>
                                      </p:childTnLst>
                                    </p:cTn>
                                  </p:par>
                                </p:childTnLst>
                              </p:cTn>
                            </p:par>
                            <p:par>
                              <p:cTn id="74" fill="hold">
                                <p:stCondLst>
                                  <p:cond delay="5000"/>
                                </p:stCondLst>
                                <p:childTnLst>
                                  <p:par>
                                    <p:cTn id="75" presetID="22" presetClass="entr" presetSubtype="1" fill="hold" nodeType="afterEffect">
                                      <p:stCondLst>
                                        <p:cond delay="0"/>
                                      </p:stCondLst>
                                      <p:childTnLst>
                                        <p:set>
                                          <p:cBhvr>
                                            <p:cTn id="76" dur="1" fill="hold">
                                              <p:stCondLst>
                                                <p:cond delay="0"/>
                                              </p:stCondLst>
                                            </p:cTn>
                                            <p:tgtEl>
                                              <p:spTgt spid="16">
                                                <p:txEl>
                                                  <p:pRg st="2" end="2"/>
                                                </p:txEl>
                                              </p:spTgt>
                                            </p:tgtEl>
                                            <p:attrNameLst>
                                              <p:attrName>style.visibility</p:attrName>
                                            </p:attrNameLst>
                                          </p:cBhvr>
                                          <p:to>
                                            <p:strVal val="visible"/>
                                          </p:to>
                                        </p:set>
                                        <p:animEffect transition="in" filter="wipe(up)">
                                          <p:cBhvr>
                                            <p:cTn id="77" dur="500"/>
                                            <p:tgtEl>
                                              <p:spTgt spid="16">
                                                <p:txEl>
                                                  <p:pRg st="2" end="2"/>
                                                </p:txEl>
                                              </p:spTgt>
                                            </p:tgtEl>
                                          </p:cBhvr>
                                        </p:animEffect>
                                      </p:childTnLst>
                                    </p:cTn>
                                  </p:par>
                                </p:childTnLst>
                              </p:cTn>
                            </p:par>
                            <p:par>
                              <p:cTn id="78" fill="hold">
                                <p:stCondLst>
                                  <p:cond delay="5500"/>
                                </p:stCondLst>
                                <p:childTnLst>
                                  <p:par>
                                    <p:cTn id="79" presetID="22" presetClass="entr" presetSubtype="1" fill="hold" nodeType="afterEffect">
                                      <p:stCondLst>
                                        <p:cond delay="0"/>
                                      </p:stCondLst>
                                      <p:childTnLst>
                                        <p:set>
                                          <p:cBhvr>
                                            <p:cTn id="80" dur="1" fill="hold">
                                              <p:stCondLst>
                                                <p:cond delay="0"/>
                                              </p:stCondLst>
                                            </p:cTn>
                                            <p:tgtEl>
                                              <p:spTgt spid="16">
                                                <p:txEl>
                                                  <p:pRg st="3" end="3"/>
                                                </p:txEl>
                                              </p:spTgt>
                                            </p:tgtEl>
                                            <p:attrNameLst>
                                              <p:attrName>style.visibility</p:attrName>
                                            </p:attrNameLst>
                                          </p:cBhvr>
                                          <p:to>
                                            <p:strVal val="visible"/>
                                          </p:to>
                                        </p:set>
                                        <p:animEffect transition="in" filter="wipe(up)">
                                          <p:cBhvr>
                                            <p:cTn id="81" dur="500"/>
                                            <p:tgtEl>
                                              <p:spTgt spid="16">
                                                <p:txEl>
                                                  <p:pRg st="3" end="3"/>
                                                </p:txEl>
                                              </p:spTgt>
                                            </p:tgtEl>
                                          </p:cBhvr>
                                        </p:animEffect>
                                      </p:childTnLst>
                                    </p:cTn>
                                  </p:par>
                                </p:childTnLst>
                              </p:cTn>
                            </p:par>
                            <p:par>
                              <p:cTn id="82" fill="hold">
                                <p:stCondLst>
                                  <p:cond delay="6000"/>
                                </p:stCondLst>
                                <p:childTnLst>
                                  <p:par>
                                    <p:cTn id="83" presetID="22" presetClass="entr" presetSubtype="1" fill="hold" nodeType="afterEffect">
                                      <p:stCondLst>
                                        <p:cond delay="0"/>
                                      </p:stCondLst>
                                      <p:childTnLst>
                                        <p:set>
                                          <p:cBhvr>
                                            <p:cTn id="84" dur="1" fill="hold">
                                              <p:stCondLst>
                                                <p:cond delay="0"/>
                                              </p:stCondLst>
                                            </p:cTn>
                                            <p:tgtEl>
                                              <p:spTgt spid="16">
                                                <p:txEl>
                                                  <p:pRg st="4" end="4"/>
                                                </p:txEl>
                                              </p:spTgt>
                                            </p:tgtEl>
                                            <p:attrNameLst>
                                              <p:attrName>style.visibility</p:attrName>
                                            </p:attrNameLst>
                                          </p:cBhvr>
                                          <p:to>
                                            <p:strVal val="visible"/>
                                          </p:to>
                                        </p:set>
                                        <p:animEffect transition="in" filter="wipe(up)">
                                          <p:cBhvr>
                                            <p:cTn id="85" dur="500"/>
                                            <p:tgtEl>
                                              <p:spTgt spid="16">
                                                <p:txEl>
                                                  <p:pRg st="4" end="4"/>
                                                </p:txEl>
                                              </p:spTgt>
                                            </p:tgtEl>
                                          </p:cBhvr>
                                        </p:animEffect>
                                      </p:childTnLst>
                                    </p:cTn>
                                  </p:par>
                                  <p:par>
                                    <p:cTn id="86" presetID="2" presetClass="entr" presetSubtype="1" fill="hold" grpId="0" nodeType="withEffect" p14:presetBounceEnd="81000">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14:bounceEnd="81000">
                                          <p:cBhvr additive="base">
                                            <p:cTn id="88"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89" dur="1000" fill="hold"/>
                                            <p:tgtEl>
                                              <p:spTgt spid="28"/>
                                            </p:tgtEl>
                                            <p:attrNameLst>
                                              <p:attrName>ppt_y</p:attrName>
                                            </p:attrNameLst>
                                          </p:cBhvr>
                                          <p:tavLst>
                                            <p:tav tm="0">
                                              <p:val>
                                                <p:strVal val="0-#ppt_h/2"/>
                                              </p:val>
                                            </p:tav>
                                            <p:tav tm="100000">
                                              <p:val>
                                                <p:strVal val="#ppt_y"/>
                                              </p:val>
                                            </p:tav>
                                          </p:tavLst>
                                        </p:anim>
                                      </p:childTnLst>
                                    </p:cTn>
                                  </p:par>
                                </p:childTnLst>
                              </p:cTn>
                            </p:par>
                            <p:par>
                              <p:cTn id="90" fill="hold">
                                <p:stCondLst>
                                  <p:cond delay="7000"/>
                                </p:stCondLst>
                                <p:childTnLst>
                                  <p:par>
                                    <p:cTn id="91" presetID="22" presetClass="entr" presetSubtype="8" fill="hold" nodeType="after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autoUpdateAnimBg="0"/>
          <p:bldP spid="17" grpId="0" animBg="1"/>
          <p:bldP spid="17" grpId="1" animBg="1"/>
          <p:bldP spid="18" grpId="0" animBg="1"/>
          <p:bldP spid="18" grpId="1" animBg="1"/>
          <p:bldP spid="19" grpId="0"/>
          <p:bldP spid="20" grpId="0"/>
          <p:bldP spid="21"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1000"/>
                                            <p:tgtEl>
                                              <p:spTgt spid="19"/>
                                            </p:tgtEl>
                                          </p:cBhvr>
                                        </p:animEffect>
                                        <p:anim calcmode="lin" valueType="num">
                                          <p:cBhvr>
                                            <p:cTn id="14" dur="1000" fill="hold"/>
                                            <p:tgtEl>
                                              <p:spTgt spid="19"/>
                                            </p:tgtEl>
                                            <p:attrNameLst>
                                              <p:attrName>ppt_x</p:attrName>
                                            </p:attrNameLst>
                                          </p:cBhvr>
                                          <p:tavLst>
                                            <p:tav tm="0">
                                              <p:val>
                                                <p:strVal val="#ppt_x"/>
                                              </p:val>
                                            </p:tav>
                                            <p:tav tm="100000">
                                              <p:val>
                                                <p:strVal val="#ppt_x"/>
                                              </p:val>
                                            </p:tav>
                                          </p:tavLst>
                                        </p:anim>
                                        <p:anim calcmode="lin" valueType="num">
                                          <p:cBhvr>
                                            <p:cTn id="15" dur="10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31" presetClass="entr" presetSubtype="0" fill="hold" grpId="0" nodeType="after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p:cTn id="19" dur="300" fill="hold"/>
                                            <p:tgtEl>
                                              <p:spTgt spid="13"/>
                                            </p:tgtEl>
                                            <p:attrNameLst>
                                              <p:attrName>ppt_w</p:attrName>
                                            </p:attrNameLst>
                                          </p:cBhvr>
                                          <p:tavLst>
                                            <p:tav tm="0">
                                              <p:val>
                                                <p:fltVal val="0"/>
                                              </p:val>
                                            </p:tav>
                                            <p:tav tm="100000">
                                              <p:val>
                                                <p:strVal val="#ppt_w"/>
                                              </p:val>
                                            </p:tav>
                                          </p:tavLst>
                                        </p:anim>
                                        <p:anim calcmode="lin" valueType="num">
                                          <p:cBhvr>
                                            <p:cTn id="20" dur="300" fill="hold"/>
                                            <p:tgtEl>
                                              <p:spTgt spid="13"/>
                                            </p:tgtEl>
                                            <p:attrNameLst>
                                              <p:attrName>ppt_h</p:attrName>
                                            </p:attrNameLst>
                                          </p:cBhvr>
                                          <p:tavLst>
                                            <p:tav tm="0">
                                              <p:val>
                                                <p:fltVal val="0"/>
                                              </p:val>
                                            </p:tav>
                                            <p:tav tm="100000">
                                              <p:val>
                                                <p:strVal val="#ppt_h"/>
                                              </p:val>
                                            </p:tav>
                                          </p:tavLst>
                                        </p:anim>
                                        <p:anim calcmode="lin" valueType="num">
                                          <p:cBhvr>
                                            <p:cTn id="21" dur="300" fill="hold"/>
                                            <p:tgtEl>
                                              <p:spTgt spid="13"/>
                                            </p:tgtEl>
                                            <p:attrNameLst>
                                              <p:attrName>style.rotation</p:attrName>
                                            </p:attrNameLst>
                                          </p:cBhvr>
                                          <p:tavLst>
                                            <p:tav tm="0">
                                              <p:val>
                                                <p:fltVal val="90"/>
                                              </p:val>
                                            </p:tav>
                                            <p:tav tm="100000">
                                              <p:val>
                                                <p:fltVal val="0"/>
                                              </p:val>
                                            </p:tav>
                                          </p:tavLst>
                                        </p:anim>
                                        <p:animEffect transition="in" filter="fade">
                                          <p:cBhvr>
                                            <p:cTn id="22" dur="300"/>
                                            <p:tgtEl>
                                              <p:spTgt spid="13"/>
                                            </p:tgtEl>
                                          </p:cBhvr>
                                        </p:animEffect>
                                      </p:childTnLst>
                                    </p:cTn>
                                  </p:par>
                                </p:childTnLst>
                              </p:cTn>
                            </p:par>
                            <p:par>
                              <p:cTn id="23" fill="hold">
                                <p:stCondLst>
                                  <p:cond delay="2000"/>
                                </p:stCondLst>
                                <p:childTnLst>
                                  <p:par>
                                    <p:cTn id="24" presetID="53" presetClass="entr" presetSubtype="16"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1000"/>
                                            <p:tgtEl>
                                              <p:spTgt spid="20"/>
                                            </p:tgtEl>
                                          </p:cBhvr>
                                        </p:animEffect>
                                        <p:anim calcmode="lin" valueType="num">
                                          <p:cBhvr>
                                            <p:cTn id="32" dur="1000" fill="hold"/>
                                            <p:tgtEl>
                                              <p:spTgt spid="20"/>
                                            </p:tgtEl>
                                            <p:attrNameLst>
                                              <p:attrName>ppt_x</p:attrName>
                                            </p:attrNameLst>
                                          </p:cBhvr>
                                          <p:tavLst>
                                            <p:tav tm="0">
                                              <p:val>
                                                <p:strVal val="#ppt_x"/>
                                              </p:val>
                                            </p:tav>
                                            <p:tav tm="100000">
                                              <p:val>
                                                <p:strVal val="#ppt_x"/>
                                              </p:val>
                                            </p:tav>
                                          </p:tavLst>
                                        </p:anim>
                                        <p:anim calcmode="lin" valueType="num">
                                          <p:cBhvr>
                                            <p:cTn id="33" dur="1000" fill="hold"/>
                                            <p:tgtEl>
                                              <p:spTgt spid="20"/>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31" presetClass="entr" presetSubtype="0"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300" fill="hold"/>
                                            <p:tgtEl>
                                              <p:spTgt spid="14"/>
                                            </p:tgtEl>
                                            <p:attrNameLst>
                                              <p:attrName>ppt_w</p:attrName>
                                            </p:attrNameLst>
                                          </p:cBhvr>
                                          <p:tavLst>
                                            <p:tav tm="0">
                                              <p:val>
                                                <p:fltVal val="0"/>
                                              </p:val>
                                            </p:tav>
                                            <p:tav tm="100000">
                                              <p:val>
                                                <p:strVal val="#ppt_w"/>
                                              </p:val>
                                            </p:tav>
                                          </p:tavLst>
                                        </p:anim>
                                        <p:anim calcmode="lin" valueType="num">
                                          <p:cBhvr>
                                            <p:cTn id="38" dur="300" fill="hold"/>
                                            <p:tgtEl>
                                              <p:spTgt spid="14"/>
                                            </p:tgtEl>
                                            <p:attrNameLst>
                                              <p:attrName>ppt_h</p:attrName>
                                            </p:attrNameLst>
                                          </p:cBhvr>
                                          <p:tavLst>
                                            <p:tav tm="0">
                                              <p:val>
                                                <p:fltVal val="0"/>
                                              </p:val>
                                            </p:tav>
                                            <p:tav tm="100000">
                                              <p:val>
                                                <p:strVal val="#ppt_h"/>
                                              </p:val>
                                            </p:tav>
                                          </p:tavLst>
                                        </p:anim>
                                        <p:anim calcmode="lin" valueType="num">
                                          <p:cBhvr>
                                            <p:cTn id="39" dur="300" fill="hold"/>
                                            <p:tgtEl>
                                              <p:spTgt spid="14"/>
                                            </p:tgtEl>
                                            <p:attrNameLst>
                                              <p:attrName>style.rotation</p:attrName>
                                            </p:attrNameLst>
                                          </p:cBhvr>
                                          <p:tavLst>
                                            <p:tav tm="0">
                                              <p:val>
                                                <p:fltVal val="90"/>
                                              </p:val>
                                            </p:tav>
                                            <p:tav tm="100000">
                                              <p:val>
                                                <p:fltVal val="0"/>
                                              </p:val>
                                            </p:tav>
                                          </p:tavLst>
                                        </p:anim>
                                        <p:animEffect transition="in" filter="fade">
                                          <p:cBhvr>
                                            <p:cTn id="40" dur="300"/>
                                            <p:tgtEl>
                                              <p:spTgt spid="14"/>
                                            </p:tgtEl>
                                          </p:cBhvr>
                                        </p:animEffect>
                                      </p:childTnLst>
                                    </p:cTn>
                                  </p:par>
                                </p:childTnLst>
                              </p:cTn>
                            </p:par>
                            <p:par>
                              <p:cTn id="41" fill="hold">
                                <p:stCondLst>
                                  <p:cond delay="3000"/>
                                </p:stCondLst>
                                <p:childTnLst>
                                  <p:par>
                                    <p:cTn id="42" presetID="53" presetClass="entr" presetSubtype="16" fill="hold" nodeType="after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p:cTn id="44" dur="500" fill="hold"/>
                                            <p:tgtEl>
                                              <p:spTgt spid="7"/>
                                            </p:tgtEl>
                                            <p:attrNameLst>
                                              <p:attrName>ppt_w</p:attrName>
                                            </p:attrNameLst>
                                          </p:cBhvr>
                                          <p:tavLst>
                                            <p:tav tm="0">
                                              <p:val>
                                                <p:fltVal val="0"/>
                                              </p:val>
                                            </p:tav>
                                            <p:tav tm="100000">
                                              <p:val>
                                                <p:strVal val="#ppt_w"/>
                                              </p:val>
                                            </p:tav>
                                          </p:tavLst>
                                        </p:anim>
                                        <p:anim calcmode="lin" valueType="num">
                                          <p:cBhvr>
                                            <p:cTn id="45" dur="500" fill="hold"/>
                                            <p:tgtEl>
                                              <p:spTgt spid="7"/>
                                            </p:tgtEl>
                                            <p:attrNameLst>
                                              <p:attrName>ppt_h</p:attrName>
                                            </p:attrNameLst>
                                          </p:cBhvr>
                                          <p:tavLst>
                                            <p:tav tm="0">
                                              <p:val>
                                                <p:fltVal val="0"/>
                                              </p:val>
                                            </p:tav>
                                            <p:tav tm="100000">
                                              <p:val>
                                                <p:strVal val="#ppt_h"/>
                                              </p:val>
                                            </p:tav>
                                          </p:tavLst>
                                        </p:anim>
                                        <p:animEffect transition="in" filter="fade">
                                          <p:cBhvr>
                                            <p:cTn id="46" dur="500"/>
                                            <p:tgtEl>
                                              <p:spTgt spid="7"/>
                                            </p:tgtEl>
                                          </p:cBhvr>
                                        </p:animEffect>
                                      </p:childTnLst>
                                    </p:cTn>
                                  </p:par>
                                  <p:par>
                                    <p:cTn id="47" presetID="42" presetClass="entr" presetSubtype="0" fill="hold" grpId="0" nodeType="withEffect">
                                      <p:stCondLst>
                                        <p:cond delay="4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1000"/>
                                            <p:tgtEl>
                                              <p:spTgt spid="21"/>
                                            </p:tgtEl>
                                          </p:cBhvr>
                                        </p:animEffect>
                                        <p:anim calcmode="lin" valueType="num">
                                          <p:cBhvr>
                                            <p:cTn id="50" dur="1000" fill="hold"/>
                                            <p:tgtEl>
                                              <p:spTgt spid="21"/>
                                            </p:tgtEl>
                                            <p:attrNameLst>
                                              <p:attrName>ppt_x</p:attrName>
                                            </p:attrNameLst>
                                          </p:cBhvr>
                                          <p:tavLst>
                                            <p:tav tm="0">
                                              <p:val>
                                                <p:strVal val="#ppt_x"/>
                                              </p:val>
                                            </p:tav>
                                            <p:tav tm="100000">
                                              <p:val>
                                                <p:strVal val="#ppt_x"/>
                                              </p:val>
                                            </p:tav>
                                          </p:tavLst>
                                        </p:anim>
                                        <p:anim calcmode="lin" valueType="num">
                                          <p:cBhvr>
                                            <p:cTn id="51" dur="1000" fill="hold"/>
                                            <p:tgtEl>
                                              <p:spTgt spid="21"/>
                                            </p:tgtEl>
                                            <p:attrNameLst>
                                              <p:attrName>ppt_y</p:attrName>
                                            </p:attrNameLst>
                                          </p:cBhvr>
                                          <p:tavLst>
                                            <p:tav tm="0">
                                              <p:val>
                                                <p:strVal val="#ppt_y+.1"/>
                                              </p:val>
                                            </p:tav>
                                            <p:tav tm="100000">
                                              <p:val>
                                                <p:strVal val="#ppt_y"/>
                                              </p:val>
                                            </p:tav>
                                          </p:tavLst>
                                        </p:anim>
                                      </p:childTnLst>
                                    </p:cTn>
                                  </p:par>
                                </p:childTnLst>
                              </p:cTn>
                            </p:par>
                            <p:par>
                              <p:cTn id="52" fill="hold">
                                <p:stCondLst>
                                  <p:cond delay="3500"/>
                                </p:stCondLst>
                                <p:childTnLst>
                                  <p:par>
                                    <p:cTn id="53" presetID="1" presetClass="entr" presetSubtype="0" fill="hold" grpId="0" nodeType="after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35" presetClass="path" presetSubtype="0" accel="50000" decel="50000" fill="hold" grpId="1" nodeType="withEffect">
                                      <p:stCondLst>
                                        <p:cond delay="0"/>
                                      </p:stCondLst>
                                      <p:childTnLst>
                                        <p:animMotion origin="layout" path="M -3.56836E-6 -3.7037E-7 L 0.36686 0.15278 " pathEditMode="relative" rAng="0" ptsTypes="AA">
                                          <p:cBhvr>
                                            <p:cTn id="56" dur="500" spd="-99900" fill="hold"/>
                                            <p:tgtEl>
                                              <p:spTgt spid="17"/>
                                            </p:tgtEl>
                                            <p:attrNameLst>
                                              <p:attrName>ppt_x</p:attrName>
                                              <p:attrName>ppt_y</p:attrName>
                                            </p:attrNameLst>
                                          </p:cBhvr>
                                          <p:rCtr x="18343" y="7639"/>
                                        </p:animMotion>
                                      </p:childTnLst>
                                    </p:cTn>
                                  </p:par>
                                  <p:par>
                                    <p:cTn id="57" presetID="1" presetClass="entr" presetSubtype="0" fill="hold" grpId="0" nodeType="withEffect">
                                      <p:stCondLst>
                                        <p:cond delay="0"/>
                                      </p:stCondLst>
                                      <p:childTnLst>
                                        <p:set>
                                          <p:cBhvr>
                                            <p:cTn id="58" dur="1" fill="hold">
                                              <p:stCondLst>
                                                <p:cond delay="0"/>
                                              </p:stCondLst>
                                            </p:cTn>
                                            <p:tgtEl>
                                              <p:spTgt spid="18"/>
                                            </p:tgtEl>
                                            <p:attrNameLst>
                                              <p:attrName>style.visibility</p:attrName>
                                            </p:attrNameLst>
                                          </p:cBhvr>
                                          <p:to>
                                            <p:strVal val="visible"/>
                                          </p:to>
                                        </p:set>
                                      </p:childTnLst>
                                    </p:cTn>
                                  </p:par>
                                  <p:par>
                                    <p:cTn id="59" presetID="35" presetClass="path" presetSubtype="0" accel="50000" decel="50000" fill="hold" grpId="1" nodeType="withEffect">
                                      <p:stCondLst>
                                        <p:cond delay="0"/>
                                      </p:stCondLst>
                                      <p:childTnLst>
                                        <p:animMotion origin="layout" path="M 7.85742E-7 -3.33333E-6 L -0.39495 -0.11018 " pathEditMode="relative" rAng="0" ptsTypes="AA">
                                          <p:cBhvr>
                                            <p:cTn id="60" dur="500" spd="-99900" fill="hold"/>
                                            <p:tgtEl>
                                              <p:spTgt spid="18"/>
                                            </p:tgtEl>
                                            <p:attrNameLst>
                                              <p:attrName>ppt_x</p:attrName>
                                              <p:attrName>ppt_y</p:attrName>
                                            </p:attrNameLst>
                                          </p:cBhvr>
                                          <p:rCtr x="-19748" y="-5509"/>
                                        </p:animMotion>
                                      </p:childTnLst>
                                    </p:cTn>
                                  </p:par>
                                  <p:par>
                                    <p:cTn id="61" presetID="10" presetClass="entr" presetSubtype="0" fill="hold" grpId="0" nodeType="withEffect">
                                      <p:stCondLst>
                                        <p:cond delay="0"/>
                                      </p:stCondLst>
                                      <p:childTnLst>
                                        <p:set>
                                          <p:cBhvr>
                                            <p:cTn id="62" dur="1" fill="hold">
                                              <p:stCondLst>
                                                <p:cond delay="0"/>
                                              </p:stCondLst>
                                            </p:cTn>
                                            <p:tgtEl>
                                              <p:spTgt spid="15"/>
                                            </p:tgtEl>
                                            <p:attrNameLst>
                                              <p:attrName>style.visibility</p:attrName>
                                            </p:attrNameLst>
                                          </p:cBhvr>
                                          <p:to>
                                            <p:strVal val="visible"/>
                                          </p:to>
                                        </p:set>
                                        <p:anim calcmode="lin" valueType="num">
                                          <p:cBhvr>
                                            <p:cTn id="63" dur="500" fill="hold"/>
                                            <p:tgtEl>
                                              <p:spTgt spid="15"/>
                                            </p:tgtEl>
                                            <p:attrNameLst>
                                              <p:attrName>ppt_w</p:attrName>
                                            </p:attrNameLst>
                                          </p:cBhvr>
                                          <p:tavLst>
                                            <p:tav tm="0">
                                              <p:val>
                                                <p:fltVal val="0"/>
                                              </p:val>
                                            </p:tav>
                                            <p:tav tm="100000">
                                              <p:val>
                                                <p:strVal val="#ppt_w"/>
                                              </p:val>
                                            </p:tav>
                                          </p:tavLst>
                                        </p:anim>
                                        <p:anim calcmode="lin" valueType="num">
                                          <p:cBhvr>
                                            <p:cTn id="64" dur="500" fill="hold"/>
                                            <p:tgtEl>
                                              <p:spTgt spid="15"/>
                                            </p:tgtEl>
                                            <p:attrNameLst>
                                              <p:attrName>ppt_h</p:attrName>
                                            </p:attrNameLst>
                                          </p:cBhvr>
                                          <p:tavLst>
                                            <p:tav tm="0">
                                              <p:val>
                                                <p:fltVal val="0"/>
                                              </p:val>
                                            </p:tav>
                                            <p:tav tm="100000">
                                              <p:val>
                                                <p:strVal val="#ppt_h"/>
                                              </p:val>
                                            </p:tav>
                                          </p:tavLst>
                                        </p:anim>
                                        <p:animEffect transition="in" filter="fade">
                                          <p:cBhvr>
                                            <p:cTn id="65" dur="500"/>
                                            <p:tgtEl>
                                              <p:spTgt spid="15"/>
                                            </p:tgtEl>
                                          </p:cBhvr>
                                        </p:animEffect>
                                      </p:childTnLst>
                                    </p:cTn>
                                  </p:par>
                                </p:childTnLst>
                              </p:cTn>
                            </p:par>
                            <p:par>
                              <p:cTn id="66" fill="hold">
                                <p:stCondLst>
                                  <p:cond delay="4000"/>
                                </p:stCondLst>
                                <p:childTnLst>
                                  <p:par>
                                    <p:cTn id="67" presetID="22" presetClass="entr" presetSubtype="1" fill="hold" nodeType="afterEffect">
                                      <p:stCondLst>
                                        <p:cond delay="0"/>
                                      </p:stCondLst>
                                      <p:childTnLst>
                                        <p:set>
                                          <p:cBhvr>
                                            <p:cTn id="68" dur="1" fill="hold">
                                              <p:stCondLst>
                                                <p:cond delay="0"/>
                                              </p:stCondLst>
                                            </p:cTn>
                                            <p:tgtEl>
                                              <p:spTgt spid="16">
                                                <p:txEl>
                                                  <p:pRg st="0" end="0"/>
                                                </p:txEl>
                                              </p:spTgt>
                                            </p:tgtEl>
                                            <p:attrNameLst>
                                              <p:attrName>style.visibility</p:attrName>
                                            </p:attrNameLst>
                                          </p:cBhvr>
                                          <p:to>
                                            <p:strVal val="visible"/>
                                          </p:to>
                                        </p:set>
                                        <p:animEffect transition="in" filter="wipe(up)">
                                          <p:cBhvr>
                                            <p:cTn id="69" dur="500"/>
                                            <p:tgtEl>
                                              <p:spTgt spid="16">
                                                <p:txEl>
                                                  <p:pRg st="0" end="0"/>
                                                </p:txEl>
                                              </p:spTgt>
                                            </p:tgtEl>
                                          </p:cBhvr>
                                        </p:animEffect>
                                      </p:childTnLst>
                                    </p:cTn>
                                  </p:par>
                                </p:childTnLst>
                              </p:cTn>
                            </p:par>
                            <p:par>
                              <p:cTn id="70" fill="hold">
                                <p:stCondLst>
                                  <p:cond delay="4500"/>
                                </p:stCondLst>
                                <p:childTnLst>
                                  <p:par>
                                    <p:cTn id="71" presetID="22" presetClass="entr" presetSubtype="1" fill="hold" nodeType="afterEffect">
                                      <p:stCondLst>
                                        <p:cond delay="0"/>
                                      </p:stCondLst>
                                      <p:childTnLst>
                                        <p:set>
                                          <p:cBhvr>
                                            <p:cTn id="72" dur="1" fill="hold">
                                              <p:stCondLst>
                                                <p:cond delay="0"/>
                                              </p:stCondLst>
                                            </p:cTn>
                                            <p:tgtEl>
                                              <p:spTgt spid="16">
                                                <p:txEl>
                                                  <p:pRg st="1" end="1"/>
                                                </p:txEl>
                                              </p:spTgt>
                                            </p:tgtEl>
                                            <p:attrNameLst>
                                              <p:attrName>style.visibility</p:attrName>
                                            </p:attrNameLst>
                                          </p:cBhvr>
                                          <p:to>
                                            <p:strVal val="visible"/>
                                          </p:to>
                                        </p:set>
                                        <p:animEffect transition="in" filter="wipe(up)">
                                          <p:cBhvr>
                                            <p:cTn id="73" dur="500"/>
                                            <p:tgtEl>
                                              <p:spTgt spid="16">
                                                <p:txEl>
                                                  <p:pRg st="1" end="1"/>
                                                </p:txEl>
                                              </p:spTgt>
                                            </p:tgtEl>
                                          </p:cBhvr>
                                        </p:animEffect>
                                      </p:childTnLst>
                                    </p:cTn>
                                  </p:par>
                                </p:childTnLst>
                              </p:cTn>
                            </p:par>
                            <p:par>
                              <p:cTn id="74" fill="hold">
                                <p:stCondLst>
                                  <p:cond delay="5000"/>
                                </p:stCondLst>
                                <p:childTnLst>
                                  <p:par>
                                    <p:cTn id="75" presetID="22" presetClass="entr" presetSubtype="1" fill="hold" nodeType="afterEffect">
                                      <p:stCondLst>
                                        <p:cond delay="0"/>
                                      </p:stCondLst>
                                      <p:childTnLst>
                                        <p:set>
                                          <p:cBhvr>
                                            <p:cTn id="76" dur="1" fill="hold">
                                              <p:stCondLst>
                                                <p:cond delay="0"/>
                                              </p:stCondLst>
                                            </p:cTn>
                                            <p:tgtEl>
                                              <p:spTgt spid="16">
                                                <p:txEl>
                                                  <p:pRg st="2" end="2"/>
                                                </p:txEl>
                                              </p:spTgt>
                                            </p:tgtEl>
                                            <p:attrNameLst>
                                              <p:attrName>style.visibility</p:attrName>
                                            </p:attrNameLst>
                                          </p:cBhvr>
                                          <p:to>
                                            <p:strVal val="visible"/>
                                          </p:to>
                                        </p:set>
                                        <p:animEffect transition="in" filter="wipe(up)">
                                          <p:cBhvr>
                                            <p:cTn id="77" dur="500"/>
                                            <p:tgtEl>
                                              <p:spTgt spid="16">
                                                <p:txEl>
                                                  <p:pRg st="2" end="2"/>
                                                </p:txEl>
                                              </p:spTgt>
                                            </p:tgtEl>
                                          </p:cBhvr>
                                        </p:animEffect>
                                      </p:childTnLst>
                                    </p:cTn>
                                  </p:par>
                                </p:childTnLst>
                              </p:cTn>
                            </p:par>
                            <p:par>
                              <p:cTn id="78" fill="hold">
                                <p:stCondLst>
                                  <p:cond delay="5500"/>
                                </p:stCondLst>
                                <p:childTnLst>
                                  <p:par>
                                    <p:cTn id="79" presetID="22" presetClass="entr" presetSubtype="1" fill="hold" nodeType="afterEffect">
                                      <p:stCondLst>
                                        <p:cond delay="0"/>
                                      </p:stCondLst>
                                      <p:childTnLst>
                                        <p:set>
                                          <p:cBhvr>
                                            <p:cTn id="80" dur="1" fill="hold">
                                              <p:stCondLst>
                                                <p:cond delay="0"/>
                                              </p:stCondLst>
                                            </p:cTn>
                                            <p:tgtEl>
                                              <p:spTgt spid="16">
                                                <p:txEl>
                                                  <p:pRg st="3" end="3"/>
                                                </p:txEl>
                                              </p:spTgt>
                                            </p:tgtEl>
                                            <p:attrNameLst>
                                              <p:attrName>style.visibility</p:attrName>
                                            </p:attrNameLst>
                                          </p:cBhvr>
                                          <p:to>
                                            <p:strVal val="visible"/>
                                          </p:to>
                                        </p:set>
                                        <p:animEffect transition="in" filter="wipe(up)">
                                          <p:cBhvr>
                                            <p:cTn id="81" dur="500"/>
                                            <p:tgtEl>
                                              <p:spTgt spid="16">
                                                <p:txEl>
                                                  <p:pRg st="3" end="3"/>
                                                </p:txEl>
                                              </p:spTgt>
                                            </p:tgtEl>
                                          </p:cBhvr>
                                        </p:animEffect>
                                      </p:childTnLst>
                                    </p:cTn>
                                  </p:par>
                                </p:childTnLst>
                              </p:cTn>
                            </p:par>
                            <p:par>
                              <p:cTn id="82" fill="hold">
                                <p:stCondLst>
                                  <p:cond delay="6000"/>
                                </p:stCondLst>
                                <p:childTnLst>
                                  <p:par>
                                    <p:cTn id="83" presetID="22" presetClass="entr" presetSubtype="1" fill="hold" nodeType="afterEffect">
                                      <p:stCondLst>
                                        <p:cond delay="0"/>
                                      </p:stCondLst>
                                      <p:childTnLst>
                                        <p:set>
                                          <p:cBhvr>
                                            <p:cTn id="84" dur="1" fill="hold">
                                              <p:stCondLst>
                                                <p:cond delay="0"/>
                                              </p:stCondLst>
                                            </p:cTn>
                                            <p:tgtEl>
                                              <p:spTgt spid="16">
                                                <p:txEl>
                                                  <p:pRg st="4" end="4"/>
                                                </p:txEl>
                                              </p:spTgt>
                                            </p:tgtEl>
                                            <p:attrNameLst>
                                              <p:attrName>style.visibility</p:attrName>
                                            </p:attrNameLst>
                                          </p:cBhvr>
                                          <p:to>
                                            <p:strVal val="visible"/>
                                          </p:to>
                                        </p:set>
                                        <p:animEffect transition="in" filter="wipe(up)">
                                          <p:cBhvr>
                                            <p:cTn id="85" dur="500"/>
                                            <p:tgtEl>
                                              <p:spTgt spid="16">
                                                <p:txEl>
                                                  <p:pRg st="4" end="4"/>
                                                </p:txEl>
                                              </p:spTgt>
                                            </p:tgtEl>
                                          </p:cBhvr>
                                        </p:animEffect>
                                      </p:childTnLst>
                                    </p:cTn>
                                  </p:par>
                                  <p:par>
                                    <p:cTn id="86" presetID="2" presetClass="entr" presetSubtype="1" fill="hold" grpId="0" nodeType="withEffect">
                                      <p:stCondLst>
                                        <p:cond delay="0"/>
                                      </p:stCondLst>
                                      <p:childTnLst>
                                        <p:set>
                                          <p:cBhvr>
                                            <p:cTn id="87" dur="1" fill="hold">
                                              <p:stCondLst>
                                                <p:cond delay="0"/>
                                              </p:stCondLst>
                                            </p:cTn>
                                            <p:tgtEl>
                                              <p:spTgt spid="28"/>
                                            </p:tgtEl>
                                            <p:attrNameLst>
                                              <p:attrName>style.visibility</p:attrName>
                                            </p:attrNameLst>
                                          </p:cBhvr>
                                          <p:to>
                                            <p:strVal val="visible"/>
                                          </p:to>
                                        </p:set>
                                        <p:anim calcmode="lin" valueType="num">
                                          <p:cBhvr additive="base">
                                            <p:cTn id="88" dur="1000" fill="hold"/>
                                            <p:tgtEl>
                                              <p:spTgt spid="28"/>
                                            </p:tgtEl>
                                            <p:attrNameLst>
                                              <p:attrName>ppt_x</p:attrName>
                                            </p:attrNameLst>
                                          </p:cBhvr>
                                          <p:tavLst>
                                            <p:tav tm="0">
                                              <p:val>
                                                <p:strVal val="#ppt_x"/>
                                              </p:val>
                                            </p:tav>
                                            <p:tav tm="100000">
                                              <p:val>
                                                <p:strVal val="#ppt_x"/>
                                              </p:val>
                                            </p:tav>
                                          </p:tavLst>
                                        </p:anim>
                                        <p:anim calcmode="lin" valueType="num">
                                          <p:cBhvr additive="base">
                                            <p:cTn id="89" dur="1000" fill="hold"/>
                                            <p:tgtEl>
                                              <p:spTgt spid="28"/>
                                            </p:tgtEl>
                                            <p:attrNameLst>
                                              <p:attrName>ppt_y</p:attrName>
                                            </p:attrNameLst>
                                          </p:cBhvr>
                                          <p:tavLst>
                                            <p:tav tm="0">
                                              <p:val>
                                                <p:strVal val="0-#ppt_h/2"/>
                                              </p:val>
                                            </p:tav>
                                            <p:tav tm="100000">
                                              <p:val>
                                                <p:strVal val="#ppt_y"/>
                                              </p:val>
                                            </p:tav>
                                          </p:tavLst>
                                        </p:anim>
                                      </p:childTnLst>
                                    </p:cTn>
                                  </p:par>
                                </p:childTnLst>
                              </p:cTn>
                            </p:par>
                            <p:par>
                              <p:cTn id="90" fill="hold">
                                <p:stCondLst>
                                  <p:cond delay="7000"/>
                                </p:stCondLst>
                                <p:childTnLst>
                                  <p:par>
                                    <p:cTn id="91" presetID="22" presetClass="entr" presetSubtype="8" fill="hold" nodeType="after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autoUpdateAnimBg="0"/>
          <p:bldP spid="17" grpId="0" animBg="1"/>
          <p:bldP spid="17" grpId="1" animBg="1"/>
          <p:bldP spid="18" grpId="0" animBg="1"/>
          <p:bldP spid="18" grpId="1" animBg="1"/>
          <p:bldP spid="19" grpId="0"/>
          <p:bldP spid="20" grpId="0"/>
          <p:bldP spid="21" grpId="0"/>
          <p:bldP spid="28" grpId="0"/>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后端在线管理</a:t>
            </a: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18928D5-4AB5-4598-BC1A-79B46ADFFD59}"/>
              </a:ext>
            </a:extLst>
          </p:cNvPr>
          <p:cNvSpPr txBox="1"/>
          <p:nvPr/>
        </p:nvSpPr>
        <p:spPr>
          <a:xfrm>
            <a:off x="4440643" y="2199875"/>
            <a:ext cx="3733281"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03</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
        <p:nvSpPr>
          <p:cNvPr id="8" name="文本框 7">
            <a:extLst>
              <a:ext uri="{FF2B5EF4-FFF2-40B4-BE49-F238E27FC236}">
                <a16:creationId xmlns:a16="http://schemas.microsoft.com/office/drawing/2014/main" id="{598D41A6-8E99-4C86-BC05-8B910FF55769}"/>
              </a:ext>
            </a:extLst>
          </p:cNvPr>
          <p:cNvSpPr txBox="1"/>
          <p:nvPr/>
        </p:nvSpPr>
        <p:spPr>
          <a:xfrm>
            <a:off x="3394282" y="3916544"/>
            <a:ext cx="5262979" cy="718082"/>
          </a:xfrm>
          <a:prstGeom prst="rect">
            <a:avLst/>
          </a:prstGeom>
          <a:noFill/>
        </p:spPr>
        <p:txBody>
          <a:bodyPr wrap="square" rtlCol="0">
            <a:spAutoFit/>
          </a:bodyPr>
          <a:lstStyle/>
          <a:p>
            <a:pPr lvl="0" algn="ctr">
              <a:lnSpc>
                <a:spcPct val="150000"/>
              </a:lnSpc>
            </a:pPr>
            <a:br>
              <a:rPr lang="en-US" altLang="zh-CN" sz="1100" dirty="0"/>
            </a:b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rPr>
              <a:t>Backend</a:t>
            </a:r>
            <a:r>
              <a:rPr lang="en-US" altLang="zh-CN" dirty="0"/>
              <a:t> </a:t>
            </a: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rPr>
              <a:t>online management</a:t>
            </a:r>
            <a:endParaRPr lang="en"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endParaRPr>
          </a:p>
        </p:txBody>
      </p:sp>
    </p:spTree>
    <p:extLst>
      <p:ext uri="{BB962C8B-B14F-4D97-AF65-F5344CB8AC3E}">
        <p14:creationId xmlns:p14="http://schemas.microsoft.com/office/powerpoint/2010/main" val="2566488608"/>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16" presetClass="entr" presetSubtype="37"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barn(outVertical)">
                                      <p:cBhvr>
                                        <p:cTn id="53" dur="500"/>
                                        <p:tgtEl>
                                          <p:spTgt spid="31"/>
                                        </p:tgtEl>
                                      </p:cBhvr>
                                    </p:animEffect>
                                  </p:childTnLst>
                                </p:cTn>
                              </p:par>
                            </p:childTnLst>
                          </p:cTn>
                        </p:par>
                        <p:par>
                          <p:cTn id="54" fill="hold">
                            <p:stCondLst>
                              <p:cond delay="1000"/>
                            </p:stCondLst>
                            <p:childTnLst>
                              <p:par>
                                <p:cTn id="55" presetID="2" presetClass="entr" presetSubtype="4" fill="hold" grpId="0" nodeType="after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additive="base">
                                        <p:cTn id="57" dur="500" fill="hold"/>
                                        <p:tgtEl>
                                          <p:spTgt spid="8"/>
                                        </p:tgtEl>
                                        <p:attrNameLst>
                                          <p:attrName>ppt_x</p:attrName>
                                        </p:attrNameLst>
                                      </p:cBhvr>
                                      <p:tavLst>
                                        <p:tav tm="0">
                                          <p:val>
                                            <p:strVal val="#ppt_x"/>
                                          </p:val>
                                        </p:tav>
                                        <p:tav tm="100000">
                                          <p:val>
                                            <p:strVal val="#ppt_x"/>
                                          </p:val>
                                        </p:tav>
                                      </p:tavLst>
                                    </p:anim>
                                    <p:anim calcmode="lin" valueType="num">
                                      <p:cBhvr additive="base">
                                        <p:cTn id="5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31"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71721" y="1456161"/>
            <a:ext cx="710015" cy="771343"/>
            <a:chOff x="3185939" y="1739094"/>
            <a:chExt cx="710200" cy="771543"/>
          </a:xfrm>
        </p:grpSpPr>
        <p:sp>
          <p:nvSpPr>
            <p:cNvPr id="5" name="任意多边形 4"/>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rgbClr val="FF0000"/>
                </a:solidFill>
                <a:latin typeface="微软雅黑" panose="020B0503020204020204" pitchFamily="34" charset="-122"/>
                <a:ea typeface="微软雅黑" panose="020B0503020204020204" pitchFamily="34" charset="-122"/>
              </a:endParaRPr>
            </a:p>
          </p:txBody>
        </p:sp>
        <p:sp>
          <p:nvSpPr>
            <p:cNvPr id="6" name="椭圆 5"/>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7" name="椭圆 6"/>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rgbClr val="FF0000"/>
                </a:solidFill>
                <a:latin typeface="微软雅黑" panose="020B0503020204020204" pitchFamily="34" charset="-122"/>
                <a:ea typeface="微软雅黑" panose="020B0503020204020204" pitchFamily="34" charset="-122"/>
              </a:endParaRPr>
            </a:p>
          </p:txBody>
        </p:sp>
        <p:sp>
          <p:nvSpPr>
            <p:cNvPr id="8"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rgbClr val="FF0000"/>
                </a:solidFill>
                <a:latin typeface="微软雅黑" panose="020B0503020204020204" pitchFamily="34" charset="-122"/>
                <a:ea typeface="微软雅黑" panose="020B0503020204020204" pitchFamily="34" charset="-122"/>
              </a:endParaRPr>
            </a:p>
          </p:txBody>
        </p:sp>
      </p:grpSp>
      <p:sp>
        <p:nvSpPr>
          <p:cNvPr id="9" name="Oval 21"/>
          <p:cNvSpPr/>
          <p:nvPr/>
        </p:nvSpPr>
        <p:spPr>
          <a:xfrm>
            <a:off x="1359839"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3040746"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dirty="0">
                <a:solidFill>
                  <a:schemeClr val="accent1">
                    <a:lumMod val="100000"/>
                  </a:schemeClr>
                </a:solidFill>
                <a:latin typeface="微软雅黑" panose="020B0503020204020204" pitchFamily="34" charset="-122"/>
                <a:ea typeface="微软雅黑" panose="020B0503020204020204" pitchFamily="34" charset="-122"/>
              </a:rPr>
              <a:t>01</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21" name="组合 20"/>
          <p:cNvGrpSpPr/>
          <p:nvPr/>
        </p:nvGrpSpPr>
        <p:grpSpPr>
          <a:xfrm>
            <a:off x="5227825" y="1456161"/>
            <a:ext cx="710015" cy="771343"/>
            <a:chOff x="3185939" y="1739094"/>
            <a:chExt cx="710200" cy="771543"/>
          </a:xfrm>
        </p:grpSpPr>
        <p:sp>
          <p:nvSpPr>
            <p:cNvPr id="22" name="任意多边形 21"/>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4" name="椭圆 23"/>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5"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26" name="Oval 21"/>
          <p:cNvSpPr/>
          <p:nvPr/>
        </p:nvSpPr>
        <p:spPr>
          <a:xfrm>
            <a:off x="3715943"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28" name="标题 11"/>
          <p:cNvSpPr txBox="1"/>
          <p:nvPr/>
        </p:nvSpPr>
        <p:spPr>
          <a:xfrm>
            <a:off x="5396850" y="1494437"/>
            <a:ext cx="593437"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dirty="0">
                <a:solidFill>
                  <a:schemeClr val="accent1">
                    <a:lumMod val="100000"/>
                  </a:schemeClr>
                </a:solidFill>
                <a:latin typeface="微软雅黑" panose="020B0503020204020204" pitchFamily="34" charset="-122"/>
                <a:ea typeface="微软雅黑" panose="020B0503020204020204" pitchFamily="34" charset="-122"/>
              </a:rPr>
              <a:t>02</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7583930" y="1456161"/>
            <a:ext cx="710015" cy="771343"/>
            <a:chOff x="3185939" y="1739094"/>
            <a:chExt cx="710200" cy="771543"/>
          </a:xfrm>
        </p:grpSpPr>
        <p:sp>
          <p:nvSpPr>
            <p:cNvPr id="39" name="任意多边形 38"/>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0" name="椭圆 39"/>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1" name="椭圆 40"/>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42"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43" name="Oval 21"/>
          <p:cNvSpPr/>
          <p:nvPr/>
        </p:nvSpPr>
        <p:spPr>
          <a:xfrm>
            <a:off x="6072047" y="1911271"/>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45" name="标题 11"/>
          <p:cNvSpPr txBox="1"/>
          <p:nvPr/>
        </p:nvSpPr>
        <p:spPr>
          <a:xfrm>
            <a:off x="7752954" y="1494437"/>
            <a:ext cx="612119"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dirty="0">
                <a:solidFill>
                  <a:schemeClr val="accent1">
                    <a:lumMod val="100000"/>
                  </a:schemeClr>
                </a:solidFill>
                <a:latin typeface="微软雅黑" panose="020B0503020204020204" pitchFamily="34" charset="-122"/>
                <a:ea typeface="微软雅黑" panose="020B0503020204020204" pitchFamily="34" charset="-122"/>
              </a:rPr>
              <a:t>03</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55" name="组合 54"/>
          <p:cNvGrpSpPr/>
          <p:nvPr/>
        </p:nvGrpSpPr>
        <p:grpSpPr>
          <a:xfrm>
            <a:off x="9887586" y="1444585"/>
            <a:ext cx="710015" cy="771343"/>
            <a:chOff x="3185939" y="1739094"/>
            <a:chExt cx="710200" cy="771543"/>
          </a:xfrm>
        </p:grpSpPr>
        <p:sp>
          <p:nvSpPr>
            <p:cNvPr id="56" name="任意多边形 55"/>
            <p:cNvSpPr/>
            <p:nvPr/>
          </p:nvSpPr>
          <p:spPr>
            <a:xfrm rot="18875383">
              <a:off x="3153448" y="2140008"/>
              <a:ext cx="403120" cy="338138"/>
            </a:xfrm>
            <a:custGeom>
              <a:avLst/>
              <a:gdLst>
                <a:gd name="connsiteX0" fmla="*/ 0 w 284318"/>
                <a:gd name="connsiteY0" fmla="*/ 0 h 164768"/>
                <a:gd name="connsiteX1" fmla="*/ 7916 w 284318"/>
                <a:gd name="connsiteY1" fmla="*/ 0 h 164768"/>
                <a:gd name="connsiteX2" fmla="*/ 36481 w 284318"/>
                <a:gd name="connsiteY2" fmla="*/ 19259 h 164768"/>
                <a:gd name="connsiteX3" fmla="*/ 142159 w 284318"/>
                <a:gd name="connsiteY3" fmla="*/ 40594 h 164768"/>
                <a:gd name="connsiteX4" fmla="*/ 247838 w 284318"/>
                <a:gd name="connsiteY4" fmla="*/ 19259 h 164768"/>
                <a:gd name="connsiteX5" fmla="*/ 276402 w 284318"/>
                <a:gd name="connsiteY5" fmla="*/ 0 h 164768"/>
                <a:gd name="connsiteX6" fmla="*/ 284318 w 284318"/>
                <a:gd name="connsiteY6" fmla="*/ 0 h 164768"/>
                <a:gd name="connsiteX7" fmla="*/ 284318 w 284318"/>
                <a:gd name="connsiteY7" fmla="*/ 164768 h 164768"/>
                <a:gd name="connsiteX8" fmla="*/ 271691 w 284318"/>
                <a:gd name="connsiteY8" fmla="*/ 164768 h 164768"/>
                <a:gd name="connsiteX9" fmla="*/ 247838 w 284318"/>
                <a:gd name="connsiteY9" fmla="*/ 148686 h 164768"/>
                <a:gd name="connsiteX10" fmla="*/ 142159 w 284318"/>
                <a:gd name="connsiteY10" fmla="*/ 127350 h 164768"/>
                <a:gd name="connsiteX11" fmla="*/ 36481 w 284318"/>
                <a:gd name="connsiteY11" fmla="*/ 148686 h 164768"/>
                <a:gd name="connsiteX12" fmla="*/ 12627 w 284318"/>
                <a:gd name="connsiteY12" fmla="*/ 164768 h 164768"/>
                <a:gd name="connsiteX13" fmla="*/ 0 w 284318"/>
                <a:gd name="connsiteY13" fmla="*/ 164768 h 164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84318" h="164768">
                  <a:moveTo>
                    <a:pt x="0" y="0"/>
                  </a:moveTo>
                  <a:lnTo>
                    <a:pt x="7916" y="0"/>
                  </a:lnTo>
                  <a:lnTo>
                    <a:pt x="36481" y="19259"/>
                  </a:lnTo>
                  <a:cubicBezTo>
                    <a:pt x="68962" y="32997"/>
                    <a:pt x="104673" y="40594"/>
                    <a:pt x="142159" y="40594"/>
                  </a:cubicBezTo>
                  <a:cubicBezTo>
                    <a:pt x="179645" y="40594"/>
                    <a:pt x="215356" y="32997"/>
                    <a:pt x="247838" y="19259"/>
                  </a:cubicBezTo>
                  <a:lnTo>
                    <a:pt x="276402" y="0"/>
                  </a:lnTo>
                  <a:lnTo>
                    <a:pt x="284318" y="0"/>
                  </a:lnTo>
                  <a:lnTo>
                    <a:pt x="284318" y="164768"/>
                  </a:lnTo>
                  <a:lnTo>
                    <a:pt x="271691" y="164768"/>
                  </a:lnTo>
                  <a:lnTo>
                    <a:pt x="247838" y="148686"/>
                  </a:lnTo>
                  <a:cubicBezTo>
                    <a:pt x="215356" y="134947"/>
                    <a:pt x="179645" y="127350"/>
                    <a:pt x="142159" y="127350"/>
                  </a:cubicBezTo>
                  <a:cubicBezTo>
                    <a:pt x="104673" y="127350"/>
                    <a:pt x="68962" y="134947"/>
                    <a:pt x="36481" y="148686"/>
                  </a:cubicBezTo>
                  <a:lnTo>
                    <a:pt x="12627" y="164768"/>
                  </a:lnTo>
                  <a:lnTo>
                    <a:pt x="0" y="164768"/>
                  </a:lnTo>
                  <a:close/>
                </a:path>
              </a:pathLst>
            </a:cu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1345"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7" name="椭圆 56"/>
            <p:cNvSpPr/>
            <p:nvPr/>
          </p:nvSpPr>
          <p:spPr>
            <a:xfrm>
              <a:off x="3343511" y="1739094"/>
              <a:ext cx="552628" cy="552628"/>
            </a:xfrm>
            <a:prstGeom prst="ellipse">
              <a:avLst/>
            </a:prstGeom>
            <a:solidFill>
              <a:schemeClr val="accent1">
                <a:lumMod val="10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8" name="椭圆 57"/>
            <p:cNvSpPr/>
            <p:nvPr/>
          </p:nvSpPr>
          <p:spPr>
            <a:xfrm>
              <a:off x="3393790" y="1789373"/>
              <a:ext cx="452071" cy="45207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59" name="Rectangle 215"/>
            <p:cNvSpPr>
              <a:spLocks noChangeArrowheads="1"/>
            </p:cNvSpPr>
            <p:nvPr/>
          </p:nvSpPr>
          <p:spPr bwMode="auto">
            <a:xfrm>
              <a:off x="3581800" y="2000772"/>
              <a:ext cx="645" cy="645"/>
            </a:xfrm>
            <a:prstGeom prst="rect">
              <a:avLst/>
            </a:prstGeom>
            <a:solidFill>
              <a:srgbClr val="DF53D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16" tIns="45708" rIns="91416" bIns="45708" numCol="1" anchor="t" anchorCtr="0" compatLnSpc="1"/>
            <a:lstStyle/>
            <a:p>
              <a:endParaRPr lang="zh-CN" altLang="en-US" sz="1345" dirty="0">
                <a:solidFill>
                  <a:schemeClr val="bg1">
                    <a:lumMod val="50000"/>
                  </a:schemeClr>
                </a:solidFill>
                <a:latin typeface="微软雅黑" panose="020B0503020204020204" pitchFamily="34" charset="-122"/>
                <a:ea typeface="微软雅黑" panose="020B0503020204020204" pitchFamily="34" charset="-122"/>
              </a:endParaRPr>
            </a:p>
          </p:txBody>
        </p:sp>
      </p:grpSp>
      <p:sp>
        <p:nvSpPr>
          <p:cNvPr id="60" name="Oval 21"/>
          <p:cNvSpPr/>
          <p:nvPr/>
        </p:nvSpPr>
        <p:spPr>
          <a:xfrm>
            <a:off x="8375705" y="1899695"/>
            <a:ext cx="1932111" cy="1932111"/>
          </a:xfrm>
          <a:prstGeom prst="ellipse">
            <a:avLst/>
          </a:prstGeom>
          <a:solidFill>
            <a:schemeClr val="accent1">
              <a:lumMod val="100000"/>
            </a:schemeClr>
          </a:solidFill>
          <a:ln>
            <a:noFill/>
          </a:ln>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rgbClr val="F16D63"/>
              </a:solidFill>
              <a:latin typeface="微软雅黑" panose="020B0503020204020204" pitchFamily="34" charset="-122"/>
              <a:ea typeface="微软雅黑" panose="020B0503020204020204" pitchFamily="34" charset="-122"/>
            </a:endParaRPr>
          </a:p>
        </p:txBody>
      </p:sp>
      <p:sp>
        <p:nvSpPr>
          <p:cNvPr id="62" name="标题 11"/>
          <p:cNvSpPr txBox="1"/>
          <p:nvPr/>
        </p:nvSpPr>
        <p:spPr>
          <a:xfrm>
            <a:off x="10056609" y="1482861"/>
            <a:ext cx="612120" cy="463943"/>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2400" dirty="0">
                <a:solidFill>
                  <a:schemeClr val="accent1">
                    <a:lumMod val="100000"/>
                  </a:schemeClr>
                </a:solidFill>
                <a:latin typeface="微软雅黑" panose="020B0503020204020204" pitchFamily="34" charset="-122"/>
                <a:ea typeface="微软雅黑" panose="020B0503020204020204" pitchFamily="34" charset="-122"/>
              </a:rPr>
              <a:t>04</a:t>
            </a:r>
            <a:endParaRPr lang="zh-CN" altLang="en-US" sz="2400" dirty="0">
              <a:solidFill>
                <a:schemeClr val="accent1">
                  <a:lumMod val="100000"/>
                </a:schemeClr>
              </a:solidFill>
              <a:latin typeface="微软雅黑" panose="020B0503020204020204" pitchFamily="34" charset="-122"/>
              <a:ea typeface="微软雅黑" panose="020B0503020204020204" pitchFamily="34" charset="-122"/>
            </a:endParaRPr>
          </a:p>
        </p:txBody>
      </p:sp>
      <p:grpSp>
        <p:nvGrpSpPr>
          <p:cNvPr id="74" name="组合 73"/>
          <p:cNvGrpSpPr/>
          <p:nvPr/>
        </p:nvGrpSpPr>
        <p:grpSpPr>
          <a:xfrm>
            <a:off x="1286664" y="4352050"/>
            <a:ext cx="2130114" cy="1197716"/>
            <a:chOff x="874712" y="3408258"/>
            <a:chExt cx="2371844" cy="1197716"/>
          </a:xfrm>
        </p:grpSpPr>
        <p:sp>
          <p:nvSpPr>
            <p:cNvPr id="75" name="矩形 74"/>
            <p:cNvSpPr/>
            <p:nvPr/>
          </p:nvSpPr>
          <p:spPr>
            <a:xfrm>
              <a:off x="874712" y="3755869"/>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77" name="组合 76"/>
          <p:cNvGrpSpPr/>
          <p:nvPr/>
        </p:nvGrpSpPr>
        <p:grpSpPr>
          <a:xfrm>
            <a:off x="3783564" y="4352050"/>
            <a:ext cx="2130114" cy="1441304"/>
            <a:chOff x="874712" y="3408258"/>
            <a:chExt cx="2371844" cy="1441304"/>
          </a:xfrm>
        </p:grpSpPr>
        <p:sp>
          <p:nvSpPr>
            <p:cNvPr id="78" name="矩形 77"/>
            <p:cNvSpPr/>
            <p:nvPr/>
          </p:nvSpPr>
          <p:spPr>
            <a:xfrm>
              <a:off x="874712" y="3745029"/>
              <a:ext cx="2371844" cy="1104533"/>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9" name="矩形 78"/>
            <p:cNvSpPr/>
            <p:nvPr/>
          </p:nvSpPr>
          <p:spPr>
            <a:xfrm>
              <a:off x="874712" y="3408258"/>
              <a:ext cx="2241974" cy="805220"/>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a:p>
              <a:pPr>
                <a:lnSpc>
                  <a:spcPct val="120000"/>
                </a:lnSpc>
              </a:pPr>
              <a:endPar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80" name="组合 79"/>
          <p:cNvGrpSpPr/>
          <p:nvPr/>
        </p:nvGrpSpPr>
        <p:grpSpPr>
          <a:xfrm>
            <a:off x="6163831" y="4295218"/>
            <a:ext cx="2130114" cy="1248743"/>
            <a:chOff x="847094" y="3408258"/>
            <a:chExt cx="2371844" cy="1248743"/>
          </a:xfrm>
        </p:grpSpPr>
        <p:sp>
          <p:nvSpPr>
            <p:cNvPr id="81" name="矩形 80"/>
            <p:cNvSpPr/>
            <p:nvPr/>
          </p:nvSpPr>
          <p:spPr>
            <a:xfrm>
              <a:off x="847094" y="3806896"/>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矩形 81"/>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83" name="组合 82"/>
          <p:cNvGrpSpPr/>
          <p:nvPr/>
        </p:nvGrpSpPr>
        <p:grpSpPr>
          <a:xfrm>
            <a:off x="8563331" y="4352050"/>
            <a:ext cx="2130114" cy="1248742"/>
            <a:chOff x="874712" y="3408258"/>
            <a:chExt cx="2371844" cy="1248742"/>
          </a:xfrm>
        </p:grpSpPr>
        <p:sp>
          <p:nvSpPr>
            <p:cNvPr id="84" name="矩形 83"/>
            <p:cNvSpPr/>
            <p:nvPr/>
          </p:nvSpPr>
          <p:spPr>
            <a:xfrm>
              <a:off x="874712" y="3806895"/>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5" name="矩形 84"/>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sp>
        <p:nvSpPr>
          <p:cNvPr id="52" name="Text Box 4">
            <a:extLst>
              <a:ext uri="{FF2B5EF4-FFF2-40B4-BE49-F238E27FC236}">
                <a16:creationId xmlns:a16="http://schemas.microsoft.com/office/drawing/2014/main" id="{29A7A92E-FFBF-714B-97D7-92814BFB163C}"/>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Half Frame 12">
            <a:extLst>
              <a:ext uri="{FF2B5EF4-FFF2-40B4-BE49-F238E27FC236}">
                <a16:creationId xmlns:a16="http://schemas.microsoft.com/office/drawing/2014/main" id="{4CB476A3-49CA-DC4B-89FB-B0C66CF4847B}"/>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1" name="直线连接符 60">
            <a:extLst>
              <a:ext uri="{FF2B5EF4-FFF2-40B4-BE49-F238E27FC236}">
                <a16:creationId xmlns:a16="http://schemas.microsoft.com/office/drawing/2014/main" id="{368ABC77-51B0-1940-B928-22B9F190F7C4}"/>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49" name="图片 48">
            <a:extLst>
              <a:ext uri="{FF2B5EF4-FFF2-40B4-BE49-F238E27FC236}">
                <a16:creationId xmlns:a16="http://schemas.microsoft.com/office/drawing/2014/main" id="{4C57F456-FC01-7845-8691-4D4C4B90426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9479" r="19479"/>
          <a:stretch/>
        </p:blipFill>
        <p:spPr>
          <a:xfrm>
            <a:off x="1547465" y="2098897"/>
            <a:ext cx="1556859" cy="1556859"/>
          </a:xfrm>
          <a:prstGeom prst="ellipse">
            <a:avLst/>
          </a:prstGeom>
        </p:spPr>
      </p:pic>
      <p:pic>
        <p:nvPicPr>
          <p:cNvPr id="50" name="图片 49">
            <a:extLst>
              <a:ext uri="{FF2B5EF4-FFF2-40B4-BE49-F238E27FC236}">
                <a16:creationId xmlns:a16="http://schemas.microsoft.com/office/drawing/2014/main" id="{01E9223A-F7D4-EB46-B4E7-848D7D818C6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9479" r="19479"/>
          <a:stretch/>
        </p:blipFill>
        <p:spPr>
          <a:xfrm>
            <a:off x="6259673" y="2098897"/>
            <a:ext cx="1556859" cy="1556859"/>
          </a:xfrm>
          <a:prstGeom prst="ellipse">
            <a:avLst/>
          </a:prstGeom>
        </p:spPr>
      </p:pic>
      <p:pic>
        <p:nvPicPr>
          <p:cNvPr id="10" name="图片 9">
            <a:extLst>
              <a:ext uri="{FF2B5EF4-FFF2-40B4-BE49-F238E27FC236}">
                <a16:creationId xmlns:a16="http://schemas.microsoft.com/office/drawing/2014/main" id="{380FCFEA-BA44-6B4A-A41E-310E2843F9B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111" r="20111"/>
          <a:stretch/>
        </p:blipFill>
        <p:spPr>
          <a:xfrm>
            <a:off x="3903569" y="2098897"/>
            <a:ext cx="1556859" cy="1556859"/>
          </a:xfrm>
          <a:prstGeom prst="ellipse">
            <a:avLst/>
          </a:prstGeom>
        </p:spPr>
      </p:pic>
      <p:pic>
        <p:nvPicPr>
          <p:cNvPr id="64" name="图片 63">
            <a:extLst>
              <a:ext uri="{FF2B5EF4-FFF2-40B4-BE49-F238E27FC236}">
                <a16:creationId xmlns:a16="http://schemas.microsoft.com/office/drawing/2014/main" id="{849E9D64-383C-4C4B-8984-763B25B6194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111" r="20111"/>
          <a:stretch/>
        </p:blipFill>
        <p:spPr>
          <a:xfrm>
            <a:off x="8563331" y="2087321"/>
            <a:ext cx="1556859" cy="1556859"/>
          </a:xfrm>
          <a:prstGeom prst="ellipse">
            <a:avLst/>
          </a:prstGeom>
        </p:spPr>
      </p:pic>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14:presetBounceEnd="81000">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14:bounceEnd="81000">
                                          <p:cBhvr additive="base">
                                            <p:cTn id="83" dur="1000" fill="hold"/>
                                            <p:tgtEl>
                                              <p:spTgt spid="52"/>
                                            </p:tgtEl>
                                            <p:attrNameLst>
                                              <p:attrName>ppt_x</p:attrName>
                                            </p:attrNameLst>
                                          </p:cBhvr>
                                          <p:tavLst>
                                            <p:tav tm="0">
                                              <p:val>
                                                <p:strVal val="#ppt_x"/>
                                              </p:val>
                                            </p:tav>
                                            <p:tav tm="100000">
                                              <p:val>
                                                <p:strVal val="#ppt_x"/>
                                              </p:val>
                                            </p:tav>
                                          </p:tavLst>
                                        </p:anim>
                                        <p:anim calcmode="lin" valueType="num" p14:bounceEnd="81000">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50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nodeType="withEffect">
                                      <p:stCondLst>
                                        <p:cond delay="1000"/>
                                      </p:stCondLst>
                                      <p:childTnLst>
                                        <p:set>
                                          <p:cBhvr>
                                            <p:cTn id="21" dur="1" fill="hold">
                                              <p:stCondLst>
                                                <p:cond delay="0"/>
                                              </p:stCondLst>
                                            </p:cTn>
                                            <p:tgtEl>
                                              <p:spTgt spid="21"/>
                                            </p:tgtEl>
                                            <p:attrNameLst>
                                              <p:attrName>style.visibility</p:attrName>
                                            </p:attrNameLst>
                                          </p:cBhvr>
                                          <p:to>
                                            <p:strVal val="visible"/>
                                          </p:to>
                                        </p:set>
                                        <p:anim calcmode="lin" valueType="num">
                                          <p:cBhvr>
                                            <p:cTn id="22" dur="500" fill="hold"/>
                                            <p:tgtEl>
                                              <p:spTgt spid="21"/>
                                            </p:tgtEl>
                                            <p:attrNameLst>
                                              <p:attrName>ppt_w</p:attrName>
                                            </p:attrNameLst>
                                          </p:cBhvr>
                                          <p:tavLst>
                                            <p:tav tm="0">
                                              <p:val>
                                                <p:fltVal val="0"/>
                                              </p:val>
                                            </p:tav>
                                            <p:tav tm="100000">
                                              <p:val>
                                                <p:strVal val="#ppt_w"/>
                                              </p:val>
                                            </p:tav>
                                          </p:tavLst>
                                        </p:anim>
                                        <p:anim calcmode="lin" valueType="num">
                                          <p:cBhvr>
                                            <p:cTn id="23" dur="500" fill="hold"/>
                                            <p:tgtEl>
                                              <p:spTgt spid="21"/>
                                            </p:tgtEl>
                                            <p:attrNameLst>
                                              <p:attrName>ppt_h</p:attrName>
                                            </p:attrNameLst>
                                          </p:cBhvr>
                                          <p:tavLst>
                                            <p:tav tm="0">
                                              <p:val>
                                                <p:fltVal val="0"/>
                                              </p:val>
                                            </p:tav>
                                            <p:tav tm="100000">
                                              <p:val>
                                                <p:strVal val="#ppt_h"/>
                                              </p:val>
                                            </p:tav>
                                          </p:tavLst>
                                        </p:anim>
                                        <p:animEffect transition="in" filter="fade">
                                          <p:cBhvr>
                                            <p:cTn id="24" dur="500"/>
                                            <p:tgtEl>
                                              <p:spTgt spid="21"/>
                                            </p:tgtEl>
                                          </p:cBhvr>
                                        </p:animEffect>
                                      </p:childTnLst>
                                    </p:cTn>
                                  </p:par>
                                  <p:par>
                                    <p:cTn id="25" presetID="53" presetClass="entr" presetSubtype="16" fill="hold" grpId="0" nodeType="withEffect">
                                      <p:stCondLst>
                                        <p:cond delay="1000"/>
                                      </p:stCondLst>
                                      <p:childTnLst>
                                        <p:set>
                                          <p:cBhvr>
                                            <p:cTn id="26" dur="1" fill="hold">
                                              <p:stCondLst>
                                                <p:cond delay="0"/>
                                              </p:stCondLst>
                                            </p:cTn>
                                            <p:tgtEl>
                                              <p:spTgt spid="26"/>
                                            </p:tgtEl>
                                            <p:attrNameLst>
                                              <p:attrName>style.visibility</p:attrName>
                                            </p:attrNameLst>
                                          </p:cBhvr>
                                          <p:to>
                                            <p:strVal val="visible"/>
                                          </p:to>
                                        </p:set>
                                        <p:anim calcmode="lin" valueType="num">
                                          <p:cBhvr>
                                            <p:cTn id="27" dur="500" fill="hold"/>
                                            <p:tgtEl>
                                              <p:spTgt spid="26"/>
                                            </p:tgtEl>
                                            <p:attrNameLst>
                                              <p:attrName>ppt_w</p:attrName>
                                            </p:attrNameLst>
                                          </p:cBhvr>
                                          <p:tavLst>
                                            <p:tav tm="0">
                                              <p:val>
                                                <p:fltVal val="0"/>
                                              </p:val>
                                            </p:tav>
                                            <p:tav tm="100000">
                                              <p:val>
                                                <p:strVal val="#ppt_w"/>
                                              </p:val>
                                            </p:tav>
                                          </p:tavLst>
                                        </p:anim>
                                        <p:anim calcmode="lin" valueType="num">
                                          <p:cBhvr>
                                            <p:cTn id="28" dur="500" fill="hold"/>
                                            <p:tgtEl>
                                              <p:spTgt spid="26"/>
                                            </p:tgtEl>
                                            <p:attrNameLst>
                                              <p:attrName>ppt_h</p:attrName>
                                            </p:attrNameLst>
                                          </p:cBhvr>
                                          <p:tavLst>
                                            <p:tav tm="0">
                                              <p:val>
                                                <p:fltVal val="0"/>
                                              </p:val>
                                            </p:tav>
                                            <p:tav tm="100000">
                                              <p:val>
                                                <p:strVal val="#ppt_h"/>
                                              </p:val>
                                            </p:tav>
                                          </p:tavLst>
                                        </p:anim>
                                        <p:animEffect transition="in" filter="fade">
                                          <p:cBhvr>
                                            <p:cTn id="29" dur="500"/>
                                            <p:tgtEl>
                                              <p:spTgt spid="26"/>
                                            </p:tgtEl>
                                          </p:cBhvr>
                                        </p:animEffect>
                                      </p:childTnLst>
                                    </p:cTn>
                                  </p:par>
                                  <p:par>
                                    <p:cTn id="30" presetID="53" presetClass="entr" presetSubtype="16" fill="hold" grpId="0" nodeType="withEffect">
                                      <p:stCondLst>
                                        <p:cond delay="1000"/>
                                      </p:stCondLst>
                                      <p:childTnLst>
                                        <p:set>
                                          <p:cBhvr>
                                            <p:cTn id="31" dur="1" fill="hold">
                                              <p:stCondLst>
                                                <p:cond delay="0"/>
                                              </p:stCondLst>
                                            </p:cTn>
                                            <p:tgtEl>
                                              <p:spTgt spid="28"/>
                                            </p:tgtEl>
                                            <p:attrNameLst>
                                              <p:attrName>style.visibility</p:attrName>
                                            </p:attrNameLst>
                                          </p:cBhvr>
                                          <p:to>
                                            <p:strVal val="visible"/>
                                          </p:to>
                                        </p:set>
                                        <p:anim calcmode="lin" valueType="num">
                                          <p:cBhvr>
                                            <p:cTn id="32" dur="500" fill="hold"/>
                                            <p:tgtEl>
                                              <p:spTgt spid="28"/>
                                            </p:tgtEl>
                                            <p:attrNameLst>
                                              <p:attrName>ppt_w</p:attrName>
                                            </p:attrNameLst>
                                          </p:cBhvr>
                                          <p:tavLst>
                                            <p:tav tm="0">
                                              <p:val>
                                                <p:fltVal val="0"/>
                                              </p:val>
                                            </p:tav>
                                            <p:tav tm="100000">
                                              <p:val>
                                                <p:strVal val="#ppt_w"/>
                                              </p:val>
                                            </p:tav>
                                          </p:tavLst>
                                        </p:anim>
                                        <p:anim calcmode="lin" valueType="num">
                                          <p:cBhvr>
                                            <p:cTn id="33" dur="500" fill="hold"/>
                                            <p:tgtEl>
                                              <p:spTgt spid="28"/>
                                            </p:tgtEl>
                                            <p:attrNameLst>
                                              <p:attrName>ppt_h</p:attrName>
                                            </p:attrNameLst>
                                          </p:cBhvr>
                                          <p:tavLst>
                                            <p:tav tm="0">
                                              <p:val>
                                                <p:fltVal val="0"/>
                                              </p:val>
                                            </p:tav>
                                            <p:tav tm="100000">
                                              <p:val>
                                                <p:strVal val="#ppt_h"/>
                                              </p:val>
                                            </p:tav>
                                          </p:tavLst>
                                        </p:anim>
                                        <p:animEffect transition="in" filter="fade">
                                          <p:cBhvr>
                                            <p:cTn id="34" dur="500"/>
                                            <p:tgtEl>
                                              <p:spTgt spid="28"/>
                                            </p:tgtEl>
                                          </p:cBhvr>
                                        </p:animEffect>
                                      </p:childTnLst>
                                    </p:cTn>
                                  </p:par>
                                  <p:par>
                                    <p:cTn id="35" presetID="53" presetClass="entr" presetSubtype="16" fill="hold" nodeType="withEffect">
                                      <p:stCondLst>
                                        <p:cond delay="1500"/>
                                      </p:stCondLst>
                                      <p:childTnLst>
                                        <p:set>
                                          <p:cBhvr>
                                            <p:cTn id="36" dur="1" fill="hold">
                                              <p:stCondLst>
                                                <p:cond delay="0"/>
                                              </p:stCondLst>
                                            </p:cTn>
                                            <p:tgtEl>
                                              <p:spTgt spid="38"/>
                                            </p:tgtEl>
                                            <p:attrNameLst>
                                              <p:attrName>style.visibility</p:attrName>
                                            </p:attrNameLst>
                                          </p:cBhvr>
                                          <p:to>
                                            <p:strVal val="visible"/>
                                          </p:to>
                                        </p:set>
                                        <p:anim calcmode="lin" valueType="num">
                                          <p:cBhvr>
                                            <p:cTn id="37" dur="500" fill="hold"/>
                                            <p:tgtEl>
                                              <p:spTgt spid="38"/>
                                            </p:tgtEl>
                                            <p:attrNameLst>
                                              <p:attrName>ppt_w</p:attrName>
                                            </p:attrNameLst>
                                          </p:cBhvr>
                                          <p:tavLst>
                                            <p:tav tm="0">
                                              <p:val>
                                                <p:fltVal val="0"/>
                                              </p:val>
                                            </p:tav>
                                            <p:tav tm="100000">
                                              <p:val>
                                                <p:strVal val="#ppt_w"/>
                                              </p:val>
                                            </p:tav>
                                          </p:tavLst>
                                        </p:anim>
                                        <p:anim calcmode="lin" valueType="num">
                                          <p:cBhvr>
                                            <p:cTn id="38" dur="500" fill="hold"/>
                                            <p:tgtEl>
                                              <p:spTgt spid="38"/>
                                            </p:tgtEl>
                                            <p:attrNameLst>
                                              <p:attrName>ppt_h</p:attrName>
                                            </p:attrNameLst>
                                          </p:cBhvr>
                                          <p:tavLst>
                                            <p:tav tm="0">
                                              <p:val>
                                                <p:fltVal val="0"/>
                                              </p:val>
                                            </p:tav>
                                            <p:tav tm="100000">
                                              <p:val>
                                                <p:strVal val="#ppt_h"/>
                                              </p:val>
                                            </p:tav>
                                          </p:tavLst>
                                        </p:anim>
                                        <p:animEffect transition="in" filter="fade">
                                          <p:cBhvr>
                                            <p:cTn id="39" dur="500"/>
                                            <p:tgtEl>
                                              <p:spTgt spid="38"/>
                                            </p:tgtEl>
                                          </p:cBhvr>
                                        </p:animEffect>
                                      </p:childTnLst>
                                    </p:cTn>
                                  </p:par>
                                  <p:par>
                                    <p:cTn id="40" presetID="53" presetClass="entr" presetSubtype="16" fill="hold" grpId="0" nodeType="withEffect">
                                      <p:stCondLst>
                                        <p:cond delay="1500"/>
                                      </p:stCondLst>
                                      <p:childTnLst>
                                        <p:set>
                                          <p:cBhvr>
                                            <p:cTn id="41" dur="1" fill="hold">
                                              <p:stCondLst>
                                                <p:cond delay="0"/>
                                              </p:stCondLst>
                                            </p:cTn>
                                            <p:tgtEl>
                                              <p:spTgt spid="43"/>
                                            </p:tgtEl>
                                            <p:attrNameLst>
                                              <p:attrName>style.visibility</p:attrName>
                                            </p:attrNameLst>
                                          </p:cBhvr>
                                          <p:to>
                                            <p:strVal val="visible"/>
                                          </p:to>
                                        </p:set>
                                        <p:anim calcmode="lin" valueType="num">
                                          <p:cBhvr>
                                            <p:cTn id="42" dur="500" fill="hold"/>
                                            <p:tgtEl>
                                              <p:spTgt spid="43"/>
                                            </p:tgtEl>
                                            <p:attrNameLst>
                                              <p:attrName>ppt_w</p:attrName>
                                            </p:attrNameLst>
                                          </p:cBhvr>
                                          <p:tavLst>
                                            <p:tav tm="0">
                                              <p:val>
                                                <p:fltVal val="0"/>
                                              </p:val>
                                            </p:tav>
                                            <p:tav tm="100000">
                                              <p:val>
                                                <p:strVal val="#ppt_w"/>
                                              </p:val>
                                            </p:tav>
                                          </p:tavLst>
                                        </p:anim>
                                        <p:anim calcmode="lin" valueType="num">
                                          <p:cBhvr>
                                            <p:cTn id="43" dur="500" fill="hold"/>
                                            <p:tgtEl>
                                              <p:spTgt spid="43"/>
                                            </p:tgtEl>
                                            <p:attrNameLst>
                                              <p:attrName>ppt_h</p:attrName>
                                            </p:attrNameLst>
                                          </p:cBhvr>
                                          <p:tavLst>
                                            <p:tav tm="0">
                                              <p:val>
                                                <p:fltVal val="0"/>
                                              </p:val>
                                            </p:tav>
                                            <p:tav tm="100000">
                                              <p:val>
                                                <p:strVal val="#ppt_h"/>
                                              </p:val>
                                            </p:tav>
                                          </p:tavLst>
                                        </p:anim>
                                        <p:animEffect transition="in" filter="fade">
                                          <p:cBhvr>
                                            <p:cTn id="44" dur="500"/>
                                            <p:tgtEl>
                                              <p:spTgt spid="43"/>
                                            </p:tgtEl>
                                          </p:cBhvr>
                                        </p:animEffect>
                                      </p:childTnLst>
                                    </p:cTn>
                                  </p:par>
                                  <p:par>
                                    <p:cTn id="45" presetID="53" presetClass="entr" presetSubtype="16" fill="hold" grpId="0" nodeType="withEffect">
                                      <p:stCondLst>
                                        <p:cond delay="1500"/>
                                      </p:stCondLst>
                                      <p:childTnLst>
                                        <p:set>
                                          <p:cBhvr>
                                            <p:cTn id="46" dur="1" fill="hold">
                                              <p:stCondLst>
                                                <p:cond delay="0"/>
                                              </p:stCondLst>
                                            </p:cTn>
                                            <p:tgtEl>
                                              <p:spTgt spid="45"/>
                                            </p:tgtEl>
                                            <p:attrNameLst>
                                              <p:attrName>style.visibility</p:attrName>
                                            </p:attrNameLst>
                                          </p:cBhvr>
                                          <p:to>
                                            <p:strVal val="visible"/>
                                          </p:to>
                                        </p:set>
                                        <p:anim calcmode="lin" valueType="num">
                                          <p:cBhvr>
                                            <p:cTn id="47" dur="500" fill="hold"/>
                                            <p:tgtEl>
                                              <p:spTgt spid="45"/>
                                            </p:tgtEl>
                                            <p:attrNameLst>
                                              <p:attrName>ppt_w</p:attrName>
                                            </p:attrNameLst>
                                          </p:cBhvr>
                                          <p:tavLst>
                                            <p:tav tm="0">
                                              <p:val>
                                                <p:fltVal val="0"/>
                                              </p:val>
                                            </p:tav>
                                            <p:tav tm="100000">
                                              <p:val>
                                                <p:strVal val="#ppt_w"/>
                                              </p:val>
                                            </p:tav>
                                          </p:tavLst>
                                        </p:anim>
                                        <p:anim calcmode="lin" valueType="num">
                                          <p:cBhvr>
                                            <p:cTn id="48" dur="500" fill="hold"/>
                                            <p:tgtEl>
                                              <p:spTgt spid="45"/>
                                            </p:tgtEl>
                                            <p:attrNameLst>
                                              <p:attrName>ppt_h</p:attrName>
                                            </p:attrNameLst>
                                          </p:cBhvr>
                                          <p:tavLst>
                                            <p:tav tm="0">
                                              <p:val>
                                                <p:fltVal val="0"/>
                                              </p:val>
                                            </p:tav>
                                            <p:tav tm="100000">
                                              <p:val>
                                                <p:strVal val="#ppt_h"/>
                                              </p:val>
                                            </p:tav>
                                          </p:tavLst>
                                        </p:anim>
                                        <p:animEffect transition="in" filter="fade">
                                          <p:cBhvr>
                                            <p:cTn id="49" dur="500"/>
                                            <p:tgtEl>
                                              <p:spTgt spid="45"/>
                                            </p:tgtEl>
                                          </p:cBhvr>
                                        </p:animEffect>
                                      </p:childTnLst>
                                    </p:cTn>
                                  </p:par>
                                  <p:par>
                                    <p:cTn id="50" presetID="53" presetClass="entr" presetSubtype="16" fill="hold" nodeType="withEffect">
                                      <p:stCondLst>
                                        <p:cond delay="2000"/>
                                      </p:stCondLst>
                                      <p:childTnLst>
                                        <p:set>
                                          <p:cBhvr>
                                            <p:cTn id="51" dur="1" fill="hold">
                                              <p:stCondLst>
                                                <p:cond delay="0"/>
                                              </p:stCondLst>
                                            </p:cTn>
                                            <p:tgtEl>
                                              <p:spTgt spid="55"/>
                                            </p:tgtEl>
                                            <p:attrNameLst>
                                              <p:attrName>style.visibility</p:attrName>
                                            </p:attrNameLst>
                                          </p:cBhvr>
                                          <p:to>
                                            <p:strVal val="visible"/>
                                          </p:to>
                                        </p:set>
                                        <p:anim calcmode="lin" valueType="num">
                                          <p:cBhvr>
                                            <p:cTn id="52" dur="500" fill="hold"/>
                                            <p:tgtEl>
                                              <p:spTgt spid="55"/>
                                            </p:tgtEl>
                                            <p:attrNameLst>
                                              <p:attrName>ppt_w</p:attrName>
                                            </p:attrNameLst>
                                          </p:cBhvr>
                                          <p:tavLst>
                                            <p:tav tm="0">
                                              <p:val>
                                                <p:fltVal val="0"/>
                                              </p:val>
                                            </p:tav>
                                            <p:tav tm="100000">
                                              <p:val>
                                                <p:strVal val="#ppt_w"/>
                                              </p:val>
                                            </p:tav>
                                          </p:tavLst>
                                        </p:anim>
                                        <p:anim calcmode="lin" valueType="num">
                                          <p:cBhvr>
                                            <p:cTn id="53" dur="500" fill="hold"/>
                                            <p:tgtEl>
                                              <p:spTgt spid="55"/>
                                            </p:tgtEl>
                                            <p:attrNameLst>
                                              <p:attrName>ppt_h</p:attrName>
                                            </p:attrNameLst>
                                          </p:cBhvr>
                                          <p:tavLst>
                                            <p:tav tm="0">
                                              <p:val>
                                                <p:fltVal val="0"/>
                                              </p:val>
                                            </p:tav>
                                            <p:tav tm="100000">
                                              <p:val>
                                                <p:strVal val="#ppt_h"/>
                                              </p:val>
                                            </p:tav>
                                          </p:tavLst>
                                        </p:anim>
                                        <p:animEffect transition="in" filter="fade">
                                          <p:cBhvr>
                                            <p:cTn id="54" dur="500"/>
                                            <p:tgtEl>
                                              <p:spTgt spid="55"/>
                                            </p:tgtEl>
                                          </p:cBhvr>
                                        </p:animEffect>
                                      </p:childTnLst>
                                    </p:cTn>
                                  </p:par>
                                  <p:par>
                                    <p:cTn id="55" presetID="53" presetClass="entr" presetSubtype="16" fill="hold" grpId="0" nodeType="withEffect">
                                      <p:stCondLst>
                                        <p:cond delay="2000"/>
                                      </p:stCondLst>
                                      <p:childTnLst>
                                        <p:set>
                                          <p:cBhvr>
                                            <p:cTn id="56" dur="1" fill="hold">
                                              <p:stCondLst>
                                                <p:cond delay="0"/>
                                              </p:stCondLst>
                                            </p:cTn>
                                            <p:tgtEl>
                                              <p:spTgt spid="60"/>
                                            </p:tgtEl>
                                            <p:attrNameLst>
                                              <p:attrName>style.visibility</p:attrName>
                                            </p:attrNameLst>
                                          </p:cBhvr>
                                          <p:to>
                                            <p:strVal val="visible"/>
                                          </p:to>
                                        </p:set>
                                        <p:anim calcmode="lin" valueType="num">
                                          <p:cBhvr>
                                            <p:cTn id="57" dur="500" fill="hold"/>
                                            <p:tgtEl>
                                              <p:spTgt spid="60"/>
                                            </p:tgtEl>
                                            <p:attrNameLst>
                                              <p:attrName>ppt_w</p:attrName>
                                            </p:attrNameLst>
                                          </p:cBhvr>
                                          <p:tavLst>
                                            <p:tav tm="0">
                                              <p:val>
                                                <p:fltVal val="0"/>
                                              </p:val>
                                            </p:tav>
                                            <p:tav tm="100000">
                                              <p:val>
                                                <p:strVal val="#ppt_w"/>
                                              </p:val>
                                            </p:tav>
                                          </p:tavLst>
                                        </p:anim>
                                        <p:anim calcmode="lin" valueType="num">
                                          <p:cBhvr>
                                            <p:cTn id="58" dur="500" fill="hold"/>
                                            <p:tgtEl>
                                              <p:spTgt spid="60"/>
                                            </p:tgtEl>
                                            <p:attrNameLst>
                                              <p:attrName>ppt_h</p:attrName>
                                            </p:attrNameLst>
                                          </p:cBhvr>
                                          <p:tavLst>
                                            <p:tav tm="0">
                                              <p:val>
                                                <p:fltVal val="0"/>
                                              </p:val>
                                            </p:tav>
                                            <p:tav tm="100000">
                                              <p:val>
                                                <p:strVal val="#ppt_h"/>
                                              </p:val>
                                            </p:tav>
                                          </p:tavLst>
                                        </p:anim>
                                        <p:animEffect transition="in" filter="fade">
                                          <p:cBhvr>
                                            <p:cTn id="59" dur="500"/>
                                            <p:tgtEl>
                                              <p:spTgt spid="60"/>
                                            </p:tgtEl>
                                          </p:cBhvr>
                                        </p:animEffect>
                                      </p:childTnLst>
                                    </p:cTn>
                                  </p:par>
                                  <p:par>
                                    <p:cTn id="60" presetID="53" presetClass="entr" presetSubtype="16" fill="hold" grpId="0" nodeType="withEffect">
                                      <p:stCondLst>
                                        <p:cond delay="2000"/>
                                      </p:stCondLst>
                                      <p:childTnLst>
                                        <p:set>
                                          <p:cBhvr>
                                            <p:cTn id="61" dur="1" fill="hold">
                                              <p:stCondLst>
                                                <p:cond delay="0"/>
                                              </p:stCondLst>
                                            </p:cTn>
                                            <p:tgtEl>
                                              <p:spTgt spid="62"/>
                                            </p:tgtEl>
                                            <p:attrNameLst>
                                              <p:attrName>style.visibility</p:attrName>
                                            </p:attrNameLst>
                                          </p:cBhvr>
                                          <p:to>
                                            <p:strVal val="visible"/>
                                          </p:to>
                                        </p:set>
                                        <p:anim calcmode="lin" valueType="num">
                                          <p:cBhvr>
                                            <p:cTn id="62" dur="500" fill="hold"/>
                                            <p:tgtEl>
                                              <p:spTgt spid="62"/>
                                            </p:tgtEl>
                                            <p:attrNameLst>
                                              <p:attrName>ppt_w</p:attrName>
                                            </p:attrNameLst>
                                          </p:cBhvr>
                                          <p:tavLst>
                                            <p:tav tm="0">
                                              <p:val>
                                                <p:fltVal val="0"/>
                                              </p:val>
                                            </p:tav>
                                            <p:tav tm="100000">
                                              <p:val>
                                                <p:strVal val="#ppt_w"/>
                                              </p:val>
                                            </p:tav>
                                          </p:tavLst>
                                        </p:anim>
                                        <p:anim calcmode="lin" valueType="num">
                                          <p:cBhvr>
                                            <p:cTn id="63" dur="500" fill="hold"/>
                                            <p:tgtEl>
                                              <p:spTgt spid="62"/>
                                            </p:tgtEl>
                                            <p:attrNameLst>
                                              <p:attrName>ppt_h</p:attrName>
                                            </p:attrNameLst>
                                          </p:cBhvr>
                                          <p:tavLst>
                                            <p:tav tm="0">
                                              <p:val>
                                                <p:fltVal val="0"/>
                                              </p:val>
                                            </p:tav>
                                            <p:tav tm="100000">
                                              <p:val>
                                                <p:strVal val="#ppt_h"/>
                                              </p:val>
                                            </p:tav>
                                          </p:tavLst>
                                        </p:anim>
                                        <p:animEffect transition="in" filter="fade">
                                          <p:cBhvr>
                                            <p:cTn id="64" dur="500"/>
                                            <p:tgtEl>
                                              <p:spTgt spid="62"/>
                                            </p:tgtEl>
                                          </p:cBhvr>
                                        </p:animEffect>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2" decel="100000" fill="hold" nodeType="withEffect">
                                      <p:stCondLst>
                                        <p:cond delay="0"/>
                                      </p:stCondLst>
                                      <p:childTnLst>
                                        <p:set>
                                          <p:cBhvr>
                                            <p:cTn id="70" dur="1" fill="hold">
                                              <p:stCondLst>
                                                <p:cond delay="0"/>
                                              </p:stCondLst>
                                            </p:cTn>
                                            <p:tgtEl>
                                              <p:spTgt spid="77"/>
                                            </p:tgtEl>
                                            <p:attrNameLst>
                                              <p:attrName>style.visibility</p:attrName>
                                            </p:attrNameLst>
                                          </p:cBhvr>
                                          <p:to>
                                            <p:strVal val="visible"/>
                                          </p:to>
                                        </p:set>
                                        <p:anim calcmode="lin" valueType="num">
                                          <p:cBhvr additive="base">
                                            <p:cTn id="71" dur="1000" fill="hold"/>
                                            <p:tgtEl>
                                              <p:spTgt spid="77"/>
                                            </p:tgtEl>
                                            <p:attrNameLst>
                                              <p:attrName>ppt_x</p:attrName>
                                            </p:attrNameLst>
                                          </p:cBhvr>
                                          <p:tavLst>
                                            <p:tav tm="0">
                                              <p:val>
                                                <p:strVal val="1+#ppt_w/2"/>
                                              </p:val>
                                            </p:tav>
                                            <p:tav tm="100000">
                                              <p:val>
                                                <p:strVal val="#ppt_x"/>
                                              </p:val>
                                            </p:tav>
                                          </p:tavLst>
                                        </p:anim>
                                        <p:anim calcmode="lin" valueType="num">
                                          <p:cBhvr additive="base">
                                            <p:cTn id="72" dur="1000" fill="hold"/>
                                            <p:tgtEl>
                                              <p:spTgt spid="77"/>
                                            </p:tgtEl>
                                            <p:attrNameLst>
                                              <p:attrName>ppt_y</p:attrName>
                                            </p:attrNameLst>
                                          </p:cBhvr>
                                          <p:tavLst>
                                            <p:tav tm="0">
                                              <p:val>
                                                <p:strVal val="#ppt_y"/>
                                              </p:val>
                                            </p:tav>
                                            <p:tav tm="100000">
                                              <p:val>
                                                <p:strVal val="#ppt_y"/>
                                              </p:val>
                                            </p:tav>
                                          </p:tavLst>
                                        </p:anim>
                                      </p:childTnLst>
                                    </p:cTn>
                                  </p:par>
                                  <p:par>
                                    <p:cTn id="73" presetID="2" presetClass="entr" presetSubtype="2" decel="100000" fill="hold" nodeType="withEffect">
                                      <p:stCondLst>
                                        <p:cond delay="0"/>
                                      </p:stCondLst>
                                      <p:childTnLst>
                                        <p:set>
                                          <p:cBhvr>
                                            <p:cTn id="74" dur="1" fill="hold">
                                              <p:stCondLst>
                                                <p:cond delay="0"/>
                                              </p:stCondLst>
                                            </p:cTn>
                                            <p:tgtEl>
                                              <p:spTgt spid="80"/>
                                            </p:tgtEl>
                                            <p:attrNameLst>
                                              <p:attrName>style.visibility</p:attrName>
                                            </p:attrNameLst>
                                          </p:cBhvr>
                                          <p:to>
                                            <p:strVal val="visible"/>
                                          </p:to>
                                        </p:set>
                                        <p:anim calcmode="lin" valueType="num">
                                          <p:cBhvr additive="base">
                                            <p:cTn id="75" dur="1000" fill="hold"/>
                                            <p:tgtEl>
                                              <p:spTgt spid="80"/>
                                            </p:tgtEl>
                                            <p:attrNameLst>
                                              <p:attrName>ppt_x</p:attrName>
                                            </p:attrNameLst>
                                          </p:cBhvr>
                                          <p:tavLst>
                                            <p:tav tm="0">
                                              <p:val>
                                                <p:strVal val="1+#ppt_w/2"/>
                                              </p:val>
                                            </p:tav>
                                            <p:tav tm="100000">
                                              <p:val>
                                                <p:strVal val="#ppt_x"/>
                                              </p:val>
                                            </p:tav>
                                          </p:tavLst>
                                        </p:anim>
                                        <p:anim calcmode="lin" valueType="num">
                                          <p:cBhvr additive="base">
                                            <p:cTn id="76" dur="1000" fill="hold"/>
                                            <p:tgtEl>
                                              <p:spTgt spid="80"/>
                                            </p:tgtEl>
                                            <p:attrNameLst>
                                              <p:attrName>ppt_y</p:attrName>
                                            </p:attrNameLst>
                                          </p:cBhvr>
                                          <p:tavLst>
                                            <p:tav tm="0">
                                              <p:val>
                                                <p:strVal val="#ppt_y"/>
                                              </p:val>
                                            </p:tav>
                                            <p:tav tm="100000">
                                              <p:val>
                                                <p:strVal val="#ppt_y"/>
                                              </p:val>
                                            </p:tav>
                                          </p:tavLst>
                                        </p:anim>
                                      </p:childTnLst>
                                    </p:cTn>
                                  </p:par>
                                  <p:par>
                                    <p:cTn id="77" presetID="2" presetClass="entr" presetSubtype="2" decel="10000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 calcmode="lin" valueType="num">
                                          <p:cBhvr additive="base">
                                            <p:cTn id="79" dur="1000" fill="hold"/>
                                            <p:tgtEl>
                                              <p:spTgt spid="83"/>
                                            </p:tgtEl>
                                            <p:attrNameLst>
                                              <p:attrName>ppt_x</p:attrName>
                                            </p:attrNameLst>
                                          </p:cBhvr>
                                          <p:tavLst>
                                            <p:tav tm="0">
                                              <p:val>
                                                <p:strVal val="1+#ppt_w/2"/>
                                              </p:val>
                                            </p:tav>
                                            <p:tav tm="100000">
                                              <p:val>
                                                <p:strVal val="#ppt_x"/>
                                              </p:val>
                                            </p:tav>
                                          </p:tavLst>
                                        </p:anim>
                                        <p:anim calcmode="lin" valueType="num">
                                          <p:cBhvr additive="base">
                                            <p:cTn id="80" dur="1000" fill="hold"/>
                                            <p:tgtEl>
                                              <p:spTgt spid="83"/>
                                            </p:tgtEl>
                                            <p:attrNameLst>
                                              <p:attrName>ppt_y</p:attrName>
                                            </p:attrNameLst>
                                          </p:cBhvr>
                                          <p:tavLst>
                                            <p:tav tm="0">
                                              <p:val>
                                                <p:strVal val="#ppt_y"/>
                                              </p:val>
                                            </p:tav>
                                            <p:tav tm="100000">
                                              <p:val>
                                                <p:strVal val="#ppt_y"/>
                                              </p:val>
                                            </p:tav>
                                          </p:tavLst>
                                        </p:anim>
                                      </p:childTnLst>
                                    </p:cTn>
                                  </p:par>
                                  <p:par>
                                    <p:cTn id="81" presetID="2" presetClass="entr" presetSubtype="1"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 calcmode="lin" valueType="num">
                                          <p:cBhvr additive="base">
                                            <p:cTn id="83" dur="1000" fill="hold"/>
                                            <p:tgtEl>
                                              <p:spTgt spid="52"/>
                                            </p:tgtEl>
                                            <p:attrNameLst>
                                              <p:attrName>ppt_x</p:attrName>
                                            </p:attrNameLst>
                                          </p:cBhvr>
                                          <p:tavLst>
                                            <p:tav tm="0">
                                              <p:val>
                                                <p:strVal val="#ppt_x"/>
                                              </p:val>
                                            </p:tav>
                                            <p:tav tm="100000">
                                              <p:val>
                                                <p:strVal val="#ppt_x"/>
                                              </p:val>
                                            </p:tav>
                                          </p:tavLst>
                                        </p:anim>
                                        <p:anim calcmode="lin" valueType="num">
                                          <p:cBhvr additive="base">
                                            <p:cTn id="84" dur="1000" fill="hold"/>
                                            <p:tgtEl>
                                              <p:spTgt spid="52"/>
                                            </p:tgtEl>
                                            <p:attrNameLst>
                                              <p:attrName>ppt_y</p:attrName>
                                            </p:attrNameLst>
                                          </p:cBhvr>
                                          <p:tavLst>
                                            <p:tav tm="0">
                                              <p:val>
                                                <p:strVal val="0-#ppt_h/2"/>
                                              </p:val>
                                            </p:tav>
                                            <p:tav tm="100000">
                                              <p:val>
                                                <p:strVal val="#ppt_y"/>
                                              </p:val>
                                            </p:tav>
                                          </p:tavLst>
                                        </p:anim>
                                      </p:childTnLst>
                                    </p:cTn>
                                  </p:par>
                                </p:childTnLst>
                              </p:cTn>
                            </p:par>
                            <p:par>
                              <p:cTn id="85" fill="hold">
                                <p:stCondLst>
                                  <p:cond delay="2500"/>
                                </p:stCondLst>
                                <p:childTnLst>
                                  <p:par>
                                    <p:cTn id="86" presetID="22" presetClass="entr" presetSubtype="8" fill="hold" nodeType="after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wipe(left)">
                                          <p:cBhvr>
                                            <p:cTn id="88"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6" grpId="0" animBg="1"/>
          <p:bldP spid="28" grpId="0"/>
          <p:bldP spid="43" grpId="0" animBg="1"/>
          <p:bldP spid="45" grpId="0"/>
          <p:bldP spid="60" grpId="0" animBg="1"/>
          <p:bldP spid="62" grpId="0"/>
          <p:bldP spid="52"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p:cNvSpPr/>
          <p:nvPr/>
        </p:nvSpPr>
        <p:spPr>
          <a:xfrm>
            <a:off x="1817353" y="3736894"/>
            <a:ext cx="2484641" cy="248464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6" name="椭圆 5"/>
          <p:cNvSpPr/>
          <p:nvPr/>
        </p:nvSpPr>
        <p:spPr>
          <a:xfrm>
            <a:off x="4768911" y="1865172"/>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1</a:t>
            </a:r>
            <a:endParaRPr lang="zh-CN" altLang="en-US" sz="1345" dirty="0">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5345900" y="2169924"/>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8" name="TextBox 22"/>
          <p:cNvSpPr txBox="1"/>
          <p:nvPr/>
        </p:nvSpPr>
        <p:spPr>
          <a:xfrm>
            <a:off x="2056405" y="4772460"/>
            <a:ext cx="2001441" cy="369332"/>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400" b="1" dirty="0">
                <a:solidFill>
                  <a:schemeClr val="bg1"/>
                </a:solidFill>
              </a:rPr>
              <a:t>单击添加标题</a:t>
            </a:r>
            <a:endParaRPr lang="en-US" altLang="zh-CN" sz="2400" b="1" dirty="0">
              <a:solidFill>
                <a:schemeClr val="bg1"/>
              </a:solidFill>
            </a:endParaRPr>
          </a:p>
        </p:txBody>
      </p:sp>
      <p:sp>
        <p:nvSpPr>
          <p:cNvPr id="9" name="椭圆 8"/>
          <p:cNvSpPr/>
          <p:nvPr/>
        </p:nvSpPr>
        <p:spPr>
          <a:xfrm>
            <a:off x="1817353" y="1721194"/>
            <a:ext cx="2484641" cy="2484641"/>
          </a:xfrm>
          <a:prstGeom prst="ellipse">
            <a:avLst/>
          </a:prstGeom>
          <a:solidFill>
            <a:schemeClr val="accent1">
              <a:lumMod val="100000"/>
            </a:schemeClr>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latin typeface="微软雅黑" panose="020B0503020204020204" pitchFamily="34" charset="-122"/>
              <a:ea typeface="微软雅黑" panose="020B0503020204020204" pitchFamily="34" charset="-122"/>
            </a:endParaRPr>
          </a:p>
        </p:txBody>
      </p:sp>
      <p:sp>
        <p:nvSpPr>
          <p:cNvPr id="10" name="KSO_Shape"/>
          <p:cNvSpPr/>
          <p:nvPr/>
        </p:nvSpPr>
        <p:spPr bwMode="auto">
          <a:xfrm>
            <a:off x="2221966" y="2429301"/>
            <a:ext cx="1647693" cy="1150640"/>
          </a:xfrm>
          <a:custGeom>
            <a:avLst/>
            <a:gdLst>
              <a:gd name="T0" fmla="*/ 1733867 w 2074863"/>
              <a:gd name="T1" fmla="*/ 579834 h 1449388"/>
              <a:gd name="T2" fmla="*/ 1791884 w 2074863"/>
              <a:gd name="T3" fmla="*/ 600246 h 1449388"/>
              <a:gd name="T4" fmla="*/ 1794804 w 2074863"/>
              <a:gd name="T5" fmla="*/ 538648 h 1449388"/>
              <a:gd name="T6" fmla="*/ 510830 w 2074863"/>
              <a:gd name="T7" fmla="*/ 162256 h 1449388"/>
              <a:gd name="T8" fmla="*/ 492893 w 2074863"/>
              <a:gd name="T9" fmla="*/ 222976 h 1449388"/>
              <a:gd name="T10" fmla="*/ 438718 w 2074863"/>
              <a:gd name="T11" fmla="*/ 188484 h 1449388"/>
              <a:gd name="T12" fmla="*/ 1598128 w 2074863"/>
              <a:gd name="T13" fmla="*/ 142089 h 1449388"/>
              <a:gd name="T14" fmla="*/ 1885296 w 2074863"/>
              <a:gd name="T15" fmla="*/ 549583 h 1449388"/>
              <a:gd name="T16" fmla="*/ 1586087 w 2074863"/>
              <a:gd name="T17" fmla="*/ 450078 h 1449388"/>
              <a:gd name="T18" fmla="*/ 486453 w 2074863"/>
              <a:gd name="T19" fmla="*/ 72185 h 1449388"/>
              <a:gd name="T20" fmla="*/ 151219 w 2074863"/>
              <a:gd name="T21" fmla="*/ 357281 h 1449388"/>
              <a:gd name="T22" fmla="*/ 295879 w 2074863"/>
              <a:gd name="T23" fmla="*/ 407592 h 1449388"/>
              <a:gd name="T24" fmla="*/ 486453 w 2074863"/>
              <a:gd name="T25" fmla="*/ 72185 h 1449388"/>
              <a:gd name="T26" fmla="*/ 681762 w 2074863"/>
              <a:gd name="T27" fmla="*/ 209994 h 1449388"/>
              <a:gd name="T28" fmla="*/ 910960 w 2074863"/>
              <a:gd name="T29" fmla="*/ 275617 h 1449388"/>
              <a:gd name="T30" fmla="*/ 1184248 w 2074863"/>
              <a:gd name="T31" fmla="*/ 351448 h 1449388"/>
              <a:gd name="T32" fmla="*/ 1396319 w 2074863"/>
              <a:gd name="T33" fmla="*/ 332855 h 1449388"/>
              <a:gd name="T34" fmla="*/ 1606205 w 2074863"/>
              <a:gd name="T35" fmla="*/ 562536 h 1449388"/>
              <a:gd name="T36" fmla="*/ 1640821 w 2074863"/>
              <a:gd name="T37" fmla="*/ 739718 h 1449388"/>
              <a:gd name="T38" fmla="*/ 1379558 w 2074863"/>
              <a:gd name="T39" fmla="*/ 843985 h 1449388"/>
              <a:gd name="T40" fmla="*/ 1124853 w 2074863"/>
              <a:gd name="T41" fmla="*/ 641283 h 1449388"/>
              <a:gd name="T42" fmla="*/ 720387 w 2074863"/>
              <a:gd name="T43" fmla="*/ 519516 h 1449388"/>
              <a:gd name="T44" fmla="*/ 653705 w 2074863"/>
              <a:gd name="T45" fmla="*/ 311345 h 1449388"/>
              <a:gd name="T46" fmla="*/ 325395 w 2074863"/>
              <a:gd name="T47" fmla="*/ 480871 h 1449388"/>
              <a:gd name="T48" fmla="*/ 435438 w 2074863"/>
              <a:gd name="T49" fmla="*/ 683574 h 1449388"/>
              <a:gd name="T50" fmla="*/ 530543 w 2074863"/>
              <a:gd name="T51" fmla="*/ 794768 h 1449388"/>
              <a:gd name="T52" fmla="*/ 611436 w 2074863"/>
              <a:gd name="T53" fmla="*/ 890286 h 1449388"/>
              <a:gd name="T54" fmla="*/ 688686 w 2074863"/>
              <a:gd name="T55" fmla="*/ 1001480 h 1449388"/>
              <a:gd name="T56" fmla="*/ 800188 w 2074863"/>
              <a:gd name="T57" fmla="*/ 1230068 h 1449388"/>
              <a:gd name="T58" fmla="*/ 913511 w 2074863"/>
              <a:gd name="T59" fmla="*/ 1255588 h 1449388"/>
              <a:gd name="T60" fmla="*/ 768486 w 2074863"/>
              <a:gd name="T61" fmla="*/ 1063458 h 1449388"/>
              <a:gd name="T62" fmla="*/ 798730 w 2074863"/>
              <a:gd name="T63" fmla="*/ 1022261 h 1449388"/>
              <a:gd name="T64" fmla="*/ 1047604 w 2074863"/>
              <a:gd name="T65" fmla="*/ 1245015 h 1449388"/>
              <a:gd name="T66" fmla="*/ 1112465 w 2074863"/>
              <a:gd name="T67" fmla="*/ 1184496 h 1449388"/>
              <a:gd name="T68" fmla="*/ 841727 w 2074863"/>
              <a:gd name="T69" fmla="*/ 896119 h 1449388"/>
              <a:gd name="T70" fmla="*/ 886182 w 2074863"/>
              <a:gd name="T71" fmla="*/ 868047 h 1449388"/>
              <a:gd name="T72" fmla="*/ 1205383 w 2074863"/>
              <a:gd name="T73" fmla="*/ 1138195 h 1449388"/>
              <a:gd name="T74" fmla="*/ 1202468 w 2074863"/>
              <a:gd name="T75" fmla="*/ 1026636 h 1449388"/>
              <a:gd name="T76" fmla="*/ 955779 w 2074863"/>
              <a:gd name="T77" fmla="*/ 749197 h 1449388"/>
              <a:gd name="T78" fmla="*/ 1006793 w 2074863"/>
              <a:gd name="T79" fmla="*/ 736437 h 1449388"/>
              <a:gd name="T80" fmla="*/ 1311053 w 2074863"/>
              <a:gd name="T81" fmla="*/ 1001480 h 1449388"/>
              <a:gd name="T82" fmla="*/ 1303037 w 2074863"/>
              <a:gd name="T83" fmla="*/ 890286 h 1449388"/>
              <a:gd name="T84" fmla="*/ 1310325 w 2074863"/>
              <a:gd name="T85" fmla="*/ 838516 h 1449388"/>
              <a:gd name="T86" fmla="*/ 1409802 w 2074863"/>
              <a:gd name="T87" fmla="*/ 919087 h 1449388"/>
              <a:gd name="T88" fmla="*/ 1378829 w 2074863"/>
              <a:gd name="T89" fmla="*/ 1028094 h 1449388"/>
              <a:gd name="T90" fmla="*/ 1306317 w 2074863"/>
              <a:gd name="T91" fmla="*/ 1123248 h 1449388"/>
              <a:gd name="T92" fmla="*/ 1210119 w 2074863"/>
              <a:gd name="T93" fmla="*/ 1205641 h 1449388"/>
              <a:gd name="T94" fmla="*/ 1113922 w 2074863"/>
              <a:gd name="T95" fmla="*/ 1290222 h 1449388"/>
              <a:gd name="T96" fmla="*/ 1016631 w 2074863"/>
              <a:gd name="T97" fmla="*/ 1300795 h 1449388"/>
              <a:gd name="T98" fmla="*/ 897478 w 2074863"/>
              <a:gd name="T99" fmla="*/ 1327044 h 1449388"/>
              <a:gd name="T100" fmla="*/ 625648 w 2074863"/>
              <a:gd name="T101" fmla="*/ 1160798 h 1449388"/>
              <a:gd name="T102" fmla="*/ 491918 w 2074863"/>
              <a:gd name="T103" fmla="*/ 1202360 h 1449388"/>
              <a:gd name="T104" fmla="*/ 458760 w 2074863"/>
              <a:gd name="T105" fmla="*/ 1134550 h 1449388"/>
              <a:gd name="T106" fmla="*/ 365477 w 2074863"/>
              <a:gd name="T107" fmla="*/ 1057260 h 1449388"/>
              <a:gd name="T108" fmla="*/ 317378 w 2074863"/>
              <a:gd name="T109" fmla="*/ 969763 h 1449388"/>
              <a:gd name="T110" fmla="*/ 233206 w 2074863"/>
              <a:gd name="T111" fmla="*/ 865131 h 1449388"/>
              <a:gd name="T112" fmla="*/ 268916 w 2074863"/>
              <a:gd name="T113" fmla="*/ 733520 h 1449388"/>
              <a:gd name="T114" fmla="*/ 186565 w 2074863"/>
              <a:gd name="T115" fmla="*/ 647845 h 1449388"/>
              <a:gd name="T116" fmla="*/ 1822 w 2074863"/>
              <a:gd name="T117" fmla="*/ 438580 h 1449388"/>
              <a:gd name="T118" fmla="*/ 272923 w 2074863"/>
              <a:gd name="T119" fmla="*/ 139996 h 144938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074863" h="1449388">
                <a:moveTo>
                  <a:pt x="1923841" y="577723"/>
                </a:moveTo>
                <a:lnTo>
                  <a:pt x="1919867" y="578517"/>
                </a:lnTo>
                <a:lnTo>
                  <a:pt x="1915893" y="579312"/>
                </a:lnTo>
                <a:lnTo>
                  <a:pt x="1911919" y="580503"/>
                </a:lnTo>
                <a:lnTo>
                  <a:pt x="1907944" y="582488"/>
                </a:lnTo>
                <a:lnTo>
                  <a:pt x="1904765" y="584871"/>
                </a:lnTo>
                <a:lnTo>
                  <a:pt x="1901983" y="586857"/>
                </a:lnTo>
                <a:lnTo>
                  <a:pt x="1898804" y="589636"/>
                </a:lnTo>
                <a:lnTo>
                  <a:pt x="1896022" y="592813"/>
                </a:lnTo>
                <a:lnTo>
                  <a:pt x="1893240" y="595593"/>
                </a:lnTo>
                <a:lnTo>
                  <a:pt x="1891253" y="599167"/>
                </a:lnTo>
                <a:lnTo>
                  <a:pt x="1889663" y="602741"/>
                </a:lnTo>
                <a:lnTo>
                  <a:pt x="1888471" y="606712"/>
                </a:lnTo>
                <a:lnTo>
                  <a:pt x="1887278" y="610683"/>
                </a:lnTo>
                <a:lnTo>
                  <a:pt x="1886483" y="615051"/>
                </a:lnTo>
                <a:lnTo>
                  <a:pt x="1886483" y="619419"/>
                </a:lnTo>
                <a:lnTo>
                  <a:pt x="1886483" y="623390"/>
                </a:lnTo>
                <a:lnTo>
                  <a:pt x="1887278" y="627758"/>
                </a:lnTo>
                <a:lnTo>
                  <a:pt x="1888471" y="631729"/>
                </a:lnTo>
                <a:lnTo>
                  <a:pt x="1889663" y="635303"/>
                </a:lnTo>
                <a:lnTo>
                  <a:pt x="1891253" y="639274"/>
                </a:lnTo>
                <a:lnTo>
                  <a:pt x="1893240" y="642451"/>
                </a:lnTo>
                <a:lnTo>
                  <a:pt x="1896022" y="646025"/>
                </a:lnTo>
                <a:lnTo>
                  <a:pt x="1898804" y="648805"/>
                </a:lnTo>
                <a:lnTo>
                  <a:pt x="1901983" y="651188"/>
                </a:lnTo>
                <a:lnTo>
                  <a:pt x="1904765" y="653967"/>
                </a:lnTo>
                <a:lnTo>
                  <a:pt x="1907944" y="655953"/>
                </a:lnTo>
                <a:lnTo>
                  <a:pt x="1911919" y="657541"/>
                </a:lnTo>
                <a:lnTo>
                  <a:pt x="1915893" y="659130"/>
                </a:lnTo>
                <a:lnTo>
                  <a:pt x="1919867" y="660321"/>
                </a:lnTo>
                <a:lnTo>
                  <a:pt x="1923841" y="660718"/>
                </a:lnTo>
                <a:lnTo>
                  <a:pt x="1928213" y="661115"/>
                </a:lnTo>
                <a:lnTo>
                  <a:pt x="1932585" y="660718"/>
                </a:lnTo>
                <a:lnTo>
                  <a:pt x="1936956" y="660321"/>
                </a:lnTo>
                <a:lnTo>
                  <a:pt x="1940533" y="659130"/>
                </a:lnTo>
                <a:lnTo>
                  <a:pt x="1944508" y="657541"/>
                </a:lnTo>
                <a:lnTo>
                  <a:pt x="1948084" y="655953"/>
                </a:lnTo>
                <a:lnTo>
                  <a:pt x="1951661" y="653967"/>
                </a:lnTo>
                <a:lnTo>
                  <a:pt x="1954841" y="651188"/>
                </a:lnTo>
                <a:lnTo>
                  <a:pt x="1958020" y="648805"/>
                </a:lnTo>
                <a:lnTo>
                  <a:pt x="1960405" y="646025"/>
                </a:lnTo>
                <a:lnTo>
                  <a:pt x="1963187" y="642451"/>
                </a:lnTo>
                <a:lnTo>
                  <a:pt x="1965174" y="639274"/>
                </a:lnTo>
                <a:lnTo>
                  <a:pt x="1966763" y="635303"/>
                </a:lnTo>
                <a:lnTo>
                  <a:pt x="1967956" y="631729"/>
                </a:lnTo>
                <a:lnTo>
                  <a:pt x="1969148" y="627758"/>
                </a:lnTo>
                <a:lnTo>
                  <a:pt x="1969943" y="623390"/>
                </a:lnTo>
                <a:lnTo>
                  <a:pt x="1970340" y="619419"/>
                </a:lnTo>
                <a:lnTo>
                  <a:pt x="1969943" y="615051"/>
                </a:lnTo>
                <a:lnTo>
                  <a:pt x="1969148" y="610683"/>
                </a:lnTo>
                <a:lnTo>
                  <a:pt x="1967956" y="606712"/>
                </a:lnTo>
                <a:lnTo>
                  <a:pt x="1966763" y="602741"/>
                </a:lnTo>
                <a:lnTo>
                  <a:pt x="1965174" y="599167"/>
                </a:lnTo>
                <a:lnTo>
                  <a:pt x="1963187" y="595593"/>
                </a:lnTo>
                <a:lnTo>
                  <a:pt x="1960405" y="592813"/>
                </a:lnTo>
                <a:lnTo>
                  <a:pt x="1958020" y="589636"/>
                </a:lnTo>
                <a:lnTo>
                  <a:pt x="1954841" y="586857"/>
                </a:lnTo>
                <a:lnTo>
                  <a:pt x="1951661" y="584871"/>
                </a:lnTo>
                <a:lnTo>
                  <a:pt x="1948084" y="582488"/>
                </a:lnTo>
                <a:lnTo>
                  <a:pt x="1944508" y="580503"/>
                </a:lnTo>
                <a:lnTo>
                  <a:pt x="1940533" y="579312"/>
                </a:lnTo>
                <a:lnTo>
                  <a:pt x="1936956" y="578517"/>
                </a:lnTo>
                <a:lnTo>
                  <a:pt x="1932585" y="577723"/>
                </a:lnTo>
                <a:lnTo>
                  <a:pt x="1928213" y="577723"/>
                </a:lnTo>
                <a:lnTo>
                  <a:pt x="1923841" y="577723"/>
                </a:lnTo>
                <a:close/>
                <a:moveTo>
                  <a:pt x="519301" y="160338"/>
                </a:moveTo>
                <a:lnTo>
                  <a:pt x="523687" y="160338"/>
                </a:lnTo>
                <a:lnTo>
                  <a:pt x="528072" y="160729"/>
                </a:lnTo>
                <a:lnTo>
                  <a:pt x="532059" y="161512"/>
                </a:lnTo>
                <a:lnTo>
                  <a:pt x="536445" y="162687"/>
                </a:lnTo>
                <a:lnTo>
                  <a:pt x="540033" y="163861"/>
                </a:lnTo>
                <a:lnTo>
                  <a:pt x="544020" y="166210"/>
                </a:lnTo>
                <a:lnTo>
                  <a:pt x="547209" y="168558"/>
                </a:lnTo>
                <a:lnTo>
                  <a:pt x="550399" y="170907"/>
                </a:lnTo>
                <a:lnTo>
                  <a:pt x="553588" y="174038"/>
                </a:lnTo>
                <a:lnTo>
                  <a:pt x="556379" y="176778"/>
                </a:lnTo>
                <a:lnTo>
                  <a:pt x="558771" y="180693"/>
                </a:lnTo>
                <a:lnTo>
                  <a:pt x="560366" y="183824"/>
                </a:lnTo>
                <a:lnTo>
                  <a:pt x="562359" y="188130"/>
                </a:lnTo>
                <a:lnTo>
                  <a:pt x="563954" y="192436"/>
                </a:lnTo>
                <a:lnTo>
                  <a:pt x="564752" y="196350"/>
                </a:lnTo>
                <a:lnTo>
                  <a:pt x="565150" y="201048"/>
                </a:lnTo>
                <a:lnTo>
                  <a:pt x="565150" y="205353"/>
                </a:lnTo>
                <a:lnTo>
                  <a:pt x="564752" y="209268"/>
                </a:lnTo>
                <a:lnTo>
                  <a:pt x="563954" y="213574"/>
                </a:lnTo>
                <a:lnTo>
                  <a:pt x="562758" y="217488"/>
                </a:lnTo>
                <a:lnTo>
                  <a:pt x="560765" y="221402"/>
                </a:lnTo>
                <a:lnTo>
                  <a:pt x="558771" y="224925"/>
                </a:lnTo>
                <a:lnTo>
                  <a:pt x="556778" y="228448"/>
                </a:lnTo>
                <a:lnTo>
                  <a:pt x="553987" y="231188"/>
                </a:lnTo>
                <a:lnTo>
                  <a:pt x="551196" y="234711"/>
                </a:lnTo>
                <a:lnTo>
                  <a:pt x="547608" y="237060"/>
                </a:lnTo>
                <a:lnTo>
                  <a:pt x="544418" y="239800"/>
                </a:lnTo>
                <a:lnTo>
                  <a:pt x="540431" y="241366"/>
                </a:lnTo>
                <a:lnTo>
                  <a:pt x="536843" y="242932"/>
                </a:lnTo>
                <a:lnTo>
                  <a:pt x="532458" y="244497"/>
                </a:lnTo>
                <a:lnTo>
                  <a:pt x="528072" y="245672"/>
                </a:lnTo>
                <a:lnTo>
                  <a:pt x="523687" y="246063"/>
                </a:lnTo>
                <a:lnTo>
                  <a:pt x="518902" y="246063"/>
                </a:lnTo>
                <a:lnTo>
                  <a:pt x="514915" y="245672"/>
                </a:lnTo>
                <a:lnTo>
                  <a:pt x="510530" y="244497"/>
                </a:lnTo>
                <a:lnTo>
                  <a:pt x="506543" y="243323"/>
                </a:lnTo>
                <a:lnTo>
                  <a:pt x="502955" y="241757"/>
                </a:lnTo>
                <a:lnTo>
                  <a:pt x="498968" y="239800"/>
                </a:lnTo>
                <a:lnTo>
                  <a:pt x="495778" y="237451"/>
                </a:lnTo>
                <a:lnTo>
                  <a:pt x="492190" y="235103"/>
                </a:lnTo>
                <a:lnTo>
                  <a:pt x="489399" y="232363"/>
                </a:lnTo>
                <a:lnTo>
                  <a:pt x="486210" y="228840"/>
                </a:lnTo>
                <a:lnTo>
                  <a:pt x="484216" y="225708"/>
                </a:lnTo>
                <a:lnTo>
                  <a:pt x="482223" y="221794"/>
                </a:lnTo>
                <a:lnTo>
                  <a:pt x="480628" y="217879"/>
                </a:lnTo>
                <a:lnTo>
                  <a:pt x="479033" y="213965"/>
                </a:lnTo>
                <a:lnTo>
                  <a:pt x="478236" y="209268"/>
                </a:lnTo>
                <a:lnTo>
                  <a:pt x="477837" y="205353"/>
                </a:lnTo>
                <a:lnTo>
                  <a:pt x="477837" y="200656"/>
                </a:lnTo>
                <a:lnTo>
                  <a:pt x="478236" y="196350"/>
                </a:lnTo>
                <a:lnTo>
                  <a:pt x="479033" y="192436"/>
                </a:lnTo>
                <a:lnTo>
                  <a:pt x="480628" y="188522"/>
                </a:lnTo>
                <a:lnTo>
                  <a:pt x="481824" y="184607"/>
                </a:lnTo>
                <a:lnTo>
                  <a:pt x="483818" y="181084"/>
                </a:lnTo>
                <a:lnTo>
                  <a:pt x="486210" y="177561"/>
                </a:lnTo>
                <a:lnTo>
                  <a:pt x="489001" y="174430"/>
                </a:lnTo>
                <a:lnTo>
                  <a:pt x="491791" y="171298"/>
                </a:lnTo>
                <a:lnTo>
                  <a:pt x="494981" y="168558"/>
                </a:lnTo>
                <a:lnTo>
                  <a:pt x="498569" y="166601"/>
                </a:lnTo>
                <a:lnTo>
                  <a:pt x="502157" y="164252"/>
                </a:lnTo>
                <a:lnTo>
                  <a:pt x="506144" y="162687"/>
                </a:lnTo>
                <a:lnTo>
                  <a:pt x="510530" y="161512"/>
                </a:lnTo>
                <a:lnTo>
                  <a:pt x="514915" y="160729"/>
                </a:lnTo>
                <a:lnTo>
                  <a:pt x="519301" y="160338"/>
                </a:lnTo>
                <a:close/>
                <a:moveTo>
                  <a:pt x="1699693" y="111125"/>
                </a:moveTo>
                <a:lnTo>
                  <a:pt x="1718770" y="131377"/>
                </a:lnTo>
                <a:lnTo>
                  <a:pt x="1740628" y="154806"/>
                </a:lnTo>
                <a:lnTo>
                  <a:pt x="1768448" y="186178"/>
                </a:lnTo>
                <a:lnTo>
                  <a:pt x="1784345" y="204842"/>
                </a:lnTo>
                <a:lnTo>
                  <a:pt x="1801832" y="224697"/>
                </a:lnTo>
                <a:lnTo>
                  <a:pt x="1819318" y="246538"/>
                </a:lnTo>
                <a:lnTo>
                  <a:pt x="1838395" y="269173"/>
                </a:lnTo>
                <a:lnTo>
                  <a:pt x="1857471" y="293793"/>
                </a:lnTo>
                <a:lnTo>
                  <a:pt x="1877343" y="318811"/>
                </a:lnTo>
                <a:lnTo>
                  <a:pt x="1897611" y="345417"/>
                </a:lnTo>
                <a:lnTo>
                  <a:pt x="1917483" y="372420"/>
                </a:lnTo>
                <a:lnTo>
                  <a:pt x="1936956" y="400217"/>
                </a:lnTo>
                <a:lnTo>
                  <a:pt x="1954841" y="426823"/>
                </a:lnTo>
                <a:lnTo>
                  <a:pt x="1971930" y="453032"/>
                </a:lnTo>
                <a:lnTo>
                  <a:pt x="1987032" y="478050"/>
                </a:lnTo>
                <a:lnTo>
                  <a:pt x="2001339" y="501479"/>
                </a:lnTo>
                <a:lnTo>
                  <a:pt x="2014057" y="524511"/>
                </a:lnTo>
                <a:lnTo>
                  <a:pt x="2025980" y="545558"/>
                </a:lnTo>
                <a:lnTo>
                  <a:pt x="2036313" y="565016"/>
                </a:lnTo>
                <a:lnTo>
                  <a:pt x="2045454" y="582488"/>
                </a:lnTo>
                <a:lnTo>
                  <a:pt x="2053402" y="598770"/>
                </a:lnTo>
                <a:lnTo>
                  <a:pt x="2065325" y="623787"/>
                </a:lnTo>
                <a:lnTo>
                  <a:pt x="2072479" y="640069"/>
                </a:lnTo>
                <a:lnTo>
                  <a:pt x="2074863" y="646025"/>
                </a:lnTo>
                <a:lnTo>
                  <a:pt x="1870189" y="796925"/>
                </a:lnTo>
                <a:lnTo>
                  <a:pt x="1867407" y="789380"/>
                </a:lnTo>
                <a:lnTo>
                  <a:pt x="1859856" y="767142"/>
                </a:lnTo>
                <a:lnTo>
                  <a:pt x="1854689" y="751258"/>
                </a:lnTo>
                <a:lnTo>
                  <a:pt x="1847933" y="733388"/>
                </a:lnTo>
                <a:lnTo>
                  <a:pt x="1839985" y="712342"/>
                </a:lnTo>
                <a:lnTo>
                  <a:pt x="1830844" y="690104"/>
                </a:lnTo>
                <a:lnTo>
                  <a:pt x="1820908" y="666278"/>
                </a:lnTo>
                <a:lnTo>
                  <a:pt x="1809383" y="640466"/>
                </a:lnTo>
                <a:lnTo>
                  <a:pt x="1797063" y="614257"/>
                </a:lnTo>
                <a:lnTo>
                  <a:pt x="1783550" y="586857"/>
                </a:lnTo>
                <a:lnTo>
                  <a:pt x="1768845" y="559059"/>
                </a:lnTo>
                <a:lnTo>
                  <a:pt x="1753346" y="531262"/>
                </a:lnTo>
                <a:lnTo>
                  <a:pt x="1744602" y="517363"/>
                </a:lnTo>
                <a:lnTo>
                  <a:pt x="1736256" y="503862"/>
                </a:lnTo>
                <a:lnTo>
                  <a:pt x="1727513" y="490360"/>
                </a:lnTo>
                <a:lnTo>
                  <a:pt x="1718770" y="476859"/>
                </a:lnTo>
                <a:lnTo>
                  <a:pt x="1709232" y="463357"/>
                </a:lnTo>
                <a:lnTo>
                  <a:pt x="1700091" y="450650"/>
                </a:lnTo>
                <a:lnTo>
                  <a:pt x="1690552" y="438339"/>
                </a:lnTo>
                <a:lnTo>
                  <a:pt x="1681014" y="426029"/>
                </a:lnTo>
                <a:lnTo>
                  <a:pt x="1661938" y="403394"/>
                </a:lnTo>
                <a:lnTo>
                  <a:pt x="1643259" y="381951"/>
                </a:lnTo>
                <a:lnTo>
                  <a:pt x="1624977" y="362095"/>
                </a:lnTo>
                <a:lnTo>
                  <a:pt x="1606696" y="343431"/>
                </a:lnTo>
                <a:lnTo>
                  <a:pt x="1590004" y="327150"/>
                </a:lnTo>
                <a:lnTo>
                  <a:pt x="1573312" y="311663"/>
                </a:lnTo>
                <a:lnTo>
                  <a:pt x="1558210" y="298559"/>
                </a:lnTo>
                <a:lnTo>
                  <a:pt x="1544697" y="287042"/>
                </a:lnTo>
                <a:lnTo>
                  <a:pt x="1532377" y="276718"/>
                </a:lnTo>
                <a:lnTo>
                  <a:pt x="1522044" y="268776"/>
                </a:lnTo>
                <a:lnTo>
                  <a:pt x="1506942" y="257657"/>
                </a:lnTo>
                <a:lnTo>
                  <a:pt x="1501775" y="254083"/>
                </a:lnTo>
                <a:lnTo>
                  <a:pt x="1699693" y="111125"/>
                </a:lnTo>
                <a:close/>
                <a:moveTo>
                  <a:pt x="529828" y="78646"/>
                </a:moveTo>
                <a:lnTo>
                  <a:pt x="511572" y="88179"/>
                </a:lnTo>
                <a:lnTo>
                  <a:pt x="489347" y="100889"/>
                </a:lnTo>
                <a:lnTo>
                  <a:pt x="476647" y="108436"/>
                </a:lnTo>
                <a:lnTo>
                  <a:pt x="463153" y="116777"/>
                </a:lnTo>
                <a:lnTo>
                  <a:pt x="448865" y="126310"/>
                </a:lnTo>
                <a:lnTo>
                  <a:pt x="433784" y="136240"/>
                </a:lnTo>
                <a:lnTo>
                  <a:pt x="417512" y="147759"/>
                </a:lnTo>
                <a:lnTo>
                  <a:pt x="401637" y="159675"/>
                </a:lnTo>
                <a:lnTo>
                  <a:pt x="384175" y="172783"/>
                </a:lnTo>
                <a:lnTo>
                  <a:pt x="367109" y="186288"/>
                </a:lnTo>
                <a:lnTo>
                  <a:pt x="349250" y="200984"/>
                </a:lnTo>
                <a:lnTo>
                  <a:pt x="331787" y="216475"/>
                </a:lnTo>
                <a:lnTo>
                  <a:pt x="313531" y="233157"/>
                </a:lnTo>
                <a:lnTo>
                  <a:pt x="294878" y="250634"/>
                </a:lnTo>
                <a:lnTo>
                  <a:pt x="277019" y="268905"/>
                </a:lnTo>
                <a:lnTo>
                  <a:pt x="259159" y="287177"/>
                </a:lnTo>
                <a:lnTo>
                  <a:pt x="225028" y="322528"/>
                </a:lnTo>
                <a:lnTo>
                  <a:pt x="193278" y="356687"/>
                </a:lnTo>
                <a:lnTo>
                  <a:pt x="164703" y="389257"/>
                </a:lnTo>
                <a:lnTo>
                  <a:pt x="138906" y="419445"/>
                </a:lnTo>
                <a:lnTo>
                  <a:pt x="116284" y="446057"/>
                </a:lnTo>
                <a:lnTo>
                  <a:pt x="97234" y="469095"/>
                </a:lnTo>
                <a:lnTo>
                  <a:pt x="82550" y="488161"/>
                </a:lnTo>
                <a:lnTo>
                  <a:pt x="205184" y="612882"/>
                </a:lnTo>
                <a:lnTo>
                  <a:pt x="213915" y="597391"/>
                </a:lnTo>
                <a:lnTo>
                  <a:pt x="224631" y="581106"/>
                </a:lnTo>
                <a:lnTo>
                  <a:pt x="236934" y="562437"/>
                </a:lnTo>
                <a:lnTo>
                  <a:pt x="250428" y="542974"/>
                </a:lnTo>
                <a:lnTo>
                  <a:pt x="256381" y="531456"/>
                </a:lnTo>
                <a:lnTo>
                  <a:pt x="260350" y="524306"/>
                </a:lnTo>
                <a:lnTo>
                  <a:pt x="265112" y="515965"/>
                </a:lnTo>
                <a:lnTo>
                  <a:pt x="270669" y="507623"/>
                </a:lnTo>
                <a:lnTo>
                  <a:pt x="277019" y="498885"/>
                </a:lnTo>
                <a:lnTo>
                  <a:pt x="284162" y="488558"/>
                </a:lnTo>
                <a:lnTo>
                  <a:pt x="292100" y="478628"/>
                </a:lnTo>
                <a:lnTo>
                  <a:pt x="301228" y="467506"/>
                </a:lnTo>
                <a:lnTo>
                  <a:pt x="311547" y="456385"/>
                </a:lnTo>
                <a:lnTo>
                  <a:pt x="322262" y="444071"/>
                </a:lnTo>
                <a:lnTo>
                  <a:pt x="334565" y="431758"/>
                </a:lnTo>
                <a:lnTo>
                  <a:pt x="348059" y="418650"/>
                </a:lnTo>
                <a:lnTo>
                  <a:pt x="362347" y="405543"/>
                </a:lnTo>
                <a:lnTo>
                  <a:pt x="378619" y="391641"/>
                </a:lnTo>
                <a:lnTo>
                  <a:pt x="395684" y="377739"/>
                </a:lnTo>
                <a:lnTo>
                  <a:pt x="413147" y="362248"/>
                </a:lnTo>
                <a:lnTo>
                  <a:pt x="430609" y="347154"/>
                </a:lnTo>
                <a:lnTo>
                  <a:pt x="448469" y="332855"/>
                </a:lnTo>
                <a:lnTo>
                  <a:pt x="466328" y="318953"/>
                </a:lnTo>
                <a:lnTo>
                  <a:pt x="484188" y="305448"/>
                </a:lnTo>
                <a:lnTo>
                  <a:pt x="502047" y="292737"/>
                </a:lnTo>
                <a:lnTo>
                  <a:pt x="519510" y="280821"/>
                </a:lnTo>
                <a:lnTo>
                  <a:pt x="536972" y="268905"/>
                </a:lnTo>
                <a:lnTo>
                  <a:pt x="553641" y="257784"/>
                </a:lnTo>
                <a:lnTo>
                  <a:pt x="570310" y="247457"/>
                </a:lnTo>
                <a:lnTo>
                  <a:pt x="601663" y="228391"/>
                </a:lnTo>
                <a:lnTo>
                  <a:pt x="629841" y="212106"/>
                </a:lnTo>
                <a:lnTo>
                  <a:pt x="654050" y="198601"/>
                </a:lnTo>
                <a:lnTo>
                  <a:pt x="529828" y="78646"/>
                </a:lnTo>
                <a:close/>
                <a:moveTo>
                  <a:pt x="537766" y="0"/>
                </a:moveTo>
                <a:lnTo>
                  <a:pt x="542925" y="794"/>
                </a:lnTo>
                <a:lnTo>
                  <a:pt x="548085" y="2383"/>
                </a:lnTo>
                <a:lnTo>
                  <a:pt x="552450" y="4369"/>
                </a:lnTo>
                <a:lnTo>
                  <a:pt x="557213" y="6752"/>
                </a:lnTo>
                <a:lnTo>
                  <a:pt x="561181" y="10327"/>
                </a:lnTo>
                <a:lnTo>
                  <a:pt x="738981" y="181521"/>
                </a:lnTo>
                <a:lnTo>
                  <a:pt x="741760" y="185096"/>
                </a:lnTo>
                <a:lnTo>
                  <a:pt x="744538" y="188274"/>
                </a:lnTo>
                <a:lnTo>
                  <a:pt x="746522" y="192246"/>
                </a:lnTo>
                <a:lnTo>
                  <a:pt x="748110" y="195820"/>
                </a:lnTo>
                <a:lnTo>
                  <a:pt x="748903" y="200190"/>
                </a:lnTo>
                <a:lnTo>
                  <a:pt x="749697" y="204162"/>
                </a:lnTo>
                <a:lnTo>
                  <a:pt x="749697" y="208531"/>
                </a:lnTo>
                <a:lnTo>
                  <a:pt x="749300" y="213297"/>
                </a:lnTo>
                <a:lnTo>
                  <a:pt x="748506" y="217269"/>
                </a:lnTo>
                <a:lnTo>
                  <a:pt x="746919" y="221241"/>
                </a:lnTo>
                <a:lnTo>
                  <a:pt x="745331" y="224816"/>
                </a:lnTo>
                <a:lnTo>
                  <a:pt x="742553" y="228788"/>
                </a:lnTo>
                <a:lnTo>
                  <a:pt x="740172" y="231568"/>
                </a:lnTo>
                <a:lnTo>
                  <a:pt x="736600" y="234746"/>
                </a:lnTo>
                <a:lnTo>
                  <a:pt x="733425" y="237129"/>
                </a:lnTo>
                <a:lnTo>
                  <a:pt x="729456" y="239512"/>
                </a:lnTo>
                <a:lnTo>
                  <a:pt x="722710" y="242690"/>
                </a:lnTo>
                <a:lnTo>
                  <a:pt x="705247" y="251429"/>
                </a:lnTo>
                <a:lnTo>
                  <a:pt x="776685" y="295915"/>
                </a:lnTo>
                <a:lnTo>
                  <a:pt x="813594" y="318953"/>
                </a:lnTo>
                <a:lnTo>
                  <a:pt x="843756" y="338416"/>
                </a:lnTo>
                <a:lnTo>
                  <a:pt x="855266" y="332458"/>
                </a:lnTo>
                <a:lnTo>
                  <a:pt x="867569" y="326500"/>
                </a:lnTo>
                <a:lnTo>
                  <a:pt x="879872" y="321733"/>
                </a:lnTo>
                <a:lnTo>
                  <a:pt x="892175" y="317364"/>
                </a:lnTo>
                <a:lnTo>
                  <a:pt x="905669" y="312995"/>
                </a:lnTo>
                <a:lnTo>
                  <a:pt x="919163" y="309817"/>
                </a:lnTo>
                <a:lnTo>
                  <a:pt x="933847" y="307037"/>
                </a:lnTo>
                <a:lnTo>
                  <a:pt x="948135" y="304256"/>
                </a:lnTo>
                <a:lnTo>
                  <a:pt x="970756" y="301873"/>
                </a:lnTo>
                <a:lnTo>
                  <a:pt x="992188" y="300284"/>
                </a:lnTo>
                <a:lnTo>
                  <a:pt x="1013222" y="299093"/>
                </a:lnTo>
                <a:lnTo>
                  <a:pt x="1033066" y="298696"/>
                </a:lnTo>
                <a:lnTo>
                  <a:pt x="1052513" y="299490"/>
                </a:lnTo>
                <a:lnTo>
                  <a:pt x="1070769" y="301079"/>
                </a:lnTo>
                <a:lnTo>
                  <a:pt x="1088231" y="302668"/>
                </a:lnTo>
                <a:lnTo>
                  <a:pt x="1105297" y="305051"/>
                </a:lnTo>
                <a:lnTo>
                  <a:pt x="1121172" y="308228"/>
                </a:lnTo>
                <a:lnTo>
                  <a:pt x="1137047" y="311803"/>
                </a:lnTo>
                <a:lnTo>
                  <a:pt x="1151731" y="315775"/>
                </a:lnTo>
                <a:lnTo>
                  <a:pt x="1165622" y="320542"/>
                </a:lnTo>
                <a:lnTo>
                  <a:pt x="1179116" y="324911"/>
                </a:lnTo>
                <a:lnTo>
                  <a:pt x="1191816" y="329677"/>
                </a:lnTo>
                <a:lnTo>
                  <a:pt x="1203722" y="335238"/>
                </a:lnTo>
                <a:lnTo>
                  <a:pt x="1215231" y="340004"/>
                </a:lnTo>
                <a:lnTo>
                  <a:pt x="1226741" y="345565"/>
                </a:lnTo>
                <a:lnTo>
                  <a:pt x="1237060" y="351126"/>
                </a:lnTo>
                <a:lnTo>
                  <a:pt x="1256506" y="362645"/>
                </a:lnTo>
                <a:lnTo>
                  <a:pt x="1274366" y="372972"/>
                </a:lnTo>
                <a:lnTo>
                  <a:pt x="1289844" y="382902"/>
                </a:lnTo>
                <a:lnTo>
                  <a:pt x="1304131" y="391641"/>
                </a:lnTo>
                <a:lnTo>
                  <a:pt x="1310878" y="395613"/>
                </a:lnTo>
                <a:lnTo>
                  <a:pt x="1317228" y="398790"/>
                </a:lnTo>
                <a:lnTo>
                  <a:pt x="1323578" y="401968"/>
                </a:lnTo>
                <a:lnTo>
                  <a:pt x="1329135" y="403954"/>
                </a:lnTo>
                <a:lnTo>
                  <a:pt x="1334691" y="405543"/>
                </a:lnTo>
                <a:lnTo>
                  <a:pt x="1340247" y="406337"/>
                </a:lnTo>
                <a:lnTo>
                  <a:pt x="1345406" y="407132"/>
                </a:lnTo>
                <a:lnTo>
                  <a:pt x="1351360" y="407132"/>
                </a:lnTo>
                <a:lnTo>
                  <a:pt x="1358106" y="406734"/>
                </a:lnTo>
                <a:lnTo>
                  <a:pt x="1364853" y="406337"/>
                </a:lnTo>
                <a:lnTo>
                  <a:pt x="1379538" y="404351"/>
                </a:lnTo>
                <a:lnTo>
                  <a:pt x="1395810" y="401173"/>
                </a:lnTo>
                <a:lnTo>
                  <a:pt x="1412081" y="397201"/>
                </a:lnTo>
                <a:lnTo>
                  <a:pt x="1429544" y="392832"/>
                </a:lnTo>
                <a:lnTo>
                  <a:pt x="1446610" y="387669"/>
                </a:lnTo>
                <a:lnTo>
                  <a:pt x="1463675" y="382505"/>
                </a:lnTo>
                <a:lnTo>
                  <a:pt x="1494631" y="371781"/>
                </a:lnTo>
                <a:lnTo>
                  <a:pt x="1520825" y="362645"/>
                </a:lnTo>
                <a:lnTo>
                  <a:pt x="1545035" y="353112"/>
                </a:lnTo>
                <a:lnTo>
                  <a:pt x="1550988" y="357481"/>
                </a:lnTo>
                <a:lnTo>
                  <a:pt x="1557338" y="363439"/>
                </a:lnTo>
                <a:lnTo>
                  <a:pt x="1566069" y="371383"/>
                </a:lnTo>
                <a:lnTo>
                  <a:pt x="1577578" y="382108"/>
                </a:lnTo>
                <a:lnTo>
                  <a:pt x="1589881" y="395215"/>
                </a:lnTo>
                <a:lnTo>
                  <a:pt x="1604963" y="410309"/>
                </a:lnTo>
                <a:lnTo>
                  <a:pt x="1620838" y="428183"/>
                </a:lnTo>
                <a:lnTo>
                  <a:pt x="1638697" y="449235"/>
                </a:lnTo>
                <a:lnTo>
                  <a:pt x="1656953" y="472670"/>
                </a:lnTo>
                <a:lnTo>
                  <a:pt x="1666875" y="485380"/>
                </a:lnTo>
                <a:lnTo>
                  <a:pt x="1676400" y="498885"/>
                </a:lnTo>
                <a:lnTo>
                  <a:pt x="1686719" y="512787"/>
                </a:lnTo>
                <a:lnTo>
                  <a:pt x="1696641" y="527881"/>
                </a:lnTo>
                <a:lnTo>
                  <a:pt x="1707356" y="542974"/>
                </a:lnTo>
                <a:lnTo>
                  <a:pt x="1717675" y="559657"/>
                </a:lnTo>
                <a:lnTo>
                  <a:pt x="1727994" y="576339"/>
                </a:lnTo>
                <a:lnTo>
                  <a:pt x="1738710" y="594213"/>
                </a:lnTo>
                <a:lnTo>
                  <a:pt x="1749425" y="612882"/>
                </a:lnTo>
                <a:lnTo>
                  <a:pt x="1760141" y="632345"/>
                </a:lnTo>
                <a:lnTo>
                  <a:pt x="1770460" y="651808"/>
                </a:lnTo>
                <a:lnTo>
                  <a:pt x="1781175" y="672859"/>
                </a:lnTo>
                <a:lnTo>
                  <a:pt x="1802606" y="715360"/>
                </a:lnTo>
                <a:lnTo>
                  <a:pt x="1810544" y="731645"/>
                </a:lnTo>
                <a:lnTo>
                  <a:pt x="1813322" y="739192"/>
                </a:lnTo>
                <a:lnTo>
                  <a:pt x="1816100" y="745944"/>
                </a:lnTo>
                <a:lnTo>
                  <a:pt x="1817688" y="752300"/>
                </a:lnTo>
                <a:lnTo>
                  <a:pt x="1818878" y="758258"/>
                </a:lnTo>
                <a:lnTo>
                  <a:pt x="1819275" y="764216"/>
                </a:lnTo>
                <a:lnTo>
                  <a:pt x="1819275" y="769379"/>
                </a:lnTo>
                <a:lnTo>
                  <a:pt x="1818481" y="774543"/>
                </a:lnTo>
                <a:lnTo>
                  <a:pt x="1816497" y="778912"/>
                </a:lnTo>
                <a:lnTo>
                  <a:pt x="1814116" y="783679"/>
                </a:lnTo>
                <a:lnTo>
                  <a:pt x="1810544" y="788445"/>
                </a:lnTo>
                <a:lnTo>
                  <a:pt x="1805781" y="792417"/>
                </a:lnTo>
                <a:lnTo>
                  <a:pt x="1801019" y="796786"/>
                </a:lnTo>
                <a:lnTo>
                  <a:pt x="1794272" y="801155"/>
                </a:lnTo>
                <a:lnTo>
                  <a:pt x="1787128" y="805922"/>
                </a:lnTo>
                <a:lnTo>
                  <a:pt x="1778397" y="810688"/>
                </a:lnTo>
                <a:lnTo>
                  <a:pt x="1769269" y="815852"/>
                </a:lnTo>
                <a:lnTo>
                  <a:pt x="1747044" y="826179"/>
                </a:lnTo>
                <a:lnTo>
                  <a:pt x="1720056" y="838492"/>
                </a:lnTo>
                <a:lnTo>
                  <a:pt x="1687910" y="852394"/>
                </a:lnTo>
                <a:lnTo>
                  <a:pt x="1650206" y="868680"/>
                </a:lnTo>
                <a:lnTo>
                  <a:pt x="1607741" y="888142"/>
                </a:lnTo>
                <a:lnTo>
                  <a:pt x="1568450" y="905619"/>
                </a:lnTo>
                <a:lnTo>
                  <a:pt x="1553766" y="911975"/>
                </a:lnTo>
                <a:lnTo>
                  <a:pt x="1541463" y="916344"/>
                </a:lnTo>
                <a:lnTo>
                  <a:pt x="1531144" y="919521"/>
                </a:lnTo>
                <a:lnTo>
                  <a:pt x="1526778" y="920713"/>
                </a:lnTo>
                <a:lnTo>
                  <a:pt x="1522810" y="921507"/>
                </a:lnTo>
                <a:lnTo>
                  <a:pt x="1518841" y="921905"/>
                </a:lnTo>
                <a:lnTo>
                  <a:pt x="1514872" y="921905"/>
                </a:lnTo>
                <a:lnTo>
                  <a:pt x="1511697" y="921507"/>
                </a:lnTo>
                <a:lnTo>
                  <a:pt x="1508522" y="921110"/>
                </a:lnTo>
                <a:lnTo>
                  <a:pt x="1505347" y="920316"/>
                </a:lnTo>
                <a:lnTo>
                  <a:pt x="1502569" y="919521"/>
                </a:lnTo>
                <a:lnTo>
                  <a:pt x="1496219" y="916344"/>
                </a:lnTo>
                <a:lnTo>
                  <a:pt x="1489869" y="912769"/>
                </a:lnTo>
                <a:lnTo>
                  <a:pt x="1482328" y="907605"/>
                </a:lnTo>
                <a:lnTo>
                  <a:pt x="1472803" y="902045"/>
                </a:lnTo>
                <a:lnTo>
                  <a:pt x="1462485" y="895689"/>
                </a:lnTo>
                <a:lnTo>
                  <a:pt x="1449785" y="888540"/>
                </a:lnTo>
                <a:lnTo>
                  <a:pt x="1433910" y="880993"/>
                </a:lnTo>
                <a:lnTo>
                  <a:pt x="1425178" y="876624"/>
                </a:lnTo>
                <a:lnTo>
                  <a:pt x="1415653" y="870666"/>
                </a:lnTo>
                <a:lnTo>
                  <a:pt x="1404541" y="863516"/>
                </a:lnTo>
                <a:lnTo>
                  <a:pt x="1393428" y="854778"/>
                </a:lnTo>
                <a:lnTo>
                  <a:pt x="1381522" y="845642"/>
                </a:lnTo>
                <a:lnTo>
                  <a:pt x="1368822" y="834917"/>
                </a:lnTo>
                <a:lnTo>
                  <a:pt x="1355725" y="823796"/>
                </a:lnTo>
                <a:lnTo>
                  <a:pt x="1342231" y="811483"/>
                </a:lnTo>
                <a:lnTo>
                  <a:pt x="1314053" y="785267"/>
                </a:lnTo>
                <a:lnTo>
                  <a:pt x="1284288" y="757463"/>
                </a:lnTo>
                <a:lnTo>
                  <a:pt x="1254522" y="728468"/>
                </a:lnTo>
                <a:lnTo>
                  <a:pt x="1225153" y="698677"/>
                </a:lnTo>
                <a:lnTo>
                  <a:pt x="1167606" y="642275"/>
                </a:lnTo>
                <a:lnTo>
                  <a:pt x="1141016" y="616457"/>
                </a:lnTo>
                <a:lnTo>
                  <a:pt x="1116806" y="593816"/>
                </a:lnTo>
                <a:lnTo>
                  <a:pt x="1105694" y="583886"/>
                </a:lnTo>
                <a:lnTo>
                  <a:pt x="1094978" y="574751"/>
                </a:lnTo>
                <a:lnTo>
                  <a:pt x="1085453" y="567204"/>
                </a:lnTo>
                <a:lnTo>
                  <a:pt x="1077119" y="560451"/>
                </a:lnTo>
                <a:lnTo>
                  <a:pt x="1069181" y="554890"/>
                </a:lnTo>
                <a:lnTo>
                  <a:pt x="1062435" y="551316"/>
                </a:lnTo>
                <a:lnTo>
                  <a:pt x="1056878" y="548535"/>
                </a:lnTo>
                <a:lnTo>
                  <a:pt x="1054100" y="547741"/>
                </a:lnTo>
                <a:lnTo>
                  <a:pt x="1052116" y="547741"/>
                </a:lnTo>
                <a:lnTo>
                  <a:pt x="1042591" y="547741"/>
                </a:lnTo>
                <a:lnTo>
                  <a:pt x="1028700" y="548535"/>
                </a:lnTo>
                <a:lnTo>
                  <a:pt x="992585" y="550918"/>
                </a:lnTo>
                <a:lnTo>
                  <a:pt x="949325" y="553302"/>
                </a:lnTo>
                <a:lnTo>
                  <a:pt x="902494" y="556479"/>
                </a:lnTo>
                <a:lnTo>
                  <a:pt x="820341" y="562835"/>
                </a:lnTo>
                <a:lnTo>
                  <a:pt x="784622" y="566012"/>
                </a:lnTo>
                <a:lnTo>
                  <a:pt x="760810" y="542180"/>
                </a:lnTo>
                <a:lnTo>
                  <a:pt x="755650" y="532250"/>
                </a:lnTo>
                <a:lnTo>
                  <a:pt x="752078" y="521526"/>
                </a:lnTo>
                <a:lnTo>
                  <a:pt x="748506" y="511596"/>
                </a:lnTo>
                <a:lnTo>
                  <a:pt x="746522" y="500871"/>
                </a:lnTo>
                <a:lnTo>
                  <a:pt x="745331" y="490544"/>
                </a:lnTo>
                <a:lnTo>
                  <a:pt x="744935" y="480217"/>
                </a:lnTo>
                <a:lnTo>
                  <a:pt x="745728" y="470287"/>
                </a:lnTo>
                <a:lnTo>
                  <a:pt x="746919" y="459959"/>
                </a:lnTo>
                <a:lnTo>
                  <a:pt x="748903" y="450029"/>
                </a:lnTo>
                <a:lnTo>
                  <a:pt x="752078" y="440099"/>
                </a:lnTo>
                <a:lnTo>
                  <a:pt x="755650" y="430566"/>
                </a:lnTo>
                <a:lnTo>
                  <a:pt x="760016" y="420636"/>
                </a:lnTo>
                <a:lnTo>
                  <a:pt x="765175" y="411501"/>
                </a:lnTo>
                <a:lnTo>
                  <a:pt x="771128" y="402365"/>
                </a:lnTo>
                <a:lnTo>
                  <a:pt x="777875" y="393229"/>
                </a:lnTo>
                <a:lnTo>
                  <a:pt x="785019" y="384888"/>
                </a:lnTo>
                <a:lnTo>
                  <a:pt x="749697" y="362645"/>
                </a:lnTo>
                <a:lnTo>
                  <a:pt x="711994" y="339210"/>
                </a:lnTo>
                <a:lnTo>
                  <a:pt x="648494" y="300682"/>
                </a:lnTo>
                <a:lnTo>
                  <a:pt x="635000" y="307037"/>
                </a:lnTo>
                <a:lnTo>
                  <a:pt x="617538" y="316172"/>
                </a:lnTo>
                <a:lnTo>
                  <a:pt x="596503" y="327691"/>
                </a:lnTo>
                <a:lnTo>
                  <a:pt x="572294" y="341593"/>
                </a:lnTo>
                <a:lnTo>
                  <a:pt x="545306" y="357879"/>
                </a:lnTo>
                <a:lnTo>
                  <a:pt x="531019" y="367014"/>
                </a:lnTo>
                <a:lnTo>
                  <a:pt x="516335" y="377341"/>
                </a:lnTo>
                <a:lnTo>
                  <a:pt x="500856" y="387669"/>
                </a:lnTo>
                <a:lnTo>
                  <a:pt x="484585" y="399187"/>
                </a:lnTo>
                <a:lnTo>
                  <a:pt x="467915" y="411501"/>
                </a:lnTo>
                <a:lnTo>
                  <a:pt x="450850" y="424211"/>
                </a:lnTo>
                <a:lnTo>
                  <a:pt x="438150" y="434141"/>
                </a:lnTo>
                <a:lnTo>
                  <a:pt x="432990" y="439702"/>
                </a:lnTo>
                <a:lnTo>
                  <a:pt x="415131" y="456782"/>
                </a:lnTo>
                <a:lnTo>
                  <a:pt x="398859" y="473464"/>
                </a:lnTo>
                <a:lnTo>
                  <a:pt x="382984" y="490544"/>
                </a:lnTo>
                <a:lnTo>
                  <a:pt x="368300" y="506829"/>
                </a:lnTo>
                <a:lnTo>
                  <a:pt x="354409" y="523909"/>
                </a:lnTo>
                <a:lnTo>
                  <a:pt x="341312" y="539797"/>
                </a:lnTo>
                <a:lnTo>
                  <a:pt x="329009" y="555685"/>
                </a:lnTo>
                <a:lnTo>
                  <a:pt x="317500" y="570779"/>
                </a:lnTo>
                <a:lnTo>
                  <a:pt x="387350" y="732042"/>
                </a:lnTo>
                <a:lnTo>
                  <a:pt x="401240" y="724098"/>
                </a:lnTo>
                <a:lnTo>
                  <a:pt x="406400" y="721318"/>
                </a:lnTo>
                <a:lnTo>
                  <a:pt x="413147" y="720523"/>
                </a:lnTo>
                <a:lnTo>
                  <a:pt x="419497" y="719729"/>
                </a:lnTo>
                <a:lnTo>
                  <a:pt x="425053" y="719729"/>
                </a:lnTo>
                <a:lnTo>
                  <a:pt x="430609" y="720523"/>
                </a:lnTo>
                <a:lnTo>
                  <a:pt x="436165" y="721715"/>
                </a:lnTo>
                <a:lnTo>
                  <a:pt x="441325" y="722907"/>
                </a:lnTo>
                <a:lnTo>
                  <a:pt x="446484" y="724495"/>
                </a:lnTo>
                <a:lnTo>
                  <a:pt x="450850" y="726482"/>
                </a:lnTo>
                <a:lnTo>
                  <a:pt x="455215" y="729262"/>
                </a:lnTo>
                <a:lnTo>
                  <a:pt x="459581" y="731645"/>
                </a:lnTo>
                <a:lnTo>
                  <a:pt x="463550" y="734823"/>
                </a:lnTo>
                <a:lnTo>
                  <a:pt x="467519" y="738000"/>
                </a:lnTo>
                <a:lnTo>
                  <a:pt x="474265" y="744753"/>
                </a:lnTo>
                <a:lnTo>
                  <a:pt x="481013" y="752300"/>
                </a:lnTo>
                <a:lnTo>
                  <a:pt x="486966" y="759846"/>
                </a:lnTo>
                <a:lnTo>
                  <a:pt x="492125" y="768188"/>
                </a:lnTo>
                <a:lnTo>
                  <a:pt x="502047" y="783281"/>
                </a:lnTo>
                <a:lnTo>
                  <a:pt x="506413" y="790034"/>
                </a:lnTo>
                <a:lnTo>
                  <a:pt x="510778" y="795992"/>
                </a:lnTo>
                <a:lnTo>
                  <a:pt x="515541" y="800361"/>
                </a:lnTo>
                <a:lnTo>
                  <a:pt x="517525" y="802744"/>
                </a:lnTo>
                <a:lnTo>
                  <a:pt x="519510" y="803936"/>
                </a:lnTo>
                <a:lnTo>
                  <a:pt x="525860" y="807511"/>
                </a:lnTo>
                <a:lnTo>
                  <a:pt x="531416" y="811483"/>
                </a:lnTo>
                <a:lnTo>
                  <a:pt x="536972" y="815852"/>
                </a:lnTo>
                <a:lnTo>
                  <a:pt x="541735" y="819427"/>
                </a:lnTo>
                <a:lnTo>
                  <a:pt x="550466" y="827371"/>
                </a:lnTo>
                <a:lnTo>
                  <a:pt x="558006" y="834917"/>
                </a:lnTo>
                <a:lnTo>
                  <a:pt x="564356" y="843259"/>
                </a:lnTo>
                <a:lnTo>
                  <a:pt x="569516" y="850806"/>
                </a:lnTo>
                <a:lnTo>
                  <a:pt x="573881" y="858352"/>
                </a:lnTo>
                <a:lnTo>
                  <a:pt x="577850" y="865899"/>
                </a:lnTo>
                <a:lnTo>
                  <a:pt x="584597" y="879404"/>
                </a:lnTo>
                <a:lnTo>
                  <a:pt x="587375" y="885759"/>
                </a:lnTo>
                <a:lnTo>
                  <a:pt x="590550" y="891717"/>
                </a:lnTo>
                <a:lnTo>
                  <a:pt x="594122" y="896881"/>
                </a:lnTo>
                <a:lnTo>
                  <a:pt x="598091" y="901250"/>
                </a:lnTo>
                <a:lnTo>
                  <a:pt x="602456" y="905619"/>
                </a:lnTo>
                <a:lnTo>
                  <a:pt x="604838" y="907208"/>
                </a:lnTo>
                <a:lnTo>
                  <a:pt x="607616" y="908797"/>
                </a:lnTo>
                <a:lnTo>
                  <a:pt x="613569" y="912372"/>
                </a:lnTo>
                <a:lnTo>
                  <a:pt x="618728" y="915549"/>
                </a:lnTo>
                <a:lnTo>
                  <a:pt x="624285" y="919124"/>
                </a:lnTo>
                <a:lnTo>
                  <a:pt x="629047" y="922699"/>
                </a:lnTo>
                <a:lnTo>
                  <a:pt x="633413" y="926274"/>
                </a:lnTo>
                <a:lnTo>
                  <a:pt x="637778" y="929849"/>
                </a:lnTo>
                <a:lnTo>
                  <a:pt x="645319" y="938190"/>
                </a:lnTo>
                <a:lnTo>
                  <a:pt x="651669" y="946134"/>
                </a:lnTo>
                <a:lnTo>
                  <a:pt x="657622" y="954078"/>
                </a:lnTo>
                <a:lnTo>
                  <a:pt x="661988" y="962022"/>
                </a:lnTo>
                <a:lnTo>
                  <a:pt x="665956" y="969966"/>
                </a:lnTo>
                <a:lnTo>
                  <a:pt x="669528" y="977116"/>
                </a:lnTo>
                <a:lnTo>
                  <a:pt x="671910" y="983868"/>
                </a:lnTo>
                <a:lnTo>
                  <a:pt x="673894" y="990223"/>
                </a:lnTo>
                <a:lnTo>
                  <a:pt x="675085" y="995784"/>
                </a:lnTo>
                <a:lnTo>
                  <a:pt x="677069" y="1003331"/>
                </a:lnTo>
                <a:lnTo>
                  <a:pt x="677466" y="1006509"/>
                </a:lnTo>
                <a:lnTo>
                  <a:pt x="681038" y="1008892"/>
                </a:lnTo>
                <a:lnTo>
                  <a:pt x="691356" y="1016439"/>
                </a:lnTo>
                <a:lnTo>
                  <a:pt x="698103" y="1021999"/>
                </a:lnTo>
                <a:lnTo>
                  <a:pt x="705644" y="1028752"/>
                </a:lnTo>
                <a:lnTo>
                  <a:pt x="713185" y="1036299"/>
                </a:lnTo>
                <a:lnTo>
                  <a:pt x="721519" y="1045037"/>
                </a:lnTo>
                <a:lnTo>
                  <a:pt x="729456" y="1055364"/>
                </a:lnTo>
                <a:lnTo>
                  <a:pt x="733425" y="1060925"/>
                </a:lnTo>
                <a:lnTo>
                  <a:pt x="737394" y="1066486"/>
                </a:lnTo>
                <a:lnTo>
                  <a:pt x="740966" y="1072047"/>
                </a:lnTo>
                <a:lnTo>
                  <a:pt x="744538" y="1078005"/>
                </a:lnTo>
                <a:lnTo>
                  <a:pt x="747316" y="1084757"/>
                </a:lnTo>
                <a:lnTo>
                  <a:pt x="750094" y="1091112"/>
                </a:lnTo>
                <a:lnTo>
                  <a:pt x="753269" y="1097865"/>
                </a:lnTo>
                <a:lnTo>
                  <a:pt x="755253" y="1105014"/>
                </a:lnTo>
                <a:lnTo>
                  <a:pt x="757635" y="1112164"/>
                </a:lnTo>
                <a:lnTo>
                  <a:pt x="759222" y="1120108"/>
                </a:lnTo>
                <a:lnTo>
                  <a:pt x="760016" y="1128052"/>
                </a:lnTo>
                <a:lnTo>
                  <a:pt x="760810" y="1135599"/>
                </a:lnTo>
                <a:lnTo>
                  <a:pt x="760810" y="1143940"/>
                </a:lnTo>
                <a:lnTo>
                  <a:pt x="760413" y="1152281"/>
                </a:lnTo>
                <a:lnTo>
                  <a:pt x="760016" y="1157048"/>
                </a:lnTo>
                <a:lnTo>
                  <a:pt x="759222" y="1162211"/>
                </a:lnTo>
                <a:lnTo>
                  <a:pt x="756841" y="1171347"/>
                </a:lnTo>
                <a:lnTo>
                  <a:pt x="753666" y="1181277"/>
                </a:lnTo>
                <a:lnTo>
                  <a:pt x="749697" y="1190016"/>
                </a:lnTo>
                <a:lnTo>
                  <a:pt x="744935" y="1199151"/>
                </a:lnTo>
                <a:lnTo>
                  <a:pt x="739378" y="1207492"/>
                </a:lnTo>
                <a:lnTo>
                  <a:pt x="733028" y="1216628"/>
                </a:lnTo>
                <a:lnTo>
                  <a:pt x="726281" y="1224572"/>
                </a:lnTo>
                <a:lnTo>
                  <a:pt x="864394" y="1334200"/>
                </a:lnTo>
                <a:lnTo>
                  <a:pt x="871538" y="1340158"/>
                </a:lnTo>
                <a:lnTo>
                  <a:pt x="871935" y="1340555"/>
                </a:lnTo>
                <a:lnTo>
                  <a:pt x="872728" y="1340555"/>
                </a:lnTo>
                <a:lnTo>
                  <a:pt x="891381" y="1356046"/>
                </a:lnTo>
                <a:lnTo>
                  <a:pt x="908050" y="1369153"/>
                </a:lnTo>
                <a:lnTo>
                  <a:pt x="915194" y="1374317"/>
                </a:lnTo>
                <a:lnTo>
                  <a:pt x="921941" y="1379083"/>
                </a:lnTo>
                <a:lnTo>
                  <a:pt x="927894" y="1382658"/>
                </a:lnTo>
                <a:lnTo>
                  <a:pt x="933847" y="1386233"/>
                </a:lnTo>
                <a:lnTo>
                  <a:pt x="939006" y="1388219"/>
                </a:lnTo>
                <a:lnTo>
                  <a:pt x="944563" y="1389808"/>
                </a:lnTo>
                <a:lnTo>
                  <a:pt x="949722" y="1390205"/>
                </a:lnTo>
                <a:lnTo>
                  <a:pt x="954881" y="1390205"/>
                </a:lnTo>
                <a:lnTo>
                  <a:pt x="960041" y="1389411"/>
                </a:lnTo>
                <a:lnTo>
                  <a:pt x="965200" y="1387822"/>
                </a:lnTo>
                <a:lnTo>
                  <a:pt x="971153" y="1385041"/>
                </a:lnTo>
                <a:lnTo>
                  <a:pt x="977106" y="1381467"/>
                </a:lnTo>
                <a:lnTo>
                  <a:pt x="983456" y="1376700"/>
                </a:lnTo>
                <a:lnTo>
                  <a:pt x="990203" y="1371934"/>
                </a:lnTo>
                <a:lnTo>
                  <a:pt x="994966" y="1367962"/>
                </a:lnTo>
                <a:lnTo>
                  <a:pt x="998538" y="1364387"/>
                </a:lnTo>
                <a:lnTo>
                  <a:pt x="1002506" y="1360415"/>
                </a:lnTo>
                <a:lnTo>
                  <a:pt x="1005285" y="1356443"/>
                </a:lnTo>
                <a:lnTo>
                  <a:pt x="1008063" y="1353265"/>
                </a:lnTo>
                <a:lnTo>
                  <a:pt x="1009650" y="1349691"/>
                </a:lnTo>
                <a:lnTo>
                  <a:pt x="1010841" y="1346513"/>
                </a:lnTo>
                <a:lnTo>
                  <a:pt x="1011238" y="1343732"/>
                </a:lnTo>
                <a:lnTo>
                  <a:pt x="1011238" y="1341746"/>
                </a:lnTo>
                <a:lnTo>
                  <a:pt x="1010841" y="1339760"/>
                </a:lnTo>
                <a:lnTo>
                  <a:pt x="1009650" y="1336980"/>
                </a:lnTo>
                <a:lnTo>
                  <a:pt x="1008460" y="1334994"/>
                </a:lnTo>
                <a:lnTo>
                  <a:pt x="1007269" y="1334200"/>
                </a:lnTo>
                <a:lnTo>
                  <a:pt x="972344" y="1296466"/>
                </a:lnTo>
                <a:lnTo>
                  <a:pt x="846138" y="1173333"/>
                </a:lnTo>
                <a:lnTo>
                  <a:pt x="843756" y="1170950"/>
                </a:lnTo>
                <a:lnTo>
                  <a:pt x="841772" y="1168169"/>
                </a:lnTo>
                <a:lnTo>
                  <a:pt x="839788" y="1164992"/>
                </a:lnTo>
                <a:lnTo>
                  <a:pt x="838200" y="1162211"/>
                </a:lnTo>
                <a:lnTo>
                  <a:pt x="837010" y="1158637"/>
                </a:lnTo>
                <a:lnTo>
                  <a:pt x="836216" y="1155856"/>
                </a:lnTo>
                <a:lnTo>
                  <a:pt x="835819" y="1152281"/>
                </a:lnTo>
                <a:lnTo>
                  <a:pt x="835422" y="1149104"/>
                </a:lnTo>
                <a:lnTo>
                  <a:pt x="835819" y="1145529"/>
                </a:lnTo>
                <a:lnTo>
                  <a:pt x="836216" y="1142351"/>
                </a:lnTo>
                <a:lnTo>
                  <a:pt x="836613" y="1138777"/>
                </a:lnTo>
                <a:lnTo>
                  <a:pt x="837803" y="1135996"/>
                </a:lnTo>
                <a:lnTo>
                  <a:pt x="839391" y="1132421"/>
                </a:lnTo>
                <a:lnTo>
                  <a:pt x="840978" y="1129641"/>
                </a:lnTo>
                <a:lnTo>
                  <a:pt x="842963" y="1126861"/>
                </a:lnTo>
                <a:lnTo>
                  <a:pt x="845741" y="1124080"/>
                </a:lnTo>
                <a:lnTo>
                  <a:pt x="848122" y="1121697"/>
                </a:lnTo>
                <a:lnTo>
                  <a:pt x="850900" y="1119314"/>
                </a:lnTo>
                <a:lnTo>
                  <a:pt x="854075" y="1117725"/>
                </a:lnTo>
                <a:lnTo>
                  <a:pt x="856853" y="1116136"/>
                </a:lnTo>
                <a:lnTo>
                  <a:pt x="860028" y="1115342"/>
                </a:lnTo>
                <a:lnTo>
                  <a:pt x="863203" y="1114547"/>
                </a:lnTo>
                <a:lnTo>
                  <a:pt x="866775" y="1113753"/>
                </a:lnTo>
                <a:lnTo>
                  <a:pt x="869950" y="1113753"/>
                </a:lnTo>
                <a:lnTo>
                  <a:pt x="873522" y="1113753"/>
                </a:lnTo>
                <a:lnTo>
                  <a:pt x="876697" y="1114150"/>
                </a:lnTo>
                <a:lnTo>
                  <a:pt x="879872" y="1114944"/>
                </a:lnTo>
                <a:lnTo>
                  <a:pt x="883047" y="1116136"/>
                </a:lnTo>
                <a:lnTo>
                  <a:pt x="886222" y="1117328"/>
                </a:lnTo>
                <a:lnTo>
                  <a:pt x="889000" y="1118916"/>
                </a:lnTo>
                <a:lnTo>
                  <a:pt x="891778" y="1121300"/>
                </a:lnTo>
                <a:lnTo>
                  <a:pt x="894953" y="1123286"/>
                </a:lnTo>
                <a:lnTo>
                  <a:pt x="1063625" y="1287330"/>
                </a:lnTo>
                <a:lnTo>
                  <a:pt x="1063625" y="1286933"/>
                </a:lnTo>
                <a:lnTo>
                  <a:pt x="1071563" y="1294877"/>
                </a:lnTo>
                <a:lnTo>
                  <a:pt x="1073944" y="1298054"/>
                </a:lnTo>
                <a:lnTo>
                  <a:pt x="1092200" y="1315531"/>
                </a:lnTo>
                <a:lnTo>
                  <a:pt x="1110060" y="1332611"/>
                </a:lnTo>
                <a:lnTo>
                  <a:pt x="1117203" y="1339760"/>
                </a:lnTo>
                <a:lnTo>
                  <a:pt x="1123950" y="1345718"/>
                </a:lnTo>
                <a:lnTo>
                  <a:pt x="1130300" y="1350485"/>
                </a:lnTo>
                <a:lnTo>
                  <a:pt x="1135460" y="1354060"/>
                </a:lnTo>
                <a:lnTo>
                  <a:pt x="1141016" y="1356443"/>
                </a:lnTo>
                <a:lnTo>
                  <a:pt x="1145778" y="1358429"/>
                </a:lnTo>
                <a:lnTo>
                  <a:pt x="1150938" y="1359223"/>
                </a:lnTo>
                <a:lnTo>
                  <a:pt x="1155303" y="1358826"/>
                </a:lnTo>
                <a:lnTo>
                  <a:pt x="1160066" y="1357635"/>
                </a:lnTo>
                <a:lnTo>
                  <a:pt x="1164828" y="1354854"/>
                </a:lnTo>
                <a:lnTo>
                  <a:pt x="1169591" y="1351677"/>
                </a:lnTo>
                <a:lnTo>
                  <a:pt x="1175147" y="1347307"/>
                </a:lnTo>
                <a:lnTo>
                  <a:pt x="1181100" y="1341746"/>
                </a:lnTo>
                <a:lnTo>
                  <a:pt x="1187847" y="1335788"/>
                </a:lnTo>
                <a:lnTo>
                  <a:pt x="1193403" y="1330228"/>
                </a:lnTo>
                <a:lnTo>
                  <a:pt x="1198166" y="1324667"/>
                </a:lnTo>
                <a:lnTo>
                  <a:pt x="1201738" y="1319106"/>
                </a:lnTo>
                <a:lnTo>
                  <a:pt x="1205310" y="1313942"/>
                </a:lnTo>
                <a:lnTo>
                  <a:pt x="1207294" y="1309176"/>
                </a:lnTo>
                <a:lnTo>
                  <a:pt x="1209278" y="1304807"/>
                </a:lnTo>
                <a:lnTo>
                  <a:pt x="1210469" y="1300835"/>
                </a:lnTo>
                <a:lnTo>
                  <a:pt x="1211263" y="1297260"/>
                </a:lnTo>
                <a:lnTo>
                  <a:pt x="1211660" y="1293288"/>
                </a:lnTo>
                <a:lnTo>
                  <a:pt x="1211660" y="1290507"/>
                </a:lnTo>
                <a:lnTo>
                  <a:pt x="1211263" y="1287330"/>
                </a:lnTo>
                <a:lnTo>
                  <a:pt x="1210072" y="1284947"/>
                </a:lnTo>
                <a:lnTo>
                  <a:pt x="1208485" y="1280180"/>
                </a:lnTo>
                <a:lnTo>
                  <a:pt x="1206897" y="1277400"/>
                </a:lnTo>
                <a:lnTo>
                  <a:pt x="1161653" y="1233310"/>
                </a:lnTo>
                <a:lnTo>
                  <a:pt x="1159272" y="1230530"/>
                </a:lnTo>
                <a:lnTo>
                  <a:pt x="1156494" y="1227352"/>
                </a:lnTo>
                <a:lnTo>
                  <a:pt x="1154906" y="1224175"/>
                </a:lnTo>
                <a:lnTo>
                  <a:pt x="1153319" y="1220600"/>
                </a:lnTo>
                <a:lnTo>
                  <a:pt x="927894" y="1004920"/>
                </a:lnTo>
                <a:lnTo>
                  <a:pt x="925116" y="1002139"/>
                </a:lnTo>
                <a:lnTo>
                  <a:pt x="923131" y="999359"/>
                </a:lnTo>
                <a:lnTo>
                  <a:pt x="921544" y="996181"/>
                </a:lnTo>
                <a:lnTo>
                  <a:pt x="919560" y="993401"/>
                </a:lnTo>
                <a:lnTo>
                  <a:pt x="918369" y="989826"/>
                </a:lnTo>
                <a:lnTo>
                  <a:pt x="917575" y="986648"/>
                </a:lnTo>
                <a:lnTo>
                  <a:pt x="917178" y="983074"/>
                </a:lnTo>
                <a:lnTo>
                  <a:pt x="916781" y="979896"/>
                </a:lnTo>
                <a:lnTo>
                  <a:pt x="916781" y="976321"/>
                </a:lnTo>
                <a:lnTo>
                  <a:pt x="917178" y="973144"/>
                </a:lnTo>
                <a:lnTo>
                  <a:pt x="917972" y="969569"/>
                </a:lnTo>
                <a:lnTo>
                  <a:pt x="919163" y="966391"/>
                </a:lnTo>
                <a:lnTo>
                  <a:pt x="920750" y="962816"/>
                </a:lnTo>
                <a:lnTo>
                  <a:pt x="922338" y="960036"/>
                </a:lnTo>
                <a:lnTo>
                  <a:pt x="924322" y="956858"/>
                </a:lnTo>
                <a:lnTo>
                  <a:pt x="927100" y="954078"/>
                </a:lnTo>
                <a:lnTo>
                  <a:pt x="929481" y="952092"/>
                </a:lnTo>
                <a:lnTo>
                  <a:pt x="932260" y="949311"/>
                </a:lnTo>
                <a:lnTo>
                  <a:pt x="935435" y="947723"/>
                </a:lnTo>
                <a:lnTo>
                  <a:pt x="938213" y="946134"/>
                </a:lnTo>
                <a:lnTo>
                  <a:pt x="941785" y="944942"/>
                </a:lnTo>
                <a:lnTo>
                  <a:pt x="944960" y="944148"/>
                </a:lnTo>
                <a:lnTo>
                  <a:pt x="948531" y="943353"/>
                </a:lnTo>
                <a:lnTo>
                  <a:pt x="951706" y="942956"/>
                </a:lnTo>
                <a:lnTo>
                  <a:pt x="955278" y="942956"/>
                </a:lnTo>
                <a:lnTo>
                  <a:pt x="958453" y="943353"/>
                </a:lnTo>
                <a:lnTo>
                  <a:pt x="962025" y="944545"/>
                </a:lnTo>
                <a:lnTo>
                  <a:pt x="965200" y="945737"/>
                </a:lnTo>
                <a:lnTo>
                  <a:pt x="968772" y="946928"/>
                </a:lnTo>
                <a:lnTo>
                  <a:pt x="971550" y="948517"/>
                </a:lnTo>
                <a:lnTo>
                  <a:pt x="974725" y="950900"/>
                </a:lnTo>
                <a:lnTo>
                  <a:pt x="977503" y="953284"/>
                </a:lnTo>
                <a:lnTo>
                  <a:pt x="1214041" y="1179291"/>
                </a:lnTo>
                <a:lnTo>
                  <a:pt x="1216819" y="1182469"/>
                </a:lnTo>
                <a:lnTo>
                  <a:pt x="1235472" y="1199946"/>
                </a:lnTo>
                <a:lnTo>
                  <a:pt x="1254125" y="1217422"/>
                </a:lnTo>
                <a:lnTo>
                  <a:pt x="1262063" y="1224572"/>
                </a:lnTo>
                <a:lnTo>
                  <a:pt x="1268810" y="1230530"/>
                </a:lnTo>
                <a:lnTo>
                  <a:pt x="1275556" y="1235694"/>
                </a:lnTo>
                <a:lnTo>
                  <a:pt x="1281510" y="1239269"/>
                </a:lnTo>
                <a:lnTo>
                  <a:pt x="1287066" y="1242049"/>
                </a:lnTo>
                <a:lnTo>
                  <a:pt x="1292622" y="1244035"/>
                </a:lnTo>
                <a:lnTo>
                  <a:pt x="1297385" y="1244432"/>
                </a:lnTo>
                <a:lnTo>
                  <a:pt x="1299766" y="1244432"/>
                </a:lnTo>
                <a:lnTo>
                  <a:pt x="1302147" y="1244035"/>
                </a:lnTo>
                <a:lnTo>
                  <a:pt x="1307306" y="1242843"/>
                </a:lnTo>
                <a:lnTo>
                  <a:pt x="1312863" y="1240063"/>
                </a:lnTo>
                <a:lnTo>
                  <a:pt x="1317625" y="1236885"/>
                </a:lnTo>
                <a:lnTo>
                  <a:pt x="1323578" y="1232516"/>
                </a:lnTo>
                <a:lnTo>
                  <a:pt x="1329928" y="1226955"/>
                </a:lnTo>
                <a:lnTo>
                  <a:pt x="1336675" y="1220600"/>
                </a:lnTo>
                <a:lnTo>
                  <a:pt x="1343422" y="1213848"/>
                </a:lnTo>
                <a:lnTo>
                  <a:pt x="1348978" y="1207492"/>
                </a:lnTo>
                <a:lnTo>
                  <a:pt x="1352947" y="1201932"/>
                </a:lnTo>
                <a:lnTo>
                  <a:pt x="1356122" y="1196371"/>
                </a:lnTo>
                <a:lnTo>
                  <a:pt x="1358503" y="1191207"/>
                </a:lnTo>
                <a:lnTo>
                  <a:pt x="1360488" y="1186044"/>
                </a:lnTo>
                <a:lnTo>
                  <a:pt x="1361281" y="1182072"/>
                </a:lnTo>
                <a:lnTo>
                  <a:pt x="1361678" y="1178099"/>
                </a:lnTo>
                <a:lnTo>
                  <a:pt x="1361281" y="1174922"/>
                </a:lnTo>
                <a:lnTo>
                  <a:pt x="1360885" y="1171744"/>
                </a:lnTo>
                <a:lnTo>
                  <a:pt x="1359694" y="1168964"/>
                </a:lnTo>
                <a:lnTo>
                  <a:pt x="1359297" y="1166581"/>
                </a:lnTo>
                <a:lnTo>
                  <a:pt x="1357710" y="1164197"/>
                </a:lnTo>
                <a:lnTo>
                  <a:pt x="1356916" y="1163006"/>
                </a:lnTo>
                <a:lnTo>
                  <a:pt x="1309688" y="1118519"/>
                </a:lnTo>
                <a:lnTo>
                  <a:pt x="1307703" y="1116533"/>
                </a:lnTo>
                <a:lnTo>
                  <a:pt x="1306116" y="1114150"/>
                </a:lnTo>
                <a:lnTo>
                  <a:pt x="1302544" y="1108986"/>
                </a:lnTo>
                <a:lnTo>
                  <a:pt x="1299369" y="1105412"/>
                </a:lnTo>
                <a:lnTo>
                  <a:pt x="1279128" y="1084757"/>
                </a:lnTo>
                <a:lnTo>
                  <a:pt x="1278335" y="1084360"/>
                </a:lnTo>
                <a:lnTo>
                  <a:pt x="1048941" y="854778"/>
                </a:lnTo>
                <a:lnTo>
                  <a:pt x="1046163" y="851997"/>
                </a:lnTo>
                <a:lnTo>
                  <a:pt x="1044178" y="849217"/>
                </a:lnTo>
                <a:lnTo>
                  <a:pt x="1042591" y="846039"/>
                </a:lnTo>
                <a:lnTo>
                  <a:pt x="1041003" y="843259"/>
                </a:lnTo>
                <a:lnTo>
                  <a:pt x="1039813" y="839684"/>
                </a:lnTo>
                <a:lnTo>
                  <a:pt x="1039019" y="836506"/>
                </a:lnTo>
                <a:lnTo>
                  <a:pt x="1038622" y="832931"/>
                </a:lnTo>
                <a:lnTo>
                  <a:pt x="1038622" y="829754"/>
                </a:lnTo>
                <a:lnTo>
                  <a:pt x="1038622" y="826179"/>
                </a:lnTo>
                <a:lnTo>
                  <a:pt x="1039019" y="823001"/>
                </a:lnTo>
                <a:lnTo>
                  <a:pt x="1039813" y="819427"/>
                </a:lnTo>
                <a:lnTo>
                  <a:pt x="1041003" y="816249"/>
                </a:lnTo>
                <a:lnTo>
                  <a:pt x="1042591" y="813071"/>
                </a:lnTo>
                <a:lnTo>
                  <a:pt x="1044178" y="810291"/>
                </a:lnTo>
                <a:lnTo>
                  <a:pt x="1046163" y="807113"/>
                </a:lnTo>
                <a:lnTo>
                  <a:pt x="1048941" y="804730"/>
                </a:lnTo>
                <a:lnTo>
                  <a:pt x="1051719" y="802347"/>
                </a:lnTo>
                <a:lnTo>
                  <a:pt x="1054100" y="799964"/>
                </a:lnTo>
                <a:lnTo>
                  <a:pt x="1057672" y="798375"/>
                </a:lnTo>
                <a:lnTo>
                  <a:pt x="1060450" y="796786"/>
                </a:lnTo>
                <a:lnTo>
                  <a:pt x="1064022" y="795595"/>
                </a:lnTo>
                <a:lnTo>
                  <a:pt x="1067197" y="794800"/>
                </a:lnTo>
                <a:lnTo>
                  <a:pt x="1070769" y="794006"/>
                </a:lnTo>
                <a:lnTo>
                  <a:pt x="1073944" y="794006"/>
                </a:lnTo>
                <a:lnTo>
                  <a:pt x="1077516" y="794006"/>
                </a:lnTo>
                <a:lnTo>
                  <a:pt x="1080691" y="794800"/>
                </a:lnTo>
                <a:lnTo>
                  <a:pt x="1084263" y="795595"/>
                </a:lnTo>
                <a:lnTo>
                  <a:pt x="1087041" y="796786"/>
                </a:lnTo>
                <a:lnTo>
                  <a:pt x="1090613" y="798375"/>
                </a:lnTo>
                <a:lnTo>
                  <a:pt x="1093391" y="799964"/>
                </a:lnTo>
                <a:lnTo>
                  <a:pt x="1096566" y="802347"/>
                </a:lnTo>
                <a:lnTo>
                  <a:pt x="1098947" y="804730"/>
                </a:lnTo>
                <a:lnTo>
                  <a:pt x="1328738" y="1034313"/>
                </a:lnTo>
                <a:lnTo>
                  <a:pt x="1331119" y="1037093"/>
                </a:lnTo>
                <a:lnTo>
                  <a:pt x="1349375" y="1055364"/>
                </a:lnTo>
                <a:lnTo>
                  <a:pt x="1364456" y="1070061"/>
                </a:lnTo>
                <a:lnTo>
                  <a:pt x="1371600" y="1076813"/>
                </a:lnTo>
                <a:lnTo>
                  <a:pt x="1378347" y="1083168"/>
                </a:lnTo>
                <a:lnTo>
                  <a:pt x="1385094" y="1088729"/>
                </a:lnTo>
                <a:lnTo>
                  <a:pt x="1391444" y="1093496"/>
                </a:lnTo>
                <a:lnTo>
                  <a:pt x="1397397" y="1096673"/>
                </a:lnTo>
                <a:lnTo>
                  <a:pt x="1400175" y="1097865"/>
                </a:lnTo>
                <a:lnTo>
                  <a:pt x="1402953" y="1098659"/>
                </a:lnTo>
                <a:lnTo>
                  <a:pt x="1404541" y="1099056"/>
                </a:lnTo>
                <a:lnTo>
                  <a:pt x="1407716" y="1099851"/>
                </a:lnTo>
                <a:lnTo>
                  <a:pt x="1410891" y="1099056"/>
                </a:lnTo>
                <a:lnTo>
                  <a:pt x="1415653" y="1098262"/>
                </a:lnTo>
                <a:lnTo>
                  <a:pt x="1421210" y="1095879"/>
                </a:lnTo>
                <a:lnTo>
                  <a:pt x="1424385" y="1093893"/>
                </a:lnTo>
                <a:lnTo>
                  <a:pt x="1427956" y="1091112"/>
                </a:lnTo>
                <a:lnTo>
                  <a:pt x="1431528" y="1088729"/>
                </a:lnTo>
                <a:lnTo>
                  <a:pt x="1435894" y="1084757"/>
                </a:lnTo>
                <a:lnTo>
                  <a:pt x="1440260" y="1081182"/>
                </a:lnTo>
                <a:lnTo>
                  <a:pt x="1445419" y="1076019"/>
                </a:lnTo>
                <a:lnTo>
                  <a:pt x="1452166" y="1068869"/>
                </a:lnTo>
                <a:lnTo>
                  <a:pt x="1457325" y="1062514"/>
                </a:lnTo>
                <a:lnTo>
                  <a:pt x="1461294" y="1056159"/>
                </a:lnTo>
                <a:lnTo>
                  <a:pt x="1464866" y="1050201"/>
                </a:lnTo>
                <a:lnTo>
                  <a:pt x="1466850" y="1044640"/>
                </a:lnTo>
                <a:lnTo>
                  <a:pt x="1468835" y="1039873"/>
                </a:lnTo>
                <a:lnTo>
                  <a:pt x="1469628" y="1035504"/>
                </a:lnTo>
                <a:lnTo>
                  <a:pt x="1470025" y="1031135"/>
                </a:lnTo>
                <a:lnTo>
                  <a:pt x="1469628" y="1027560"/>
                </a:lnTo>
                <a:lnTo>
                  <a:pt x="1469231" y="1024383"/>
                </a:lnTo>
                <a:lnTo>
                  <a:pt x="1468041" y="1021602"/>
                </a:lnTo>
                <a:lnTo>
                  <a:pt x="1467247" y="1019616"/>
                </a:lnTo>
                <a:lnTo>
                  <a:pt x="1465660" y="1016041"/>
                </a:lnTo>
                <a:lnTo>
                  <a:pt x="1464866" y="1015247"/>
                </a:lnTo>
                <a:lnTo>
                  <a:pt x="1419225" y="969966"/>
                </a:lnTo>
                <a:lnTo>
                  <a:pt x="1416844" y="967583"/>
                </a:lnTo>
                <a:lnTo>
                  <a:pt x="1414860" y="964802"/>
                </a:lnTo>
                <a:lnTo>
                  <a:pt x="1412478" y="961625"/>
                </a:lnTo>
                <a:lnTo>
                  <a:pt x="1411288" y="958447"/>
                </a:lnTo>
                <a:lnTo>
                  <a:pt x="1410097" y="955270"/>
                </a:lnTo>
                <a:lnTo>
                  <a:pt x="1409303" y="952092"/>
                </a:lnTo>
                <a:lnTo>
                  <a:pt x="1408906" y="948517"/>
                </a:lnTo>
                <a:lnTo>
                  <a:pt x="1408510" y="945339"/>
                </a:lnTo>
                <a:lnTo>
                  <a:pt x="1408906" y="941765"/>
                </a:lnTo>
                <a:lnTo>
                  <a:pt x="1409303" y="938587"/>
                </a:lnTo>
                <a:lnTo>
                  <a:pt x="1410097" y="935012"/>
                </a:lnTo>
                <a:lnTo>
                  <a:pt x="1410891" y="931835"/>
                </a:lnTo>
                <a:lnTo>
                  <a:pt x="1412478" y="928657"/>
                </a:lnTo>
                <a:lnTo>
                  <a:pt x="1414463" y="925479"/>
                </a:lnTo>
                <a:lnTo>
                  <a:pt x="1416447" y="922302"/>
                </a:lnTo>
                <a:lnTo>
                  <a:pt x="1418828" y="919919"/>
                </a:lnTo>
                <a:lnTo>
                  <a:pt x="1421606" y="917535"/>
                </a:lnTo>
                <a:lnTo>
                  <a:pt x="1424385" y="915152"/>
                </a:lnTo>
                <a:lnTo>
                  <a:pt x="1427163" y="913563"/>
                </a:lnTo>
                <a:lnTo>
                  <a:pt x="1430338" y="911975"/>
                </a:lnTo>
                <a:lnTo>
                  <a:pt x="1433513" y="910783"/>
                </a:lnTo>
                <a:lnTo>
                  <a:pt x="1437085" y="909989"/>
                </a:lnTo>
                <a:lnTo>
                  <a:pt x="1440260" y="909194"/>
                </a:lnTo>
                <a:lnTo>
                  <a:pt x="1443831" y="909194"/>
                </a:lnTo>
                <a:lnTo>
                  <a:pt x="1447006" y="909194"/>
                </a:lnTo>
                <a:lnTo>
                  <a:pt x="1450578" y="909989"/>
                </a:lnTo>
                <a:lnTo>
                  <a:pt x="1453753" y="910783"/>
                </a:lnTo>
                <a:lnTo>
                  <a:pt x="1457325" y="911975"/>
                </a:lnTo>
                <a:lnTo>
                  <a:pt x="1460103" y="913166"/>
                </a:lnTo>
                <a:lnTo>
                  <a:pt x="1463278" y="914755"/>
                </a:lnTo>
                <a:lnTo>
                  <a:pt x="1466056" y="917138"/>
                </a:lnTo>
                <a:lnTo>
                  <a:pt x="1469231" y="919521"/>
                </a:lnTo>
                <a:lnTo>
                  <a:pt x="1516460" y="966391"/>
                </a:lnTo>
                <a:lnTo>
                  <a:pt x="1520825" y="971952"/>
                </a:lnTo>
                <a:lnTo>
                  <a:pt x="1525191" y="978307"/>
                </a:lnTo>
                <a:lnTo>
                  <a:pt x="1528763" y="985060"/>
                </a:lnTo>
                <a:lnTo>
                  <a:pt x="1532731" y="993004"/>
                </a:lnTo>
                <a:lnTo>
                  <a:pt x="1535510" y="1001345"/>
                </a:lnTo>
                <a:lnTo>
                  <a:pt x="1538288" y="1010481"/>
                </a:lnTo>
                <a:lnTo>
                  <a:pt x="1539875" y="1020411"/>
                </a:lnTo>
                <a:lnTo>
                  <a:pt x="1540272" y="1025574"/>
                </a:lnTo>
                <a:lnTo>
                  <a:pt x="1540272" y="1030738"/>
                </a:lnTo>
                <a:lnTo>
                  <a:pt x="1540272" y="1035901"/>
                </a:lnTo>
                <a:lnTo>
                  <a:pt x="1539875" y="1041462"/>
                </a:lnTo>
                <a:lnTo>
                  <a:pt x="1539478" y="1047023"/>
                </a:lnTo>
                <a:lnTo>
                  <a:pt x="1538685" y="1052981"/>
                </a:lnTo>
                <a:lnTo>
                  <a:pt x="1537494" y="1058145"/>
                </a:lnTo>
                <a:lnTo>
                  <a:pt x="1535510" y="1064103"/>
                </a:lnTo>
                <a:lnTo>
                  <a:pt x="1533525" y="1070061"/>
                </a:lnTo>
                <a:lnTo>
                  <a:pt x="1531144" y="1076416"/>
                </a:lnTo>
                <a:lnTo>
                  <a:pt x="1527969" y="1082374"/>
                </a:lnTo>
                <a:lnTo>
                  <a:pt x="1525191" y="1088729"/>
                </a:lnTo>
                <a:lnTo>
                  <a:pt x="1521222" y="1094687"/>
                </a:lnTo>
                <a:lnTo>
                  <a:pt x="1517253" y="1101042"/>
                </a:lnTo>
                <a:lnTo>
                  <a:pt x="1512491" y="1107398"/>
                </a:lnTo>
                <a:lnTo>
                  <a:pt x="1507331" y="1113753"/>
                </a:lnTo>
                <a:lnTo>
                  <a:pt x="1501775" y="1120108"/>
                </a:lnTo>
                <a:lnTo>
                  <a:pt x="1495822" y="1126066"/>
                </a:lnTo>
                <a:lnTo>
                  <a:pt x="1485900" y="1135599"/>
                </a:lnTo>
                <a:lnTo>
                  <a:pt x="1479550" y="1141160"/>
                </a:lnTo>
                <a:lnTo>
                  <a:pt x="1472010" y="1147118"/>
                </a:lnTo>
                <a:lnTo>
                  <a:pt x="1463675" y="1152679"/>
                </a:lnTo>
                <a:lnTo>
                  <a:pt x="1453753" y="1158239"/>
                </a:lnTo>
                <a:lnTo>
                  <a:pt x="1448991" y="1161020"/>
                </a:lnTo>
                <a:lnTo>
                  <a:pt x="1443435" y="1163403"/>
                </a:lnTo>
                <a:lnTo>
                  <a:pt x="1437878" y="1165389"/>
                </a:lnTo>
                <a:lnTo>
                  <a:pt x="1432322" y="1166978"/>
                </a:lnTo>
                <a:lnTo>
                  <a:pt x="1432719" y="1172539"/>
                </a:lnTo>
                <a:lnTo>
                  <a:pt x="1432719" y="1178497"/>
                </a:lnTo>
                <a:lnTo>
                  <a:pt x="1432719" y="1184852"/>
                </a:lnTo>
                <a:lnTo>
                  <a:pt x="1432322" y="1190810"/>
                </a:lnTo>
                <a:lnTo>
                  <a:pt x="1431131" y="1197165"/>
                </a:lnTo>
                <a:lnTo>
                  <a:pt x="1429941" y="1203520"/>
                </a:lnTo>
                <a:lnTo>
                  <a:pt x="1427956" y="1210273"/>
                </a:lnTo>
                <a:lnTo>
                  <a:pt x="1425575" y="1217025"/>
                </a:lnTo>
                <a:lnTo>
                  <a:pt x="1422797" y="1223778"/>
                </a:lnTo>
                <a:lnTo>
                  <a:pt x="1419225" y="1230530"/>
                </a:lnTo>
                <a:lnTo>
                  <a:pt x="1415653" y="1237283"/>
                </a:lnTo>
                <a:lnTo>
                  <a:pt x="1410891" y="1244432"/>
                </a:lnTo>
                <a:lnTo>
                  <a:pt x="1405731" y="1251185"/>
                </a:lnTo>
                <a:lnTo>
                  <a:pt x="1399778" y="1258334"/>
                </a:lnTo>
                <a:lnTo>
                  <a:pt x="1393428" y="1265484"/>
                </a:lnTo>
                <a:lnTo>
                  <a:pt x="1386285" y="1272633"/>
                </a:lnTo>
                <a:lnTo>
                  <a:pt x="1379935" y="1278194"/>
                </a:lnTo>
                <a:lnTo>
                  <a:pt x="1374378" y="1283755"/>
                </a:lnTo>
                <a:lnTo>
                  <a:pt x="1368028" y="1288124"/>
                </a:lnTo>
                <a:lnTo>
                  <a:pt x="1362075" y="1292891"/>
                </a:lnTo>
                <a:lnTo>
                  <a:pt x="1356519" y="1296863"/>
                </a:lnTo>
                <a:lnTo>
                  <a:pt x="1350566" y="1300040"/>
                </a:lnTo>
                <a:lnTo>
                  <a:pt x="1345010" y="1303615"/>
                </a:lnTo>
                <a:lnTo>
                  <a:pt x="1339453" y="1305998"/>
                </a:lnTo>
                <a:lnTo>
                  <a:pt x="1334294" y="1308382"/>
                </a:lnTo>
                <a:lnTo>
                  <a:pt x="1328738" y="1310765"/>
                </a:lnTo>
                <a:lnTo>
                  <a:pt x="1323181" y="1312354"/>
                </a:lnTo>
                <a:lnTo>
                  <a:pt x="1318022" y="1313545"/>
                </a:lnTo>
                <a:lnTo>
                  <a:pt x="1312863" y="1314737"/>
                </a:lnTo>
                <a:lnTo>
                  <a:pt x="1307703" y="1315134"/>
                </a:lnTo>
                <a:lnTo>
                  <a:pt x="1302544" y="1315531"/>
                </a:lnTo>
                <a:lnTo>
                  <a:pt x="1297781" y="1315928"/>
                </a:lnTo>
                <a:lnTo>
                  <a:pt x="1293019" y="1315531"/>
                </a:lnTo>
                <a:lnTo>
                  <a:pt x="1288256" y="1315134"/>
                </a:lnTo>
                <a:lnTo>
                  <a:pt x="1279128" y="1313545"/>
                </a:lnTo>
                <a:lnTo>
                  <a:pt x="1276747" y="1322284"/>
                </a:lnTo>
                <a:lnTo>
                  <a:pt x="1273969" y="1331022"/>
                </a:lnTo>
                <a:lnTo>
                  <a:pt x="1270000" y="1339760"/>
                </a:lnTo>
                <a:lnTo>
                  <a:pt x="1265635" y="1348499"/>
                </a:lnTo>
                <a:lnTo>
                  <a:pt x="1260078" y="1358032"/>
                </a:lnTo>
                <a:lnTo>
                  <a:pt x="1253331" y="1366770"/>
                </a:lnTo>
                <a:lnTo>
                  <a:pt x="1245394" y="1375906"/>
                </a:lnTo>
                <a:lnTo>
                  <a:pt x="1236266" y="1385439"/>
                </a:lnTo>
                <a:lnTo>
                  <a:pt x="1230313" y="1391397"/>
                </a:lnTo>
                <a:lnTo>
                  <a:pt x="1224756" y="1396163"/>
                </a:lnTo>
                <a:lnTo>
                  <a:pt x="1219200" y="1401327"/>
                </a:lnTo>
                <a:lnTo>
                  <a:pt x="1213247" y="1405696"/>
                </a:lnTo>
                <a:lnTo>
                  <a:pt x="1207691" y="1409271"/>
                </a:lnTo>
                <a:lnTo>
                  <a:pt x="1202135" y="1413243"/>
                </a:lnTo>
                <a:lnTo>
                  <a:pt x="1196578" y="1416023"/>
                </a:lnTo>
                <a:lnTo>
                  <a:pt x="1191419" y="1419201"/>
                </a:lnTo>
                <a:lnTo>
                  <a:pt x="1185863" y="1421584"/>
                </a:lnTo>
                <a:lnTo>
                  <a:pt x="1180703" y="1423173"/>
                </a:lnTo>
                <a:lnTo>
                  <a:pt x="1175544" y="1425159"/>
                </a:lnTo>
                <a:lnTo>
                  <a:pt x="1170781" y="1426748"/>
                </a:lnTo>
                <a:lnTo>
                  <a:pt x="1165622" y="1427542"/>
                </a:lnTo>
                <a:lnTo>
                  <a:pt x="1160463" y="1428336"/>
                </a:lnTo>
                <a:lnTo>
                  <a:pt x="1155700" y="1428734"/>
                </a:lnTo>
                <a:lnTo>
                  <a:pt x="1150938" y="1428734"/>
                </a:lnTo>
                <a:lnTo>
                  <a:pt x="1144588" y="1428734"/>
                </a:lnTo>
                <a:lnTo>
                  <a:pt x="1137841" y="1427939"/>
                </a:lnTo>
                <a:lnTo>
                  <a:pt x="1131491" y="1426748"/>
                </a:lnTo>
                <a:lnTo>
                  <a:pt x="1125538" y="1425159"/>
                </a:lnTo>
                <a:lnTo>
                  <a:pt x="1119188" y="1422776"/>
                </a:lnTo>
                <a:lnTo>
                  <a:pt x="1113235" y="1420392"/>
                </a:lnTo>
                <a:lnTo>
                  <a:pt x="1107281" y="1417215"/>
                </a:lnTo>
                <a:lnTo>
                  <a:pt x="1101725" y="1414037"/>
                </a:lnTo>
                <a:lnTo>
                  <a:pt x="1096566" y="1410462"/>
                </a:lnTo>
                <a:lnTo>
                  <a:pt x="1090613" y="1406888"/>
                </a:lnTo>
                <a:lnTo>
                  <a:pt x="1079897" y="1398943"/>
                </a:lnTo>
                <a:lnTo>
                  <a:pt x="1069975" y="1390205"/>
                </a:lnTo>
                <a:lnTo>
                  <a:pt x="1059656" y="1381069"/>
                </a:lnTo>
                <a:lnTo>
                  <a:pt x="1056878" y="1385836"/>
                </a:lnTo>
                <a:lnTo>
                  <a:pt x="1053703" y="1390205"/>
                </a:lnTo>
                <a:lnTo>
                  <a:pt x="1050131" y="1394971"/>
                </a:lnTo>
                <a:lnTo>
                  <a:pt x="1046163" y="1399738"/>
                </a:lnTo>
                <a:lnTo>
                  <a:pt x="1042194" y="1404107"/>
                </a:lnTo>
                <a:lnTo>
                  <a:pt x="1037431" y="1408874"/>
                </a:lnTo>
                <a:lnTo>
                  <a:pt x="1032669" y="1413640"/>
                </a:lnTo>
                <a:lnTo>
                  <a:pt x="1027113" y="1417612"/>
                </a:lnTo>
                <a:lnTo>
                  <a:pt x="1016794" y="1425953"/>
                </a:lnTo>
                <a:lnTo>
                  <a:pt x="1006475" y="1432706"/>
                </a:lnTo>
                <a:lnTo>
                  <a:pt x="996553" y="1437869"/>
                </a:lnTo>
                <a:lnTo>
                  <a:pt x="986631" y="1442238"/>
                </a:lnTo>
                <a:lnTo>
                  <a:pt x="977503" y="1445813"/>
                </a:lnTo>
                <a:lnTo>
                  <a:pt x="968772" y="1447799"/>
                </a:lnTo>
                <a:lnTo>
                  <a:pt x="959644" y="1448991"/>
                </a:lnTo>
                <a:lnTo>
                  <a:pt x="950913" y="1449388"/>
                </a:lnTo>
                <a:lnTo>
                  <a:pt x="944166" y="1449388"/>
                </a:lnTo>
                <a:lnTo>
                  <a:pt x="937419" y="1448594"/>
                </a:lnTo>
                <a:lnTo>
                  <a:pt x="930672" y="1447402"/>
                </a:lnTo>
                <a:lnTo>
                  <a:pt x="923925" y="1445416"/>
                </a:lnTo>
                <a:lnTo>
                  <a:pt x="917575" y="1443033"/>
                </a:lnTo>
                <a:lnTo>
                  <a:pt x="911225" y="1440650"/>
                </a:lnTo>
                <a:lnTo>
                  <a:pt x="905272" y="1437472"/>
                </a:lnTo>
                <a:lnTo>
                  <a:pt x="898922" y="1434294"/>
                </a:lnTo>
                <a:lnTo>
                  <a:pt x="893366" y="1430720"/>
                </a:lnTo>
                <a:lnTo>
                  <a:pt x="887810" y="1427145"/>
                </a:lnTo>
                <a:lnTo>
                  <a:pt x="876300" y="1419201"/>
                </a:lnTo>
                <a:lnTo>
                  <a:pt x="865188" y="1410462"/>
                </a:lnTo>
                <a:lnTo>
                  <a:pt x="854472" y="1402121"/>
                </a:lnTo>
                <a:lnTo>
                  <a:pt x="837803" y="1388616"/>
                </a:lnTo>
                <a:lnTo>
                  <a:pt x="835422" y="1386630"/>
                </a:lnTo>
                <a:lnTo>
                  <a:pt x="681435" y="1264689"/>
                </a:lnTo>
                <a:lnTo>
                  <a:pt x="673497" y="1270647"/>
                </a:lnTo>
                <a:lnTo>
                  <a:pt x="665560" y="1275414"/>
                </a:lnTo>
                <a:lnTo>
                  <a:pt x="649685" y="1285741"/>
                </a:lnTo>
                <a:lnTo>
                  <a:pt x="633016" y="1294480"/>
                </a:lnTo>
                <a:lnTo>
                  <a:pt x="617538" y="1302026"/>
                </a:lnTo>
                <a:lnTo>
                  <a:pt x="602456" y="1308382"/>
                </a:lnTo>
                <a:lnTo>
                  <a:pt x="588963" y="1313148"/>
                </a:lnTo>
                <a:lnTo>
                  <a:pt x="576660" y="1317120"/>
                </a:lnTo>
                <a:lnTo>
                  <a:pt x="571103" y="1318312"/>
                </a:lnTo>
                <a:lnTo>
                  <a:pt x="565944" y="1319106"/>
                </a:lnTo>
                <a:lnTo>
                  <a:pt x="561975" y="1319503"/>
                </a:lnTo>
                <a:lnTo>
                  <a:pt x="557610" y="1319503"/>
                </a:lnTo>
                <a:lnTo>
                  <a:pt x="553641" y="1319106"/>
                </a:lnTo>
                <a:lnTo>
                  <a:pt x="550069" y="1318312"/>
                </a:lnTo>
                <a:lnTo>
                  <a:pt x="546497" y="1317517"/>
                </a:lnTo>
                <a:lnTo>
                  <a:pt x="543719" y="1315531"/>
                </a:lnTo>
                <a:lnTo>
                  <a:pt x="540941" y="1313942"/>
                </a:lnTo>
                <a:lnTo>
                  <a:pt x="538163" y="1312354"/>
                </a:lnTo>
                <a:lnTo>
                  <a:pt x="535781" y="1309970"/>
                </a:lnTo>
                <a:lnTo>
                  <a:pt x="533003" y="1307587"/>
                </a:lnTo>
                <a:lnTo>
                  <a:pt x="529431" y="1302026"/>
                </a:lnTo>
                <a:lnTo>
                  <a:pt x="525860" y="1296466"/>
                </a:lnTo>
                <a:lnTo>
                  <a:pt x="523478" y="1290507"/>
                </a:lnTo>
                <a:lnTo>
                  <a:pt x="521891" y="1284152"/>
                </a:lnTo>
                <a:lnTo>
                  <a:pt x="519906" y="1278194"/>
                </a:lnTo>
                <a:lnTo>
                  <a:pt x="518716" y="1272236"/>
                </a:lnTo>
                <a:lnTo>
                  <a:pt x="518319" y="1267073"/>
                </a:lnTo>
                <a:lnTo>
                  <a:pt x="517525" y="1259526"/>
                </a:lnTo>
                <a:lnTo>
                  <a:pt x="517525" y="1256745"/>
                </a:lnTo>
                <a:lnTo>
                  <a:pt x="517525" y="1255554"/>
                </a:lnTo>
                <a:lnTo>
                  <a:pt x="516731" y="1252376"/>
                </a:lnTo>
                <a:lnTo>
                  <a:pt x="515541" y="1248007"/>
                </a:lnTo>
                <a:lnTo>
                  <a:pt x="514350" y="1245624"/>
                </a:lnTo>
                <a:lnTo>
                  <a:pt x="512366" y="1243638"/>
                </a:lnTo>
                <a:lnTo>
                  <a:pt x="509985" y="1240857"/>
                </a:lnTo>
                <a:lnTo>
                  <a:pt x="507603" y="1239269"/>
                </a:lnTo>
                <a:lnTo>
                  <a:pt x="504031" y="1237283"/>
                </a:lnTo>
                <a:lnTo>
                  <a:pt x="499666" y="1236091"/>
                </a:lnTo>
                <a:lnTo>
                  <a:pt x="495300" y="1235296"/>
                </a:lnTo>
                <a:lnTo>
                  <a:pt x="489744" y="1234502"/>
                </a:lnTo>
                <a:lnTo>
                  <a:pt x="483394" y="1234502"/>
                </a:lnTo>
                <a:lnTo>
                  <a:pt x="475853" y="1235694"/>
                </a:lnTo>
                <a:lnTo>
                  <a:pt x="471884" y="1236091"/>
                </a:lnTo>
                <a:lnTo>
                  <a:pt x="467915" y="1235694"/>
                </a:lnTo>
                <a:lnTo>
                  <a:pt x="463947" y="1234105"/>
                </a:lnTo>
                <a:lnTo>
                  <a:pt x="459978" y="1232119"/>
                </a:lnTo>
                <a:lnTo>
                  <a:pt x="455612" y="1229736"/>
                </a:lnTo>
                <a:lnTo>
                  <a:pt x="451247" y="1226558"/>
                </a:lnTo>
                <a:lnTo>
                  <a:pt x="447278" y="1222983"/>
                </a:lnTo>
                <a:lnTo>
                  <a:pt x="442912" y="1219011"/>
                </a:lnTo>
                <a:lnTo>
                  <a:pt x="439340" y="1214245"/>
                </a:lnTo>
                <a:lnTo>
                  <a:pt x="434975" y="1209876"/>
                </a:lnTo>
                <a:lnTo>
                  <a:pt x="427037" y="1199151"/>
                </a:lnTo>
                <a:lnTo>
                  <a:pt x="419100" y="1187235"/>
                </a:lnTo>
                <a:lnTo>
                  <a:pt x="411559" y="1175716"/>
                </a:lnTo>
                <a:lnTo>
                  <a:pt x="404415" y="1163800"/>
                </a:lnTo>
                <a:lnTo>
                  <a:pt x="398065" y="1151884"/>
                </a:lnTo>
                <a:lnTo>
                  <a:pt x="388144" y="1130833"/>
                </a:lnTo>
                <a:lnTo>
                  <a:pt x="381000" y="1116136"/>
                </a:lnTo>
                <a:lnTo>
                  <a:pt x="379015" y="1110575"/>
                </a:lnTo>
                <a:lnTo>
                  <a:pt x="379015" y="1108589"/>
                </a:lnTo>
                <a:lnTo>
                  <a:pt x="379015" y="1102631"/>
                </a:lnTo>
                <a:lnTo>
                  <a:pt x="379015" y="1099056"/>
                </a:lnTo>
                <a:lnTo>
                  <a:pt x="378619" y="1094687"/>
                </a:lnTo>
                <a:lnTo>
                  <a:pt x="377428" y="1089921"/>
                </a:lnTo>
                <a:lnTo>
                  <a:pt x="375840" y="1085154"/>
                </a:lnTo>
                <a:lnTo>
                  <a:pt x="374253" y="1080388"/>
                </a:lnTo>
                <a:lnTo>
                  <a:pt x="371872" y="1075622"/>
                </a:lnTo>
                <a:lnTo>
                  <a:pt x="368300" y="1070855"/>
                </a:lnTo>
                <a:lnTo>
                  <a:pt x="363934" y="1066883"/>
                </a:lnTo>
                <a:lnTo>
                  <a:pt x="361553" y="1064500"/>
                </a:lnTo>
                <a:lnTo>
                  <a:pt x="359172" y="1062514"/>
                </a:lnTo>
                <a:lnTo>
                  <a:pt x="355997" y="1060925"/>
                </a:lnTo>
                <a:lnTo>
                  <a:pt x="352822" y="1059336"/>
                </a:lnTo>
                <a:lnTo>
                  <a:pt x="349250" y="1057747"/>
                </a:lnTo>
                <a:lnTo>
                  <a:pt x="345678" y="1056556"/>
                </a:lnTo>
                <a:lnTo>
                  <a:pt x="341312" y="1055761"/>
                </a:lnTo>
                <a:lnTo>
                  <a:pt x="336947" y="1054967"/>
                </a:lnTo>
                <a:lnTo>
                  <a:pt x="332581" y="1054173"/>
                </a:lnTo>
                <a:lnTo>
                  <a:pt x="328215" y="1052981"/>
                </a:lnTo>
                <a:lnTo>
                  <a:pt x="323453" y="1050598"/>
                </a:lnTo>
                <a:lnTo>
                  <a:pt x="319484" y="1048612"/>
                </a:lnTo>
                <a:lnTo>
                  <a:pt x="315119" y="1046229"/>
                </a:lnTo>
                <a:lnTo>
                  <a:pt x="311150" y="1043051"/>
                </a:lnTo>
                <a:lnTo>
                  <a:pt x="307181" y="1039476"/>
                </a:lnTo>
                <a:lnTo>
                  <a:pt x="303212" y="1035504"/>
                </a:lnTo>
                <a:lnTo>
                  <a:pt x="299640" y="1031532"/>
                </a:lnTo>
                <a:lnTo>
                  <a:pt x="295672" y="1027163"/>
                </a:lnTo>
                <a:lnTo>
                  <a:pt x="288528" y="1017233"/>
                </a:lnTo>
                <a:lnTo>
                  <a:pt x="281781" y="1006906"/>
                </a:lnTo>
                <a:lnTo>
                  <a:pt x="275431" y="994990"/>
                </a:lnTo>
                <a:lnTo>
                  <a:pt x="269081" y="982676"/>
                </a:lnTo>
                <a:lnTo>
                  <a:pt x="263922" y="969569"/>
                </a:lnTo>
                <a:lnTo>
                  <a:pt x="258762" y="956064"/>
                </a:lnTo>
                <a:lnTo>
                  <a:pt x="254000" y="942559"/>
                </a:lnTo>
                <a:lnTo>
                  <a:pt x="250031" y="928657"/>
                </a:lnTo>
                <a:lnTo>
                  <a:pt x="246062" y="914755"/>
                </a:lnTo>
                <a:lnTo>
                  <a:pt x="242887" y="901250"/>
                </a:lnTo>
                <a:lnTo>
                  <a:pt x="239712" y="888142"/>
                </a:lnTo>
                <a:lnTo>
                  <a:pt x="239315" y="884568"/>
                </a:lnTo>
                <a:lnTo>
                  <a:pt x="238919" y="880993"/>
                </a:lnTo>
                <a:lnTo>
                  <a:pt x="239315" y="877418"/>
                </a:lnTo>
                <a:lnTo>
                  <a:pt x="239712" y="873843"/>
                </a:lnTo>
                <a:lnTo>
                  <a:pt x="240109" y="870268"/>
                </a:lnTo>
                <a:lnTo>
                  <a:pt x="240903" y="866296"/>
                </a:lnTo>
                <a:lnTo>
                  <a:pt x="244078" y="859147"/>
                </a:lnTo>
                <a:lnTo>
                  <a:pt x="247253" y="851600"/>
                </a:lnTo>
                <a:lnTo>
                  <a:pt x="252015" y="844053"/>
                </a:lnTo>
                <a:lnTo>
                  <a:pt x="257572" y="836506"/>
                </a:lnTo>
                <a:lnTo>
                  <a:pt x="263525" y="828959"/>
                </a:lnTo>
                <a:lnTo>
                  <a:pt x="270272" y="821015"/>
                </a:lnTo>
                <a:lnTo>
                  <a:pt x="277415" y="813469"/>
                </a:lnTo>
                <a:lnTo>
                  <a:pt x="284956" y="806319"/>
                </a:lnTo>
                <a:lnTo>
                  <a:pt x="292894" y="799169"/>
                </a:lnTo>
                <a:lnTo>
                  <a:pt x="301228" y="792020"/>
                </a:lnTo>
                <a:lnTo>
                  <a:pt x="309562" y="784870"/>
                </a:lnTo>
                <a:lnTo>
                  <a:pt x="327422" y="771762"/>
                </a:lnTo>
                <a:lnTo>
                  <a:pt x="271065" y="641480"/>
                </a:lnTo>
                <a:lnTo>
                  <a:pt x="259953" y="660546"/>
                </a:lnTo>
                <a:lnTo>
                  <a:pt x="252015" y="674448"/>
                </a:lnTo>
                <a:lnTo>
                  <a:pt x="245665" y="687159"/>
                </a:lnTo>
                <a:lnTo>
                  <a:pt x="243681" y="690733"/>
                </a:lnTo>
                <a:lnTo>
                  <a:pt x="240903" y="694308"/>
                </a:lnTo>
                <a:lnTo>
                  <a:pt x="238125" y="697486"/>
                </a:lnTo>
                <a:lnTo>
                  <a:pt x="234950" y="700266"/>
                </a:lnTo>
                <a:lnTo>
                  <a:pt x="231378" y="702649"/>
                </a:lnTo>
                <a:lnTo>
                  <a:pt x="227409" y="704635"/>
                </a:lnTo>
                <a:lnTo>
                  <a:pt x="223837" y="705827"/>
                </a:lnTo>
                <a:lnTo>
                  <a:pt x="219472" y="707019"/>
                </a:lnTo>
                <a:lnTo>
                  <a:pt x="213519" y="707416"/>
                </a:lnTo>
                <a:lnTo>
                  <a:pt x="209947" y="707416"/>
                </a:lnTo>
                <a:lnTo>
                  <a:pt x="206375" y="707019"/>
                </a:lnTo>
                <a:lnTo>
                  <a:pt x="203200" y="705827"/>
                </a:lnTo>
                <a:lnTo>
                  <a:pt x="199628" y="704635"/>
                </a:lnTo>
                <a:lnTo>
                  <a:pt x="196850" y="703047"/>
                </a:lnTo>
                <a:lnTo>
                  <a:pt x="193675" y="701458"/>
                </a:lnTo>
                <a:lnTo>
                  <a:pt x="190897" y="699075"/>
                </a:lnTo>
                <a:lnTo>
                  <a:pt x="188119" y="696691"/>
                </a:lnTo>
                <a:lnTo>
                  <a:pt x="9922" y="515568"/>
                </a:lnTo>
                <a:lnTo>
                  <a:pt x="7937" y="513184"/>
                </a:lnTo>
                <a:lnTo>
                  <a:pt x="5953" y="510801"/>
                </a:lnTo>
                <a:lnTo>
                  <a:pt x="3969" y="508021"/>
                </a:lnTo>
                <a:lnTo>
                  <a:pt x="2778" y="505240"/>
                </a:lnTo>
                <a:lnTo>
                  <a:pt x="1587" y="502063"/>
                </a:lnTo>
                <a:lnTo>
                  <a:pt x="794" y="499282"/>
                </a:lnTo>
                <a:lnTo>
                  <a:pt x="397" y="496105"/>
                </a:lnTo>
                <a:lnTo>
                  <a:pt x="0" y="493324"/>
                </a:lnTo>
                <a:lnTo>
                  <a:pt x="0" y="490147"/>
                </a:lnTo>
                <a:lnTo>
                  <a:pt x="0" y="486969"/>
                </a:lnTo>
                <a:lnTo>
                  <a:pt x="397" y="484189"/>
                </a:lnTo>
                <a:lnTo>
                  <a:pt x="1190" y="481011"/>
                </a:lnTo>
                <a:lnTo>
                  <a:pt x="1984" y="477833"/>
                </a:lnTo>
                <a:lnTo>
                  <a:pt x="3175" y="475053"/>
                </a:lnTo>
                <a:lnTo>
                  <a:pt x="4762" y="472273"/>
                </a:lnTo>
                <a:lnTo>
                  <a:pt x="7144" y="469889"/>
                </a:lnTo>
                <a:lnTo>
                  <a:pt x="12700" y="461548"/>
                </a:lnTo>
                <a:lnTo>
                  <a:pt x="26987" y="444071"/>
                </a:lnTo>
                <a:lnTo>
                  <a:pt x="48419" y="417062"/>
                </a:lnTo>
                <a:lnTo>
                  <a:pt x="76597" y="382902"/>
                </a:lnTo>
                <a:lnTo>
                  <a:pt x="92869" y="363439"/>
                </a:lnTo>
                <a:lnTo>
                  <a:pt x="111125" y="342785"/>
                </a:lnTo>
                <a:lnTo>
                  <a:pt x="130572" y="320939"/>
                </a:lnTo>
                <a:lnTo>
                  <a:pt x="151209" y="297901"/>
                </a:lnTo>
                <a:lnTo>
                  <a:pt x="173037" y="274069"/>
                </a:lnTo>
                <a:lnTo>
                  <a:pt x="196453" y="249840"/>
                </a:lnTo>
                <a:lnTo>
                  <a:pt x="220265" y="224816"/>
                </a:lnTo>
                <a:lnTo>
                  <a:pt x="245269" y="200190"/>
                </a:lnTo>
                <a:lnTo>
                  <a:pt x="258365" y="187479"/>
                </a:lnTo>
                <a:lnTo>
                  <a:pt x="271462" y="175166"/>
                </a:lnTo>
                <a:lnTo>
                  <a:pt x="284162" y="163647"/>
                </a:lnTo>
                <a:lnTo>
                  <a:pt x="297259" y="152525"/>
                </a:lnTo>
                <a:lnTo>
                  <a:pt x="321865" y="131474"/>
                </a:lnTo>
                <a:lnTo>
                  <a:pt x="346472" y="112011"/>
                </a:lnTo>
                <a:lnTo>
                  <a:pt x="369887" y="94137"/>
                </a:lnTo>
                <a:lnTo>
                  <a:pt x="392906" y="78646"/>
                </a:lnTo>
                <a:lnTo>
                  <a:pt x="413940" y="64347"/>
                </a:lnTo>
                <a:lnTo>
                  <a:pt x="434181" y="51239"/>
                </a:lnTo>
                <a:lnTo>
                  <a:pt x="452040" y="40117"/>
                </a:lnTo>
                <a:lnTo>
                  <a:pt x="469106" y="30584"/>
                </a:lnTo>
                <a:lnTo>
                  <a:pt x="483791" y="22640"/>
                </a:lnTo>
                <a:lnTo>
                  <a:pt x="496491" y="15888"/>
                </a:lnTo>
                <a:lnTo>
                  <a:pt x="514747" y="6752"/>
                </a:lnTo>
                <a:lnTo>
                  <a:pt x="522685" y="3178"/>
                </a:lnTo>
                <a:lnTo>
                  <a:pt x="527447" y="1192"/>
                </a:lnTo>
                <a:lnTo>
                  <a:pt x="532606" y="397"/>
                </a:lnTo>
                <a:lnTo>
                  <a:pt x="537766" y="0"/>
                </a:lnTo>
                <a:close/>
              </a:path>
            </a:pathLst>
          </a:custGeom>
          <a:solidFill>
            <a:schemeClr val="bg1"/>
          </a:solidFill>
          <a:ln>
            <a:noFill/>
          </a:ln>
        </p:spPr>
        <p:txBody>
          <a:bodyPr anchor="ctr">
            <a:scene3d>
              <a:camera prst="orthographicFront"/>
              <a:lightRig rig="threePt" dir="t"/>
            </a:scene3d>
            <a:sp3d>
              <a:contourClr>
                <a:srgbClr val="FFFFFF"/>
              </a:contourClr>
            </a:sp3d>
          </a:bodyPr>
          <a:lstStyle/>
          <a:p>
            <a:pPr algn="ctr">
              <a:defRPr/>
            </a:pPr>
            <a:endParaRPr lang="zh-CN" altLang="en-US" sz="1345" dirty="0">
              <a:solidFill>
                <a:srgbClr val="FFFFFF"/>
              </a:solidFill>
              <a:latin typeface="微软雅黑" panose="020B0503020204020204" pitchFamily="34" charset="-122"/>
              <a:ea typeface="微软雅黑" panose="020B0503020204020204" pitchFamily="34" charset="-122"/>
            </a:endParaRPr>
          </a:p>
        </p:txBody>
      </p:sp>
      <p:sp>
        <p:nvSpPr>
          <p:cNvPr id="11" name="标题 11"/>
          <p:cNvSpPr txBox="1"/>
          <p:nvPr/>
        </p:nvSpPr>
        <p:spPr>
          <a:xfrm>
            <a:off x="6375171" y="1949394"/>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l"/>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 name="椭圆 11"/>
          <p:cNvSpPr/>
          <p:nvPr/>
        </p:nvSpPr>
        <p:spPr>
          <a:xfrm>
            <a:off x="4768912" y="258506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2</a:t>
            </a:r>
            <a:endParaRPr lang="zh-CN" altLang="en-US" sz="1345" dirty="0">
              <a:latin typeface="微软雅黑" panose="020B0503020204020204" pitchFamily="34" charset="-122"/>
              <a:ea typeface="微软雅黑" panose="020B0503020204020204" pitchFamily="34" charset="-122"/>
            </a:endParaRPr>
          </a:p>
        </p:txBody>
      </p:sp>
      <p:cxnSp>
        <p:nvCxnSpPr>
          <p:cNvPr id="13" name="直接连接符 12"/>
          <p:cNvCxnSpPr/>
          <p:nvPr/>
        </p:nvCxnSpPr>
        <p:spPr>
          <a:xfrm>
            <a:off x="5345901" y="288981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4" name="标题 11"/>
          <p:cNvSpPr txBox="1"/>
          <p:nvPr/>
        </p:nvSpPr>
        <p:spPr>
          <a:xfrm>
            <a:off x="6375173" y="266928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gn="l"/>
            <a:endPar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椭圆 14"/>
          <p:cNvSpPr/>
          <p:nvPr/>
        </p:nvSpPr>
        <p:spPr>
          <a:xfrm>
            <a:off x="4768912" y="3321753"/>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3</a:t>
            </a:r>
            <a:endParaRPr lang="zh-CN" altLang="en-US" sz="1345" dirty="0">
              <a:latin typeface="微软雅黑" panose="020B0503020204020204" pitchFamily="34" charset="-122"/>
              <a:ea typeface="微软雅黑" panose="020B0503020204020204" pitchFamily="34" charset="-122"/>
            </a:endParaRPr>
          </a:p>
        </p:txBody>
      </p:sp>
      <p:cxnSp>
        <p:nvCxnSpPr>
          <p:cNvPr id="16" name="直接连接符 15"/>
          <p:cNvCxnSpPr/>
          <p:nvPr/>
        </p:nvCxnSpPr>
        <p:spPr>
          <a:xfrm>
            <a:off x="5345901" y="3626505"/>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7" name="标题 11"/>
          <p:cNvSpPr txBox="1"/>
          <p:nvPr/>
        </p:nvSpPr>
        <p:spPr>
          <a:xfrm>
            <a:off x="6375173" y="3405975"/>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4768912" y="4041645"/>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4</a:t>
            </a:r>
            <a:endParaRPr lang="zh-CN" altLang="en-US" sz="1345" dirty="0">
              <a:latin typeface="微软雅黑" panose="020B0503020204020204" pitchFamily="34" charset="-122"/>
              <a:ea typeface="微软雅黑" panose="020B0503020204020204" pitchFamily="34" charset="-122"/>
            </a:endParaRPr>
          </a:p>
        </p:txBody>
      </p:sp>
      <p:cxnSp>
        <p:nvCxnSpPr>
          <p:cNvPr id="19" name="直接连接符 18"/>
          <p:cNvCxnSpPr/>
          <p:nvPr/>
        </p:nvCxnSpPr>
        <p:spPr>
          <a:xfrm>
            <a:off x="5345901" y="4346397"/>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0" name="标题 11"/>
          <p:cNvSpPr txBox="1"/>
          <p:nvPr/>
        </p:nvSpPr>
        <p:spPr>
          <a:xfrm>
            <a:off x="6375174" y="4125867"/>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椭圆 20"/>
          <p:cNvSpPr/>
          <p:nvPr/>
        </p:nvSpPr>
        <p:spPr>
          <a:xfrm>
            <a:off x="4768912" y="4761537"/>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5</a:t>
            </a:r>
            <a:endParaRPr lang="zh-CN" altLang="en-US" sz="1345" dirty="0">
              <a:latin typeface="微软雅黑" panose="020B0503020204020204" pitchFamily="34" charset="-122"/>
              <a:ea typeface="微软雅黑" panose="020B0503020204020204" pitchFamily="34" charset="-122"/>
            </a:endParaRPr>
          </a:p>
        </p:txBody>
      </p:sp>
      <p:cxnSp>
        <p:nvCxnSpPr>
          <p:cNvPr id="22" name="直接连接符 21"/>
          <p:cNvCxnSpPr/>
          <p:nvPr/>
        </p:nvCxnSpPr>
        <p:spPr>
          <a:xfrm>
            <a:off x="5345901" y="5066289"/>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3" name="标题 11"/>
          <p:cNvSpPr txBox="1"/>
          <p:nvPr/>
        </p:nvSpPr>
        <p:spPr>
          <a:xfrm>
            <a:off x="6375173" y="4845761"/>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 name="椭圆 23"/>
          <p:cNvSpPr/>
          <p:nvPr/>
        </p:nvSpPr>
        <p:spPr>
          <a:xfrm>
            <a:off x="4768912" y="5481431"/>
            <a:ext cx="576472" cy="576635"/>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45" dirty="0">
                <a:latin typeface="微软雅黑" panose="020B0503020204020204" pitchFamily="34" charset="-122"/>
                <a:ea typeface="微软雅黑" panose="020B0503020204020204" pitchFamily="34" charset="-122"/>
              </a:rPr>
              <a:t>6</a:t>
            </a:r>
            <a:endParaRPr lang="zh-CN" altLang="en-US" sz="1345" dirty="0">
              <a:latin typeface="微软雅黑" panose="020B0503020204020204" pitchFamily="34" charset="-122"/>
              <a:ea typeface="微软雅黑" panose="020B0503020204020204" pitchFamily="34" charset="-122"/>
            </a:endParaRPr>
          </a:p>
        </p:txBody>
      </p:sp>
      <p:cxnSp>
        <p:nvCxnSpPr>
          <p:cNvPr id="25" name="直接连接符 24"/>
          <p:cNvCxnSpPr/>
          <p:nvPr/>
        </p:nvCxnSpPr>
        <p:spPr>
          <a:xfrm>
            <a:off x="5345901" y="5786183"/>
            <a:ext cx="1006777" cy="0"/>
          </a:xfrm>
          <a:prstGeom prst="line">
            <a:avLst/>
          </a:prstGeom>
          <a:ln w="6350">
            <a:solidFill>
              <a:schemeClr val="bg1">
                <a:lumMod val="50000"/>
              </a:schemeClr>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26" name="标题 11"/>
          <p:cNvSpPr txBox="1"/>
          <p:nvPr/>
        </p:nvSpPr>
        <p:spPr>
          <a:xfrm>
            <a:off x="6375174" y="5565653"/>
            <a:ext cx="3864924" cy="79644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8" name="Text Box 4">
            <a:extLst>
              <a:ext uri="{FF2B5EF4-FFF2-40B4-BE49-F238E27FC236}">
                <a16:creationId xmlns:a16="http://schemas.microsoft.com/office/drawing/2014/main" id="{1A10BB2F-A114-FA4A-B918-550CEA897B2B}"/>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Half Frame 12">
            <a:extLst>
              <a:ext uri="{FF2B5EF4-FFF2-40B4-BE49-F238E27FC236}">
                <a16:creationId xmlns:a16="http://schemas.microsoft.com/office/drawing/2014/main" id="{F9182FFA-C9CD-0448-A10E-0C2F5EF6100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34" name="直线连接符 33">
            <a:extLst>
              <a:ext uri="{FF2B5EF4-FFF2-40B4-BE49-F238E27FC236}">
                <a16:creationId xmlns:a16="http://schemas.microsoft.com/office/drawing/2014/main" id="{814601D5-963F-6F4C-AE3A-CC756A35B20F}"/>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14:presetBounceEnd="81000">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14:bounceEnd="81000">
                                          <p:cBhvr additive="base">
                                            <p:cTn id="119" dur="1000" fill="hold"/>
                                            <p:tgtEl>
                                              <p:spTgt spid="28"/>
                                            </p:tgtEl>
                                            <p:attrNameLst>
                                              <p:attrName>ppt_x</p:attrName>
                                            </p:attrNameLst>
                                          </p:cBhvr>
                                          <p:tavLst>
                                            <p:tav tm="0">
                                              <p:val>
                                                <p:strVal val="#ppt_x"/>
                                              </p:val>
                                            </p:tav>
                                            <p:tav tm="100000">
                                              <p:val>
                                                <p:strVal val="#ppt_x"/>
                                              </p:val>
                                            </p:tav>
                                          </p:tavLst>
                                        </p:anim>
                                        <p:anim calcmode="lin" valueType="num" p14:bounceEnd="81000">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anim calcmode="lin" valueType="num">
                                          <p:cBhvr>
                                            <p:cTn id="10" dur="500" fill="hold"/>
                                            <p:tgtEl>
                                              <p:spTgt spid="10"/>
                                            </p:tgtEl>
                                            <p:attrNameLst>
                                              <p:attrName>ppt_x</p:attrName>
                                            </p:attrNameLst>
                                          </p:cBhvr>
                                          <p:tavLst>
                                            <p:tav tm="0">
                                              <p:val>
                                                <p:fltVal val="0.5"/>
                                              </p:val>
                                            </p:tav>
                                            <p:tav tm="100000">
                                              <p:val>
                                                <p:strVal val="#ppt_x"/>
                                              </p:val>
                                            </p:tav>
                                          </p:tavLst>
                                        </p:anim>
                                        <p:anim calcmode="lin" valueType="num">
                                          <p:cBhvr>
                                            <p:cTn id="11" dur="500" fill="hold"/>
                                            <p:tgtEl>
                                              <p:spTgt spid="10"/>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anim calcmode="lin" valueType="num">
                                          <p:cBhvr>
                                            <p:cTn id="17" dur="500" fill="hold"/>
                                            <p:tgtEl>
                                              <p:spTgt spid="9"/>
                                            </p:tgtEl>
                                            <p:attrNameLst>
                                              <p:attrName>ppt_x</p:attrName>
                                            </p:attrNameLst>
                                          </p:cBhvr>
                                          <p:tavLst>
                                            <p:tav tm="0">
                                              <p:val>
                                                <p:fltVal val="0.5"/>
                                              </p:val>
                                            </p:tav>
                                            <p:tav tm="100000">
                                              <p:val>
                                                <p:strVal val="#ppt_x"/>
                                              </p:val>
                                            </p:tav>
                                          </p:tavLst>
                                        </p:anim>
                                        <p:anim calcmode="lin" valueType="num">
                                          <p:cBhvr>
                                            <p:cTn id="18" dur="500" fill="hold"/>
                                            <p:tgtEl>
                                              <p:spTgt spid="9"/>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250"/>
                                      </p:stCondLst>
                                      <p:childTnLst>
                                        <p:set>
                                          <p:cBhvr>
                                            <p:cTn id="20" dur="1" fill="hold">
                                              <p:stCondLst>
                                                <p:cond delay="0"/>
                                              </p:stCondLst>
                                            </p:cTn>
                                            <p:tgtEl>
                                              <p:spTgt spid="8"/>
                                            </p:tgtEl>
                                            <p:attrNameLst>
                                              <p:attrName>style.visibility</p:attrName>
                                            </p:attrNameLst>
                                          </p:cBhvr>
                                          <p:to>
                                            <p:strVal val="visible"/>
                                          </p:to>
                                        </p:set>
                                        <p:anim calcmode="lin" valueType="num">
                                          <p:cBhvr>
                                            <p:cTn id="21" dur="500" fill="hold"/>
                                            <p:tgtEl>
                                              <p:spTgt spid="8"/>
                                            </p:tgtEl>
                                            <p:attrNameLst>
                                              <p:attrName>ppt_w</p:attrName>
                                            </p:attrNameLst>
                                          </p:cBhvr>
                                          <p:tavLst>
                                            <p:tav tm="0">
                                              <p:val>
                                                <p:fltVal val="0"/>
                                              </p:val>
                                            </p:tav>
                                            <p:tav tm="100000">
                                              <p:val>
                                                <p:strVal val="#ppt_w"/>
                                              </p:val>
                                            </p:tav>
                                          </p:tavLst>
                                        </p:anim>
                                        <p:anim calcmode="lin" valueType="num">
                                          <p:cBhvr>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anim calcmode="lin" valueType="num">
                                          <p:cBhvr>
                                            <p:cTn id="24" dur="500" fill="hold"/>
                                            <p:tgtEl>
                                              <p:spTgt spid="8"/>
                                            </p:tgtEl>
                                            <p:attrNameLst>
                                              <p:attrName>ppt_x</p:attrName>
                                            </p:attrNameLst>
                                          </p:cBhvr>
                                          <p:tavLst>
                                            <p:tav tm="0">
                                              <p:val>
                                                <p:fltVal val="0.5"/>
                                              </p:val>
                                            </p:tav>
                                            <p:tav tm="100000">
                                              <p:val>
                                                <p:strVal val="#ppt_x"/>
                                              </p:val>
                                            </p:tav>
                                          </p:tavLst>
                                        </p:anim>
                                        <p:anim calcmode="lin" valueType="num">
                                          <p:cBhvr>
                                            <p:cTn id="25" dur="500" fill="hold"/>
                                            <p:tgtEl>
                                              <p:spTgt spid="8"/>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250"/>
                                      </p:stCondLst>
                                      <p:childTnLst>
                                        <p:set>
                                          <p:cBhvr>
                                            <p:cTn id="27" dur="1" fill="hold">
                                              <p:stCondLst>
                                                <p:cond delay="0"/>
                                              </p:stCondLst>
                                            </p:cTn>
                                            <p:tgtEl>
                                              <p:spTgt spid="5"/>
                                            </p:tgtEl>
                                            <p:attrNameLst>
                                              <p:attrName>style.visibility</p:attrName>
                                            </p:attrNameLst>
                                          </p:cBhvr>
                                          <p:to>
                                            <p:strVal val="visible"/>
                                          </p:to>
                                        </p:set>
                                        <p:anim calcmode="lin" valueType="num">
                                          <p:cBhvr>
                                            <p:cTn id="28" dur="500" fill="hold"/>
                                            <p:tgtEl>
                                              <p:spTgt spid="5"/>
                                            </p:tgtEl>
                                            <p:attrNameLst>
                                              <p:attrName>ppt_w</p:attrName>
                                            </p:attrNameLst>
                                          </p:cBhvr>
                                          <p:tavLst>
                                            <p:tav tm="0">
                                              <p:val>
                                                <p:fltVal val="0"/>
                                              </p:val>
                                            </p:tav>
                                            <p:tav tm="100000">
                                              <p:val>
                                                <p:strVal val="#ppt_w"/>
                                              </p:val>
                                            </p:tav>
                                          </p:tavLst>
                                        </p:anim>
                                        <p:anim calcmode="lin" valueType="num">
                                          <p:cBhvr>
                                            <p:cTn id="29" dur="500" fill="hold"/>
                                            <p:tgtEl>
                                              <p:spTgt spid="5"/>
                                            </p:tgtEl>
                                            <p:attrNameLst>
                                              <p:attrName>ppt_h</p:attrName>
                                            </p:attrNameLst>
                                          </p:cBhvr>
                                          <p:tavLst>
                                            <p:tav tm="0">
                                              <p:val>
                                                <p:fltVal val="0"/>
                                              </p:val>
                                            </p:tav>
                                            <p:tav tm="100000">
                                              <p:val>
                                                <p:strVal val="#ppt_h"/>
                                              </p:val>
                                            </p:tav>
                                          </p:tavLst>
                                        </p:anim>
                                        <p:animEffect transition="in" filter="fade">
                                          <p:cBhvr>
                                            <p:cTn id="30" dur="500"/>
                                            <p:tgtEl>
                                              <p:spTgt spid="5"/>
                                            </p:tgtEl>
                                          </p:cBhvr>
                                        </p:animEffect>
                                        <p:anim calcmode="lin" valueType="num">
                                          <p:cBhvr>
                                            <p:cTn id="31" dur="500" fill="hold"/>
                                            <p:tgtEl>
                                              <p:spTgt spid="5"/>
                                            </p:tgtEl>
                                            <p:attrNameLst>
                                              <p:attrName>ppt_x</p:attrName>
                                            </p:attrNameLst>
                                          </p:cBhvr>
                                          <p:tavLst>
                                            <p:tav tm="0">
                                              <p:val>
                                                <p:fltVal val="0.5"/>
                                              </p:val>
                                            </p:tav>
                                            <p:tav tm="100000">
                                              <p:val>
                                                <p:strVal val="#ppt_x"/>
                                              </p:val>
                                            </p:tav>
                                          </p:tavLst>
                                        </p:anim>
                                        <p:anim calcmode="lin" valueType="num">
                                          <p:cBhvr>
                                            <p:cTn id="32" dur="500" fill="hold"/>
                                            <p:tgtEl>
                                              <p:spTgt spid="5"/>
                                            </p:tgtEl>
                                            <p:attrNameLst>
                                              <p:attrName>ppt_y</p:attrName>
                                            </p:attrNameLst>
                                          </p:cBhvr>
                                          <p:tavLst>
                                            <p:tav tm="0">
                                              <p:val>
                                                <p:fltVal val="0.5"/>
                                              </p:val>
                                            </p:tav>
                                            <p:tav tm="100000">
                                              <p:val>
                                                <p:strVal val="#ppt_y"/>
                                              </p:val>
                                            </p:tav>
                                          </p:tavLst>
                                        </p:anim>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par>
                              <p:cTn id="37" fill="hold">
                                <p:stCondLst>
                                  <p:cond delay="1000"/>
                                </p:stCondLst>
                                <p:childTnLst>
                                  <p:par>
                                    <p:cTn id="38" presetID="22" presetClass="entr" presetSubtype="8" fill="hold" nodeType="after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500"/>
                                            <p:tgtEl>
                                              <p:spTgt spid="7"/>
                                            </p:tgtEl>
                                          </p:cBhvr>
                                        </p:animEffect>
                                      </p:childTnLst>
                                    </p:cTn>
                                  </p:par>
                                </p:childTnLst>
                              </p:cTn>
                            </p:par>
                            <p:par>
                              <p:cTn id="41" fill="hold">
                                <p:stCondLst>
                                  <p:cond delay="1500"/>
                                </p:stCondLst>
                                <p:childTnLst>
                                  <p:par>
                                    <p:cTn id="42" presetID="53" presetClass="entr" presetSubtype="16" fill="hold" grpId="0"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childTnLst>
                              </p:cTn>
                            </p:par>
                            <p:par>
                              <p:cTn id="47" fill="hold">
                                <p:stCondLst>
                                  <p:cond delay="2000"/>
                                </p:stCondLst>
                                <p:childTnLst>
                                  <p:par>
                                    <p:cTn id="48" presetID="10" presetClass="entr" presetSubtype="0" fill="hold" grpId="0" nodeType="after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500"/>
                                            <p:tgtEl>
                                              <p:spTgt spid="12"/>
                                            </p:tgtEl>
                                          </p:cBhvr>
                                        </p:animEffect>
                                      </p:childTnLst>
                                    </p:cTn>
                                  </p:par>
                                </p:childTnLst>
                              </p:cTn>
                            </p:par>
                            <p:par>
                              <p:cTn id="51" fill="hold">
                                <p:stCondLst>
                                  <p:cond delay="2500"/>
                                </p:stCondLst>
                                <p:childTnLst>
                                  <p:par>
                                    <p:cTn id="52" presetID="22" presetClass="entr" presetSubtype="8" fill="hold"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par>
                              <p:cTn id="55" fill="hold">
                                <p:stCondLst>
                                  <p:cond delay="3000"/>
                                </p:stCondLst>
                                <p:childTnLst>
                                  <p:par>
                                    <p:cTn id="56" presetID="53" presetClass="entr" presetSubtype="16" fill="hold" grpId="0" nodeType="afterEffect">
                                      <p:stCondLst>
                                        <p:cond delay="0"/>
                                      </p:stCondLst>
                                      <p:childTnLst>
                                        <p:set>
                                          <p:cBhvr>
                                            <p:cTn id="57" dur="1" fill="hold">
                                              <p:stCondLst>
                                                <p:cond delay="0"/>
                                              </p:stCondLst>
                                            </p:cTn>
                                            <p:tgtEl>
                                              <p:spTgt spid="14"/>
                                            </p:tgtEl>
                                            <p:attrNameLst>
                                              <p:attrName>style.visibility</p:attrName>
                                            </p:attrNameLst>
                                          </p:cBhvr>
                                          <p:to>
                                            <p:strVal val="visible"/>
                                          </p:to>
                                        </p:set>
                                        <p:anim calcmode="lin" valueType="num">
                                          <p:cBhvr>
                                            <p:cTn id="58" dur="500" fill="hold"/>
                                            <p:tgtEl>
                                              <p:spTgt spid="14"/>
                                            </p:tgtEl>
                                            <p:attrNameLst>
                                              <p:attrName>ppt_w</p:attrName>
                                            </p:attrNameLst>
                                          </p:cBhvr>
                                          <p:tavLst>
                                            <p:tav tm="0">
                                              <p:val>
                                                <p:fltVal val="0"/>
                                              </p:val>
                                            </p:tav>
                                            <p:tav tm="100000">
                                              <p:val>
                                                <p:strVal val="#ppt_w"/>
                                              </p:val>
                                            </p:tav>
                                          </p:tavLst>
                                        </p:anim>
                                        <p:anim calcmode="lin" valueType="num">
                                          <p:cBhvr>
                                            <p:cTn id="59" dur="500" fill="hold"/>
                                            <p:tgtEl>
                                              <p:spTgt spid="14"/>
                                            </p:tgtEl>
                                            <p:attrNameLst>
                                              <p:attrName>ppt_h</p:attrName>
                                            </p:attrNameLst>
                                          </p:cBhvr>
                                          <p:tavLst>
                                            <p:tav tm="0">
                                              <p:val>
                                                <p:fltVal val="0"/>
                                              </p:val>
                                            </p:tav>
                                            <p:tav tm="100000">
                                              <p:val>
                                                <p:strVal val="#ppt_h"/>
                                              </p:val>
                                            </p:tav>
                                          </p:tavLst>
                                        </p:anim>
                                        <p:animEffect transition="in" filter="fade">
                                          <p:cBhvr>
                                            <p:cTn id="60" dur="500"/>
                                            <p:tgtEl>
                                              <p:spTgt spid="14"/>
                                            </p:tgtEl>
                                          </p:cBhvr>
                                        </p:animEffect>
                                      </p:childTnLst>
                                    </p:cTn>
                                  </p:par>
                                </p:childTnLst>
                              </p:cTn>
                            </p:par>
                            <p:par>
                              <p:cTn id="61" fill="hold">
                                <p:stCondLst>
                                  <p:cond delay="3500"/>
                                </p:stCondLst>
                                <p:childTnLst>
                                  <p:par>
                                    <p:cTn id="62" presetID="10" presetClass="entr" presetSubtype="0" fill="hold" grpId="0" nodeType="afterEffect">
                                      <p:stCondLst>
                                        <p:cond delay="0"/>
                                      </p:stCondLst>
                                      <p:childTnLst>
                                        <p:set>
                                          <p:cBhvr>
                                            <p:cTn id="63" dur="1" fill="hold">
                                              <p:stCondLst>
                                                <p:cond delay="0"/>
                                              </p:stCondLst>
                                            </p:cTn>
                                            <p:tgtEl>
                                              <p:spTgt spid="15"/>
                                            </p:tgtEl>
                                            <p:attrNameLst>
                                              <p:attrName>style.visibility</p:attrName>
                                            </p:attrNameLst>
                                          </p:cBhvr>
                                          <p:to>
                                            <p:strVal val="visible"/>
                                          </p:to>
                                        </p:set>
                                        <p:animEffect transition="in" filter="fade">
                                          <p:cBhvr>
                                            <p:cTn id="64" dur="500"/>
                                            <p:tgtEl>
                                              <p:spTgt spid="15"/>
                                            </p:tgtEl>
                                          </p:cBhvr>
                                        </p:animEffect>
                                      </p:childTnLst>
                                    </p:cTn>
                                  </p:par>
                                </p:childTnLst>
                              </p:cTn>
                            </p:par>
                            <p:par>
                              <p:cTn id="65" fill="hold">
                                <p:stCondLst>
                                  <p:cond delay="4000"/>
                                </p:stCondLst>
                                <p:childTnLst>
                                  <p:par>
                                    <p:cTn id="66" presetID="22" presetClass="entr" presetSubtype="8"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wipe(left)">
                                          <p:cBhvr>
                                            <p:cTn id="68" dur="500"/>
                                            <p:tgtEl>
                                              <p:spTgt spid="16"/>
                                            </p:tgtEl>
                                          </p:cBhvr>
                                        </p:animEffect>
                                      </p:childTnLst>
                                    </p:cTn>
                                  </p:par>
                                </p:childTnLst>
                              </p:cTn>
                            </p:par>
                            <p:par>
                              <p:cTn id="69" fill="hold">
                                <p:stCondLst>
                                  <p:cond delay="4500"/>
                                </p:stCondLst>
                                <p:childTnLst>
                                  <p:par>
                                    <p:cTn id="70" presetID="53" presetClass="entr" presetSubtype="16" fill="hold" grpId="0" nodeType="afterEffect">
                                      <p:stCondLst>
                                        <p:cond delay="0"/>
                                      </p:stCondLst>
                                      <p:childTnLst>
                                        <p:set>
                                          <p:cBhvr>
                                            <p:cTn id="71" dur="1" fill="hold">
                                              <p:stCondLst>
                                                <p:cond delay="0"/>
                                              </p:stCondLst>
                                            </p:cTn>
                                            <p:tgtEl>
                                              <p:spTgt spid="17"/>
                                            </p:tgtEl>
                                            <p:attrNameLst>
                                              <p:attrName>style.visibility</p:attrName>
                                            </p:attrNameLst>
                                          </p:cBhvr>
                                          <p:to>
                                            <p:strVal val="visible"/>
                                          </p:to>
                                        </p:set>
                                        <p:anim calcmode="lin" valueType="num">
                                          <p:cBhvr>
                                            <p:cTn id="72" dur="500" fill="hold"/>
                                            <p:tgtEl>
                                              <p:spTgt spid="17"/>
                                            </p:tgtEl>
                                            <p:attrNameLst>
                                              <p:attrName>ppt_w</p:attrName>
                                            </p:attrNameLst>
                                          </p:cBhvr>
                                          <p:tavLst>
                                            <p:tav tm="0">
                                              <p:val>
                                                <p:fltVal val="0"/>
                                              </p:val>
                                            </p:tav>
                                            <p:tav tm="100000">
                                              <p:val>
                                                <p:strVal val="#ppt_w"/>
                                              </p:val>
                                            </p:tav>
                                          </p:tavLst>
                                        </p:anim>
                                        <p:anim calcmode="lin" valueType="num">
                                          <p:cBhvr>
                                            <p:cTn id="73" dur="500" fill="hold"/>
                                            <p:tgtEl>
                                              <p:spTgt spid="17"/>
                                            </p:tgtEl>
                                            <p:attrNameLst>
                                              <p:attrName>ppt_h</p:attrName>
                                            </p:attrNameLst>
                                          </p:cBhvr>
                                          <p:tavLst>
                                            <p:tav tm="0">
                                              <p:val>
                                                <p:fltVal val="0"/>
                                              </p:val>
                                            </p:tav>
                                            <p:tav tm="100000">
                                              <p:val>
                                                <p:strVal val="#ppt_h"/>
                                              </p:val>
                                            </p:tav>
                                          </p:tavLst>
                                        </p:anim>
                                        <p:animEffect transition="in" filter="fade">
                                          <p:cBhvr>
                                            <p:cTn id="74" dur="500"/>
                                            <p:tgtEl>
                                              <p:spTgt spid="17"/>
                                            </p:tgtEl>
                                          </p:cBhvr>
                                        </p:animEffect>
                                      </p:childTnLst>
                                    </p:cTn>
                                  </p:par>
                                </p:childTnLst>
                              </p:cTn>
                            </p:par>
                            <p:par>
                              <p:cTn id="75" fill="hold">
                                <p:stCondLst>
                                  <p:cond delay="5000"/>
                                </p:stCondLst>
                                <p:childTnLst>
                                  <p:par>
                                    <p:cTn id="76" presetID="10" presetClass="entr" presetSubtype="0" fill="hold" grpId="0" nodeType="after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500"/>
                                            <p:tgtEl>
                                              <p:spTgt spid="18"/>
                                            </p:tgtEl>
                                          </p:cBhvr>
                                        </p:animEffect>
                                      </p:childTnLst>
                                    </p:cTn>
                                  </p:par>
                                </p:childTnLst>
                              </p:cTn>
                            </p:par>
                            <p:par>
                              <p:cTn id="79" fill="hold">
                                <p:stCondLst>
                                  <p:cond delay="5500"/>
                                </p:stCondLst>
                                <p:childTnLst>
                                  <p:par>
                                    <p:cTn id="80" presetID="22" presetClass="entr" presetSubtype="8" fill="hold" nodeType="after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par>
                              <p:cTn id="83" fill="hold">
                                <p:stCondLst>
                                  <p:cond delay="6000"/>
                                </p:stCondLst>
                                <p:childTnLst>
                                  <p:par>
                                    <p:cTn id="84" presetID="53" presetClass="entr" presetSubtype="16" fill="hold" grpId="0" nodeType="afterEffect">
                                      <p:stCondLst>
                                        <p:cond delay="0"/>
                                      </p:stCondLst>
                                      <p:childTnLst>
                                        <p:set>
                                          <p:cBhvr>
                                            <p:cTn id="85" dur="1" fill="hold">
                                              <p:stCondLst>
                                                <p:cond delay="0"/>
                                              </p:stCondLst>
                                            </p:cTn>
                                            <p:tgtEl>
                                              <p:spTgt spid="20"/>
                                            </p:tgtEl>
                                            <p:attrNameLst>
                                              <p:attrName>style.visibility</p:attrName>
                                            </p:attrNameLst>
                                          </p:cBhvr>
                                          <p:to>
                                            <p:strVal val="visible"/>
                                          </p:to>
                                        </p:set>
                                        <p:anim calcmode="lin" valueType="num">
                                          <p:cBhvr>
                                            <p:cTn id="86" dur="500" fill="hold"/>
                                            <p:tgtEl>
                                              <p:spTgt spid="20"/>
                                            </p:tgtEl>
                                            <p:attrNameLst>
                                              <p:attrName>ppt_w</p:attrName>
                                            </p:attrNameLst>
                                          </p:cBhvr>
                                          <p:tavLst>
                                            <p:tav tm="0">
                                              <p:val>
                                                <p:fltVal val="0"/>
                                              </p:val>
                                            </p:tav>
                                            <p:tav tm="100000">
                                              <p:val>
                                                <p:strVal val="#ppt_w"/>
                                              </p:val>
                                            </p:tav>
                                          </p:tavLst>
                                        </p:anim>
                                        <p:anim calcmode="lin" valueType="num">
                                          <p:cBhvr>
                                            <p:cTn id="87" dur="500" fill="hold"/>
                                            <p:tgtEl>
                                              <p:spTgt spid="20"/>
                                            </p:tgtEl>
                                            <p:attrNameLst>
                                              <p:attrName>ppt_h</p:attrName>
                                            </p:attrNameLst>
                                          </p:cBhvr>
                                          <p:tavLst>
                                            <p:tav tm="0">
                                              <p:val>
                                                <p:fltVal val="0"/>
                                              </p:val>
                                            </p:tav>
                                            <p:tav tm="100000">
                                              <p:val>
                                                <p:strVal val="#ppt_h"/>
                                              </p:val>
                                            </p:tav>
                                          </p:tavLst>
                                        </p:anim>
                                        <p:animEffect transition="in" filter="fade">
                                          <p:cBhvr>
                                            <p:cTn id="88" dur="500"/>
                                            <p:tgtEl>
                                              <p:spTgt spid="20"/>
                                            </p:tgtEl>
                                          </p:cBhvr>
                                        </p:animEffect>
                                      </p:childTnLst>
                                    </p:cTn>
                                  </p:par>
                                </p:childTnLst>
                              </p:cTn>
                            </p:par>
                            <p:par>
                              <p:cTn id="89" fill="hold">
                                <p:stCondLst>
                                  <p:cond delay="6500"/>
                                </p:stCondLst>
                                <p:childTnLst>
                                  <p:par>
                                    <p:cTn id="90" presetID="10" presetClass="entr" presetSubtype="0" fill="hold" grpId="0" nodeType="after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fade">
                                          <p:cBhvr>
                                            <p:cTn id="92" dur="500"/>
                                            <p:tgtEl>
                                              <p:spTgt spid="21"/>
                                            </p:tgtEl>
                                          </p:cBhvr>
                                        </p:animEffect>
                                      </p:childTnLst>
                                    </p:cTn>
                                  </p:par>
                                </p:childTnLst>
                              </p:cTn>
                            </p:par>
                            <p:par>
                              <p:cTn id="93" fill="hold">
                                <p:stCondLst>
                                  <p:cond delay="7000"/>
                                </p:stCondLst>
                                <p:childTnLst>
                                  <p:par>
                                    <p:cTn id="94" presetID="22" presetClass="entr" presetSubtype="8" fill="hold" nodeType="afterEffect">
                                      <p:stCondLst>
                                        <p:cond delay="0"/>
                                      </p:stCondLst>
                                      <p:childTnLst>
                                        <p:set>
                                          <p:cBhvr>
                                            <p:cTn id="95" dur="1" fill="hold">
                                              <p:stCondLst>
                                                <p:cond delay="0"/>
                                              </p:stCondLst>
                                            </p:cTn>
                                            <p:tgtEl>
                                              <p:spTgt spid="22"/>
                                            </p:tgtEl>
                                            <p:attrNameLst>
                                              <p:attrName>style.visibility</p:attrName>
                                            </p:attrNameLst>
                                          </p:cBhvr>
                                          <p:to>
                                            <p:strVal val="visible"/>
                                          </p:to>
                                        </p:set>
                                        <p:animEffect transition="in" filter="wipe(left)">
                                          <p:cBhvr>
                                            <p:cTn id="96" dur="500"/>
                                            <p:tgtEl>
                                              <p:spTgt spid="22"/>
                                            </p:tgtEl>
                                          </p:cBhvr>
                                        </p:animEffect>
                                      </p:childTnLst>
                                    </p:cTn>
                                  </p:par>
                                </p:childTnLst>
                              </p:cTn>
                            </p:par>
                            <p:par>
                              <p:cTn id="97" fill="hold">
                                <p:stCondLst>
                                  <p:cond delay="7500"/>
                                </p:stCondLst>
                                <p:childTnLst>
                                  <p:par>
                                    <p:cTn id="98" presetID="53" presetClass="entr" presetSubtype="16" fill="hold" grpId="0" nodeType="after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p:cTn id="100" dur="500" fill="hold"/>
                                            <p:tgtEl>
                                              <p:spTgt spid="23"/>
                                            </p:tgtEl>
                                            <p:attrNameLst>
                                              <p:attrName>ppt_w</p:attrName>
                                            </p:attrNameLst>
                                          </p:cBhvr>
                                          <p:tavLst>
                                            <p:tav tm="0">
                                              <p:val>
                                                <p:fltVal val="0"/>
                                              </p:val>
                                            </p:tav>
                                            <p:tav tm="100000">
                                              <p:val>
                                                <p:strVal val="#ppt_w"/>
                                              </p:val>
                                            </p:tav>
                                          </p:tavLst>
                                        </p:anim>
                                        <p:anim calcmode="lin" valueType="num">
                                          <p:cBhvr>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childTnLst>
                              </p:cTn>
                            </p:par>
                            <p:par>
                              <p:cTn id="103" fill="hold">
                                <p:stCondLst>
                                  <p:cond delay="8000"/>
                                </p:stCondLst>
                                <p:childTnLst>
                                  <p:par>
                                    <p:cTn id="104" presetID="10" presetClass="entr" presetSubtype="0" fill="hold" grpId="0" nodeType="afterEffect">
                                      <p:stCondLst>
                                        <p:cond delay="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500"/>
                                            <p:tgtEl>
                                              <p:spTgt spid="24"/>
                                            </p:tgtEl>
                                          </p:cBhvr>
                                        </p:animEffect>
                                      </p:childTnLst>
                                    </p:cTn>
                                  </p:par>
                                </p:childTnLst>
                              </p:cTn>
                            </p:par>
                            <p:par>
                              <p:cTn id="107" fill="hold">
                                <p:stCondLst>
                                  <p:cond delay="8500"/>
                                </p:stCondLst>
                                <p:childTnLst>
                                  <p:par>
                                    <p:cTn id="108" presetID="22" presetClass="entr" presetSubtype="8" fill="hold" nodeType="afterEffect">
                                      <p:stCondLst>
                                        <p:cond delay="0"/>
                                      </p:stCondLst>
                                      <p:childTnLst>
                                        <p:set>
                                          <p:cBhvr>
                                            <p:cTn id="109" dur="1" fill="hold">
                                              <p:stCondLst>
                                                <p:cond delay="0"/>
                                              </p:stCondLst>
                                            </p:cTn>
                                            <p:tgtEl>
                                              <p:spTgt spid="25"/>
                                            </p:tgtEl>
                                            <p:attrNameLst>
                                              <p:attrName>style.visibility</p:attrName>
                                            </p:attrNameLst>
                                          </p:cBhvr>
                                          <p:to>
                                            <p:strVal val="visible"/>
                                          </p:to>
                                        </p:set>
                                        <p:animEffect transition="in" filter="wipe(left)">
                                          <p:cBhvr>
                                            <p:cTn id="110" dur="500"/>
                                            <p:tgtEl>
                                              <p:spTgt spid="25"/>
                                            </p:tgtEl>
                                          </p:cBhvr>
                                        </p:animEffect>
                                      </p:childTnLst>
                                    </p:cTn>
                                  </p:par>
                                </p:childTnLst>
                              </p:cTn>
                            </p:par>
                            <p:par>
                              <p:cTn id="111" fill="hold">
                                <p:stCondLst>
                                  <p:cond delay="9000"/>
                                </p:stCondLst>
                                <p:childTnLst>
                                  <p:par>
                                    <p:cTn id="112" presetID="53" presetClass="entr" presetSubtype="16" fill="hold" grpId="0" nodeType="afterEffect">
                                      <p:stCondLst>
                                        <p:cond delay="0"/>
                                      </p:stCondLst>
                                      <p:childTnLst>
                                        <p:set>
                                          <p:cBhvr>
                                            <p:cTn id="113" dur="1" fill="hold">
                                              <p:stCondLst>
                                                <p:cond delay="0"/>
                                              </p:stCondLst>
                                            </p:cTn>
                                            <p:tgtEl>
                                              <p:spTgt spid="26"/>
                                            </p:tgtEl>
                                            <p:attrNameLst>
                                              <p:attrName>style.visibility</p:attrName>
                                            </p:attrNameLst>
                                          </p:cBhvr>
                                          <p:to>
                                            <p:strVal val="visible"/>
                                          </p:to>
                                        </p:set>
                                        <p:anim calcmode="lin" valueType="num">
                                          <p:cBhvr>
                                            <p:cTn id="114" dur="500" fill="hold"/>
                                            <p:tgtEl>
                                              <p:spTgt spid="26"/>
                                            </p:tgtEl>
                                            <p:attrNameLst>
                                              <p:attrName>ppt_w</p:attrName>
                                            </p:attrNameLst>
                                          </p:cBhvr>
                                          <p:tavLst>
                                            <p:tav tm="0">
                                              <p:val>
                                                <p:fltVal val="0"/>
                                              </p:val>
                                            </p:tav>
                                            <p:tav tm="100000">
                                              <p:val>
                                                <p:strVal val="#ppt_w"/>
                                              </p:val>
                                            </p:tav>
                                          </p:tavLst>
                                        </p:anim>
                                        <p:anim calcmode="lin" valueType="num">
                                          <p:cBhvr>
                                            <p:cTn id="115" dur="500" fill="hold"/>
                                            <p:tgtEl>
                                              <p:spTgt spid="26"/>
                                            </p:tgtEl>
                                            <p:attrNameLst>
                                              <p:attrName>ppt_h</p:attrName>
                                            </p:attrNameLst>
                                          </p:cBhvr>
                                          <p:tavLst>
                                            <p:tav tm="0">
                                              <p:val>
                                                <p:fltVal val="0"/>
                                              </p:val>
                                            </p:tav>
                                            <p:tav tm="100000">
                                              <p:val>
                                                <p:strVal val="#ppt_h"/>
                                              </p:val>
                                            </p:tav>
                                          </p:tavLst>
                                        </p:anim>
                                        <p:animEffect transition="in" filter="fade">
                                          <p:cBhvr>
                                            <p:cTn id="116" dur="500"/>
                                            <p:tgtEl>
                                              <p:spTgt spid="26"/>
                                            </p:tgtEl>
                                          </p:cBhvr>
                                        </p:animEffect>
                                      </p:childTnLst>
                                    </p:cTn>
                                  </p:par>
                                  <p:par>
                                    <p:cTn id="117" presetID="2" presetClass="entr" presetSubtype="1" fill="hold" grpId="0" nodeType="withEffect">
                                      <p:stCondLst>
                                        <p:cond delay="0"/>
                                      </p:stCondLst>
                                      <p:childTnLst>
                                        <p:set>
                                          <p:cBhvr>
                                            <p:cTn id="118" dur="1" fill="hold">
                                              <p:stCondLst>
                                                <p:cond delay="0"/>
                                              </p:stCondLst>
                                            </p:cTn>
                                            <p:tgtEl>
                                              <p:spTgt spid="28"/>
                                            </p:tgtEl>
                                            <p:attrNameLst>
                                              <p:attrName>style.visibility</p:attrName>
                                            </p:attrNameLst>
                                          </p:cBhvr>
                                          <p:to>
                                            <p:strVal val="visible"/>
                                          </p:to>
                                        </p:set>
                                        <p:anim calcmode="lin" valueType="num">
                                          <p:cBhvr additive="base">
                                            <p:cTn id="119" dur="1000" fill="hold"/>
                                            <p:tgtEl>
                                              <p:spTgt spid="28"/>
                                            </p:tgtEl>
                                            <p:attrNameLst>
                                              <p:attrName>ppt_x</p:attrName>
                                            </p:attrNameLst>
                                          </p:cBhvr>
                                          <p:tavLst>
                                            <p:tav tm="0">
                                              <p:val>
                                                <p:strVal val="#ppt_x"/>
                                              </p:val>
                                            </p:tav>
                                            <p:tav tm="100000">
                                              <p:val>
                                                <p:strVal val="#ppt_x"/>
                                              </p:val>
                                            </p:tav>
                                          </p:tavLst>
                                        </p:anim>
                                        <p:anim calcmode="lin" valueType="num">
                                          <p:cBhvr additive="base">
                                            <p:cTn id="120" dur="1000" fill="hold"/>
                                            <p:tgtEl>
                                              <p:spTgt spid="28"/>
                                            </p:tgtEl>
                                            <p:attrNameLst>
                                              <p:attrName>ppt_y</p:attrName>
                                            </p:attrNameLst>
                                          </p:cBhvr>
                                          <p:tavLst>
                                            <p:tav tm="0">
                                              <p:val>
                                                <p:strVal val="0-#ppt_h/2"/>
                                              </p:val>
                                            </p:tav>
                                            <p:tav tm="100000">
                                              <p:val>
                                                <p:strVal val="#ppt_y"/>
                                              </p:val>
                                            </p:tav>
                                          </p:tavLst>
                                        </p:anim>
                                      </p:childTnLst>
                                    </p:cTn>
                                  </p:par>
                                </p:childTnLst>
                              </p:cTn>
                            </p:par>
                            <p:par>
                              <p:cTn id="121" fill="hold">
                                <p:stCondLst>
                                  <p:cond delay="10000"/>
                                </p:stCondLst>
                                <p:childTnLst>
                                  <p:par>
                                    <p:cTn id="122" presetID="22" presetClass="entr" presetSubtype="8" fill="hold" nodeType="afterEffect">
                                      <p:stCondLst>
                                        <p:cond delay="0"/>
                                      </p:stCondLst>
                                      <p:childTnLst>
                                        <p:set>
                                          <p:cBhvr>
                                            <p:cTn id="123" dur="1" fill="hold">
                                              <p:stCondLst>
                                                <p:cond delay="0"/>
                                              </p:stCondLst>
                                            </p:cTn>
                                            <p:tgtEl>
                                              <p:spTgt spid="33"/>
                                            </p:tgtEl>
                                            <p:attrNameLst>
                                              <p:attrName>style.visibility</p:attrName>
                                            </p:attrNameLst>
                                          </p:cBhvr>
                                          <p:to>
                                            <p:strVal val="visible"/>
                                          </p:to>
                                        </p:set>
                                        <p:animEffect transition="in" filter="wipe(left)">
                                          <p:cBhvr>
                                            <p:cTn id="12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p:bldP spid="9" grpId="0" animBg="1"/>
          <p:bldP spid="10" grpId="0" animBg="1"/>
          <p:bldP spid="11" grpId="0"/>
          <p:bldP spid="12" grpId="0" animBg="1"/>
          <p:bldP spid="14" grpId="0"/>
          <p:bldP spid="15" grpId="0" animBg="1"/>
          <p:bldP spid="17" grpId="0"/>
          <p:bldP spid="18" grpId="0" animBg="1"/>
          <p:bldP spid="20" grpId="0"/>
          <p:bldP spid="21" grpId="0" animBg="1"/>
          <p:bldP spid="23" grpId="0"/>
          <p:bldP spid="24" grpId="0" animBg="1"/>
          <p:bldP spid="26" grpId="0"/>
          <p:bldP spid="28" grpId="0"/>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圆角矩形 206"/>
          <p:cNvSpPr/>
          <p:nvPr/>
        </p:nvSpPr>
        <p:spPr>
          <a:xfrm>
            <a:off x="1529684" y="1726868"/>
            <a:ext cx="1957137" cy="4026569"/>
          </a:xfrm>
          <a:prstGeom prst="roundRect">
            <a:avLst>
              <a:gd name="adj" fmla="val 50000"/>
            </a:avLst>
          </a:prstGeom>
          <a:solidFill>
            <a:schemeClr val="bg1">
              <a:lumMod val="95000"/>
            </a:schemeClr>
          </a:solidFill>
          <a:ln>
            <a:gradFill flip="none" rotWithShape="1">
              <a:gsLst>
                <a:gs pos="0">
                  <a:schemeClr val="bg1"/>
                </a:gs>
                <a:gs pos="100000">
                  <a:schemeClr val="bg1">
                    <a:lumMod val="85000"/>
                  </a:schemeClr>
                </a:gs>
              </a:gsLst>
              <a:lin ang="2700000" scaled="1"/>
              <a:tileRect/>
            </a:gradFill>
          </a:ln>
          <a:effectLst>
            <a:outerShdw blurRad="1524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08" name="组合 207"/>
          <p:cNvGrpSpPr/>
          <p:nvPr/>
        </p:nvGrpSpPr>
        <p:grpSpPr>
          <a:xfrm>
            <a:off x="1776429" y="1938989"/>
            <a:ext cx="1463644" cy="1463644"/>
            <a:chOff x="1776428" y="1767538"/>
            <a:chExt cx="1463644" cy="1463644"/>
          </a:xfrm>
        </p:grpSpPr>
        <p:sp>
          <p:nvSpPr>
            <p:cNvPr id="209" name="椭圆 208"/>
            <p:cNvSpPr/>
            <p:nvPr/>
          </p:nvSpPr>
          <p:spPr>
            <a:xfrm>
              <a:off x="1776428" y="1767538"/>
              <a:ext cx="1463644" cy="1463644"/>
            </a:xfrm>
            <a:prstGeom prst="ellipse">
              <a:avLst/>
            </a:prstGeom>
            <a:solidFill>
              <a:schemeClr val="accent1">
                <a:lumMod val="100000"/>
              </a:schemeClr>
            </a:solidFill>
            <a:ln w="19050">
              <a:gradFill flip="none" rotWithShape="1">
                <a:gsLst>
                  <a:gs pos="0">
                    <a:schemeClr val="bg1">
                      <a:lumMod val="85000"/>
                    </a:schemeClr>
                  </a:gs>
                  <a:gs pos="100000">
                    <a:schemeClr val="bg1"/>
                  </a:gs>
                </a:gsLst>
                <a:lin ang="2700000" scaled="1"/>
                <a:tileRect/>
              </a:gradFill>
            </a:ln>
            <a:effectLst>
              <a:innerShdw blurRad="88900" dist="508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0" name="椭圆 209"/>
            <p:cNvSpPr/>
            <p:nvPr/>
          </p:nvSpPr>
          <p:spPr>
            <a:xfrm>
              <a:off x="1932659" y="1921483"/>
              <a:ext cx="1155752" cy="1155752"/>
            </a:xfrm>
            <a:prstGeom prst="ellipse">
              <a:avLst/>
            </a:prstGeom>
            <a:solidFill>
              <a:schemeClr val="bg1">
                <a:lumMod val="95000"/>
              </a:schemeClr>
            </a:solidFill>
            <a:ln w="19050">
              <a:gradFill flip="none" rotWithShape="1">
                <a:gsLst>
                  <a:gs pos="100000">
                    <a:schemeClr val="bg1">
                      <a:lumMod val="85000"/>
                    </a:schemeClr>
                  </a:gs>
                  <a:gs pos="0">
                    <a:schemeClr val="bg1"/>
                  </a:gs>
                </a:gsLst>
                <a:lin ang="2700000" scaled="1"/>
                <a:tileRect/>
              </a:gradFill>
            </a:ln>
            <a:effectLst>
              <a:outerShdw blurRad="88900" dist="50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1" name="矩形 210"/>
          <p:cNvSpPr/>
          <p:nvPr/>
        </p:nvSpPr>
        <p:spPr>
          <a:xfrm>
            <a:off x="1678185" y="4792085"/>
            <a:ext cx="1660131" cy="36083"/>
          </a:xfrm>
          <a:prstGeom prst="rect">
            <a:avLst/>
          </a:prstGeom>
          <a:gradFill>
            <a:gsLst>
              <a:gs pos="0">
                <a:srgbClr val="D3D3D3"/>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2" name="文本框 211"/>
          <p:cNvSpPr txBox="1"/>
          <p:nvPr/>
        </p:nvSpPr>
        <p:spPr>
          <a:xfrm>
            <a:off x="1992993" y="4914893"/>
            <a:ext cx="1030515" cy="646331"/>
          </a:xfrm>
          <a:prstGeom prst="rect">
            <a:avLst/>
          </a:prstGeom>
          <a:noFill/>
        </p:spPr>
        <p:txBody>
          <a:bodyPr wrap="square" rtlCol="0">
            <a:spAutoFit/>
          </a:bodyPr>
          <a:lstStyle/>
          <a:p>
            <a:pPr algn="ctr"/>
            <a:r>
              <a:rPr lang="en-US" altLang="zh-CN" sz="3600" dirty="0">
                <a:solidFill>
                  <a:schemeClr val="tx1">
                    <a:lumMod val="95000"/>
                    <a:lumOff val="5000"/>
                  </a:schemeClr>
                </a:solidFill>
                <a:latin typeface="微软雅黑" panose="020B0503020204020204" pitchFamily="34" charset="-122"/>
                <a:ea typeface="微软雅黑" panose="020B0503020204020204" pitchFamily="34" charset="-122"/>
              </a:rPr>
              <a:t>01</a:t>
            </a:r>
            <a:endPar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6" name="文本框 215"/>
          <p:cNvSpPr txBox="1"/>
          <p:nvPr/>
        </p:nvSpPr>
        <p:spPr>
          <a:xfrm>
            <a:off x="1884711" y="2371973"/>
            <a:ext cx="1247080" cy="584775"/>
          </a:xfrm>
          <a:prstGeom prst="rect">
            <a:avLst/>
          </a:prstGeom>
          <a:noFill/>
        </p:spPr>
        <p:txBody>
          <a:bodyPr wrap="square" rtlCol="0">
            <a:spAutoFit/>
          </a:bodyPr>
          <a:lstStyle/>
          <a:p>
            <a:pPr algn="ctr"/>
            <a:r>
              <a:rPr lang="en-US" altLang="zh-CN" sz="3200" dirty="0">
                <a:solidFill>
                  <a:schemeClr val="tx1">
                    <a:lumMod val="95000"/>
                    <a:lumOff val="5000"/>
                  </a:schemeClr>
                </a:solidFill>
                <a:latin typeface="微软雅黑" panose="020B0503020204020204" pitchFamily="34" charset="-122"/>
                <a:ea typeface="微软雅黑" panose="020B0503020204020204" pitchFamily="34" charset="-122"/>
              </a:rPr>
              <a:t>100</a:t>
            </a:r>
            <a:r>
              <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7" name="圆角矩形 216"/>
          <p:cNvSpPr/>
          <p:nvPr/>
        </p:nvSpPr>
        <p:spPr>
          <a:xfrm>
            <a:off x="3921517" y="1726868"/>
            <a:ext cx="1957137" cy="4026569"/>
          </a:xfrm>
          <a:prstGeom prst="roundRect">
            <a:avLst>
              <a:gd name="adj" fmla="val 50000"/>
            </a:avLst>
          </a:prstGeom>
          <a:solidFill>
            <a:schemeClr val="bg1">
              <a:lumMod val="95000"/>
            </a:schemeClr>
          </a:solidFill>
          <a:ln>
            <a:gradFill flip="none" rotWithShape="1">
              <a:gsLst>
                <a:gs pos="0">
                  <a:schemeClr val="bg1"/>
                </a:gs>
                <a:gs pos="100000">
                  <a:schemeClr val="bg1">
                    <a:lumMod val="85000"/>
                  </a:schemeClr>
                </a:gs>
              </a:gsLst>
              <a:lin ang="2700000" scaled="1"/>
              <a:tileRect/>
            </a:gradFill>
          </a:ln>
          <a:effectLst>
            <a:outerShdw blurRad="1524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18" name="组合 217"/>
          <p:cNvGrpSpPr/>
          <p:nvPr/>
        </p:nvGrpSpPr>
        <p:grpSpPr>
          <a:xfrm>
            <a:off x="4168262" y="1938989"/>
            <a:ext cx="1463644" cy="1463644"/>
            <a:chOff x="4168261" y="1767538"/>
            <a:chExt cx="1463644" cy="1463644"/>
          </a:xfrm>
        </p:grpSpPr>
        <p:sp>
          <p:nvSpPr>
            <p:cNvPr id="219" name="椭圆 218"/>
            <p:cNvSpPr/>
            <p:nvPr/>
          </p:nvSpPr>
          <p:spPr>
            <a:xfrm>
              <a:off x="4168261" y="1767538"/>
              <a:ext cx="1463644" cy="1463644"/>
            </a:xfrm>
            <a:prstGeom prst="ellipse">
              <a:avLst/>
            </a:prstGeom>
            <a:solidFill>
              <a:schemeClr val="accent1">
                <a:lumMod val="100000"/>
              </a:schemeClr>
            </a:solidFill>
            <a:ln w="19050">
              <a:gradFill flip="none" rotWithShape="1">
                <a:gsLst>
                  <a:gs pos="0">
                    <a:schemeClr val="bg1">
                      <a:lumMod val="85000"/>
                    </a:schemeClr>
                  </a:gs>
                  <a:gs pos="100000">
                    <a:schemeClr val="bg1"/>
                  </a:gs>
                </a:gsLst>
                <a:lin ang="2700000" scaled="1"/>
                <a:tileRect/>
              </a:gradFill>
            </a:ln>
            <a:effectLst>
              <a:innerShdw blurRad="88900" dist="508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0" name="椭圆 219"/>
            <p:cNvSpPr/>
            <p:nvPr/>
          </p:nvSpPr>
          <p:spPr>
            <a:xfrm>
              <a:off x="4324492" y="1921483"/>
              <a:ext cx="1155752" cy="1155752"/>
            </a:xfrm>
            <a:prstGeom prst="ellipse">
              <a:avLst/>
            </a:prstGeom>
            <a:solidFill>
              <a:schemeClr val="bg1">
                <a:lumMod val="95000"/>
              </a:schemeClr>
            </a:solidFill>
            <a:ln w="19050">
              <a:gradFill flip="none" rotWithShape="1">
                <a:gsLst>
                  <a:gs pos="100000">
                    <a:schemeClr val="bg1">
                      <a:lumMod val="85000"/>
                    </a:schemeClr>
                  </a:gs>
                  <a:gs pos="0">
                    <a:schemeClr val="bg1"/>
                  </a:gs>
                </a:gsLst>
                <a:lin ang="2700000" scaled="1"/>
                <a:tileRect/>
              </a:gradFill>
            </a:ln>
            <a:effectLst>
              <a:outerShdw blurRad="88900" dist="50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21" name="矩形 220"/>
          <p:cNvSpPr/>
          <p:nvPr/>
        </p:nvSpPr>
        <p:spPr>
          <a:xfrm>
            <a:off x="4070019" y="4792085"/>
            <a:ext cx="1660131" cy="36083"/>
          </a:xfrm>
          <a:prstGeom prst="rect">
            <a:avLst/>
          </a:prstGeom>
          <a:gradFill>
            <a:gsLst>
              <a:gs pos="0">
                <a:srgbClr val="D3D3D3"/>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2" name="文本框 221"/>
          <p:cNvSpPr txBox="1"/>
          <p:nvPr/>
        </p:nvSpPr>
        <p:spPr>
          <a:xfrm>
            <a:off x="4384825" y="4914893"/>
            <a:ext cx="1030515" cy="646331"/>
          </a:xfrm>
          <a:prstGeom prst="rect">
            <a:avLst/>
          </a:prstGeom>
          <a:noFill/>
        </p:spPr>
        <p:txBody>
          <a:bodyPr wrap="square" rtlCol="0">
            <a:spAutoFit/>
          </a:bodyPr>
          <a:lstStyle/>
          <a:p>
            <a:pPr algn="ctr"/>
            <a:r>
              <a:rPr lang="en-US" altLang="zh-CN" sz="3600" dirty="0">
                <a:solidFill>
                  <a:schemeClr val="tx1">
                    <a:lumMod val="95000"/>
                    <a:lumOff val="5000"/>
                  </a:schemeClr>
                </a:solidFill>
                <a:latin typeface="微软雅黑" panose="020B0503020204020204" pitchFamily="34" charset="-122"/>
                <a:ea typeface="微软雅黑" panose="020B0503020204020204" pitchFamily="34" charset="-122"/>
              </a:rPr>
              <a:t>02</a:t>
            </a:r>
            <a:endPar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6" name="文本框 225"/>
          <p:cNvSpPr txBox="1"/>
          <p:nvPr/>
        </p:nvSpPr>
        <p:spPr>
          <a:xfrm>
            <a:off x="4384825" y="2371974"/>
            <a:ext cx="1030515" cy="584775"/>
          </a:xfrm>
          <a:prstGeom prst="rect">
            <a:avLst/>
          </a:prstGeom>
          <a:noFill/>
        </p:spPr>
        <p:txBody>
          <a:bodyPr wrap="square" rtlCol="0">
            <a:spAutoFit/>
          </a:bodyPr>
          <a:lstStyle/>
          <a:p>
            <a:pPr algn="ctr"/>
            <a:r>
              <a:rPr lang="en-US" altLang="zh-CN" sz="3200" dirty="0">
                <a:solidFill>
                  <a:schemeClr val="tx1">
                    <a:lumMod val="95000"/>
                    <a:lumOff val="5000"/>
                  </a:schemeClr>
                </a:solidFill>
                <a:latin typeface="微软雅黑" panose="020B0503020204020204" pitchFamily="34" charset="-122"/>
                <a:ea typeface="微软雅黑" panose="020B0503020204020204" pitchFamily="34" charset="-122"/>
              </a:rPr>
              <a:t>80</a:t>
            </a:r>
            <a:r>
              <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7" name="圆角矩形 226"/>
          <p:cNvSpPr/>
          <p:nvPr/>
        </p:nvSpPr>
        <p:spPr>
          <a:xfrm>
            <a:off x="6313349" y="1726868"/>
            <a:ext cx="1957137" cy="4026569"/>
          </a:xfrm>
          <a:prstGeom prst="roundRect">
            <a:avLst>
              <a:gd name="adj" fmla="val 50000"/>
            </a:avLst>
          </a:prstGeom>
          <a:solidFill>
            <a:schemeClr val="bg1">
              <a:lumMod val="95000"/>
            </a:schemeClr>
          </a:solidFill>
          <a:ln>
            <a:gradFill flip="none" rotWithShape="1">
              <a:gsLst>
                <a:gs pos="0">
                  <a:schemeClr val="bg1"/>
                </a:gs>
                <a:gs pos="100000">
                  <a:schemeClr val="bg1">
                    <a:lumMod val="85000"/>
                  </a:schemeClr>
                </a:gs>
              </a:gsLst>
              <a:lin ang="2700000" scaled="1"/>
              <a:tileRect/>
            </a:gradFill>
          </a:ln>
          <a:effectLst>
            <a:outerShdw blurRad="1524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28" name="组合 227"/>
          <p:cNvGrpSpPr/>
          <p:nvPr/>
        </p:nvGrpSpPr>
        <p:grpSpPr>
          <a:xfrm>
            <a:off x="6560095" y="1938989"/>
            <a:ext cx="1463644" cy="1463644"/>
            <a:chOff x="6560094" y="1767538"/>
            <a:chExt cx="1463644" cy="1463644"/>
          </a:xfrm>
        </p:grpSpPr>
        <p:sp>
          <p:nvSpPr>
            <p:cNvPr id="229" name="椭圆 228"/>
            <p:cNvSpPr/>
            <p:nvPr/>
          </p:nvSpPr>
          <p:spPr>
            <a:xfrm>
              <a:off x="6560094" y="1767538"/>
              <a:ext cx="1463644" cy="1463644"/>
            </a:xfrm>
            <a:prstGeom prst="ellipse">
              <a:avLst/>
            </a:prstGeom>
            <a:solidFill>
              <a:schemeClr val="accent1">
                <a:lumMod val="100000"/>
              </a:schemeClr>
            </a:solidFill>
            <a:ln w="19050">
              <a:gradFill flip="none" rotWithShape="1">
                <a:gsLst>
                  <a:gs pos="0">
                    <a:schemeClr val="bg1">
                      <a:lumMod val="85000"/>
                    </a:schemeClr>
                  </a:gs>
                  <a:gs pos="100000">
                    <a:schemeClr val="bg1"/>
                  </a:gs>
                </a:gsLst>
                <a:lin ang="2700000" scaled="1"/>
                <a:tileRect/>
              </a:gradFill>
            </a:ln>
            <a:effectLst>
              <a:innerShdw blurRad="88900" dist="508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0" name="椭圆 229"/>
            <p:cNvSpPr/>
            <p:nvPr/>
          </p:nvSpPr>
          <p:spPr>
            <a:xfrm>
              <a:off x="6716325" y="1921483"/>
              <a:ext cx="1155752" cy="1155752"/>
            </a:xfrm>
            <a:prstGeom prst="ellipse">
              <a:avLst/>
            </a:prstGeom>
            <a:solidFill>
              <a:schemeClr val="bg1">
                <a:lumMod val="95000"/>
              </a:schemeClr>
            </a:solidFill>
            <a:ln w="19050">
              <a:gradFill flip="none" rotWithShape="1">
                <a:gsLst>
                  <a:gs pos="100000">
                    <a:schemeClr val="bg1">
                      <a:lumMod val="85000"/>
                    </a:schemeClr>
                  </a:gs>
                  <a:gs pos="0">
                    <a:schemeClr val="bg1"/>
                  </a:gs>
                </a:gsLst>
                <a:lin ang="2700000" scaled="1"/>
                <a:tileRect/>
              </a:gradFill>
            </a:ln>
            <a:effectLst>
              <a:outerShdw blurRad="88900" dist="50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1" name="矩形 230"/>
          <p:cNvSpPr/>
          <p:nvPr/>
        </p:nvSpPr>
        <p:spPr>
          <a:xfrm>
            <a:off x="6461852" y="4792085"/>
            <a:ext cx="1660131" cy="36083"/>
          </a:xfrm>
          <a:prstGeom prst="rect">
            <a:avLst/>
          </a:prstGeom>
          <a:gradFill>
            <a:gsLst>
              <a:gs pos="0">
                <a:srgbClr val="D3D3D3"/>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2" name="文本框 231"/>
          <p:cNvSpPr txBox="1"/>
          <p:nvPr/>
        </p:nvSpPr>
        <p:spPr>
          <a:xfrm>
            <a:off x="6776659" y="4914893"/>
            <a:ext cx="1030515" cy="646331"/>
          </a:xfrm>
          <a:prstGeom prst="rect">
            <a:avLst/>
          </a:prstGeom>
          <a:noFill/>
        </p:spPr>
        <p:txBody>
          <a:bodyPr wrap="square" rtlCol="0">
            <a:spAutoFit/>
          </a:bodyPr>
          <a:lstStyle/>
          <a:p>
            <a:pPr algn="ctr"/>
            <a:r>
              <a:rPr lang="en-US" altLang="zh-CN" sz="3600" dirty="0">
                <a:solidFill>
                  <a:schemeClr val="tx1">
                    <a:lumMod val="95000"/>
                    <a:lumOff val="5000"/>
                  </a:schemeClr>
                </a:solidFill>
                <a:latin typeface="微软雅黑" panose="020B0503020204020204" pitchFamily="34" charset="-122"/>
                <a:ea typeface="微软雅黑" panose="020B0503020204020204" pitchFamily="34" charset="-122"/>
              </a:rPr>
              <a:t>03</a:t>
            </a:r>
            <a:endPar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6" name="文本框 235"/>
          <p:cNvSpPr txBox="1"/>
          <p:nvPr/>
        </p:nvSpPr>
        <p:spPr>
          <a:xfrm>
            <a:off x="6776659" y="2371974"/>
            <a:ext cx="1030515" cy="584775"/>
          </a:xfrm>
          <a:prstGeom prst="rect">
            <a:avLst/>
          </a:prstGeom>
          <a:noFill/>
        </p:spPr>
        <p:txBody>
          <a:bodyPr wrap="square" rtlCol="0">
            <a:spAutoFit/>
          </a:bodyPr>
          <a:lstStyle/>
          <a:p>
            <a:pPr algn="ctr"/>
            <a:r>
              <a:rPr lang="en-US" altLang="zh-CN" sz="3200" dirty="0">
                <a:solidFill>
                  <a:schemeClr val="tx1">
                    <a:lumMod val="95000"/>
                    <a:lumOff val="5000"/>
                  </a:schemeClr>
                </a:solidFill>
                <a:latin typeface="微软雅黑" panose="020B0503020204020204" pitchFamily="34" charset="-122"/>
                <a:ea typeface="微软雅黑" panose="020B0503020204020204" pitchFamily="34" charset="-122"/>
              </a:rPr>
              <a:t>60</a:t>
            </a:r>
            <a:r>
              <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7" name="圆角矩形 236"/>
          <p:cNvSpPr/>
          <p:nvPr/>
        </p:nvSpPr>
        <p:spPr>
          <a:xfrm>
            <a:off x="8705184" y="1726868"/>
            <a:ext cx="1957137" cy="4026569"/>
          </a:xfrm>
          <a:prstGeom prst="roundRect">
            <a:avLst>
              <a:gd name="adj" fmla="val 50000"/>
            </a:avLst>
          </a:prstGeom>
          <a:solidFill>
            <a:schemeClr val="bg1">
              <a:lumMod val="95000"/>
            </a:schemeClr>
          </a:solidFill>
          <a:ln>
            <a:gradFill flip="none" rotWithShape="1">
              <a:gsLst>
                <a:gs pos="0">
                  <a:schemeClr val="bg1"/>
                </a:gs>
                <a:gs pos="100000">
                  <a:schemeClr val="bg1">
                    <a:lumMod val="85000"/>
                  </a:schemeClr>
                </a:gs>
              </a:gsLst>
              <a:lin ang="2700000" scaled="1"/>
              <a:tileRect/>
            </a:gradFill>
          </a:ln>
          <a:effectLst>
            <a:outerShdw blurRad="152400" dist="762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238" name="组合 237"/>
          <p:cNvGrpSpPr/>
          <p:nvPr/>
        </p:nvGrpSpPr>
        <p:grpSpPr>
          <a:xfrm>
            <a:off x="8951929" y="1938989"/>
            <a:ext cx="1463644" cy="1463644"/>
            <a:chOff x="8951928" y="1767538"/>
            <a:chExt cx="1463644" cy="1463644"/>
          </a:xfrm>
        </p:grpSpPr>
        <p:sp>
          <p:nvSpPr>
            <p:cNvPr id="239" name="椭圆 238"/>
            <p:cNvSpPr/>
            <p:nvPr/>
          </p:nvSpPr>
          <p:spPr>
            <a:xfrm>
              <a:off x="8951928" y="1767538"/>
              <a:ext cx="1463644" cy="1463644"/>
            </a:xfrm>
            <a:prstGeom prst="ellipse">
              <a:avLst/>
            </a:prstGeom>
            <a:solidFill>
              <a:schemeClr val="accent1">
                <a:lumMod val="100000"/>
              </a:schemeClr>
            </a:solidFill>
            <a:ln w="19050">
              <a:gradFill flip="none" rotWithShape="1">
                <a:gsLst>
                  <a:gs pos="0">
                    <a:schemeClr val="bg1">
                      <a:lumMod val="85000"/>
                    </a:schemeClr>
                  </a:gs>
                  <a:gs pos="100000">
                    <a:schemeClr val="bg1"/>
                  </a:gs>
                </a:gsLst>
                <a:lin ang="2700000" scaled="1"/>
                <a:tileRect/>
              </a:gradFill>
            </a:ln>
            <a:effectLst>
              <a:innerShdw blurRad="88900" dist="508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0" name="椭圆 239"/>
            <p:cNvSpPr/>
            <p:nvPr/>
          </p:nvSpPr>
          <p:spPr>
            <a:xfrm>
              <a:off x="9108159" y="1921483"/>
              <a:ext cx="1155752" cy="1155752"/>
            </a:xfrm>
            <a:prstGeom prst="ellipse">
              <a:avLst/>
            </a:prstGeom>
            <a:solidFill>
              <a:schemeClr val="bg1">
                <a:lumMod val="95000"/>
              </a:schemeClr>
            </a:solidFill>
            <a:ln w="19050">
              <a:gradFill flip="none" rotWithShape="1">
                <a:gsLst>
                  <a:gs pos="100000">
                    <a:schemeClr val="bg1">
                      <a:lumMod val="85000"/>
                    </a:schemeClr>
                  </a:gs>
                  <a:gs pos="0">
                    <a:schemeClr val="bg1"/>
                  </a:gs>
                </a:gsLst>
                <a:lin ang="2700000" scaled="1"/>
                <a:tileRect/>
              </a:gradFill>
            </a:ln>
            <a:effectLst>
              <a:outerShdw blurRad="88900" dist="508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41" name="矩形 240"/>
          <p:cNvSpPr/>
          <p:nvPr/>
        </p:nvSpPr>
        <p:spPr>
          <a:xfrm>
            <a:off x="8853685" y="4792085"/>
            <a:ext cx="1660131" cy="36083"/>
          </a:xfrm>
          <a:prstGeom prst="rect">
            <a:avLst/>
          </a:prstGeom>
          <a:gradFill>
            <a:gsLst>
              <a:gs pos="0">
                <a:srgbClr val="D3D3D3"/>
              </a:gs>
              <a:gs pos="100000">
                <a:schemeClr val="bg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2" name="文本框 241"/>
          <p:cNvSpPr txBox="1"/>
          <p:nvPr/>
        </p:nvSpPr>
        <p:spPr>
          <a:xfrm>
            <a:off x="9168493" y="4914893"/>
            <a:ext cx="1030515" cy="646331"/>
          </a:xfrm>
          <a:prstGeom prst="rect">
            <a:avLst/>
          </a:prstGeom>
          <a:noFill/>
        </p:spPr>
        <p:txBody>
          <a:bodyPr wrap="square" rtlCol="0">
            <a:spAutoFit/>
          </a:bodyPr>
          <a:lstStyle/>
          <a:p>
            <a:pPr algn="ctr"/>
            <a:r>
              <a:rPr lang="en-US" altLang="zh-CN" sz="3600" dirty="0">
                <a:solidFill>
                  <a:schemeClr val="tx1">
                    <a:lumMod val="95000"/>
                    <a:lumOff val="5000"/>
                  </a:schemeClr>
                </a:solidFill>
                <a:latin typeface="微软雅黑" panose="020B0503020204020204" pitchFamily="34" charset="-122"/>
                <a:ea typeface="微软雅黑" panose="020B0503020204020204" pitchFamily="34" charset="-122"/>
              </a:rPr>
              <a:t>04</a:t>
            </a:r>
            <a:endParaRPr lang="zh-CN" altLang="en-US" sz="3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6" name="文本框 245"/>
          <p:cNvSpPr txBox="1"/>
          <p:nvPr/>
        </p:nvSpPr>
        <p:spPr>
          <a:xfrm>
            <a:off x="9168493" y="2371974"/>
            <a:ext cx="1030515" cy="584775"/>
          </a:xfrm>
          <a:prstGeom prst="rect">
            <a:avLst/>
          </a:prstGeom>
          <a:noFill/>
        </p:spPr>
        <p:txBody>
          <a:bodyPr wrap="square" rtlCol="0">
            <a:spAutoFit/>
          </a:bodyPr>
          <a:lstStyle/>
          <a:p>
            <a:pPr algn="ctr"/>
            <a:r>
              <a:rPr lang="en-US" altLang="zh-CN" sz="3200" dirty="0">
                <a:solidFill>
                  <a:schemeClr val="tx1">
                    <a:lumMod val="95000"/>
                    <a:lumOff val="5000"/>
                  </a:schemeClr>
                </a:solidFill>
                <a:latin typeface="微软雅黑" panose="020B0503020204020204" pitchFamily="34" charset="-122"/>
                <a:ea typeface="微软雅黑" panose="020B0503020204020204" pitchFamily="34" charset="-122"/>
              </a:rPr>
              <a:t>40</a:t>
            </a:r>
            <a:r>
              <a:rPr lang="en-US" altLang="zh-CN" sz="2000" dirty="0">
                <a:solidFill>
                  <a:schemeClr val="tx1">
                    <a:lumMod val="95000"/>
                    <a:lumOff val="5000"/>
                  </a:schemeClr>
                </a:solidFill>
                <a:latin typeface="微软雅黑" panose="020B0503020204020204" pitchFamily="34" charset="-122"/>
                <a:ea typeface="微软雅黑" panose="020B0503020204020204" pitchFamily="34" charset="-122"/>
              </a:rPr>
              <a:t>%</a:t>
            </a:r>
            <a:endParaRPr lang="zh-CN" altLang="en-US" sz="32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45" name="组合 44"/>
          <p:cNvGrpSpPr/>
          <p:nvPr/>
        </p:nvGrpSpPr>
        <p:grpSpPr>
          <a:xfrm>
            <a:off x="1574054" y="3590421"/>
            <a:ext cx="2130114" cy="1164263"/>
            <a:chOff x="874712" y="3408258"/>
            <a:chExt cx="2371844" cy="1164263"/>
          </a:xfrm>
        </p:grpSpPr>
        <p:sp>
          <p:nvSpPr>
            <p:cNvPr id="46" name="矩形 45"/>
            <p:cNvSpPr/>
            <p:nvPr/>
          </p:nvSpPr>
          <p:spPr>
            <a:xfrm>
              <a:off x="874712" y="3722416"/>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矩形 46"/>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48" name="组合 47"/>
          <p:cNvGrpSpPr/>
          <p:nvPr/>
        </p:nvGrpSpPr>
        <p:grpSpPr>
          <a:xfrm>
            <a:off x="3964828" y="3590421"/>
            <a:ext cx="2130114" cy="1164263"/>
            <a:chOff x="874712" y="3408258"/>
            <a:chExt cx="2371844" cy="1164263"/>
          </a:xfrm>
        </p:grpSpPr>
        <p:sp>
          <p:nvSpPr>
            <p:cNvPr id="49" name="矩形 48"/>
            <p:cNvSpPr/>
            <p:nvPr/>
          </p:nvSpPr>
          <p:spPr>
            <a:xfrm>
              <a:off x="874712" y="3722416"/>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矩形 49"/>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51" name="组合 50"/>
          <p:cNvGrpSpPr/>
          <p:nvPr/>
        </p:nvGrpSpPr>
        <p:grpSpPr>
          <a:xfrm>
            <a:off x="6313349" y="3602919"/>
            <a:ext cx="2130114" cy="1164263"/>
            <a:chOff x="874712" y="3408258"/>
            <a:chExt cx="2371844" cy="1164263"/>
          </a:xfrm>
        </p:grpSpPr>
        <p:sp>
          <p:nvSpPr>
            <p:cNvPr id="52" name="矩形 51"/>
            <p:cNvSpPr/>
            <p:nvPr/>
          </p:nvSpPr>
          <p:spPr>
            <a:xfrm>
              <a:off x="874712" y="3722416"/>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3" name="矩形 52"/>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54" name="组合 53"/>
          <p:cNvGrpSpPr/>
          <p:nvPr/>
        </p:nvGrpSpPr>
        <p:grpSpPr>
          <a:xfrm>
            <a:off x="8705181" y="3615417"/>
            <a:ext cx="2130114" cy="1164263"/>
            <a:chOff x="874712" y="3408258"/>
            <a:chExt cx="2371844" cy="1164263"/>
          </a:xfrm>
        </p:grpSpPr>
        <p:sp>
          <p:nvSpPr>
            <p:cNvPr id="55" name="矩形 54"/>
            <p:cNvSpPr/>
            <p:nvPr/>
          </p:nvSpPr>
          <p:spPr>
            <a:xfrm>
              <a:off x="874712" y="3722416"/>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6" name="矩形 5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sp>
        <p:nvSpPr>
          <p:cNvPr id="61" name="Text Box 4">
            <a:extLst>
              <a:ext uri="{FF2B5EF4-FFF2-40B4-BE49-F238E27FC236}">
                <a16:creationId xmlns:a16="http://schemas.microsoft.com/office/drawing/2014/main" id="{5FCB21BE-573C-9A4C-9C4A-4BADDAD27DFD}"/>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2" name="Half Frame 12">
            <a:extLst>
              <a:ext uri="{FF2B5EF4-FFF2-40B4-BE49-F238E27FC236}">
                <a16:creationId xmlns:a16="http://schemas.microsoft.com/office/drawing/2014/main" id="{F54E8EEE-92AA-A940-A8A5-F5533C135AAB}"/>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3" name="直线连接符 62">
            <a:extLst>
              <a:ext uri="{FF2B5EF4-FFF2-40B4-BE49-F238E27FC236}">
                <a16:creationId xmlns:a16="http://schemas.microsoft.com/office/drawing/2014/main" id="{51F72003-36CB-C647-B760-C354D169A470}"/>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1000"/>
                                            <p:tgtEl>
                                              <p:spTgt spid="207"/>
                                            </p:tgtEl>
                                          </p:cBhvr>
                                        </p:animEffect>
                                        <p:anim calcmode="lin" valueType="num">
                                          <p:cBhvr>
                                            <p:cTn id="8" dur="1000" fill="hold"/>
                                            <p:tgtEl>
                                              <p:spTgt spid="207"/>
                                            </p:tgtEl>
                                            <p:attrNameLst>
                                              <p:attrName>ppt_x</p:attrName>
                                            </p:attrNameLst>
                                          </p:cBhvr>
                                          <p:tavLst>
                                            <p:tav tm="0">
                                              <p:val>
                                                <p:strVal val="#ppt_x"/>
                                              </p:val>
                                            </p:tav>
                                            <p:tav tm="100000">
                                              <p:val>
                                                <p:strVal val="#ppt_x"/>
                                              </p:val>
                                            </p:tav>
                                          </p:tavLst>
                                        </p:anim>
                                        <p:anim calcmode="lin" valueType="num">
                                          <p:cBhvr>
                                            <p:cTn id="9" dur="900" decel="100000" fill="hold"/>
                                            <p:tgtEl>
                                              <p:spTgt spid="20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07"/>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250"/>
                                      </p:stCondLst>
                                      <p:childTnLst>
                                        <p:set>
                                          <p:cBhvr>
                                            <p:cTn id="12" dur="1" fill="hold">
                                              <p:stCondLst>
                                                <p:cond delay="0"/>
                                              </p:stCondLst>
                                            </p:cTn>
                                            <p:tgtEl>
                                              <p:spTgt spid="217"/>
                                            </p:tgtEl>
                                            <p:attrNameLst>
                                              <p:attrName>style.visibility</p:attrName>
                                            </p:attrNameLst>
                                          </p:cBhvr>
                                          <p:to>
                                            <p:strVal val="visible"/>
                                          </p:to>
                                        </p:set>
                                        <p:animEffect transition="in" filter="fade">
                                          <p:cBhvr>
                                            <p:cTn id="13" dur="1000"/>
                                            <p:tgtEl>
                                              <p:spTgt spid="217"/>
                                            </p:tgtEl>
                                          </p:cBhvr>
                                        </p:animEffect>
                                        <p:anim calcmode="lin" valueType="num">
                                          <p:cBhvr>
                                            <p:cTn id="14" dur="1000" fill="hold"/>
                                            <p:tgtEl>
                                              <p:spTgt spid="217"/>
                                            </p:tgtEl>
                                            <p:attrNameLst>
                                              <p:attrName>ppt_x</p:attrName>
                                            </p:attrNameLst>
                                          </p:cBhvr>
                                          <p:tavLst>
                                            <p:tav tm="0">
                                              <p:val>
                                                <p:strVal val="#ppt_x"/>
                                              </p:val>
                                            </p:tav>
                                            <p:tav tm="100000">
                                              <p:val>
                                                <p:strVal val="#ppt_x"/>
                                              </p:val>
                                            </p:tav>
                                          </p:tavLst>
                                        </p:anim>
                                        <p:anim calcmode="lin" valueType="num">
                                          <p:cBhvr>
                                            <p:cTn id="15" dur="900" decel="100000" fill="hold"/>
                                            <p:tgtEl>
                                              <p:spTgt spid="21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17"/>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500"/>
                                      </p:stCondLst>
                                      <p:childTnLst>
                                        <p:set>
                                          <p:cBhvr>
                                            <p:cTn id="18" dur="1" fill="hold">
                                              <p:stCondLst>
                                                <p:cond delay="0"/>
                                              </p:stCondLst>
                                            </p:cTn>
                                            <p:tgtEl>
                                              <p:spTgt spid="227"/>
                                            </p:tgtEl>
                                            <p:attrNameLst>
                                              <p:attrName>style.visibility</p:attrName>
                                            </p:attrNameLst>
                                          </p:cBhvr>
                                          <p:to>
                                            <p:strVal val="visible"/>
                                          </p:to>
                                        </p:set>
                                        <p:animEffect transition="in" filter="fade">
                                          <p:cBhvr>
                                            <p:cTn id="19" dur="1000"/>
                                            <p:tgtEl>
                                              <p:spTgt spid="227"/>
                                            </p:tgtEl>
                                          </p:cBhvr>
                                        </p:animEffect>
                                        <p:anim calcmode="lin" valueType="num">
                                          <p:cBhvr>
                                            <p:cTn id="20" dur="1000" fill="hold"/>
                                            <p:tgtEl>
                                              <p:spTgt spid="227"/>
                                            </p:tgtEl>
                                            <p:attrNameLst>
                                              <p:attrName>ppt_x</p:attrName>
                                            </p:attrNameLst>
                                          </p:cBhvr>
                                          <p:tavLst>
                                            <p:tav tm="0">
                                              <p:val>
                                                <p:strVal val="#ppt_x"/>
                                              </p:val>
                                            </p:tav>
                                            <p:tav tm="100000">
                                              <p:val>
                                                <p:strVal val="#ppt_x"/>
                                              </p:val>
                                            </p:tav>
                                          </p:tavLst>
                                        </p:anim>
                                        <p:anim calcmode="lin" valueType="num">
                                          <p:cBhvr>
                                            <p:cTn id="21" dur="900" decel="100000" fill="hold"/>
                                            <p:tgtEl>
                                              <p:spTgt spid="227"/>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227"/>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750"/>
                                      </p:stCondLst>
                                      <p:childTnLst>
                                        <p:set>
                                          <p:cBhvr>
                                            <p:cTn id="24" dur="1" fill="hold">
                                              <p:stCondLst>
                                                <p:cond delay="0"/>
                                              </p:stCondLst>
                                            </p:cTn>
                                            <p:tgtEl>
                                              <p:spTgt spid="237"/>
                                            </p:tgtEl>
                                            <p:attrNameLst>
                                              <p:attrName>style.visibility</p:attrName>
                                            </p:attrNameLst>
                                          </p:cBhvr>
                                          <p:to>
                                            <p:strVal val="visible"/>
                                          </p:to>
                                        </p:set>
                                        <p:animEffect transition="in" filter="fade">
                                          <p:cBhvr>
                                            <p:cTn id="25" dur="1000"/>
                                            <p:tgtEl>
                                              <p:spTgt spid="237"/>
                                            </p:tgtEl>
                                          </p:cBhvr>
                                        </p:animEffect>
                                        <p:anim calcmode="lin" valueType="num">
                                          <p:cBhvr>
                                            <p:cTn id="26" dur="1000" fill="hold"/>
                                            <p:tgtEl>
                                              <p:spTgt spid="237"/>
                                            </p:tgtEl>
                                            <p:attrNameLst>
                                              <p:attrName>ppt_x</p:attrName>
                                            </p:attrNameLst>
                                          </p:cBhvr>
                                          <p:tavLst>
                                            <p:tav tm="0">
                                              <p:val>
                                                <p:strVal val="#ppt_x"/>
                                              </p:val>
                                            </p:tav>
                                            <p:tav tm="100000">
                                              <p:val>
                                                <p:strVal val="#ppt_x"/>
                                              </p:val>
                                            </p:tav>
                                          </p:tavLst>
                                        </p:anim>
                                        <p:anim calcmode="lin" valueType="num">
                                          <p:cBhvr>
                                            <p:cTn id="27" dur="900" decel="100000" fill="hold"/>
                                            <p:tgtEl>
                                              <p:spTgt spid="237"/>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237"/>
                                            </p:tgtEl>
                                            <p:attrNameLst>
                                              <p:attrName>ppt_y</p:attrName>
                                            </p:attrNameLst>
                                          </p:cBhvr>
                                          <p:tavLst>
                                            <p:tav tm="0">
                                              <p:val>
                                                <p:strVal val="#ppt_y-.03"/>
                                              </p:val>
                                            </p:tav>
                                            <p:tav tm="100000">
                                              <p:val>
                                                <p:strVal val="#ppt_y"/>
                                              </p:val>
                                            </p:tav>
                                          </p:tavLst>
                                        </p:anim>
                                      </p:childTnLst>
                                    </p:cTn>
                                  </p:par>
                                </p:childTnLst>
                              </p:cTn>
                            </p:par>
                            <p:par>
                              <p:cTn id="29" fill="hold">
                                <p:stCondLst>
                                  <p:cond delay="1000"/>
                                </p:stCondLst>
                                <p:childTnLst>
                                  <p:par>
                                    <p:cTn id="30" presetID="16" presetClass="entr" presetSubtype="37" fill="hold" grpId="0" nodeType="afterEffect">
                                      <p:stCondLst>
                                        <p:cond delay="0"/>
                                      </p:stCondLst>
                                      <p:childTnLst>
                                        <p:set>
                                          <p:cBhvr>
                                            <p:cTn id="31" dur="1" fill="hold">
                                              <p:stCondLst>
                                                <p:cond delay="0"/>
                                              </p:stCondLst>
                                            </p:cTn>
                                            <p:tgtEl>
                                              <p:spTgt spid="211"/>
                                            </p:tgtEl>
                                            <p:attrNameLst>
                                              <p:attrName>style.visibility</p:attrName>
                                            </p:attrNameLst>
                                          </p:cBhvr>
                                          <p:to>
                                            <p:strVal val="visible"/>
                                          </p:to>
                                        </p:set>
                                        <p:animEffect transition="in" filter="barn(outVertical)">
                                          <p:cBhvr>
                                            <p:cTn id="32" dur="500"/>
                                            <p:tgtEl>
                                              <p:spTgt spid="211"/>
                                            </p:tgtEl>
                                          </p:cBhvr>
                                        </p:animEffect>
                                      </p:childTnLst>
                                    </p:cTn>
                                  </p:par>
                                  <p:par>
                                    <p:cTn id="33" presetID="16" presetClass="entr" presetSubtype="37" fill="hold" grpId="0" nodeType="withEffect">
                                      <p:stCondLst>
                                        <p:cond delay="0"/>
                                      </p:stCondLst>
                                      <p:childTnLst>
                                        <p:set>
                                          <p:cBhvr>
                                            <p:cTn id="34" dur="1" fill="hold">
                                              <p:stCondLst>
                                                <p:cond delay="0"/>
                                              </p:stCondLst>
                                            </p:cTn>
                                            <p:tgtEl>
                                              <p:spTgt spid="221"/>
                                            </p:tgtEl>
                                            <p:attrNameLst>
                                              <p:attrName>style.visibility</p:attrName>
                                            </p:attrNameLst>
                                          </p:cBhvr>
                                          <p:to>
                                            <p:strVal val="visible"/>
                                          </p:to>
                                        </p:set>
                                        <p:animEffect transition="in" filter="barn(outVertical)">
                                          <p:cBhvr>
                                            <p:cTn id="35" dur="500"/>
                                            <p:tgtEl>
                                              <p:spTgt spid="221"/>
                                            </p:tgtEl>
                                          </p:cBhvr>
                                        </p:animEffect>
                                      </p:childTnLst>
                                    </p:cTn>
                                  </p:par>
                                  <p:par>
                                    <p:cTn id="36" presetID="16" presetClass="entr" presetSubtype="37" fill="hold" grpId="0" nodeType="withEffect">
                                      <p:stCondLst>
                                        <p:cond delay="0"/>
                                      </p:stCondLst>
                                      <p:childTnLst>
                                        <p:set>
                                          <p:cBhvr>
                                            <p:cTn id="37" dur="1" fill="hold">
                                              <p:stCondLst>
                                                <p:cond delay="0"/>
                                              </p:stCondLst>
                                            </p:cTn>
                                            <p:tgtEl>
                                              <p:spTgt spid="231"/>
                                            </p:tgtEl>
                                            <p:attrNameLst>
                                              <p:attrName>style.visibility</p:attrName>
                                            </p:attrNameLst>
                                          </p:cBhvr>
                                          <p:to>
                                            <p:strVal val="visible"/>
                                          </p:to>
                                        </p:set>
                                        <p:animEffect transition="in" filter="barn(outVertical)">
                                          <p:cBhvr>
                                            <p:cTn id="38" dur="500"/>
                                            <p:tgtEl>
                                              <p:spTgt spid="231"/>
                                            </p:tgtEl>
                                          </p:cBhvr>
                                        </p:animEffect>
                                      </p:childTnLst>
                                    </p:cTn>
                                  </p:par>
                                  <p:par>
                                    <p:cTn id="39" presetID="16" presetClass="entr" presetSubtype="37" fill="hold" grpId="0" nodeType="withEffect">
                                      <p:stCondLst>
                                        <p:cond delay="0"/>
                                      </p:stCondLst>
                                      <p:childTnLst>
                                        <p:set>
                                          <p:cBhvr>
                                            <p:cTn id="40" dur="1" fill="hold">
                                              <p:stCondLst>
                                                <p:cond delay="0"/>
                                              </p:stCondLst>
                                            </p:cTn>
                                            <p:tgtEl>
                                              <p:spTgt spid="241"/>
                                            </p:tgtEl>
                                            <p:attrNameLst>
                                              <p:attrName>style.visibility</p:attrName>
                                            </p:attrNameLst>
                                          </p:cBhvr>
                                          <p:to>
                                            <p:strVal val="visible"/>
                                          </p:to>
                                        </p:set>
                                        <p:animEffect transition="in" filter="barn(outVertical)">
                                          <p:cBhvr>
                                            <p:cTn id="41" dur="500"/>
                                            <p:tgtEl>
                                              <p:spTgt spid="241"/>
                                            </p:tgtEl>
                                          </p:cBhvr>
                                        </p:animEffect>
                                      </p:childTnLst>
                                    </p:cTn>
                                  </p:par>
                                </p:childTnLst>
                              </p:cTn>
                            </p:par>
                            <p:par>
                              <p:cTn id="42" fill="hold">
                                <p:stCondLst>
                                  <p:cond delay="1500"/>
                                </p:stCondLst>
                                <p:childTnLst>
                                  <p:par>
                                    <p:cTn id="43" presetID="47" presetClass="entr" presetSubtype="0" fill="hold" grpId="0" nodeType="afterEffect">
                                      <p:stCondLst>
                                        <p:cond delay="0"/>
                                      </p:stCondLst>
                                      <p:childTnLst>
                                        <p:set>
                                          <p:cBhvr>
                                            <p:cTn id="44" dur="1" fill="hold">
                                              <p:stCondLst>
                                                <p:cond delay="0"/>
                                              </p:stCondLst>
                                            </p:cTn>
                                            <p:tgtEl>
                                              <p:spTgt spid="212"/>
                                            </p:tgtEl>
                                            <p:attrNameLst>
                                              <p:attrName>style.visibility</p:attrName>
                                            </p:attrNameLst>
                                          </p:cBhvr>
                                          <p:to>
                                            <p:strVal val="visible"/>
                                          </p:to>
                                        </p:set>
                                        <p:animEffect transition="in" filter="fade">
                                          <p:cBhvr>
                                            <p:cTn id="45" dur="500"/>
                                            <p:tgtEl>
                                              <p:spTgt spid="212"/>
                                            </p:tgtEl>
                                          </p:cBhvr>
                                        </p:animEffect>
                                        <p:anim calcmode="lin" valueType="num">
                                          <p:cBhvr>
                                            <p:cTn id="46" dur="500" fill="hold"/>
                                            <p:tgtEl>
                                              <p:spTgt spid="212"/>
                                            </p:tgtEl>
                                            <p:attrNameLst>
                                              <p:attrName>ppt_x</p:attrName>
                                            </p:attrNameLst>
                                          </p:cBhvr>
                                          <p:tavLst>
                                            <p:tav tm="0">
                                              <p:val>
                                                <p:strVal val="#ppt_x"/>
                                              </p:val>
                                            </p:tav>
                                            <p:tav tm="100000">
                                              <p:val>
                                                <p:strVal val="#ppt_x"/>
                                              </p:val>
                                            </p:tav>
                                          </p:tavLst>
                                        </p:anim>
                                        <p:anim calcmode="lin" valueType="num">
                                          <p:cBhvr>
                                            <p:cTn id="47" dur="500" fill="hold"/>
                                            <p:tgtEl>
                                              <p:spTgt spid="212"/>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0"/>
                                      </p:stCondLst>
                                      <p:childTnLst>
                                        <p:set>
                                          <p:cBhvr>
                                            <p:cTn id="49" dur="1" fill="hold">
                                              <p:stCondLst>
                                                <p:cond delay="0"/>
                                              </p:stCondLst>
                                            </p:cTn>
                                            <p:tgtEl>
                                              <p:spTgt spid="222"/>
                                            </p:tgtEl>
                                            <p:attrNameLst>
                                              <p:attrName>style.visibility</p:attrName>
                                            </p:attrNameLst>
                                          </p:cBhvr>
                                          <p:to>
                                            <p:strVal val="visible"/>
                                          </p:to>
                                        </p:set>
                                        <p:animEffect transition="in" filter="fade">
                                          <p:cBhvr>
                                            <p:cTn id="50" dur="500"/>
                                            <p:tgtEl>
                                              <p:spTgt spid="222"/>
                                            </p:tgtEl>
                                          </p:cBhvr>
                                        </p:animEffect>
                                        <p:anim calcmode="lin" valueType="num">
                                          <p:cBhvr>
                                            <p:cTn id="51" dur="500" fill="hold"/>
                                            <p:tgtEl>
                                              <p:spTgt spid="222"/>
                                            </p:tgtEl>
                                            <p:attrNameLst>
                                              <p:attrName>ppt_x</p:attrName>
                                            </p:attrNameLst>
                                          </p:cBhvr>
                                          <p:tavLst>
                                            <p:tav tm="0">
                                              <p:val>
                                                <p:strVal val="#ppt_x"/>
                                              </p:val>
                                            </p:tav>
                                            <p:tav tm="100000">
                                              <p:val>
                                                <p:strVal val="#ppt_x"/>
                                              </p:val>
                                            </p:tav>
                                          </p:tavLst>
                                        </p:anim>
                                        <p:anim calcmode="lin" valueType="num">
                                          <p:cBhvr>
                                            <p:cTn id="52" dur="500" fill="hold"/>
                                            <p:tgtEl>
                                              <p:spTgt spid="222"/>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232"/>
                                            </p:tgtEl>
                                            <p:attrNameLst>
                                              <p:attrName>style.visibility</p:attrName>
                                            </p:attrNameLst>
                                          </p:cBhvr>
                                          <p:to>
                                            <p:strVal val="visible"/>
                                          </p:to>
                                        </p:set>
                                        <p:animEffect transition="in" filter="fade">
                                          <p:cBhvr>
                                            <p:cTn id="55" dur="500"/>
                                            <p:tgtEl>
                                              <p:spTgt spid="232"/>
                                            </p:tgtEl>
                                          </p:cBhvr>
                                        </p:animEffect>
                                        <p:anim calcmode="lin" valueType="num">
                                          <p:cBhvr>
                                            <p:cTn id="56" dur="500" fill="hold"/>
                                            <p:tgtEl>
                                              <p:spTgt spid="232"/>
                                            </p:tgtEl>
                                            <p:attrNameLst>
                                              <p:attrName>ppt_x</p:attrName>
                                            </p:attrNameLst>
                                          </p:cBhvr>
                                          <p:tavLst>
                                            <p:tav tm="0">
                                              <p:val>
                                                <p:strVal val="#ppt_x"/>
                                              </p:val>
                                            </p:tav>
                                            <p:tav tm="100000">
                                              <p:val>
                                                <p:strVal val="#ppt_x"/>
                                              </p:val>
                                            </p:tav>
                                          </p:tavLst>
                                        </p:anim>
                                        <p:anim calcmode="lin" valueType="num">
                                          <p:cBhvr>
                                            <p:cTn id="57" dur="500" fill="hold"/>
                                            <p:tgtEl>
                                              <p:spTgt spid="232"/>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242"/>
                                            </p:tgtEl>
                                            <p:attrNameLst>
                                              <p:attrName>style.visibility</p:attrName>
                                            </p:attrNameLst>
                                          </p:cBhvr>
                                          <p:to>
                                            <p:strVal val="visible"/>
                                          </p:to>
                                        </p:set>
                                        <p:animEffect transition="in" filter="fade">
                                          <p:cBhvr>
                                            <p:cTn id="60" dur="500"/>
                                            <p:tgtEl>
                                              <p:spTgt spid="242"/>
                                            </p:tgtEl>
                                          </p:cBhvr>
                                        </p:animEffect>
                                        <p:anim calcmode="lin" valueType="num">
                                          <p:cBhvr>
                                            <p:cTn id="61" dur="500" fill="hold"/>
                                            <p:tgtEl>
                                              <p:spTgt spid="242"/>
                                            </p:tgtEl>
                                            <p:attrNameLst>
                                              <p:attrName>ppt_x</p:attrName>
                                            </p:attrNameLst>
                                          </p:cBhvr>
                                          <p:tavLst>
                                            <p:tav tm="0">
                                              <p:val>
                                                <p:strVal val="#ppt_x"/>
                                              </p:val>
                                            </p:tav>
                                            <p:tav tm="100000">
                                              <p:val>
                                                <p:strVal val="#ppt_x"/>
                                              </p:val>
                                            </p:tav>
                                          </p:tavLst>
                                        </p:anim>
                                        <p:anim calcmode="lin" valueType="num">
                                          <p:cBhvr>
                                            <p:cTn id="62" dur="500" fill="hold"/>
                                            <p:tgtEl>
                                              <p:spTgt spid="242"/>
                                            </p:tgtEl>
                                            <p:attrNameLst>
                                              <p:attrName>ppt_y</p:attrName>
                                            </p:attrNameLst>
                                          </p:cBhvr>
                                          <p:tavLst>
                                            <p:tav tm="0">
                                              <p:val>
                                                <p:strVal val="#ppt_y-.1"/>
                                              </p:val>
                                            </p:tav>
                                            <p:tav tm="100000">
                                              <p:val>
                                                <p:strVal val="#ppt_y"/>
                                              </p:val>
                                            </p:tav>
                                          </p:tavLst>
                                        </p:anim>
                                      </p:childTnLst>
                                    </p:cTn>
                                  </p:par>
                                </p:childTnLst>
                              </p:cTn>
                            </p:par>
                            <p:par>
                              <p:cTn id="63" fill="hold">
                                <p:stCondLst>
                                  <p:cond delay="2000"/>
                                </p:stCondLst>
                                <p:childTnLst>
                                  <p:par>
                                    <p:cTn id="64" presetID="42" presetClass="entr" presetSubtype="0" fill="hold" nodeType="afterEffect">
                                      <p:stCondLst>
                                        <p:cond delay="0"/>
                                      </p:stCondLst>
                                      <p:childTnLst>
                                        <p:set>
                                          <p:cBhvr>
                                            <p:cTn id="65" dur="1" fill="hold">
                                              <p:stCondLst>
                                                <p:cond delay="0"/>
                                              </p:stCondLst>
                                            </p:cTn>
                                            <p:tgtEl>
                                              <p:spTgt spid="208"/>
                                            </p:tgtEl>
                                            <p:attrNameLst>
                                              <p:attrName>style.visibility</p:attrName>
                                            </p:attrNameLst>
                                          </p:cBhvr>
                                          <p:to>
                                            <p:strVal val="visible"/>
                                          </p:to>
                                        </p:set>
                                        <p:animEffect transition="in" filter="fade">
                                          <p:cBhvr>
                                            <p:cTn id="66" dur="500"/>
                                            <p:tgtEl>
                                              <p:spTgt spid="208"/>
                                            </p:tgtEl>
                                          </p:cBhvr>
                                        </p:animEffect>
                                        <p:anim calcmode="lin" valueType="num">
                                          <p:cBhvr>
                                            <p:cTn id="67" dur="500" fill="hold"/>
                                            <p:tgtEl>
                                              <p:spTgt spid="208"/>
                                            </p:tgtEl>
                                            <p:attrNameLst>
                                              <p:attrName>ppt_x</p:attrName>
                                            </p:attrNameLst>
                                          </p:cBhvr>
                                          <p:tavLst>
                                            <p:tav tm="0">
                                              <p:val>
                                                <p:strVal val="#ppt_x"/>
                                              </p:val>
                                            </p:tav>
                                            <p:tav tm="100000">
                                              <p:val>
                                                <p:strVal val="#ppt_x"/>
                                              </p:val>
                                            </p:tav>
                                          </p:tavLst>
                                        </p:anim>
                                        <p:anim calcmode="lin" valueType="num">
                                          <p:cBhvr>
                                            <p:cTn id="68" dur="500" fill="hold"/>
                                            <p:tgtEl>
                                              <p:spTgt spid="208"/>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250"/>
                                      </p:stCondLst>
                                      <p:childTnLst>
                                        <p:set>
                                          <p:cBhvr>
                                            <p:cTn id="70" dur="1" fill="hold">
                                              <p:stCondLst>
                                                <p:cond delay="0"/>
                                              </p:stCondLst>
                                            </p:cTn>
                                            <p:tgtEl>
                                              <p:spTgt spid="218"/>
                                            </p:tgtEl>
                                            <p:attrNameLst>
                                              <p:attrName>style.visibility</p:attrName>
                                            </p:attrNameLst>
                                          </p:cBhvr>
                                          <p:to>
                                            <p:strVal val="visible"/>
                                          </p:to>
                                        </p:set>
                                        <p:animEffect transition="in" filter="fade">
                                          <p:cBhvr>
                                            <p:cTn id="71" dur="500"/>
                                            <p:tgtEl>
                                              <p:spTgt spid="218"/>
                                            </p:tgtEl>
                                          </p:cBhvr>
                                        </p:animEffect>
                                        <p:anim calcmode="lin" valueType="num">
                                          <p:cBhvr>
                                            <p:cTn id="72" dur="500" fill="hold"/>
                                            <p:tgtEl>
                                              <p:spTgt spid="218"/>
                                            </p:tgtEl>
                                            <p:attrNameLst>
                                              <p:attrName>ppt_x</p:attrName>
                                            </p:attrNameLst>
                                          </p:cBhvr>
                                          <p:tavLst>
                                            <p:tav tm="0">
                                              <p:val>
                                                <p:strVal val="#ppt_x"/>
                                              </p:val>
                                            </p:tav>
                                            <p:tav tm="100000">
                                              <p:val>
                                                <p:strVal val="#ppt_x"/>
                                              </p:val>
                                            </p:tav>
                                          </p:tavLst>
                                        </p:anim>
                                        <p:anim calcmode="lin" valueType="num">
                                          <p:cBhvr>
                                            <p:cTn id="73" dur="500" fill="hold"/>
                                            <p:tgtEl>
                                              <p:spTgt spid="218"/>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500"/>
                                      </p:stCondLst>
                                      <p:childTnLst>
                                        <p:set>
                                          <p:cBhvr>
                                            <p:cTn id="75" dur="1" fill="hold">
                                              <p:stCondLst>
                                                <p:cond delay="0"/>
                                              </p:stCondLst>
                                            </p:cTn>
                                            <p:tgtEl>
                                              <p:spTgt spid="228"/>
                                            </p:tgtEl>
                                            <p:attrNameLst>
                                              <p:attrName>style.visibility</p:attrName>
                                            </p:attrNameLst>
                                          </p:cBhvr>
                                          <p:to>
                                            <p:strVal val="visible"/>
                                          </p:to>
                                        </p:set>
                                        <p:animEffect transition="in" filter="fade">
                                          <p:cBhvr>
                                            <p:cTn id="76" dur="500"/>
                                            <p:tgtEl>
                                              <p:spTgt spid="228"/>
                                            </p:tgtEl>
                                          </p:cBhvr>
                                        </p:animEffect>
                                        <p:anim calcmode="lin" valueType="num">
                                          <p:cBhvr>
                                            <p:cTn id="77" dur="500" fill="hold"/>
                                            <p:tgtEl>
                                              <p:spTgt spid="228"/>
                                            </p:tgtEl>
                                            <p:attrNameLst>
                                              <p:attrName>ppt_x</p:attrName>
                                            </p:attrNameLst>
                                          </p:cBhvr>
                                          <p:tavLst>
                                            <p:tav tm="0">
                                              <p:val>
                                                <p:strVal val="#ppt_x"/>
                                              </p:val>
                                            </p:tav>
                                            <p:tav tm="100000">
                                              <p:val>
                                                <p:strVal val="#ppt_x"/>
                                              </p:val>
                                            </p:tav>
                                          </p:tavLst>
                                        </p:anim>
                                        <p:anim calcmode="lin" valueType="num">
                                          <p:cBhvr>
                                            <p:cTn id="78" dur="500" fill="hold"/>
                                            <p:tgtEl>
                                              <p:spTgt spid="228"/>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750"/>
                                      </p:stCondLst>
                                      <p:childTnLst>
                                        <p:set>
                                          <p:cBhvr>
                                            <p:cTn id="80" dur="1" fill="hold">
                                              <p:stCondLst>
                                                <p:cond delay="0"/>
                                              </p:stCondLst>
                                            </p:cTn>
                                            <p:tgtEl>
                                              <p:spTgt spid="238"/>
                                            </p:tgtEl>
                                            <p:attrNameLst>
                                              <p:attrName>style.visibility</p:attrName>
                                            </p:attrNameLst>
                                          </p:cBhvr>
                                          <p:to>
                                            <p:strVal val="visible"/>
                                          </p:to>
                                        </p:set>
                                        <p:animEffect transition="in" filter="fade">
                                          <p:cBhvr>
                                            <p:cTn id="81" dur="500"/>
                                            <p:tgtEl>
                                              <p:spTgt spid="238"/>
                                            </p:tgtEl>
                                          </p:cBhvr>
                                        </p:animEffect>
                                        <p:anim calcmode="lin" valueType="num">
                                          <p:cBhvr>
                                            <p:cTn id="82" dur="500" fill="hold"/>
                                            <p:tgtEl>
                                              <p:spTgt spid="238"/>
                                            </p:tgtEl>
                                            <p:attrNameLst>
                                              <p:attrName>ppt_x</p:attrName>
                                            </p:attrNameLst>
                                          </p:cBhvr>
                                          <p:tavLst>
                                            <p:tav tm="0">
                                              <p:val>
                                                <p:strVal val="#ppt_x"/>
                                              </p:val>
                                            </p:tav>
                                            <p:tav tm="100000">
                                              <p:val>
                                                <p:strVal val="#ppt_x"/>
                                              </p:val>
                                            </p:tav>
                                          </p:tavLst>
                                        </p:anim>
                                        <p:anim calcmode="lin" valueType="num">
                                          <p:cBhvr>
                                            <p:cTn id="83" dur="500" fill="hold"/>
                                            <p:tgtEl>
                                              <p:spTgt spid="238"/>
                                            </p:tgtEl>
                                            <p:attrNameLst>
                                              <p:attrName>ppt_y</p:attrName>
                                            </p:attrNameLst>
                                          </p:cBhvr>
                                          <p:tavLst>
                                            <p:tav tm="0">
                                              <p:val>
                                                <p:strVal val="#ppt_y+.1"/>
                                              </p:val>
                                            </p:tav>
                                            <p:tav tm="100000">
                                              <p:val>
                                                <p:strVal val="#ppt_y"/>
                                              </p:val>
                                            </p:tav>
                                          </p:tavLst>
                                        </p:anim>
                                      </p:childTnLst>
                                    </p:cTn>
                                  </p:par>
                                </p:childTnLst>
                              </p:cTn>
                            </p:par>
                            <p:par>
                              <p:cTn id="84" fill="hold">
                                <p:stCondLst>
                                  <p:cond delay="3250"/>
                                </p:stCondLst>
                                <p:childTnLst>
                                  <p:par>
                                    <p:cTn id="85" presetID="14" presetClass="entr" presetSubtype="10" fill="hold" grpId="0" nodeType="afterEffect">
                                      <p:stCondLst>
                                        <p:cond delay="0"/>
                                      </p:stCondLst>
                                      <p:childTnLst>
                                        <p:set>
                                          <p:cBhvr>
                                            <p:cTn id="86" dur="1" fill="hold">
                                              <p:stCondLst>
                                                <p:cond delay="0"/>
                                              </p:stCondLst>
                                            </p:cTn>
                                            <p:tgtEl>
                                              <p:spTgt spid="216"/>
                                            </p:tgtEl>
                                            <p:attrNameLst>
                                              <p:attrName>style.visibility</p:attrName>
                                            </p:attrNameLst>
                                          </p:cBhvr>
                                          <p:to>
                                            <p:strVal val="visible"/>
                                          </p:to>
                                        </p:set>
                                        <p:animEffect transition="in" filter="randombar(horizontal)">
                                          <p:cBhvr>
                                            <p:cTn id="87" dur="500"/>
                                            <p:tgtEl>
                                              <p:spTgt spid="216"/>
                                            </p:tgtEl>
                                          </p:cBhvr>
                                        </p:animEffect>
                                      </p:childTnLst>
                                    </p:cTn>
                                  </p:par>
                                  <p:par>
                                    <p:cTn id="88" presetID="14" presetClass="entr" presetSubtype="10" fill="hold" grpId="0" nodeType="withEffect">
                                      <p:stCondLst>
                                        <p:cond delay="0"/>
                                      </p:stCondLst>
                                      <p:childTnLst>
                                        <p:set>
                                          <p:cBhvr>
                                            <p:cTn id="89" dur="1" fill="hold">
                                              <p:stCondLst>
                                                <p:cond delay="0"/>
                                              </p:stCondLst>
                                            </p:cTn>
                                            <p:tgtEl>
                                              <p:spTgt spid="226"/>
                                            </p:tgtEl>
                                            <p:attrNameLst>
                                              <p:attrName>style.visibility</p:attrName>
                                            </p:attrNameLst>
                                          </p:cBhvr>
                                          <p:to>
                                            <p:strVal val="visible"/>
                                          </p:to>
                                        </p:set>
                                        <p:animEffect transition="in" filter="randombar(horizontal)">
                                          <p:cBhvr>
                                            <p:cTn id="90" dur="500"/>
                                            <p:tgtEl>
                                              <p:spTgt spid="226"/>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236"/>
                                            </p:tgtEl>
                                            <p:attrNameLst>
                                              <p:attrName>style.visibility</p:attrName>
                                            </p:attrNameLst>
                                          </p:cBhvr>
                                          <p:to>
                                            <p:strVal val="visible"/>
                                          </p:to>
                                        </p:set>
                                        <p:animEffect transition="in" filter="randombar(horizontal)">
                                          <p:cBhvr>
                                            <p:cTn id="93" dur="500"/>
                                            <p:tgtEl>
                                              <p:spTgt spid="236"/>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246"/>
                                            </p:tgtEl>
                                            <p:attrNameLst>
                                              <p:attrName>style.visibility</p:attrName>
                                            </p:attrNameLst>
                                          </p:cBhvr>
                                          <p:to>
                                            <p:strVal val="visible"/>
                                          </p:to>
                                        </p:set>
                                        <p:animEffect transition="in" filter="randombar(horizontal)">
                                          <p:cBhvr>
                                            <p:cTn id="96" dur="500"/>
                                            <p:tgtEl>
                                              <p:spTgt spid="246"/>
                                            </p:tgtEl>
                                          </p:cBhvr>
                                        </p:animEffect>
                                      </p:childTnLst>
                                    </p:cTn>
                                  </p:par>
                                  <p:par>
                                    <p:cTn id="97" presetID="2" presetClass="entr" presetSubtype="2" decel="100000" fill="hold" nodeType="withEffect">
                                      <p:stCondLst>
                                        <p:cond delay="0"/>
                                      </p:stCondLst>
                                      <p:childTnLst>
                                        <p:set>
                                          <p:cBhvr>
                                            <p:cTn id="98" dur="1" fill="hold">
                                              <p:stCondLst>
                                                <p:cond delay="0"/>
                                              </p:stCondLst>
                                            </p:cTn>
                                            <p:tgtEl>
                                              <p:spTgt spid="45"/>
                                            </p:tgtEl>
                                            <p:attrNameLst>
                                              <p:attrName>style.visibility</p:attrName>
                                            </p:attrNameLst>
                                          </p:cBhvr>
                                          <p:to>
                                            <p:strVal val="visible"/>
                                          </p:to>
                                        </p:set>
                                        <p:anim calcmode="lin" valueType="num">
                                          <p:cBhvr additive="base">
                                            <p:cTn id="99" dur="1000" fill="hold"/>
                                            <p:tgtEl>
                                              <p:spTgt spid="45"/>
                                            </p:tgtEl>
                                            <p:attrNameLst>
                                              <p:attrName>ppt_x</p:attrName>
                                            </p:attrNameLst>
                                          </p:cBhvr>
                                          <p:tavLst>
                                            <p:tav tm="0">
                                              <p:val>
                                                <p:strVal val="1+#ppt_w/2"/>
                                              </p:val>
                                            </p:tav>
                                            <p:tav tm="100000">
                                              <p:val>
                                                <p:strVal val="#ppt_x"/>
                                              </p:val>
                                            </p:tav>
                                          </p:tavLst>
                                        </p:anim>
                                        <p:anim calcmode="lin" valueType="num">
                                          <p:cBhvr additive="base">
                                            <p:cTn id="100" dur="1000" fill="hold"/>
                                            <p:tgtEl>
                                              <p:spTgt spid="45"/>
                                            </p:tgtEl>
                                            <p:attrNameLst>
                                              <p:attrName>ppt_y</p:attrName>
                                            </p:attrNameLst>
                                          </p:cBhvr>
                                          <p:tavLst>
                                            <p:tav tm="0">
                                              <p:val>
                                                <p:strVal val="#ppt_y"/>
                                              </p:val>
                                            </p:tav>
                                            <p:tav tm="100000">
                                              <p:val>
                                                <p:strVal val="#ppt_y"/>
                                              </p:val>
                                            </p:tav>
                                          </p:tavLst>
                                        </p:anim>
                                      </p:childTnLst>
                                    </p:cTn>
                                  </p:par>
                                  <p:par>
                                    <p:cTn id="101" presetID="2" presetClass="entr" presetSubtype="2" decel="10000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anim calcmode="lin" valueType="num">
                                          <p:cBhvr additive="base">
                                            <p:cTn id="103" dur="1000" fill="hold"/>
                                            <p:tgtEl>
                                              <p:spTgt spid="48"/>
                                            </p:tgtEl>
                                            <p:attrNameLst>
                                              <p:attrName>ppt_x</p:attrName>
                                            </p:attrNameLst>
                                          </p:cBhvr>
                                          <p:tavLst>
                                            <p:tav tm="0">
                                              <p:val>
                                                <p:strVal val="1+#ppt_w/2"/>
                                              </p:val>
                                            </p:tav>
                                            <p:tav tm="100000">
                                              <p:val>
                                                <p:strVal val="#ppt_x"/>
                                              </p:val>
                                            </p:tav>
                                          </p:tavLst>
                                        </p:anim>
                                        <p:anim calcmode="lin" valueType="num">
                                          <p:cBhvr additive="base">
                                            <p:cTn id="104" dur="1000" fill="hold"/>
                                            <p:tgtEl>
                                              <p:spTgt spid="48"/>
                                            </p:tgtEl>
                                            <p:attrNameLst>
                                              <p:attrName>ppt_y</p:attrName>
                                            </p:attrNameLst>
                                          </p:cBhvr>
                                          <p:tavLst>
                                            <p:tav tm="0">
                                              <p:val>
                                                <p:strVal val="#ppt_y"/>
                                              </p:val>
                                            </p:tav>
                                            <p:tav tm="100000">
                                              <p:val>
                                                <p:strVal val="#ppt_y"/>
                                              </p:val>
                                            </p:tav>
                                          </p:tavLst>
                                        </p:anim>
                                      </p:childTnLst>
                                    </p:cTn>
                                  </p:par>
                                  <p:par>
                                    <p:cTn id="105" presetID="2" presetClass="entr" presetSubtype="2" decel="100000" fill="hold" nodeType="withEffect">
                                      <p:stCondLst>
                                        <p:cond delay="0"/>
                                      </p:stCondLst>
                                      <p:childTnLst>
                                        <p:set>
                                          <p:cBhvr>
                                            <p:cTn id="106" dur="1" fill="hold">
                                              <p:stCondLst>
                                                <p:cond delay="0"/>
                                              </p:stCondLst>
                                            </p:cTn>
                                            <p:tgtEl>
                                              <p:spTgt spid="51"/>
                                            </p:tgtEl>
                                            <p:attrNameLst>
                                              <p:attrName>style.visibility</p:attrName>
                                            </p:attrNameLst>
                                          </p:cBhvr>
                                          <p:to>
                                            <p:strVal val="visible"/>
                                          </p:to>
                                        </p:set>
                                        <p:anim calcmode="lin" valueType="num">
                                          <p:cBhvr additive="base">
                                            <p:cTn id="107" dur="1000" fill="hold"/>
                                            <p:tgtEl>
                                              <p:spTgt spid="51"/>
                                            </p:tgtEl>
                                            <p:attrNameLst>
                                              <p:attrName>ppt_x</p:attrName>
                                            </p:attrNameLst>
                                          </p:cBhvr>
                                          <p:tavLst>
                                            <p:tav tm="0">
                                              <p:val>
                                                <p:strVal val="1+#ppt_w/2"/>
                                              </p:val>
                                            </p:tav>
                                            <p:tav tm="100000">
                                              <p:val>
                                                <p:strVal val="#ppt_x"/>
                                              </p:val>
                                            </p:tav>
                                          </p:tavLst>
                                        </p:anim>
                                        <p:anim calcmode="lin" valueType="num">
                                          <p:cBhvr additive="base">
                                            <p:cTn id="108" dur="1000" fill="hold"/>
                                            <p:tgtEl>
                                              <p:spTgt spid="51"/>
                                            </p:tgtEl>
                                            <p:attrNameLst>
                                              <p:attrName>ppt_y</p:attrName>
                                            </p:attrNameLst>
                                          </p:cBhvr>
                                          <p:tavLst>
                                            <p:tav tm="0">
                                              <p:val>
                                                <p:strVal val="#ppt_y"/>
                                              </p:val>
                                            </p:tav>
                                            <p:tav tm="100000">
                                              <p:val>
                                                <p:strVal val="#ppt_y"/>
                                              </p:val>
                                            </p:tav>
                                          </p:tavLst>
                                        </p:anim>
                                      </p:childTnLst>
                                    </p:cTn>
                                  </p:par>
                                  <p:par>
                                    <p:cTn id="109" presetID="2" presetClass="entr" presetSubtype="2" decel="100000" fill="hold" nodeType="withEffect">
                                      <p:stCondLst>
                                        <p:cond delay="0"/>
                                      </p:stCondLst>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1000" fill="hold"/>
                                            <p:tgtEl>
                                              <p:spTgt spid="54"/>
                                            </p:tgtEl>
                                            <p:attrNameLst>
                                              <p:attrName>ppt_x</p:attrName>
                                            </p:attrNameLst>
                                          </p:cBhvr>
                                          <p:tavLst>
                                            <p:tav tm="0">
                                              <p:val>
                                                <p:strVal val="1+#ppt_w/2"/>
                                              </p:val>
                                            </p:tav>
                                            <p:tav tm="100000">
                                              <p:val>
                                                <p:strVal val="#ppt_x"/>
                                              </p:val>
                                            </p:tav>
                                          </p:tavLst>
                                        </p:anim>
                                        <p:anim calcmode="lin" valueType="num">
                                          <p:cBhvr additive="base">
                                            <p:cTn id="112" dur="1000" fill="hold"/>
                                            <p:tgtEl>
                                              <p:spTgt spid="54"/>
                                            </p:tgtEl>
                                            <p:attrNameLst>
                                              <p:attrName>ppt_y</p:attrName>
                                            </p:attrNameLst>
                                          </p:cBhvr>
                                          <p:tavLst>
                                            <p:tav tm="0">
                                              <p:val>
                                                <p:strVal val="#ppt_y"/>
                                              </p:val>
                                            </p:tav>
                                            <p:tav tm="100000">
                                              <p:val>
                                                <p:strVal val="#ppt_y"/>
                                              </p:val>
                                            </p:tav>
                                          </p:tavLst>
                                        </p:anim>
                                      </p:childTnLst>
                                    </p:cTn>
                                  </p:par>
                                  <p:par>
                                    <p:cTn id="113" presetID="2" presetClass="entr" presetSubtype="1" fill="hold" grpId="0" nodeType="withEffect" p14:presetBounceEnd="81000">
                                      <p:stCondLst>
                                        <p:cond delay="0"/>
                                      </p:stCondLst>
                                      <p:childTnLst>
                                        <p:set>
                                          <p:cBhvr>
                                            <p:cTn id="114" dur="1" fill="hold">
                                              <p:stCondLst>
                                                <p:cond delay="0"/>
                                              </p:stCondLst>
                                            </p:cTn>
                                            <p:tgtEl>
                                              <p:spTgt spid="61"/>
                                            </p:tgtEl>
                                            <p:attrNameLst>
                                              <p:attrName>style.visibility</p:attrName>
                                            </p:attrNameLst>
                                          </p:cBhvr>
                                          <p:to>
                                            <p:strVal val="visible"/>
                                          </p:to>
                                        </p:set>
                                        <p:anim calcmode="lin" valueType="num" p14:bounceEnd="81000">
                                          <p:cBhvr additive="base">
                                            <p:cTn id="115" dur="1000" fill="hold"/>
                                            <p:tgtEl>
                                              <p:spTgt spid="61"/>
                                            </p:tgtEl>
                                            <p:attrNameLst>
                                              <p:attrName>ppt_x</p:attrName>
                                            </p:attrNameLst>
                                          </p:cBhvr>
                                          <p:tavLst>
                                            <p:tav tm="0">
                                              <p:val>
                                                <p:strVal val="#ppt_x"/>
                                              </p:val>
                                            </p:tav>
                                            <p:tav tm="100000">
                                              <p:val>
                                                <p:strVal val="#ppt_x"/>
                                              </p:val>
                                            </p:tav>
                                          </p:tavLst>
                                        </p:anim>
                                        <p:anim calcmode="lin" valueType="num" p14:bounceEnd="81000">
                                          <p:cBhvr additive="base">
                                            <p:cTn id="116" dur="1000" fill="hold"/>
                                            <p:tgtEl>
                                              <p:spTgt spid="61"/>
                                            </p:tgtEl>
                                            <p:attrNameLst>
                                              <p:attrName>ppt_y</p:attrName>
                                            </p:attrNameLst>
                                          </p:cBhvr>
                                          <p:tavLst>
                                            <p:tav tm="0">
                                              <p:val>
                                                <p:strVal val="0-#ppt_h/2"/>
                                              </p:val>
                                            </p:tav>
                                            <p:tav tm="100000">
                                              <p:val>
                                                <p:strVal val="#ppt_y"/>
                                              </p:val>
                                            </p:tav>
                                          </p:tavLst>
                                        </p:anim>
                                      </p:childTnLst>
                                    </p:cTn>
                                  </p:par>
                                </p:childTnLst>
                              </p:cTn>
                            </p:par>
                            <p:par>
                              <p:cTn id="117" fill="hold">
                                <p:stCondLst>
                                  <p:cond delay="4250"/>
                                </p:stCondLst>
                                <p:childTnLst>
                                  <p:par>
                                    <p:cTn id="118" presetID="22" presetClass="entr" presetSubtype="8" fill="hold" nodeType="after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wipe(left)">
                                          <p:cBhvr>
                                            <p:cTn id="12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animBg="1"/>
          <p:bldP spid="211" grpId="0" animBg="1"/>
          <p:bldP spid="212" grpId="0"/>
          <p:bldP spid="216" grpId="0"/>
          <p:bldP spid="217" grpId="0" animBg="1"/>
          <p:bldP spid="221" grpId="0" animBg="1"/>
          <p:bldP spid="222" grpId="0"/>
          <p:bldP spid="226" grpId="0"/>
          <p:bldP spid="227" grpId="0" animBg="1"/>
          <p:bldP spid="231" grpId="0" animBg="1"/>
          <p:bldP spid="232" grpId="0"/>
          <p:bldP spid="236" grpId="0"/>
          <p:bldP spid="237" grpId="0" animBg="1"/>
          <p:bldP spid="241" grpId="0" animBg="1"/>
          <p:bldP spid="242" grpId="0"/>
          <p:bldP spid="246" grpId="0"/>
          <p:bldP spid="6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grpId="0" nodeType="after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fade">
                                          <p:cBhvr>
                                            <p:cTn id="7" dur="1000"/>
                                            <p:tgtEl>
                                              <p:spTgt spid="207"/>
                                            </p:tgtEl>
                                          </p:cBhvr>
                                        </p:animEffect>
                                        <p:anim calcmode="lin" valueType="num">
                                          <p:cBhvr>
                                            <p:cTn id="8" dur="1000" fill="hold"/>
                                            <p:tgtEl>
                                              <p:spTgt spid="207"/>
                                            </p:tgtEl>
                                            <p:attrNameLst>
                                              <p:attrName>ppt_x</p:attrName>
                                            </p:attrNameLst>
                                          </p:cBhvr>
                                          <p:tavLst>
                                            <p:tav tm="0">
                                              <p:val>
                                                <p:strVal val="#ppt_x"/>
                                              </p:val>
                                            </p:tav>
                                            <p:tav tm="100000">
                                              <p:val>
                                                <p:strVal val="#ppt_x"/>
                                              </p:val>
                                            </p:tav>
                                          </p:tavLst>
                                        </p:anim>
                                        <p:anim calcmode="lin" valueType="num">
                                          <p:cBhvr>
                                            <p:cTn id="9" dur="900" decel="100000" fill="hold"/>
                                            <p:tgtEl>
                                              <p:spTgt spid="207"/>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07"/>
                                            </p:tgtEl>
                                            <p:attrNameLst>
                                              <p:attrName>ppt_y</p:attrName>
                                            </p:attrNameLst>
                                          </p:cBhvr>
                                          <p:tavLst>
                                            <p:tav tm="0">
                                              <p:val>
                                                <p:strVal val="#ppt_y-.03"/>
                                              </p:val>
                                            </p:tav>
                                            <p:tav tm="100000">
                                              <p:val>
                                                <p:strVal val="#ppt_y"/>
                                              </p:val>
                                            </p:tav>
                                          </p:tavLst>
                                        </p:anim>
                                      </p:childTnLst>
                                    </p:cTn>
                                  </p:par>
                                  <p:par>
                                    <p:cTn id="11" presetID="37" presetClass="entr" presetSubtype="0" fill="hold" grpId="0" nodeType="withEffect">
                                      <p:stCondLst>
                                        <p:cond delay="250"/>
                                      </p:stCondLst>
                                      <p:childTnLst>
                                        <p:set>
                                          <p:cBhvr>
                                            <p:cTn id="12" dur="1" fill="hold">
                                              <p:stCondLst>
                                                <p:cond delay="0"/>
                                              </p:stCondLst>
                                            </p:cTn>
                                            <p:tgtEl>
                                              <p:spTgt spid="217"/>
                                            </p:tgtEl>
                                            <p:attrNameLst>
                                              <p:attrName>style.visibility</p:attrName>
                                            </p:attrNameLst>
                                          </p:cBhvr>
                                          <p:to>
                                            <p:strVal val="visible"/>
                                          </p:to>
                                        </p:set>
                                        <p:animEffect transition="in" filter="fade">
                                          <p:cBhvr>
                                            <p:cTn id="13" dur="1000"/>
                                            <p:tgtEl>
                                              <p:spTgt spid="217"/>
                                            </p:tgtEl>
                                          </p:cBhvr>
                                        </p:animEffect>
                                        <p:anim calcmode="lin" valueType="num">
                                          <p:cBhvr>
                                            <p:cTn id="14" dur="1000" fill="hold"/>
                                            <p:tgtEl>
                                              <p:spTgt spid="217"/>
                                            </p:tgtEl>
                                            <p:attrNameLst>
                                              <p:attrName>ppt_x</p:attrName>
                                            </p:attrNameLst>
                                          </p:cBhvr>
                                          <p:tavLst>
                                            <p:tav tm="0">
                                              <p:val>
                                                <p:strVal val="#ppt_x"/>
                                              </p:val>
                                            </p:tav>
                                            <p:tav tm="100000">
                                              <p:val>
                                                <p:strVal val="#ppt_x"/>
                                              </p:val>
                                            </p:tav>
                                          </p:tavLst>
                                        </p:anim>
                                        <p:anim calcmode="lin" valueType="num">
                                          <p:cBhvr>
                                            <p:cTn id="15" dur="900" decel="100000" fill="hold"/>
                                            <p:tgtEl>
                                              <p:spTgt spid="217"/>
                                            </p:tgtEl>
                                            <p:attrNameLst>
                                              <p:attrName>ppt_y</p:attrName>
                                            </p:attrNameLst>
                                          </p:cBhvr>
                                          <p:tavLst>
                                            <p:tav tm="0">
                                              <p:val>
                                                <p:strVal val="#ppt_y+1"/>
                                              </p:val>
                                            </p:tav>
                                            <p:tav tm="100000">
                                              <p:val>
                                                <p:strVal val="#ppt_y-.03"/>
                                              </p:val>
                                            </p:tav>
                                          </p:tavLst>
                                        </p:anim>
                                        <p:anim calcmode="lin" valueType="num">
                                          <p:cBhvr>
                                            <p:cTn id="16" dur="100" accel="100000" fill="hold">
                                              <p:stCondLst>
                                                <p:cond delay="900"/>
                                              </p:stCondLst>
                                            </p:cTn>
                                            <p:tgtEl>
                                              <p:spTgt spid="217"/>
                                            </p:tgtEl>
                                            <p:attrNameLst>
                                              <p:attrName>ppt_y</p:attrName>
                                            </p:attrNameLst>
                                          </p:cBhvr>
                                          <p:tavLst>
                                            <p:tav tm="0">
                                              <p:val>
                                                <p:strVal val="#ppt_y-.03"/>
                                              </p:val>
                                            </p:tav>
                                            <p:tav tm="100000">
                                              <p:val>
                                                <p:strVal val="#ppt_y"/>
                                              </p:val>
                                            </p:tav>
                                          </p:tavLst>
                                        </p:anim>
                                      </p:childTnLst>
                                    </p:cTn>
                                  </p:par>
                                  <p:par>
                                    <p:cTn id="17" presetID="37" presetClass="entr" presetSubtype="0" fill="hold" grpId="0" nodeType="withEffect">
                                      <p:stCondLst>
                                        <p:cond delay="500"/>
                                      </p:stCondLst>
                                      <p:childTnLst>
                                        <p:set>
                                          <p:cBhvr>
                                            <p:cTn id="18" dur="1" fill="hold">
                                              <p:stCondLst>
                                                <p:cond delay="0"/>
                                              </p:stCondLst>
                                            </p:cTn>
                                            <p:tgtEl>
                                              <p:spTgt spid="227"/>
                                            </p:tgtEl>
                                            <p:attrNameLst>
                                              <p:attrName>style.visibility</p:attrName>
                                            </p:attrNameLst>
                                          </p:cBhvr>
                                          <p:to>
                                            <p:strVal val="visible"/>
                                          </p:to>
                                        </p:set>
                                        <p:animEffect transition="in" filter="fade">
                                          <p:cBhvr>
                                            <p:cTn id="19" dur="1000"/>
                                            <p:tgtEl>
                                              <p:spTgt spid="227"/>
                                            </p:tgtEl>
                                          </p:cBhvr>
                                        </p:animEffect>
                                        <p:anim calcmode="lin" valueType="num">
                                          <p:cBhvr>
                                            <p:cTn id="20" dur="1000" fill="hold"/>
                                            <p:tgtEl>
                                              <p:spTgt spid="227"/>
                                            </p:tgtEl>
                                            <p:attrNameLst>
                                              <p:attrName>ppt_x</p:attrName>
                                            </p:attrNameLst>
                                          </p:cBhvr>
                                          <p:tavLst>
                                            <p:tav tm="0">
                                              <p:val>
                                                <p:strVal val="#ppt_x"/>
                                              </p:val>
                                            </p:tav>
                                            <p:tav tm="100000">
                                              <p:val>
                                                <p:strVal val="#ppt_x"/>
                                              </p:val>
                                            </p:tav>
                                          </p:tavLst>
                                        </p:anim>
                                        <p:anim calcmode="lin" valueType="num">
                                          <p:cBhvr>
                                            <p:cTn id="21" dur="900" decel="100000" fill="hold"/>
                                            <p:tgtEl>
                                              <p:spTgt spid="227"/>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227"/>
                                            </p:tgtEl>
                                            <p:attrNameLst>
                                              <p:attrName>ppt_y</p:attrName>
                                            </p:attrNameLst>
                                          </p:cBhvr>
                                          <p:tavLst>
                                            <p:tav tm="0">
                                              <p:val>
                                                <p:strVal val="#ppt_y-.03"/>
                                              </p:val>
                                            </p:tav>
                                            <p:tav tm="100000">
                                              <p:val>
                                                <p:strVal val="#ppt_y"/>
                                              </p:val>
                                            </p:tav>
                                          </p:tavLst>
                                        </p:anim>
                                      </p:childTnLst>
                                    </p:cTn>
                                  </p:par>
                                  <p:par>
                                    <p:cTn id="23" presetID="37" presetClass="entr" presetSubtype="0" fill="hold" grpId="0" nodeType="withEffect">
                                      <p:stCondLst>
                                        <p:cond delay="750"/>
                                      </p:stCondLst>
                                      <p:childTnLst>
                                        <p:set>
                                          <p:cBhvr>
                                            <p:cTn id="24" dur="1" fill="hold">
                                              <p:stCondLst>
                                                <p:cond delay="0"/>
                                              </p:stCondLst>
                                            </p:cTn>
                                            <p:tgtEl>
                                              <p:spTgt spid="237"/>
                                            </p:tgtEl>
                                            <p:attrNameLst>
                                              <p:attrName>style.visibility</p:attrName>
                                            </p:attrNameLst>
                                          </p:cBhvr>
                                          <p:to>
                                            <p:strVal val="visible"/>
                                          </p:to>
                                        </p:set>
                                        <p:animEffect transition="in" filter="fade">
                                          <p:cBhvr>
                                            <p:cTn id="25" dur="1000"/>
                                            <p:tgtEl>
                                              <p:spTgt spid="237"/>
                                            </p:tgtEl>
                                          </p:cBhvr>
                                        </p:animEffect>
                                        <p:anim calcmode="lin" valueType="num">
                                          <p:cBhvr>
                                            <p:cTn id="26" dur="1000" fill="hold"/>
                                            <p:tgtEl>
                                              <p:spTgt spid="237"/>
                                            </p:tgtEl>
                                            <p:attrNameLst>
                                              <p:attrName>ppt_x</p:attrName>
                                            </p:attrNameLst>
                                          </p:cBhvr>
                                          <p:tavLst>
                                            <p:tav tm="0">
                                              <p:val>
                                                <p:strVal val="#ppt_x"/>
                                              </p:val>
                                            </p:tav>
                                            <p:tav tm="100000">
                                              <p:val>
                                                <p:strVal val="#ppt_x"/>
                                              </p:val>
                                            </p:tav>
                                          </p:tavLst>
                                        </p:anim>
                                        <p:anim calcmode="lin" valueType="num">
                                          <p:cBhvr>
                                            <p:cTn id="27" dur="900" decel="100000" fill="hold"/>
                                            <p:tgtEl>
                                              <p:spTgt spid="237"/>
                                            </p:tgtEl>
                                            <p:attrNameLst>
                                              <p:attrName>ppt_y</p:attrName>
                                            </p:attrNameLst>
                                          </p:cBhvr>
                                          <p:tavLst>
                                            <p:tav tm="0">
                                              <p:val>
                                                <p:strVal val="#ppt_y+1"/>
                                              </p:val>
                                            </p:tav>
                                            <p:tav tm="100000">
                                              <p:val>
                                                <p:strVal val="#ppt_y-.03"/>
                                              </p:val>
                                            </p:tav>
                                          </p:tavLst>
                                        </p:anim>
                                        <p:anim calcmode="lin" valueType="num">
                                          <p:cBhvr>
                                            <p:cTn id="28" dur="100" accel="100000" fill="hold">
                                              <p:stCondLst>
                                                <p:cond delay="900"/>
                                              </p:stCondLst>
                                            </p:cTn>
                                            <p:tgtEl>
                                              <p:spTgt spid="237"/>
                                            </p:tgtEl>
                                            <p:attrNameLst>
                                              <p:attrName>ppt_y</p:attrName>
                                            </p:attrNameLst>
                                          </p:cBhvr>
                                          <p:tavLst>
                                            <p:tav tm="0">
                                              <p:val>
                                                <p:strVal val="#ppt_y-.03"/>
                                              </p:val>
                                            </p:tav>
                                            <p:tav tm="100000">
                                              <p:val>
                                                <p:strVal val="#ppt_y"/>
                                              </p:val>
                                            </p:tav>
                                          </p:tavLst>
                                        </p:anim>
                                      </p:childTnLst>
                                    </p:cTn>
                                  </p:par>
                                </p:childTnLst>
                              </p:cTn>
                            </p:par>
                            <p:par>
                              <p:cTn id="29" fill="hold">
                                <p:stCondLst>
                                  <p:cond delay="1000"/>
                                </p:stCondLst>
                                <p:childTnLst>
                                  <p:par>
                                    <p:cTn id="30" presetID="16" presetClass="entr" presetSubtype="37" fill="hold" grpId="0" nodeType="afterEffect">
                                      <p:stCondLst>
                                        <p:cond delay="0"/>
                                      </p:stCondLst>
                                      <p:childTnLst>
                                        <p:set>
                                          <p:cBhvr>
                                            <p:cTn id="31" dur="1" fill="hold">
                                              <p:stCondLst>
                                                <p:cond delay="0"/>
                                              </p:stCondLst>
                                            </p:cTn>
                                            <p:tgtEl>
                                              <p:spTgt spid="211"/>
                                            </p:tgtEl>
                                            <p:attrNameLst>
                                              <p:attrName>style.visibility</p:attrName>
                                            </p:attrNameLst>
                                          </p:cBhvr>
                                          <p:to>
                                            <p:strVal val="visible"/>
                                          </p:to>
                                        </p:set>
                                        <p:animEffect transition="in" filter="barn(outVertical)">
                                          <p:cBhvr>
                                            <p:cTn id="32" dur="500"/>
                                            <p:tgtEl>
                                              <p:spTgt spid="211"/>
                                            </p:tgtEl>
                                          </p:cBhvr>
                                        </p:animEffect>
                                      </p:childTnLst>
                                    </p:cTn>
                                  </p:par>
                                  <p:par>
                                    <p:cTn id="33" presetID="16" presetClass="entr" presetSubtype="37" fill="hold" grpId="0" nodeType="withEffect">
                                      <p:stCondLst>
                                        <p:cond delay="0"/>
                                      </p:stCondLst>
                                      <p:childTnLst>
                                        <p:set>
                                          <p:cBhvr>
                                            <p:cTn id="34" dur="1" fill="hold">
                                              <p:stCondLst>
                                                <p:cond delay="0"/>
                                              </p:stCondLst>
                                            </p:cTn>
                                            <p:tgtEl>
                                              <p:spTgt spid="221"/>
                                            </p:tgtEl>
                                            <p:attrNameLst>
                                              <p:attrName>style.visibility</p:attrName>
                                            </p:attrNameLst>
                                          </p:cBhvr>
                                          <p:to>
                                            <p:strVal val="visible"/>
                                          </p:to>
                                        </p:set>
                                        <p:animEffect transition="in" filter="barn(outVertical)">
                                          <p:cBhvr>
                                            <p:cTn id="35" dur="500"/>
                                            <p:tgtEl>
                                              <p:spTgt spid="221"/>
                                            </p:tgtEl>
                                          </p:cBhvr>
                                        </p:animEffect>
                                      </p:childTnLst>
                                    </p:cTn>
                                  </p:par>
                                  <p:par>
                                    <p:cTn id="36" presetID="16" presetClass="entr" presetSubtype="37" fill="hold" grpId="0" nodeType="withEffect">
                                      <p:stCondLst>
                                        <p:cond delay="0"/>
                                      </p:stCondLst>
                                      <p:childTnLst>
                                        <p:set>
                                          <p:cBhvr>
                                            <p:cTn id="37" dur="1" fill="hold">
                                              <p:stCondLst>
                                                <p:cond delay="0"/>
                                              </p:stCondLst>
                                            </p:cTn>
                                            <p:tgtEl>
                                              <p:spTgt spid="231"/>
                                            </p:tgtEl>
                                            <p:attrNameLst>
                                              <p:attrName>style.visibility</p:attrName>
                                            </p:attrNameLst>
                                          </p:cBhvr>
                                          <p:to>
                                            <p:strVal val="visible"/>
                                          </p:to>
                                        </p:set>
                                        <p:animEffect transition="in" filter="barn(outVertical)">
                                          <p:cBhvr>
                                            <p:cTn id="38" dur="500"/>
                                            <p:tgtEl>
                                              <p:spTgt spid="231"/>
                                            </p:tgtEl>
                                          </p:cBhvr>
                                        </p:animEffect>
                                      </p:childTnLst>
                                    </p:cTn>
                                  </p:par>
                                  <p:par>
                                    <p:cTn id="39" presetID="16" presetClass="entr" presetSubtype="37" fill="hold" grpId="0" nodeType="withEffect">
                                      <p:stCondLst>
                                        <p:cond delay="0"/>
                                      </p:stCondLst>
                                      <p:childTnLst>
                                        <p:set>
                                          <p:cBhvr>
                                            <p:cTn id="40" dur="1" fill="hold">
                                              <p:stCondLst>
                                                <p:cond delay="0"/>
                                              </p:stCondLst>
                                            </p:cTn>
                                            <p:tgtEl>
                                              <p:spTgt spid="241"/>
                                            </p:tgtEl>
                                            <p:attrNameLst>
                                              <p:attrName>style.visibility</p:attrName>
                                            </p:attrNameLst>
                                          </p:cBhvr>
                                          <p:to>
                                            <p:strVal val="visible"/>
                                          </p:to>
                                        </p:set>
                                        <p:animEffect transition="in" filter="barn(outVertical)">
                                          <p:cBhvr>
                                            <p:cTn id="41" dur="500"/>
                                            <p:tgtEl>
                                              <p:spTgt spid="241"/>
                                            </p:tgtEl>
                                          </p:cBhvr>
                                        </p:animEffect>
                                      </p:childTnLst>
                                    </p:cTn>
                                  </p:par>
                                </p:childTnLst>
                              </p:cTn>
                            </p:par>
                            <p:par>
                              <p:cTn id="42" fill="hold">
                                <p:stCondLst>
                                  <p:cond delay="1500"/>
                                </p:stCondLst>
                                <p:childTnLst>
                                  <p:par>
                                    <p:cTn id="43" presetID="47" presetClass="entr" presetSubtype="0" fill="hold" grpId="0" nodeType="afterEffect">
                                      <p:stCondLst>
                                        <p:cond delay="0"/>
                                      </p:stCondLst>
                                      <p:childTnLst>
                                        <p:set>
                                          <p:cBhvr>
                                            <p:cTn id="44" dur="1" fill="hold">
                                              <p:stCondLst>
                                                <p:cond delay="0"/>
                                              </p:stCondLst>
                                            </p:cTn>
                                            <p:tgtEl>
                                              <p:spTgt spid="212"/>
                                            </p:tgtEl>
                                            <p:attrNameLst>
                                              <p:attrName>style.visibility</p:attrName>
                                            </p:attrNameLst>
                                          </p:cBhvr>
                                          <p:to>
                                            <p:strVal val="visible"/>
                                          </p:to>
                                        </p:set>
                                        <p:animEffect transition="in" filter="fade">
                                          <p:cBhvr>
                                            <p:cTn id="45" dur="500"/>
                                            <p:tgtEl>
                                              <p:spTgt spid="212"/>
                                            </p:tgtEl>
                                          </p:cBhvr>
                                        </p:animEffect>
                                        <p:anim calcmode="lin" valueType="num">
                                          <p:cBhvr>
                                            <p:cTn id="46" dur="500" fill="hold"/>
                                            <p:tgtEl>
                                              <p:spTgt spid="212"/>
                                            </p:tgtEl>
                                            <p:attrNameLst>
                                              <p:attrName>ppt_x</p:attrName>
                                            </p:attrNameLst>
                                          </p:cBhvr>
                                          <p:tavLst>
                                            <p:tav tm="0">
                                              <p:val>
                                                <p:strVal val="#ppt_x"/>
                                              </p:val>
                                            </p:tav>
                                            <p:tav tm="100000">
                                              <p:val>
                                                <p:strVal val="#ppt_x"/>
                                              </p:val>
                                            </p:tav>
                                          </p:tavLst>
                                        </p:anim>
                                        <p:anim calcmode="lin" valueType="num">
                                          <p:cBhvr>
                                            <p:cTn id="47" dur="500" fill="hold"/>
                                            <p:tgtEl>
                                              <p:spTgt spid="212"/>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0"/>
                                      </p:stCondLst>
                                      <p:childTnLst>
                                        <p:set>
                                          <p:cBhvr>
                                            <p:cTn id="49" dur="1" fill="hold">
                                              <p:stCondLst>
                                                <p:cond delay="0"/>
                                              </p:stCondLst>
                                            </p:cTn>
                                            <p:tgtEl>
                                              <p:spTgt spid="222"/>
                                            </p:tgtEl>
                                            <p:attrNameLst>
                                              <p:attrName>style.visibility</p:attrName>
                                            </p:attrNameLst>
                                          </p:cBhvr>
                                          <p:to>
                                            <p:strVal val="visible"/>
                                          </p:to>
                                        </p:set>
                                        <p:animEffect transition="in" filter="fade">
                                          <p:cBhvr>
                                            <p:cTn id="50" dur="500"/>
                                            <p:tgtEl>
                                              <p:spTgt spid="222"/>
                                            </p:tgtEl>
                                          </p:cBhvr>
                                        </p:animEffect>
                                        <p:anim calcmode="lin" valueType="num">
                                          <p:cBhvr>
                                            <p:cTn id="51" dur="500" fill="hold"/>
                                            <p:tgtEl>
                                              <p:spTgt spid="222"/>
                                            </p:tgtEl>
                                            <p:attrNameLst>
                                              <p:attrName>ppt_x</p:attrName>
                                            </p:attrNameLst>
                                          </p:cBhvr>
                                          <p:tavLst>
                                            <p:tav tm="0">
                                              <p:val>
                                                <p:strVal val="#ppt_x"/>
                                              </p:val>
                                            </p:tav>
                                            <p:tav tm="100000">
                                              <p:val>
                                                <p:strVal val="#ppt_x"/>
                                              </p:val>
                                            </p:tav>
                                          </p:tavLst>
                                        </p:anim>
                                        <p:anim calcmode="lin" valueType="num">
                                          <p:cBhvr>
                                            <p:cTn id="52" dur="500" fill="hold"/>
                                            <p:tgtEl>
                                              <p:spTgt spid="222"/>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232"/>
                                            </p:tgtEl>
                                            <p:attrNameLst>
                                              <p:attrName>style.visibility</p:attrName>
                                            </p:attrNameLst>
                                          </p:cBhvr>
                                          <p:to>
                                            <p:strVal val="visible"/>
                                          </p:to>
                                        </p:set>
                                        <p:animEffect transition="in" filter="fade">
                                          <p:cBhvr>
                                            <p:cTn id="55" dur="500"/>
                                            <p:tgtEl>
                                              <p:spTgt spid="232"/>
                                            </p:tgtEl>
                                          </p:cBhvr>
                                        </p:animEffect>
                                        <p:anim calcmode="lin" valueType="num">
                                          <p:cBhvr>
                                            <p:cTn id="56" dur="500" fill="hold"/>
                                            <p:tgtEl>
                                              <p:spTgt spid="232"/>
                                            </p:tgtEl>
                                            <p:attrNameLst>
                                              <p:attrName>ppt_x</p:attrName>
                                            </p:attrNameLst>
                                          </p:cBhvr>
                                          <p:tavLst>
                                            <p:tav tm="0">
                                              <p:val>
                                                <p:strVal val="#ppt_x"/>
                                              </p:val>
                                            </p:tav>
                                            <p:tav tm="100000">
                                              <p:val>
                                                <p:strVal val="#ppt_x"/>
                                              </p:val>
                                            </p:tav>
                                          </p:tavLst>
                                        </p:anim>
                                        <p:anim calcmode="lin" valueType="num">
                                          <p:cBhvr>
                                            <p:cTn id="57" dur="500" fill="hold"/>
                                            <p:tgtEl>
                                              <p:spTgt spid="232"/>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242"/>
                                            </p:tgtEl>
                                            <p:attrNameLst>
                                              <p:attrName>style.visibility</p:attrName>
                                            </p:attrNameLst>
                                          </p:cBhvr>
                                          <p:to>
                                            <p:strVal val="visible"/>
                                          </p:to>
                                        </p:set>
                                        <p:animEffect transition="in" filter="fade">
                                          <p:cBhvr>
                                            <p:cTn id="60" dur="500"/>
                                            <p:tgtEl>
                                              <p:spTgt spid="242"/>
                                            </p:tgtEl>
                                          </p:cBhvr>
                                        </p:animEffect>
                                        <p:anim calcmode="lin" valueType="num">
                                          <p:cBhvr>
                                            <p:cTn id="61" dur="500" fill="hold"/>
                                            <p:tgtEl>
                                              <p:spTgt spid="242"/>
                                            </p:tgtEl>
                                            <p:attrNameLst>
                                              <p:attrName>ppt_x</p:attrName>
                                            </p:attrNameLst>
                                          </p:cBhvr>
                                          <p:tavLst>
                                            <p:tav tm="0">
                                              <p:val>
                                                <p:strVal val="#ppt_x"/>
                                              </p:val>
                                            </p:tav>
                                            <p:tav tm="100000">
                                              <p:val>
                                                <p:strVal val="#ppt_x"/>
                                              </p:val>
                                            </p:tav>
                                          </p:tavLst>
                                        </p:anim>
                                        <p:anim calcmode="lin" valueType="num">
                                          <p:cBhvr>
                                            <p:cTn id="62" dur="500" fill="hold"/>
                                            <p:tgtEl>
                                              <p:spTgt spid="242"/>
                                            </p:tgtEl>
                                            <p:attrNameLst>
                                              <p:attrName>ppt_y</p:attrName>
                                            </p:attrNameLst>
                                          </p:cBhvr>
                                          <p:tavLst>
                                            <p:tav tm="0">
                                              <p:val>
                                                <p:strVal val="#ppt_y-.1"/>
                                              </p:val>
                                            </p:tav>
                                            <p:tav tm="100000">
                                              <p:val>
                                                <p:strVal val="#ppt_y"/>
                                              </p:val>
                                            </p:tav>
                                          </p:tavLst>
                                        </p:anim>
                                      </p:childTnLst>
                                    </p:cTn>
                                  </p:par>
                                </p:childTnLst>
                              </p:cTn>
                            </p:par>
                            <p:par>
                              <p:cTn id="63" fill="hold">
                                <p:stCondLst>
                                  <p:cond delay="2000"/>
                                </p:stCondLst>
                                <p:childTnLst>
                                  <p:par>
                                    <p:cTn id="64" presetID="42" presetClass="entr" presetSubtype="0" fill="hold" nodeType="afterEffect">
                                      <p:stCondLst>
                                        <p:cond delay="0"/>
                                      </p:stCondLst>
                                      <p:childTnLst>
                                        <p:set>
                                          <p:cBhvr>
                                            <p:cTn id="65" dur="1" fill="hold">
                                              <p:stCondLst>
                                                <p:cond delay="0"/>
                                              </p:stCondLst>
                                            </p:cTn>
                                            <p:tgtEl>
                                              <p:spTgt spid="208"/>
                                            </p:tgtEl>
                                            <p:attrNameLst>
                                              <p:attrName>style.visibility</p:attrName>
                                            </p:attrNameLst>
                                          </p:cBhvr>
                                          <p:to>
                                            <p:strVal val="visible"/>
                                          </p:to>
                                        </p:set>
                                        <p:animEffect transition="in" filter="fade">
                                          <p:cBhvr>
                                            <p:cTn id="66" dur="500"/>
                                            <p:tgtEl>
                                              <p:spTgt spid="208"/>
                                            </p:tgtEl>
                                          </p:cBhvr>
                                        </p:animEffect>
                                        <p:anim calcmode="lin" valueType="num">
                                          <p:cBhvr>
                                            <p:cTn id="67" dur="500" fill="hold"/>
                                            <p:tgtEl>
                                              <p:spTgt spid="208"/>
                                            </p:tgtEl>
                                            <p:attrNameLst>
                                              <p:attrName>ppt_x</p:attrName>
                                            </p:attrNameLst>
                                          </p:cBhvr>
                                          <p:tavLst>
                                            <p:tav tm="0">
                                              <p:val>
                                                <p:strVal val="#ppt_x"/>
                                              </p:val>
                                            </p:tav>
                                            <p:tav tm="100000">
                                              <p:val>
                                                <p:strVal val="#ppt_x"/>
                                              </p:val>
                                            </p:tav>
                                          </p:tavLst>
                                        </p:anim>
                                        <p:anim calcmode="lin" valueType="num">
                                          <p:cBhvr>
                                            <p:cTn id="68" dur="500" fill="hold"/>
                                            <p:tgtEl>
                                              <p:spTgt spid="208"/>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250"/>
                                      </p:stCondLst>
                                      <p:childTnLst>
                                        <p:set>
                                          <p:cBhvr>
                                            <p:cTn id="70" dur="1" fill="hold">
                                              <p:stCondLst>
                                                <p:cond delay="0"/>
                                              </p:stCondLst>
                                            </p:cTn>
                                            <p:tgtEl>
                                              <p:spTgt spid="218"/>
                                            </p:tgtEl>
                                            <p:attrNameLst>
                                              <p:attrName>style.visibility</p:attrName>
                                            </p:attrNameLst>
                                          </p:cBhvr>
                                          <p:to>
                                            <p:strVal val="visible"/>
                                          </p:to>
                                        </p:set>
                                        <p:animEffect transition="in" filter="fade">
                                          <p:cBhvr>
                                            <p:cTn id="71" dur="500"/>
                                            <p:tgtEl>
                                              <p:spTgt spid="218"/>
                                            </p:tgtEl>
                                          </p:cBhvr>
                                        </p:animEffect>
                                        <p:anim calcmode="lin" valueType="num">
                                          <p:cBhvr>
                                            <p:cTn id="72" dur="500" fill="hold"/>
                                            <p:tgtEl>
                                              <p:spTgt spid="218"/>
                                            </p:tgtEl>
                                            <p:attrNameLst>
                                              <p:attrName>ppt_x</p:attrName>
                                            </p:attrNameLst>
                                          </p:cBhvr>
                                          <p:tavLst>
                                            <p:tav tm="0">
                                              <p:val>
                                                <p:strVal val="#ppt_x"/>
                                              </p:val>
                                            </p:tav>
                                            <p:tav tm="100000">
                                              <p:val>
                                                <p:strVal val="#ppt_x"/>
                                              </p:val>
                                            </p:tav>
                                          </p:tavLst>
                                        </p:anim>
                                        <p:anim calcmode="lin" valueType="num">
                                          <p:cBhvr>
                                            <p:cTn id="73" dur="500" fill="hold"/>
                                            <p:tgtEl>
                                              <p:spTgt spid="218"/>
                                            </p:tgtEl>
                                            <p:attrNameLst>
                                              <p:attrName>ppt_y</p:attrName>
                                            </p:attrNameLst>
                                          </p:cBhvr>
                                          <p:tavLst>
                                            <p:tav tm="0">
                                              <p:val>
                                                <p:strVal val="#ppt_y+.1"/>
                                              </p:val>
                                            </p:tav>
                                            <p:tav tm="100000">
                                              <p:val>
                                                <p:strVal val="#ppt_y"/>
                                              </p:val>
                                            </p:tav>
                                          </p:tavLst>
                                        </p:anim>
                                      </p:childTnLst>
                                    </p:cTn>
                                  </p:par>
                                  <p:par>
                                    <p:cTn id="74" presetID="42" presetClass="entr" presetSubtype="0" fill="hold" nodeType="withEffect">
                                      <p:stCondLst>
                                        <p:cond delay="500"/>
                                      </p:stCondLst>
                                      <p:childTnLst>
                                        <p:set>
                                          <p:cBhvr>
                                            <p:cTn id="75" dur="1" fill="hold">
                                              <p:stCondLst>
                                                <p:cond delay="0"/>
                                              </p:stCondLst>
                                            </p:cTn>
                                            <p:tgtEl>
                                              <p:spTgt spid="228"/>
                                            </p:tgtEl>
                                            <p:attrNameLst>
                                              <p:attrName>style.visibility</p:attrName>
                                            </p:attrNameLst>
                                          </p:cBhvr>
                                          <p:to>
                                            <p:strVal val="visible"/>
                                          </p:to>
                                        </p:set>
                                        <p:animEffect transition="in" filter="fade">
                                          <p:cBhvr>
                                            <p:cTn id="76" dur="500"/>
                                            <p:tgtEl>
                                              <p:spTgt spid="228"/>
                                            </p:tgtEl>
                                          </p:cBhvr>
                                        </p:animEffect>
                                        <p:anim calcmode="lin" valueType="num">
                                          <p:cBhvr>
                                            <p:cTn id="77" dur="500" fill="hold"/>
                                            <p:tgtEl>
                                              <p:spTgt spid="228"/>
                                            </p:tgtEl>
                                            <p:attrNameLst>
                                              <p:attrName>ppt_x</p:attrName>
                                            </p:attrNameLst>
                                          </p:cBhvr>
                                          <p:tavLst>
                                            <p:tav tm="0">
                                              <p:val>
                                                <p:strVal val="#ppt_x"/>
                                              </p:val>
                                            </p:tav>
                                            <p:tav tm="100000">
                                              <p:val>
                                                <p:strVal val="#ppt_x"/>
                                              </p:val>
                                            </p:tav>
                                          </p:tavLst>
                                        </p:anim>
                                        <p:anim calcmode="lin" valueType="num">
                                          <p:cBhvr>
                                            <p:cTn id="78" dur="500" fill="hold"/>
                                            <p:tgtEl>
                                              <p:spTgt spid="228"/>
                                            </p:tgtEl>
                                            <p:attrNameLst>
                                              <p:attrName>ppt_y</p:attrName>
                                            </p:attrNameLst>
                                          </p:cBhvr>
                                          <p:tavLst>
                                            <p:tav tm="0">
                                              <p:val>
                                                <p:strVal val="#ppt_y+.1"/>
                                              </p:val>
                                            </p:tav>
                                            <p:tav tm="100000">
                                              <p:val>
                                                <p:strVal val="#ppt_y"/>
                                              </p:val>
                                            </p:tav>
                                          </p:tavLst>
                                        </p:anim>
                                      </p:childTnLst>
                                    </p:cTn>
                                  </p:par>
                                  <p:par>
                                    <p:cTn id="79" presetID="42" presetClass="entr" presetSubtype="0" fill="hold" nodeType="withEffect">
                                      <p:stCondLst>
                                        <p:cond delay="750"/>
                                      </p:stCondLst>
                                      <p:childTnLst>
                                        <p:set>
                                          <p:cBhvr>
                                            <p:cTn id="80" dur="1" fill="hold">
                                              <p:stCondLst>
                                                <p:cond delay="0"/>
                                              </p:stCondLst>
                                            </p:cTn>
                                            <p:tgtEl>
                                              <p:spTgt spid="238"/>
                                            </p:tgtEl>
                                            <p:attrNameLst>
                                              <p:attrName>style.visibility</p:attrName>
                                            </p:attrNameLst>
                                          </p:cBhvr>
                                          <p:to>
                                            <p:strVal val="visible"/>
                                          </p:to>
                                        </p:set>
                                        <p:animEffect transition="in" filter="fade">
                                          <p:cBhvr>
                                            <p:cTn id="81" dur="500"/>
                                            <p:tgtEl>
                                              <p:spTgt spid="238"/>
                                            </p:tgtEl>
                                          </p:cBhvr>
                                        </p:animEffect>
                                        <p:anim calcmode="lin" valueType="num">
                                          <p:cBhvr>
                                            <p:cTn id="82" dur="500" fill="hold"/>
                                            <p:tgtEl>
                                              <p:spTgt spid="238"/>
                                            </p:tgtEl>
                                            <p:attrNameLst>
                                              <p:attrName>ppt_x</p:attrName>
                                            </p:attrNameLst>
                                          </p:cBhvr>
                                          <p:tavLst>
                                            <p:tav tm="0">
                                              <p:val>
                                                <p:strVal val="#ppt_x"/>
                                              </p:val>
                                            </p:tav>
                                            <p:tav tm="100000">
                                              <p:val>
                                                <p:strVal val="#ppt_x"/>
                                              </p:val>
                                            </p:tav>
                                          </p:tavLst>
                                        </p:anim>
                                        <p:anim calcmode="lin" valueType="num">
                                          <p:cBhvr>
                                            <p:cTn id="83" dur="500" fill="hold"/>
                                            <p:tgtEl>
                                              <p:spTgt spid="238"/>
                                            </p:tgtEl>
                                            <p:attrNameLst>
                                              <p:attrName>ppt_y</p:attrName>
                                            </p:attrNameLst>
                                          </p:cBhvr>
                                          <p:tavLst>
                                            <p:tav tm="0">
                                              <p:val>
                                                <p:strVal val="#ppt_y+.1"/>
                                              </p:val>
                                            </p:tav>
                                            <p:tav tm="100000">
                                              <p:val>
                                                <p:strVal val="#ppt_y"/>
                                              </p:val>
                                            </p:tav>
                                          </p:tavLst>
                                        </p:anim>
                                      </p:childTnLst>
                                    </p:cTn>
                                  </p:par>
                                </p:childTnLst>
                              </p:cTn>
                            </p:par>
                            <p:par>
                              <p:cTn id="84" fill="hold">
                                <p:stCondLst>
                                  <p:cond delay="3250"/>
                                </p:stCondLst>
                                <p:childTnLst>
                                  <p:par>
                                    <p:cTn id="85" presetID="14" presetClass="entr" presetSubtype="10" fill="hold" grpId="0" nodeType="afterEffect">
                                      <p:stCondLst>
                                        <p:cond delay="0"/>
                                      </p:stCondLst>
                                      <p:childTnLst>
                                        <p:set>
                                          <p:cBhvr>
                                            <p:cTn id="86" dur="1" fill="hold">
                                              <p:stCondLst>
                                                <p:cond delay="0"/>
                                              </p:stCondLst>
                                            </p:cTn>
                                            <p:tgtEl>
                                              <p:spTgt spid="216"/>
                                            </p:tgtEl>
                                            <p:attrNameLst>
                                              <p:attrName>style.visibility</p:attrName>
                                            </p:attrNameLst>
                                          </p:cBhvr>
                                          <p:to>
                                            <p:strVal val="visible"/>
                                          </p:to>
                                        </p:set>
                                        <p:animEffect transition="in" filter="randombar(horizontal)">
                                          <p:cBhvr>
                                            <p:cTn id="87" dur="500"/>
                                            <p:tgtEl>
                                              <p:spTgt spid="216"/>
                                            </p:tgtEl>
                                          </p:cBhvr>
                                        </p:animEffect>
                                      </p:childTnLst>
                                    </p:cTn>
                                  </p:par>
                                  <p:par>
                                    <p:cTn id="88" presetID="14" presetClass="entr" presetSubtype="10" fill="hold" grpId="0" nodeType="withEffect">
                                      <p:stCondLst>
                                        <p:cond delay="0"/>
                                      </p:stCondLst>
                                      <p:childTnLst>
                                        <p:set>
                                          <p:cBhvr>
                                            <p:cTn id="89" dur="1" fill="hold">
                                              <p:stCondLst>
                                                <p:cond delay="0"/>
                                              </p:stCondLst>
                                            </p:cTn>
                                            <p:tgtEl>
                                              <p:spTgt spid="226"/>
                                            </p:tgtEl>
                                            <p:attrNameLst>
                                              <p:attrName>style.visibility</p:attrName>
                                            </p:attrNameLst>
                                          </p:cBhvr>
                                          <p:to>
                                            <p:strVal val="visible"/>
                                          </p:to>
                                        </p:set>
                                        <p:animEffect transition="in" filter="randombar(horizontal)">
                                          <p:cBhvr>
                                            <p:cTn id="90" dur="500"/>
                                            <p:tgtEl>
                                              <p:spTgt spid="226"/>
                                            </p:tgtEl>
                                          </p:cBhvr>
                                        </p:animEffect>
                                      </p:childTnLst>
                                    </p:cTn>
                                  </p:par>
                                  <p:par>
                                    <p:cTn id="91" presetID="14" presetClass="entr" presetSubtype="10" fill="hold" grpId="0" nodeType="withEffect">
                                      <p:stCondLst>
                                        <p:cond delay="0"/>
                                      </p:stCondLst>
                                      <p:childTnLst>
                                        <p:set>
                                          <p:cBhvr>
                                            <p:cTn id="92" dur="1" fill="hold">
                                              <p:stCondLst>
                                                <p:cond delay="0"/>
                                              </p:stCondLst>
                                            </p:cTn>
                                            <p:tgtEl>
                                              <p:spTgt spid="236"/>
                                            </p:tgtEl>
                                            <p:attrNameLst>
                                              <p:attrName>style.visibility</p:attrName>
                                            </p:attrNameLst>
                                          </p:cBhvr>
                                          <p:to>
                                            <p:strVal val="visible"/>
                                          </p:to>
                                        </p:set>
                                        <p:animEffect transition="in" filter="randombar(horizontal)">
                                          <p:cBhvr>
                                            <p:cTn id="93" dur="500"/>
                                            <p:tgtEl>
                                              <p:spTgt spid="236"/>
                                            </p:tgtEl>
                                          </p:cBhvr>
                                        </p:animEffect>
                                      </p:childTnLst>
                                    </p:cTn>
                                  </p:par>
                                  <p:par>
                                    <p:cTn id="94" presetID="14" presetClass="entr" presetSubtype="10" fill="hold" grpId="0" nodeType="withEffect">
                                      <p:stCondLst>
                                        <p:cond delay="0"/>
                                      </p:stCondLst>
                                      <p:childTnLst>
                                        <p:set>
                                          <p:cBhvr>
                                            <p:cTn id="95" dur="1" fill="hold">
                                              <p:stCondLst>
                                                <p:cond delay="0"/>
                                              </p:stCondLst>
                                            </p:cTn>
                                            <p:tgtEl>
                                              <p:spTgt spid="246"/>
                                            </p:tgtEl>
                                            <p:attrNameLst>
                                              <p:attrName>style.visibility</p:attrName>
                                            </p:attrNameLst>
                                          </p:cBhvr>
                                          <p:to>
                                            <p:strVal val="visible"/>
                                          </p:to>
                                        </p:set>
                                        <p:animEffect transition="in" filter="randombar(horizontal)">
                                          <p:cBhvr>
                                            <p:cTn id="96" dur="500"/>
                                            <p:tgtEl>
                                              <p:spTgt spid="246"/>
                                            </p:tgtEl>
                                          </p:cBhvr>
                                        </p:animEffect>
                                      </p:childTnLst>
                                    </p:cTn>
                                  </p:par>
                                  <p:par>
                                    <p:cTn id="97" presetID="2" presetClass="entr" presetSubtype="2" decel="100000" fill="hold" nodeType="withEffect">
                                      <p:stCondLst>
                                        <p:cond delay="0"/>
                                      </p:stCondLst>
                                      <p:childTnLst>
                                        <p:set>
                                          <p:cBhvr>
                                            <p:cTn id="98" dur="1" fill="hold">
                                              <p:stCondLst>
                                                <p:cond delay="0"/>
                                              </p:stCondLst>
                                            </p:cTn>
                                            <p:tgtEl>
                                              <p:spTgt spid="45"/>
                                            </p:tgtEl>
                                            <p:attrNameLst>
                                              <p:attrName>style.visibility</p:attrName>
                                            </p:attrNameLst>
                                          </p:cBhvr>
                                          <p:to>
                                            <p:strVal val="visible"/>
                                          </p:to>
                                        </p:set>
                                        <p:anim calcmode="lin" valueType="num">
                                          <p:cBhvr additive="base">
                                            <p:cTn id="99" dur="1000" fill="hold"/>
                                            <p:tgtEl>
                                              <p:spTgt spid="45"/>
                                            </p:tgtEl>
                                            <p:attrNameLst>
                                              <p:attrName>ppt_x</p:attrName>
                                            </p:attrNameLst>
                                          </p:cBhvr>
                                          <p:tavLst>
                                            <p:tav tm="0">
                                              <p:val>
                                                <p:strVal val="1+#ppt_w/2"/>
                                              </p:val>
                                            </p:tav>
                                            <p:tav tm="100000">
                                              <p:val>
                                                <p:strVal val="#ppt_x"/>
                                              </p:val>
                                            </p:tav>
                                          </p:tavLst>
                                        </p:anim>
                                        <p:anim calcmode="lin" valueType="num">
                                          <p:cBhvr additive="base">
                                            <p:cTn id="100" dur="1000" fill="hold"/>
                                            <p:tgtEl>
                                              <p:spTgt spid="45"/>
                                            </p:tgtEl>
                                            <p:attrNameLst>
                                              <p:attrName>ppt_y</p:attrName>
                                            </p:attrNameLst>
                                          </p:cBhvr>
                                          <p:tavLst>
                                            <p:tav tm="0">
                                              <p:val>
                                                <p:strVal val="#ppt_y"/>
                                              </p:val>
                                            </p:tav>
                                            <p:tav tm="100000">
                                              <p:val>
                                                <p:strVal val="#ppt_y"/>
                                              </p:val>
                                            </p:tav>
                                          </p:tavLst>
                                        </p:anim>
                                      </p:childTnLst>
                                    </p:cTn>
                                  </p:par>
                                  <p:par>
                                    <p:cTn id="101" presetID="2" presetClass="entr" presetSubtype="2" decel="100000" fill="hold" nodeType="withEffect">
                                      <p:stCondLst>
                                        <p:cond delay="0"/>
                                      </p:stCondLst>
                                      <p:childTnLst>
                                        <p:set>
                                          <p:cBhvr>
                                            <p:cTn id="102" dur="1" fill="hold">
                                              <p:stCondLst>
                                                <p:cond delay="0"/>
                                              </p:stCondLst>
                                            </p:cTn>
                                            <p:tgtEl>
                                              <p:spTgt spid="48"/>
                                            </p:tgtEl>
                                            <p:attrNameLst>
                                              <p:attrName>style.visibility</p:attrName>
                                            </p:attrNameLst>
                                          </p:cBhvr>
                                          <p:to>
                                            <p:strVal val="visible"/>
                                          </p:to>
                                        </p:set>
                                        <p:anim calcmode="lin" valueType="num">
                                          <p:cBhvr additive="base">
                                            <p:cTn id="103" dur="1000" fill="hold"/>
                                            <p:tgtEl>
                                              <p:spTgt spid="48"/>
                                            </p:tgtEl>
                                            <p:attrNameLst>
                                              <p:attrName>ppt_x</p:attrName>
                                            </p:attrNameLst>
                                          </p:cBhvr>
                                          <p:tavLst>
                                            <p:tav tm="0">
                                              <p:val>
                                                <p:strVal val="1+#ppt_w/2"/>
                                              </p:val>
                                            </p:tav>
                                            <p:tav tm="100000">
                                              <p:val>
                                                <p:strVal val="#ppt_x"/>
                                              </p:val>
                                            </p:tav>
                                          </p:tavLst>
                                        </p:anim>
                                        <p:anim calcmode="lin" valueType="num">
                                          <p:cBhvr additive="base">
                                            <p:cTn id="104" dur="1000" fill="hold"/>
                                            <p:tgtEl>
                                              <p:spTgt spid="48"/>
                                            </p:tgtEl>
                                            <p:attrNameLst>
                                              <p:attrName>ppt_y</p:attrName>
                                            </p:attrNameLst>
                                          </p:cBhvr>
                                          <p:tavLst>
                                            <p:tav tm="0">
                                              <p:val>
                                                <p:strVal val="#ppt_y"/>
                                              </p:val>
                                            </p:tav>
                                            <p:tav tm="100000">
                                              <p:val>
                                                <p:strVal val="#ppt_y"/>
                                              </p:val>
                                            </p:tav>
                                          </p:tavLst>
                                        </p:anim>
                                      </p:childTnLst>
                                    </p:cTn>
                                  </p:par>
                                  <p:par>
                                    <p:cTn id="105" presetID="2" presetClass="entr" presetSubtype="2" decel="100000" fill="hold" nodeType="withEffect">
                                      <p:stCondLst>
                                        <p:cond delay="0"/>
                                      </p:stCondLst>
                                      <p:childTnLst>
                                        <p:set>
                                          <p:cBhvr>
                                            <p:cTn id="106" dur="1" fill="hold">
                                              <p:stCondLst>
                                                <p:cond delay="0"/>
                                              </p:stCondLst>
                                            </p:cTn>
                                            <p:tgtEl>
                                              <p:spTgt spid="51"/>
                                            </p:tgtEl>
                                            <p:attrNameLst>
                                              <p:attrName>style.visibility</p:attrName>
                                            </p:attrNameLst>
                                          </p:cBhvr>
                                          <p:to>
                                            <p:strVal val="visible"/>
                                          </p:to>
                                        </p:set>
                                        <p:anim calcmode="lin" valueType="num">
                                          <p:cBhvr additive="base">
                                            <p:cTn id="107" dur="1000" fill="hold"/>
                                            <p:tgtEl>
                                              <p:spTgt spid="51"/>
                                            </p:tgtEl>
                                            <p:attrNameLst>
                                              <p:attrName>ppt_x</p:attrName>
                                            </p:attrNameLst>
                                          </p:cBhvr>
                                          <p:tavLst>
                                            <p:tav tm="0">
                                              <p:val>
                                                <p:strVal val="1+#ppt_w/2"/>
                                              </p:val>
                                            </p:tav>
                                            <p:tav tm="100000">
                                              <p:val>
                                                <p:strVal val="#ppt_x"/>
                                              </p:val>
                                            </p:tav>
                                          </p:tavLst>
                                        </p:anim>
                                        <p:anim calcmode="lin" valueType="num">
                                          <p:cBhvr additive="base">
                                            <p:cTn id="108" dur="1000" fill="hold"/>
                                            <p:tgtEl>
                                              <p:spTgt spid="51"/>
                                            </p:tgtEl>
                                            <p:attrNameLst>
                                              <p:attrName>ppt_y</p:attrName>
                                            </p:attrNameLst>
                                          </p:cBhvr>
                                          <p:tavLst>
                                            <p:tav tm="0">
                                              <p:val>
                                                <p:strVal val="#ppt_y"/>
                                              </p:val>
                                            </p:tav>
                                            <p:tav tm="100000">
                                              <p:val>
                                                <p:strVal val="#ppt_y"/>
                                              </p:val>
                                            </p:tav>
                                          </p:tavLst>
                                        </p:anim>
                                      </p:childTnLst>
                                    </p:cTn>
                                  </p:par>
                                  <p:par>
                                    <p:cTn id="109" presetID="2" presetClass="entr" presetSubtype="2" decel="100000" fill="hold" nodeType="withEffect">
                                      <p:stCondLst>
                                        <p:cond delay="0"/>
                                      </p:stCondLst>
                                      <p:childTnLst>
                                        <p:set>
                                          <p:cBhvr>
                                            <p:cTn id="110" dur="1" fill="hold">
                                              <p:stCondLst>
                                                <p:cond delay="0"/>
                                              </p:stCondLst>
                                            </p:cTn>
                                            <p:tgtEl>
                                              <p:spTgt spid="54"/>
                                            </p:tgtEl>
                                            <p:attrNameLst>
                                              <p:attrName>style.visibility</p:attrName>
                                            </p:attrNameLst>
                                          </p:cBhvr>
                                          <p:to>
                                            <p:strVal val="visible"/>
                                          </p:to>
                                        </p:set>
                                        <p:anim calcmode="lin" valueType="num">
                                          <p:cBhvr additive="base">
                                            <p:cTn id="111" dur="1000" fill="hold"/>
                                            <p:tgtEl>
                                              <p:spTgt spid="54"/>
                                            </p:tgtEl>
                                            <p:attrNameLst>
                                              <p:attrName>ppt_x</p:attrName>
                                            </p:attrNameLst>
                                          </p:cBhvr>
                                          <p:tavLst>
                                            <p:tav tm="0">
                                              <p:val>
                                                <p:strVal val="1+#ppt_w/2"/>
                                              </p:val>
                                            </p:tav>
                                            <p:tav tm="100000">
                                              <p:val>
                                                <p:strVal val="#ppt_x"/>
                                              </p:val>
                                            </p:tav>
                                          </p:tavLst>
                                        </p:anim>
                                        <p:anim calcmode="lin" valueType="num">
                                          <p:cBhvr additive="base">
                                            <p:cTn id="112" dur="1000" fill="hold"/>
                                            <p:tgtEl>
                                              <p:spTgt spid="54"/>
                                            </p:tgtEl>
                                            <p:attrNameLst>
                                              <p:attrName>ppt_y</p:attrName>
                                            </p:attrNameLst>
                                          </p:cBhvr>
                                          <p:tavLst>
                                            <p:tav tm="0">
                                              <p:val>
                                                <p:strVal val="#ppt_y"/>
                                              </p:val>
                                            </p:tav>
                                            <p:tav tm="100000">
                                              <p:val>
                                                <p:strVal val="#ppt_y"/>
                                              </p:val>
                                            </p:tav>
                                          </p:tavLst>
                                        </p:anim>
                                      </p:childTnLst>
                                    </p:cTn>
                                  </p:par>
                                  <p:par>
                                    <p:cTn id="113" presetID="2" presetClass="entr" presetSubtype="1" fill="hold" grpId="0" nodeType="withEffect">
                                      <p:stCondLst>
                                        <p:cond delay="0"/>
                                      </p:stCondLst>
                                      <p:childTnLst>
                                        <p:set>
                                          <p:cBhvr>
                                            <p:cTn id="114" dur="1" fill="hold">
                                              <p:stCondLst>
                                                <p:cond delay="0"/>
                                              </p:stCondLst>
                                            </p:cTn>
                                            <p:tgtEl>
                                              <p:spTgt spid="61"/>
                                            </p:tgtEl>
                                            <p:attrNameLst>
                                              <p:attrName>style.visibility</p:attrName>
                                            </p:attrNameLst>
                                          </p:cBhvr>
                                          <p:to>
                                            <p:strVal val="visible"/>
                                          </p:to>
                                        </p:set>
                                        <p:anim calcmode="lin" valueType="num">
                                          <p:cBhvr additive="base">
                                            <p:cTn id="115" dur="1000" fill="hold"/>
                                            <p:tgtEl>
                                              <p:spTgt spid="61"/>
                                            </p:tgtEl>
                                            <p:attrNameLst>
                                              <p:attrName>ppt_x</p:attrName>
                                            </p:attrNameLst>
                                          </p:cBhvr>
                                          <p:tavLst>
                                            <p:tav tm="0">
                                              <p:val>
                                                <p:strVal val="#ppt_x"/>
                                              </p:val>
                                            </p:tav>
                                            <p:tav tm="100000">
                                              <p:val>
                                                <p:strVal val="#ppt_x"/>
                                              </p:val>
                                            </p:tav>
                                          </p:tavLst>
                                        </p:anim>
                                        <p:anim calcmode="lin" valueType="num">
                                          <p:cBhvr additive="base">
                                            <p:cTn id="116" dur="1000" fill="hold"/>
                                            <p:tgtEl>
                                              <p:spTgt spid="61"/>
                                            </p:tgtEl>
                                            <p:attrNameLst>
                                              <p:attrName>ppt_y</p:attrName>
                                            </p:attrNameLst>
                                          </p:cBhvr>
                                          <p:tavLst>
                                            <p:tav tm="0">
                                              <p:val>
                                                <p:strVal val="0-#ppt_h/2"/>
                                              </p:val>
                                            </p:tav>
                                            <p:tav tm="100000">
                                              <p:val>
                                                <p:strVal val="#ppt_y"/>
                                              </p:val>
                                            </p:tav>
                                          </p:tavLst>
                                        </p:anim>
                                      </p:childTnLst>
                                    </p:cTn>
                                  </p:par>
                                </p:childTnLst>
                              </p:cTn>
                            </p:par>
                            <p:par>
                              <p:cTn id="117" fill="hold">
                                <p:stCondLst>
                                  <p:cond delay="4250"/>
                                </p:stCondLst>
                                <p:childTnLst>
                                  <p:par>
                                    <p:cTn id="118" presetID="22" presetClass="entr" presetSubtype="8" fill="hold" nodeType="afterEffect">
                                      <p:stCondLst>
                                        <p:cond delay="0"/>
                                      </p:stCondLst>
                                      <p:childTnLst>
                                        <p:set>
                                          <p:cBhvr>
                                            <p:cTn id="119" dur="1" fill="hold">
                                              <p:stCondLst>
                                                <p:cond delay="0"/>
                                              </p:stCondLst>
                                            </p:cTn>
                                            <p:tgtEl>
                                              <p:spTgt spid="62"/>
                                            </p:tgtEl>
                                            <p:attrNameLst>
                                              <p:attrName>style.visibility</p:attrName>
                                            </p:attrNameLst>
                                          </p:cBhvr>
                                          <p:to>
                                            <p:strVal val="visible"/>
                                          </p:to>
                                        </p:set>
                                        <p:animEffect transition="in" filter="wipe(left)">
                                          <p:cBhvr>
                                            <p:cTn id="12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animBg="1"/>
          <p:bldP spid="211" grpId="0" animBg="1"/>
          <p:bldP spid="212" grpId="0"/>
          <p:bldP spid="216" grpId="0"/>
          <p:bldP spid="217" grpId="0" animBg="1"/>
          <p:bldP spid="221" grpId="0" animBg="1"/>
          <p:bldP spid="222" grpId="0"/>
          <p:bldP spid="226" grpId="0"/>
          <p:bldP spid="227" grpId="0" animBg="1"/>
          <p:bldP spid="231" grpId="0" animBg="1"/>
          <p:bldP spid="232" grpId="0"/>
          <p:bldP spid="236" grpId="0"/>
          <p:bldP spid="237" grpId="0" animBg="1"/>
          <p:bldP spid="241" grpId="0" animBg="1"/>
          <p:bldP spid="242" grpId="0"/>
          <p:bldP spid="246" grpId="0"/>
          <p:bldP spid="61" grpId="0"/>
        </p:bld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组合 27"/>
          <p:cNvGrpSpPr/>
          <p:nvPr/>
        </p:nvGrpSpPr>
        <p:grpSpPr>
          <a:xfrm>
            <a:off x="1913290" y="4812789"/>
            <a:ext cx="8665810" cy="1573167"/>
            <a:chOff x="1913290" y="5081013"/>
            <a:chExt cx="8665810" cy="1573167"/>
          </a:xfrm>
        </p:grpSpPr>
        <p:cxnSp>
          <p:nvCxnSpPr>
            <p:cNvPr id="24" name="LineShape"/>
            <p:cNvCxnSpPr/>
            <p:nvPr/>
          </p:nvCxnSpPr>
          <p:spPr>
            <a:xfrm flipH="1">
              <a:off x="2014889" y="5081013"/>
              <a:ext cx="8316000" cy="0"/>
            </a:xfrm>
            <a:prstGeom prst="straightConnector1">
              <a:avLst/>
            </a:prstGeom>
            <a:noFill/>
            <a:ln w="12700" cap="flat" cmpd="sng">
              <a:solidFill>
                <a:srgbClr val="D8D8D8"/>
              </a:solidFill>
              <a:prstDash val="solid"/>
              <a:miter/>
              <a:headEnd type="none" w="med" len="med"/>
              <a:tailEnd type="none" w="med" len="med"/>
            </a:ln>
          </p:spPr>
        </p:cxnSp>
        <p:grpSp>
          <p:nvGrpSpPr>
            <p:cNvPr id="25" name="组合 24"/>
            <p:cNvGrpSpPr/>
            <p:nvPr/>
          </p:nvGrpSpPr>
          <p:grpSpPr>
            <a:xfrm>
              <a:off x="1913290" y="5197023"/>
              <a:ext cx="8665810" cy="1457157"/>
              <a:chOff x="874712" y="3325188"/>
              <a:chExt cx="8665810" cy="1457157"/>
            </a:xfrm>
          </p:grpSpPr>
          <p:sp>
            <p:nvSpPr>
              <p:cNvPr id="26" name="矩形 25"/>
              <p:cNvSpPr/>
              <p:nvPr/>
            </p:nvSpPr>
            <p:spPr>
              <a:xfrm>
                <a:off x="874712" y="3677812"/>
                <a:ext cx="8665810" cy="1104533"/>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7" name="矩形 26"/>
              <p:cNvSpPr/>
              <p:nvPr/>
            </p:nvSpPr>
            <p:spPr>
              <a:xfrm>
                <a:off x="874712" y="332518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grpSp>
        <p:nvGrpSpPr>
          <p:cNvPr id="29" name="组合 28"/>
          <p:cNvGrpSpPr/>
          <p:nvPr/>
        </p:nvGrpSpPr>
        <p:grpSpPr>
          <a:xfrm>
            <a:off x="1913290" y="2793509"/>
            <a:ext cx="8665810" cy="1573167"/>
            <a:chOff x="1913290" y="5081013"/>
            <a:chExt cx="8665810" cy="1573167"/>
          </a:xfrm>
        </p:grpSpPr>
        <p:cxnSp>
          <p:nvCxnSpPr>
            <p:cNvPr id="30" name="LineShape"/>
            <p:cNvCxnSpPr/>
            <p:nvPr/>
          </p:nvCxnSpPr>
          <p:spPr>
            <a:xfrm flipH="1">
              <a:off x="2014889" y="5081013"/>
              <a:ext cx="8316000" cy="0"/>
            </a:xfrm>
            <a:prstGeom prst="straightConnector1">
              <a:avLst/>
            </a:prstGeom>
            <a:noFill/>
            <a:ln w="12700" cap="flat" cmpd="sng">
              <a:solidFill>
                <a:srgbClr val="D8D8D8"/>
              </a:solidFill>
              <a:prstDash val="solid"/>
              <a:miter/>
              <a:headEnd type="none" w="med" len="med"/>
              <a:tailEnd type="none" w="med" len="med"/>
            </a:ln>
          </p:spPr>
        </p:cxnSp>
        <p:grpSp>
          <p:nvGrpSpPr>
            <p:cNvPr id="31" name="组合 30"/>
            <p:cNvGrpSpPr/>
            <p:nvPr/>
          </p:nvGrpSpPr>
          <p:grpSpPr>
            <a:xfrm>
              <a:off x="1913290" y="5197023"/>
              <a:ext cx="8665810" cy="1457157"/>
              <a:chOff x="874712" y="3325188"/>
              <a:chExt cx="8665810" cy="1457157"/>
            </a:xfrm>
          </p:grpSpPr>
          <p:sp>
            <p:nvSpPr>
              <p:cNvPr id="32" name="矩形 31"/>
              <p:cNvSpPr/>
              <p:nvPr/>
            </p:nvSpPr>
            <p:spPr>
              <a:xfrm>
                <a:off x="874712" y="3677812"/>
                <a:ext cx="8665810" cy="1104533"/>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矩形 32"/>
              <p:cNvSpPr/>
              <p:nvPr/>
            </p:nvSpPr>
            <p:spPr>
              <a:xfrm>
                <a:off x="874712" y="332518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grpSp>
        <p:nvGrpSpPr>
          <p:cNvPr id="46" name="组合 45"/>
          <p:cNvGrpSpPr/>
          <p:nvPr/>
        </p:nvGrpSpPr>
        <p:grpSpPr>
          <a:xfrm>
            <a:off x="1944914" y="1863679"/>
            <a:ext cx="8302172" cy="736079"/>
            <a:chOff x="1944914" y="2131903"/>
            <a:chExt cx="8302172" cy="736079"/>
          </a:xfrm>
        </p:grpSpPr>
        <p:grpSp>
          <p:nvGrpSpPr>
            <p:cNvPr id="35" name="组合 34"/>
            <p:cNvGrpSpPr/>
            <p:nvPr/>
          </p:nvGrpSpPr>
          <p:grpSpPr>
            <a:xfrm>
              <a:off x="1944914" y="2131903"/>
              <a:ext cx="8302172" cy="736079"/>
              <a:chOff x="1944914" y="2220214"/>
              <a:chExt cx="8302172" cy="736079"/>
            </a:xfrm>
          </p:grpSpPr>
          <p:sp>
            <p:nvSpPr>
              <p:cNvPr id="4" name="RelativeShape1"/>
              <p:cNvSpPr/>
              <p:nvPr/>
            </p:nvSpPr>
            <p:spPr>
              <a:xfrm>
                <a:off x="6132096" y="2423171"/>
                <a:ext cx="4114990" cy="330166"/>
              </a:xfrm>
              <a:prstGeom prst="roundRect">
                <a:avLst>
                  <a:gd name="adj" fmla="val 50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5" name="ValueShape1"/>
              <p:cNvSpPr/>
              <p:nvPr/>
            </p:nvSpPr>
            <p:spPr>
              <a:xfrm>
                <a:off x="6132096" y="2423171"/>
                <a:ext cx="2861179" cy="330166"/>
              </a:xfrm>
              <a:prstGeom prst="roundRect">
                <a:avLst>
                  <a:gd name="adj" fmla="val 50000"/>
                </a:avLst>
              </a:pr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6" name="RelativeShape2"/>
              <p:cNvSpPr/>
              <p:nvPr/>
            </p:nvSpPr>
            <p:spPr>
              <a:xfrm flipH="1">
                <a:off x="1944914" y="2423171"/>
                <a:ext cx="4114989" cy="330166"/>
              </a:xfrm>
              <a:prstGeom prst="roundRect">
                <a:avLst>
                  <a:gd name="adj" fmla="val 50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7" name="ValueShape2"/>
              <p:cNvSpPr/>
              <p:nvPr/>
            </p:nvSpPr>
            <p:spPr>
              <a:xfrm flipH="1">
                <a:off x="3950871" y="2423172"/>
                <a:ext cx="2109033" cy="330166"/>
              </a:xfrm>
              <a:prstGeom prst="roundRect">
                <a:avLst>
                  <a:gd name="adj" fmla="val 50000"/>
                </a:avLst>
              </a:pr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8" name="BackShape"/>
              <p:cNvSpPr/>
              <p:nvPr/>
            </p:nvSpPr>
            <p:spPr>
              <a:xfrm>
                <a:off x="5727960" y="2220214"/>
                <a:ext cx="736079" cy="736079"/>
              </a:xfrm>
              <a:prstGeom prst="ellipse">
                <a:avLst/>
              </a:pr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11" name="IconShape"/>
              <p:cNvSpPr>
                <a:spLocks noChangeAspect="1"/>
              </p:cNvSpPr>
              <p:nvPr/>
            </p:nvSpPr>
            <p:spPr bwMode="auto">
              <a:xfrm>
                <a:off x="5860392" y="2352520"/>
                <a:ext cx="471216" cy="471469"/>
              </a:xfrm>
              <a:custGeom>
                <a:avLst/>
                <a:gdLst>
                  <a:gd name="connsiteX0" fmla="*/ 94638 w 328437"/>
                  <a:gd name="connsiteY0" fmla="*/ 163513 h 328613"/>
                  <a:gd name="connsiteX1" fmla="*/ 95937 w 328437"/>
                  <a:gd name="connsiteY1" fmla="*/ 163513 h 328613"/>
                  <a:gd name="connsiteX2" fmla="*/ 134903 w 328437"/>
                  <a:gd name="connsiteY2" fmla="*/ 169971 h 328613"/>
                  <a:gd name="connsiteX3" fmla="*/ 136202 w 328437"/>
                  <a:gd name="connsiteY3" fmla="*/ 171262 h 328613"/>
                  <a:gd name="connsiteX4" fmla="*/ 136202 w 328437"/>
                  <a:gd name="connsiteY4" fmla="*/ 238422 h 328613"/>
                  <a:gd name="connsiteX5" fmla="*/ 136202 w 328437"/>
                  <a:gd name="connsiteY5" fmla="*/ 239713 h 328613"/>
                  <a:gd name="connsiteX6" fmla="*/ 134903 w 328437"/>
                  <a:gd name="connsiteY6" fmla="*/ 239713 h 328613"/>
                  <a:gd name="connsiteX7" fmla="*/ 133604 w 328437"/>
                  <a:gd name="connsiteY7" fmla="*/ 239713 h 328613"/>
                  <a:gd name="connsiteX8" fmla="*/ 94638 w 328437"/>
                  <a:gd name="connsiteY8" fmla="*/ 226798 h 328613"/>
                  <a:gd name="connsiteX9" fmla="*/ 93339 w 328437"/>
                  <a:gd name="connsiteY9" fmla="*/ 225506 h 328613"/>
                  <a:gd name="connsiteX10" fmla="*/ 93339 w 328437"/>
                  <a:gd name="connsiteY10" fmla="*/ 166096 h 328613"/>
                  <a:gd name="connsiteX11" fmla="*/ 94638 w 328437"/>
                  <a:gd name="connsiteY11" fmla="*/ 163513 h 328613"/>
                  <a:gd name="connsiteX12" fmla="*/ 45714 w 328437"/>
                  <a:gd name="connsiteY12" fmla="*/ 157163 h 328613"/>
                  <a:gd name="connsiteX13" fmla="*/ 48227 w 328437"/>
                  <a:gd name="connsiteY13" fmla="*/ 157163 h 328613"/>
                  <a:gd name="connsiteX14" fmla="*/ 74620 w 328437"/>
                  <a:gd name="connsiteY14" fmla="*/ 161051 h 328613"/>
                  <a:gd name="connsiteX15" fmla="*/ 75877 w 328437"/>
                  <a:gd name="connsiteY15" fmla="*/ 162347 h 328613"/>
                  <a:gd name="connsiteX16" fmla="*/ 75877 w 328437"/>
                  <a:gd name="connsiteY16" fmla="*/ 218071 h 328613"/>
                  <a:gd name="connsiteX17" fmla="*/ 74620 w 328437"/>
                  <a:gd name="connsiteY17" fmla="*/ 219367 h 328613"/>
                  <a:gd name="connsiteX18" fmla="*/ 73363 w 328437"/>
                  <a:gd name="connsiteY18" fmla="*/ 220663 h 328613"/>
                  <a:gd name="connsiteX19" fmla="*/ 46971 w 328437"/>
                  <a:gd name="connsiteY19" fmla="*/ 211592 h 328613"/>
                  <a:gd name="connsiteX20" fmla="*/ 45714 w 328437"/>
                  <a:gd name="connsiteY20" fmla="*/ 209000 h 328613"/>
                  <a:gd name="connsiteX21" fmla="*/ 45714 w 328437"/>
                  <a:gd name="connsiteY21" fmla="*/ 158459 h 328613"/>
                  <a:gd name="connsiteX22" fmla="*/ 45714 w 328437"/>
                  <a:gd name="connsiteY22" fmla="*/ 157163 h 328613"/>
                  <a:gd name="connsiteX23" fmla="*/ 34601 w 328437"/>
                  <a:gd name="connsiteY23" fmla="*/ 131763 h 328613"/>
                  <a:gd name="connsiteX24" fmla="*/ 34601 w 328437"/>
                  <a:gd name="connsiteY24" fmla="*/ 246063 h 328613"/>
                  <a:gd name="connsiteX25" fmla="*/ 161601 w 328437"/>
                  <a:gd name="connsiteY25" fmla="*/ 311151 h 328613"/>
                  <a:gd name="connsiteX26" fmla="*/ 161601 w 328437"/>
                  <a:gd name="connsiteY26" fmla="*/ 133351 h 328613"/>
                  <a:gd name="connsiteX27" fmla="*/ 134613 w 328437"/>
                  <a:gd name="connsiteY27" fmla="*/ 133351 h 328613"/>
                  <a:gd name="connsiteX28" fmla="*/ 235241 w 328437"/>
                  <a:gd name="connsiteY28" fmla="*/ 15875 h 328613"/>
                  <a:gd name="connsiteX29" fmla="*/ 147314 w 328437"/>
                  <a:gd name="connsiteY29" fmla="*/ 120775 h 328613"/>
                  <a:gd name="connsiteX30" fmla="*/ 165417 w 328437"/>
                  <a:gd name="connsiteY30" fmla="*/ 120775 h 328613"/>
                  <a:gd name="connsiteX31" fmla="*/ 171882 w 328437"/>
                  <a:gd name="connsiteY31" fmla="*/ 127251 h 328613"/>
                  <a:gd name="connsiteX32" fmla="*/ 171882 w 328437"/>
                  <a:gd name="connsiteY32" fmla="*/ 311150 h 328613"/>
                  <a:gd name="connsiteX33" fmla="*/ 222311 w 328437"/>
                  <a:gd name="connsiteY33" fmla="*/ 285249 h 328613"/>
                  <a:gd name="connsiteX34" fmla="*/ 222311 w 328437"/>
                  <a:gd name="connsiteY34" fmla="*/ 157037 h 328613"/>
                  <a:gd name="connsiteX35" fmla="*/ 223604 w 328437"/>
                  <a:gd name="connsiteY35" fmla="*/ 154447 h 328613"/>
                  <a:gd name="connsiteX36" fmla="*/ 257223 w 328437"/>
                  <a:gd name="connsiteY36" fmla="*/ 151857 h 328613"/>
                  <a:gd name="connsiteX37" fmla="*/ 258516 w 328437"/>
                  <a:gd name="connsiteY37" fmla="*/ 151857 h 328613"/>
                  <a:gd name="connsiteX38" fmla="*/ 259809 w 328437"/>
                  <a:gd name="connsiteY38" fmla="*/ 153152 h 328613"/>
                  <a:gd name="connsiteX39" fmla="*/ 259809 w 328437"/>
                  <a:gd name="connsiteY39" fmla="*/ 265823 h 328613"/>
                  <a:gd name="connsiteX40" fmla="*/ 293429 w 328437"/>
                  <a:gd name="connsiteY40" fmla="*/ 247692 h 328613"/>
                  <a:gd name="connsiteX41" fmla="*/ 294722 w 328437"/>
                  <a:gd name="connsiteY41" fmla="*/ 118185 h 328613"/>
                  <a:gd name="connsiteX42" fmla="*/ 296015 w 328437"/>
                  <a:gd name="connsiteY42" fmla="*/ 114300 h 328613"/>
                  <a:gd name="connsiteX43" fmla="*/ 301187 w 328437"/>
                  <a:gd name="connsiteY43" fmla="*/ 111710 h 328613"/>
                  <a:gd name="connsiteX44" fmla="*/ 307652 w 328437"/>
                  <a:gd name="connsiteY44" fmla="*/ 113005 h 328613"/>
                  <a:gd name="connsiteX45" fmla="*/ 235241 w 328437"/>
                  <a:gd name="connsiteY45" fmla="*/ 15875 h 328613"/>
                  <a:gd name="connsiteX46" fmla="*/ 235348 w 328437"/>
                  <a:gd name="connsiteY46" fmla="*/ 0 h 328613"/>
                  <a:gd name="connsiteX47" fmla="*/ 239233 w 328437"/>
                  <a:gd name="connsiteY47" fmla="*/ 0 h 328613"/>
                  <a:gd name="connsiteX48" fmla="*/ 241823 w 328437"/>
                  <a:gd name="connsiteY48" fmla="*/ 2598 h 328613"/>
                  <a:gd name="connsiteX49" fmla="*/ 327286 w 328437"/>
                  <a:gd name="connsiteY49" fmla="*/ 115599 h 328613"/>
                  <a:gd name="connsiteX50" fmla="*/ 327286 w 328437"/>
                  <a:gd name="connsiteY50" fmla="*/ 123392 h 328613"/>
                  <a:gd name="connsiteX51" fmla="*/ 322107 w 328437"/>
                  <a:gd name="connsiteY51" fmla="*/ 125990 h 328613"/>
                  <a:gd name="connsiteX52" fmla="*/ 307863 w 328437"/>
                  <a:gd name="connsiteY52" fmla="*/ 124691 h 328613"/>
                  <a:gd name="connsiteX53" fmla="*/ 307863 w 328437"/>
                  <a:gd name="connsiteY53" fmla="*/ 251980 h 328613"/>
                  <a:gd name="connsiteX54" fmla="*/ 303978 w 328437"/>
                  <a:gd name="connsiteY54" fmla="*/ 257175 h 328613"/>
                  <a:gd name="connsiteX55" fmla="*/ 169308 w 328437"/>
                  <a:gd name="connsiteY55" fmla="*/ 327314 h 328613"/>
                  <a:gd name="connsiteX56" fmla="*/ 166718 w 328437"/>
                  <a:gd name="connsiteY56" fmla="*/ 328613 h 328613"/>
                  <a:gd name="connsiteX57" fmla="*/ 164129 w 328437"/>
                  <a:gd name="connsiteY57" fmla="*/ 327314 h 328613"/>
                  <a:gd name="connsiteX58" fmla="*/ 25574 w 328437"/>
                  <a:gd name="connsiteY58" fmla="*/ 254578 h 328613"/>
                  <a:gd name="connsiteX59" fmla="*/ 21689 w 328437"/>
                  <a:gd name="connsiteY59" fmla="*/ 249382 h 328613"/>
                  <a:gd name="connsiteX60" fmla="*/ 21689 w 328437"/>
                  <a:gd name="connsiteY60" fmla="*/ 129887 h 328613"/>
                  <a:gd name="connsiteX61" fmla="*/ 6150 w 328437"/>
                  <a:gd name="connsiteY61" fmla="*/ 129887 h 328613"/>
                  <a:gd name="connsiteX62" fmla="*/ 971 w 328437"/>
                  <a:gd name="connsiteY62" fmla="*/ 127289 h 328613"/>
                  <a:gd name="connsiteX63" fmla="*/ 971 w 328437"/>
                  <a:gd name="connsiteY63" fmla="*/ 120795 h 328613"/>
                  <a:gd name="connsiteX64" fmla="*/ 34638 w 328437"/>
                  <a:gd name="connsiteY64" fmla="*/ 54552 h 328613"/>
                  <a:gd name="connsiteX65" fmla="*/ 38523 w 328437"/>
                  <a:gd name="connsiteY65" fmla="*/ 50656 h 328613"/>
                  <a:gd name="connsiteX66" fmla="*/ 59241 w 328437"/>
                  <a:gd name="connsiteY66" fmla="*/ 45460 h 328613"/>
                  <a:gd name="connsiteX67" fmla="*/ 59241 w 328437"/>
                  <a:gd name="connsiteY67" fmla="*/ 27276 h 328613"/>
                  <a:gd name="connsiteX68" fmla="*/ 63126 w 328437"/>
                  <a:gd name="connsiteY68" fmla="*/ 20782 h 328613"/>
                  <a:gd name="connsiteX69" fmla="*/ 83844 w 328437"/>
                  <a:gd name="connsiteY69" fmla="*/ 14287 h 328613"/>
                  <a:gd name="connsiteX70" fmla="*/ 85139 w 328437"/>
                  <a:gd name="connsiteY70" fmla="*/ 14287 h 328613"/>
                  <a:gd name="connsiteX71" fmla="*/ 86434 w 328437"/>
                  <a:gd name="connsiteY71" fmla="*/ 14287 h 328613"/>
                  <a:gd name="connsiteX72" fmla="*/ 98088 w 328437"/>
                  <a:gd name="connsiteY72" fmla="*/ 16885 h 328613"/>
                  <a:gd name="connsiteX73" fmla="*/ 103268 w 328437"/>
                  <a:gd name="connsiteY73" fmla="*/ 22081 h 328613"/>
                  <a:gd name="connsiteX74" fmla="*/ 103268 w 328437"/>
                  <a:gd name="connsiteY74" fmla="*/ 33771 h 328613"/>
                  <a:gd name="connsiteX75" fmla="*/ 235348 w 328437"/>
                  <a:gd name="connsiteY75"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28437" h="328613">
                    <a:moveTo>
                      <a:pt x="94638" y="163513"/>
                    </a:moveTo>
                    <a:cubicBezTo>
                      <a:pt x="94638" y="163513"/>
                      <a:pt x="95937" y="163513"/>
                      <a:pt x="95937" y="163513"/>
                    </a:cubicBezTo>
                    <a:cubicBezTo>
                      <a:pt x="95937" y="163513"/>
                      <a:pt x="95937" y="163513"/>
                      <a:pt x="134903" y="169971"/>
                    </a:cubicBezTo>
                    <a:cubicBezTo>
                      <a:pt x="136202" y="169971"/>
                      <a:pt x="136202" y="169971"/>
                      <a:pt x="136202" y="171262"/>
                    </a:cubicBezTo>
                    <a:cubicBezTo>
                      <a:pt x="136202" y="171262"/>
                      <a:pt x="136202" y="171262"/>
                      <a:pt x="136202" y="238422"/>
                    </a:cubicBezTo>
                    <a:cubicBezTo>
                      <a:pt x="136202" y="238422"/>
                      <a:pt x="136202" y="239713"/>
                      <a:pt x="136202" y="239713"/>
                    </a:cubicBezTo>
                    <a:cubicBezTo>
                      <a:pt x="134903" y="239713"/>
                      <a:pt x="134903" y="239713"/>
                      <a:pt x="134903" y="239713"/>
                    </a:cubicBezTo>
                    <a:cubicBezTo>
                      <a:pt x="134903" y="239713"/>
                      <a:pt x="134903" y="239713"/>
                      <a:pt x="133604" y="239713"/>
                    </a:cubicBezTo>
                    <a:cubicBezTo>
                      <a:pt x="133604" y="239713"/>
                      <a:pt x="133604" y="239713"/>
                      <a:pt x="94638" y="226798"/>
                    </a:cubicBezTo>
                    <a:cubicBezTo>
                      <a:pt x="94638" y="226798"/>
                      <a:pt x="93339" y="225506"/>
                      <a:pt x="93339" y="225506"/>
                    </a:cubicBezTo>
                    <a:cubicBezTo>
                      <a:pt x="93339" y="225506"/>
                      <a:pt x="93339" y="225506"/>
                      <a:pt x="93339" y="166096"/>
                    </a:cubicBezTo>
                    <a:cubicBezTo>
                      <a:pt x="93339" y="164805"/>
                      <a:pt x="94638" y="164805"/>
                      <a:pt x="94638" y="163513"/>
                    </a:cubicBezTo>
                    <a:close/>
                    <a:moveTo>
                      <a:pt x="45714" y="157163"/>
                    </a:moveTo>
                    <a:cubicBezTo>
                      <a:pt x="46971" y="157163"/>
                      <a:pt x="46971" y="157163"/>
                      <a:pt x="48227" y="157163"/>
                    </a:cubicBezTo>
                    <a:cubicBezTo>
                      <a:pt x="48227" y="157163"/>
                      <a:pt x="48227" y="157163"/>
                      <a:pt x="74620" y="161051"/>
                    </a:cubicBezTo>
                    <a:cubicBezTo>
                      <a:pt x="74620" y="161051"/>
                      <a:pt x="75877" y="161051"/>
                      <a:pt x="75877" y="162347"/>
                    </a:cubicBezTo>
                    <a:cubicBezTo>
                      <a:pt x="75877" y="162347"/>
                      <a:pt x="75877" y="162347"/>
                      <a:pt x="75877" y="218071"/>
                    </a:cubicBezTo>
                    <a:cubicBezTo>
                      <a:pt x="75877" y="219367"/>
                      <a:pt x="75877" y="219367"/>
                      <a:pt x="74620" y="219367"/>
                    </a:cubicBezTo>
                    <a:cubicBezTo>
                      <a:pt x="74620" y="220663"/>
                      <a:pt x="74620" y="220663"/>
                      <a:pt x="73363" y="220663"/>
                    </a:cubicBezTo>
                    <a:cubicBezTo>
                      <a:pt x="73363" y="220663"/>
                      <a:pt x="73363" y="220663"/>
                      <a:pt x="46971" y="211592"/>
                    </a:cubicBezTo>
                    <a:cubicBezTo>
                      <a:pt x="45714" y="210296"/>
                      <a:pt x="45714" y="210296"/>
                      <a:pt x="45714" y="209000"/>
                    </a:cubicBezTo>
                    <a:cubicBezTo>
                      <a:pt x="45714" y="209000"/>
                      <a:pt x="45714" y="209000"/>
                      <a:pt x="45714" y="158459"/>
                    </a:cubicBezTo>
                    <a:cubicBezTo>
                      <a:pt x="45714" y="158459"/>
                      <a:pt x="45714" y="157163"/>
                      <a:pt x="45714" y="157163"/>
                    </a:cubicBezTo>
                    <a:close/>
                    <a:moveTo>
                      <a:pt x="34601" y="131763"/>
                    </a:moveTo>
                    <a:lnTo>
                      <a:pt x="34601" y="246063"/>
                    </a:lnTo>
                    <a:lnTo>
                      <a:pt x="161601" y="311151"/>
                    </a:lnTo>
                    <a:lnTo>
                      <a:pt x="161601" y="133351"/>
                    </a:lnTo>
                    <a:lnTo>
                      <a:pt x="134613" y="133351"/>
                    </a:lnTo>
                    <a:close/>
                    <a:moveTo>
                      <a:pt x="235241" y="15875"/>
                    </a:moveTo>
                    <a:cubicBezTo>
                      <a:pt x="235241" y="15875"/>
                      <a:pt x="235241" y="15875"/>
                      <a:pt x="147314" y="120775"/>
                    </a:cubicBezTo>
                    <a:cubicBezTo>
                      <a:pt x="147314" y="120775"/>
                      <a:pt x="147314" y="120775"/>
                      <a:pt x="165417" y="120775"/>
                    </a:cubicBezTo>
                    <a:cubicBezTo>
                      <a:pt x="169296" y="120775"/>
                      <a:pt x="171882" y="123365"/>
                      <a:pt x="171882" y="127251"/>
                    </a:cubicBezTo>
                    <a:cubicBezTo>
                      <a:pt x="171882" y="127251"/>
                      <a:pt x="171882" y="127251"/>
                      <a:pt x="171882" y="311150"/>
                    </a:cubicBezTo>
                    <a:cubicBezTo>
                      <a:pt x="171882" y="311150"/>
                      <a:pt x="171882" y="311150"/>
                      <a:pt x="222311" y="285249"/>
                    </a:cubicBezTo>
                    <a:cubicBezTo>
                      <a:pt x="222311" y="285249"/>
                      <a:pt x="222311" y="285249"/>
                      <a:pt x="222311" y="157037"/>
                    </a:cubicBezTo>
                    <a:cubicBezTo>
                      <a:pt x="222311" y="155742"/>
                      <a:pt x="222311" y="154447"/>
                      <a:pt x="223604" y="154447"/>
                    </a:cubicBezTo>
                    <a:cubicBezTo>
                      <a:pt x="223604" y="154447"/>
                      <a:pt x="223604" y="154447"/>
                      <a:pt x="257223" y="151857"/>
                    </a:cubicBezTo>
                    <a:cubicBezTo>
                      <a:pt x="257223" y="151857"/>
                      <a:pt x="258516" y="151857"/>
                      <a:pt x="258516" y="151857"/>
                    </a:cubicBezTo>
                    <a:cubicBezTo>
                      <a:pt x="258516" y="153152"/>
                      <a:pt x="259809" y="153152"/>
                      <a:pt x="259809" y="153152"/>
                    </a:cubicBezTo>
                    <a:cubicBezTo>
                      <a:pt x="259809" y="153152"/>
                      <a:pt x="259809" y="153152"/>
                      <a:pt x="259809" y="265823"/>
                    </a:cubicBezTo>
                    <a:cubicBezTo>
                      <a:pt x="259809" y="265823"/>
                      <a:pt x="259809" y="265823"/>
                      <a:pt x="293429" y="247692"/>
                    </a:cubicBezTo>
                    <a:cubicBezTo>
                      <a:pt x="293429" y="247692"/>
                      <a:pt x="293429" y="247692"/>
                      <a:pt x="294722" y="118185"/>
                    </a:cubicBezTo>
                    <a:cubicBezTo>
                      <a:pt x="294722" y="116890"/>
                      <a:pt x="294722" y="115595"/>
                      <a:pt x="296015" y="114300"/>
                    </a:cubicBezTo>
                    <a:cubicBezTo>
                      <a:pt x="297308" y="113005"/>
                      <a:pt x="298601" y="111710"/>
                      <a:pt x="301187" y="111710"/>
                    </a:cubicBezTo>
                    <a:lnTo>
                      <a:pt x="307652" y="113005"/>
                    </a:lnTo>
                    <a:cubicBezTo>
                      <a:pt x="307652" y="113005"/>
                      <a:pt x="307652" y="113005"/>
                      <a:pt x="235241" y="15875"/>
                    </a:cubicBezTo>
                    <a:close/>
                    <a:moveTo>
                      <a:pt x="235348" y="0"/>
                    </a:moveTo>
                    <a:cubicBezTo>
                      <a:pt x="235348" y="0"/>
                      <a:pt x="237938" y="0"/>
                      <a:pt x="239233" y="0"/>
                    </a:cubicBezTo>
                    <a:cubicBezTo>
                      <a:pt x="241823" y="1299"/>
                      <a:pt x="241823" y="2598"/>
                      <a:pt x="241823" y="2598"/>
                    </a:cubicBezTo>
                    <a:cubicBezTo>
                      <a:pt x="241823" y="2598"/>
                      <a:pt x="241823" y="2598"/>
                      <a:pt x="327286" y="115599"/>
                    </a:cubicBezTo>
                    <a:cubicBezTo>
                      <a:pt x="327286" y="115599"/>
                      <a:pt x="329876" y="119496"/>
                      <a:pt x="327286" y="123392"/>
                    </a:cubicBezTo>
                    <a:cubicBezTo>
                      <a:pt x="324697" y="125990"/>
                      <a:pt x="322107" y="125990"/>
                      <a:pt x="322107" y="125990"/>
                    </a:cubicBezTo>
                    <a:cubicBezTo>
                      <a:pt x="322107" y="125990"/>
                      <a:pt x="322107" y="125990"/>
                      <a:pt x="307863" y="124691"/>
                    </a:cubicBezTo>
                    <a:cubicBezTo>
                      <a:pt x="307863" y="124691"/>
                      <a:pt x="307863" y="124691"/>
                      <a:pt x="307863" y="251980"/>
                    </a:cubicBezTo>
                    <a:cubicBezTo>
                      <a:pt x="307863" y="254578"/>
                      <a:pt x="306568" y="255877"/>
                      <a:pt x="303978" y="257175"/>
                    </a:cubicBezTo>
                    <a:cubicBezTo>
                      <a:pt x="303978" y="257175"/>
                      <a:pt x="303978" y="257175"/>
                      <a:pt x="169308" y="327314"/>
                    </a:cubicBezTo>
                    <a:cubicBezTo>
                      <a:pt x="169308" y="327314"/>
                      <a:pt x="168013" y="328613"/>
                      <a:pt x="166718" y="328613"/>
                    </a:cubicBezTo>
                    <a:cubicBezTo>
                      <a:pt x="165424" y="328613"/>
                      <a:pt x="164129" y="327314"/>
                      <a:pt x="164129" y="327314"/>
                    </a:cubicBezTo>
                    <a:cubicBezTo>
                      <a:pt x="164129" y="327314"/>
                      <a:pt x="164129" y="327314"/>
                      <a:pt x="25574" y="254578"/>
                    </a:cubicBezTo>
                    <a:cubicBezTo>
                      <a:pt x="22984" y="254578"/>
                      <a:pt x="21689" y="251980"/>
                      <a:pt x="21689" y="249382"/>
                    </a:cubicBezTo>
                    <a:cubicBezTo>
                      <a:pt x="21689" y="249382"/>
                      <a:pt x="21689" y="249382"/>
                      <a:pt x="21689" y="129887"/>
                    </a:cubicBezTo>
                    <a:cubicBezTo>
                      <a:pt x="21689" y="129887"/>
                      <a:pt x="21689" y="129887"/>
                      <a:pt x="6150" y="129887"/>
                    </a:cubicBezTo>
                    <a:cubicBezTo>
                      <a:pt x="3561" y="129887"/>
                      <a:pt x="2266" y="128588"/>
                      <a:pt x="971" y="127289"/>
                    </a:cubicBezTo>
                    <a:cubicBezTo>
                      <a:pt x="-324" y="125990"/>
                      <a:pt x="-324" y="123392"/>
                      <a:pt x="971" y="120795"/>
                    </a:cubicBezTo>
                    <a:cubicBezTo>
                      <a:pt x="971" y="120795"/>
                      <a:pt x="971" y="120795"/>
                      <a:pt x="34638" y="54552"/>
                    </a:cubicBezTo>
                    <a:cubicBezTo>
                      <a:pt x="35933" y="51955"/>
                      <a:pt x="37228" y="51955"/>
                      <a:pt x="38523" y="50656"/>
                    </a:cubicBezTo>
                    <a:cubicBezTo>
                      <a:pt x="38523" y="50656"/>
                      <a:pt x="38523" y="50656"/>
                      <a:pt x="59241" y="45460"/>
                    </a:cubicBezTo>
                    <a:cubicBezTo>
                      <a:pt x="59241" y="45460"/>
                      <a:pt x="59241" y="45460"/>
                      <a:pt x="59241" y="27276"/>
                    </a:cubicBezTo>
                    <a:cubicBezTo>
                      <a:pt x="59241" y="24678"/>
                      <a:pt x="60536" y="22081"/>
                      <a:pt x="63126" y="20782"/>
                    </a:cubicBezTo>
                    <a:cubicBezTo>
                      <a:pt x="63126" y="20782"/>
                      <a:pt x="63126" y="20782"/>
                      <a:pt x="83844" y="14287"/>
                    </a:cubicBezTo>
                    <a:cubicBezTo>
                      <a:pt x="83844" y="14287"/>
                      <a:pt x="83844" y="14287"/>
                      <a:pt x="85139" y="14287"/>
                    </a:cubicBezTo>
                    <a:cubicBezTo>
                      <a:pt x="86434" y="14287"/>
                      <a:pt x="86434" y="14287"/>
                      <a:pt x="86434" y="14287"/>
                    </a:cubicBezTo>
                    <a:cubicBezTo>
                      <a:pt x="86434" y="14287"/>
                      <a:pt x="86434" y="14287"/>
                      <a:pt x="98088" y="16885"/>
                    </a:cubicBezTo>
                    <a:cubicBezTo>
                      <a:pt x="100678" y="16885"/>
                      <a:pt x="103268" y="19483"/>
                      <a:pt x="103268" y="22081"/>
                    </a:cubicBezTo>
                    <a:cubicBezTo>
                      <a:pt x="103268" y="22081"/>
                      <a:pt x="103268" y="22081"/>
                      <a:pt x="103268" y="33771"/>
                    </a:cubicBezTo>
                    <a:cubicBezTo>
                      <a:pt x="103268" y="33771"/>
                      <a:pt x="103268" y="33771"/>
                      <a:pt x="235348" y="0"/>
                    </a:cubicBezTo>
                    <a:close/>
                  </a:path>
                </a:pathLst>
              </a:custGeom>
              <a:solidFill>
                <a:schemeClr val="bg1"/>
              </a:solidFill>
              <a:ln>
                <a:noFill/>
              </a:ln>
            </p:spPr>
            <p:txBody>
              <a:bodyPr anchor="ctr"/>
              <a:lstStyle/>
              <a:p>
                <a:pPr algn="ctr"/>
                <a:endParaRPr dirty="0">
                  <a:latin typeface="微软雅黑" panose="020B0503020204020204" pitchFamily="34" charset="-122"/>
                  <a:ea typeface="微软雅黑" panose="020B0503020204020204" pitchFamily="34" charset="-122"/>
                </a:endParaRPr>
              </a:p>
            </p:txBody>
          </p:sp>
        </p:grpSp>
        <p:sp>
          <p:nvSpPr>
            <p:cNvPr id="42" name="矩形 41"/>
            <p:cNvSpPr/>
            <p:nvPr/>
          </p:nvSpPr>
          <p:spPr>
            <a:xfrm>
              <a:off x="4041946" y="2282521"/>
              <a:ext cx="2241974" cy="400494"/>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chemeClr val="bg1"/>
                  </a:solidFill>
                  <a:latin typeface="微软雅黑" panose="020B0503020204020204" pitchFamily="34" charset="-122"/>
                  <a:ea typeface="微软雅黑" panose="020B0503020204020204" pitchFamily="34" charset="-122"/>
                </a:rPr>
                <a:t>52%</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3" name="矩形 42"/>
            <p:cNvSpPr/>
            <p:nvPr/>
          </p:nvSpPr>
          <p:spPr>
            <a:xfrm>
              <a:off x="6688056" y="2282521"/>
              <a:ext cx="2241974" cy="400494"/>
            </a:xfrm>
            <a:prstGeom prst="rect">
              <a:avLst/>
            </a:prstGeom>
          </p:spPr>
          <p:txBody>
            <a:bodyPr wrap="square">
              <a:spAutoFit/>
              <a:scene3d>
                <a:camera prst="orthographicFront"/>
                <a:lightRig rig="threePt" dir="t"/>
              </a:scene3d>
              <a:sp3d contourW="12700"/>
            </a:bodyPr>
            <a:lstStyle/>
            <a:p>
              <a:pPr algn="r">
                <a:lnSpc>
                  <a:spcPct val="120000"/>
                </a:lnSpc>
              </a:pPr>
              <a:r>
                <a:rPr lang="en-US" altLang="zh-CN" b="1" dirty="0">
                  <a:solidFill>
                    <a:schemeClr val="bg1"/>
                  </a:solidFill>
                  <a:latin typeface="微软雅黑" panose="020B0503020204020204" pitchFamily="34" charset="-122"/>
                  <a:ea typeface="微软雅黑" panose="020B0503020204020204" pitchFamily="34" charset="-122"/>
                </a:rPr>
                <a:t>76%</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47" name="组合 46"/>
          <p:cNvGrpSpPr/>
          <p:nvPr/>
        </p:nvGrpSpPr>
        <p:grpSpPr>
          <a:xfrm>
            <a:off x="1944914" y="3882959"/>
            <a:ext cx="8302172" cy="736079"/>
            <a:chOff x="1944914" y="4151183"/>
            <a:chExt cx="8302172" cy="736079"/>
          </a:xfrm>
        </p:grpSpPr>
        <p:grpSp>
          <p:nvGrpSpPr>
            <p:cNvPr id="34" name="组合 33"/>
            <p:cNvGrpSpPr/>
            <p:nvPr/>
          </p:nvGrpSpPr>
          <p:grpSpPr>
            <a:xfrm>
              <a:off x="1944914" y="4151183"/>
              <a:ext cx="8302172" cy="736079"/>
              <a:chOff x="1944914" y="4152725"/>
              <a:chExt cx="8302172" cy="736079"/>
            </a:xfrm>
          </p:grpSpPr>
          <p:sp>
            <p:nvSpPr>
              <p:cNvPr id="16" name="RelativeShape1"/>
              <p:cNvSpPr/>
              <p:nvPr/>
            </p:nvSpPr>
            <p:spPr>
              <a:xfrm>
                <a:off x="6132096" y="4355682"/>
                <a:ext cx="4114990" cy="330166"/>
              </a:xfrm>
              <a:prstGeom prst="roundRect">
                <a:avLst>
                  <a:gd name="adj" fmla="val 50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17" name="ValueShape1"/>
              <p:cNvSpPr/>
              <p:nvPr/>
            </p:nvSpPr>
            <p:spPr>
              <a:xfrm>
                <a:off x="6132096" y="4355682"/>
                <a:ext cx="1786005" cy="330166"/>
              </a:xfrm>
              <a:prstGeom prst="roundRect">
                <a:avLst>
                  <a:gd name="adj" fmla="val 50000"/>
                </a:avLst>
              </a:pr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18" name="RelativeShape2"/>
              <p:cNvSpPr/>
              <p:nvPr/>
            </p:nvSpPr>
            <p:spPr>
              <a:xfrm flipH="1">
                <a:off x="1944914" y="4355682"/>
                <a:ext cx="4114989" cy="330166"/>
              </a:xfrm>
              <a:prstGeom prst="roundRect">
                <a:avLst>
                  <a:gd name="adj" fmla="val 50000"/>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19" name="ValueShape2"/>
              <p:cNvSpPr/>
              <p:nvPr/>
            </p:nvSpPr>
            <p:spPr>
              <a:xfrm flipH="1">
                <a:off x="3205424" y="4355683"/>
                <a:ext cx="2854480" cy="330166"/>
              </a:xfrm>
              <a:prstGeom prst="roundRect">
                <a:avLst>
                  <a:gd name="adj" fmla="val 50000"/>
                </a:avLst>
              </a:pr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20" name="BackShape"/>
              <p:cNvSpPr/>
              <p:nvPr/>
            </p:nvSpPr>
            <p:spPr>
              <a:xfrm>
                <a:off x="5727960" y="4152725"/>
                <a:ext cx="736079" cy="736079"/>
              </a:xfrm>
              <a:prstGeom prst="ellipse">
                <a:avLst/>
              </a:pr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23" name="IconShape"/>
              <p:cNvSpPr>
                <a:spLocks noChangeAspect="1"/>
              </p:cNvSpPr>
              <p:nvPr/>
            </p:nvSpPr>
            <p:spPr bwMode="auto">
              <a:xfrm>
                <a:off x="5860392" y="4285031"/>
                <a:ext cx="471216" cy="471469"/>
              </a:xfrm>
              <a:custGeom>
                <a:avLst/>
                <a:gdLst>
                  <a:gd name="connsiteX0" fmla="*/ 94638 w 328437"/>
                  <a:gd name="connsiteY0" fmla="*/ 163513 h 328613"/>
                  <a:gd name="connsiteX1" fmla="*/ 95937 w 328437"/>
                  <a:gd name="connsiteY1" fmla="*/ 163513 h 328613"/>
                  <a:gd name="connsiteX2" fmla="*/ 134903 w 328437"/>
                  <a:gd name="connsiteY2" fmla="*/ 169971 h 328613"/>
                  <a:gd name="connsiteX3" fmla="*/ 136202 w 328437"/>
                  <a:gd name="connsiteY3" fmla="*/ 171262 h 328613"/>
                  <a:gd name="connsiteX4" fmla="*/ 136202 w 328437"/>
                  <a:gd name="connsiteY4" fmla="*/ 238422 h 328613"/>
                  <a:gd name="connsiteX5" fmla="*/ 136202 w 328437"/>
                  <a:gd name="connsiteY5" fmla="*/ 239713 h 328613"/>
                  <a:gd name="connsiteX6" fmla="*/ 134903 w 328437"/>
                  <a:gd name="connsiteY6" fmla="*/ 239713 h 328613"/>
                  <a:gd name="connsiteX7" fmla="*/ 133604 w 328437"/>
                  <a:gd name="connsiteY7" fmla="*/ 239713 h 328613"/>
                  <a:gd name="connsiteX8" fmla="*/ 94638 w 328437"/>
                  <a:gd name="connsiteY8" fmla="*/ 226798 h 328613"/>
                  <a:gd name="connsiteX9" fmla="*/ 93339 w 328437"/>
                  <a:gd name="connsiteY9" fmla="*/ 225506 h 328613"/>
                  <a:gd name="connsiteX10" fmla="*/ 93339 w 328437"/>
                  <a:gd name="connsiteY10" fmla="*/ 166096 h 328613"/>
                  <a:gd name="connsiteX11" fmla="*/ 94638 w 328437"/>
                  <a:gd name="connsiteY11" fmla="*/ 163513 h 328613"/>
                  <a:gd name="connsiteX12" fmla="*/ 45714 w 328437"/>
                  <a:gd name="connsiteY12" fmla="*/ 157163 h 328613"/>
                  <a:gd name="connsiteX13" fmla="*/ 48227 w 328437"/>
                  <a:gd name="connsiteY13" fmla="*/ 157163 h 328613"/>
                  <a:gd name="connsiteX14" fmla="*/ 74620 w 328437"/>
                  <a:gd name="connsiteY14" fmla="*/ 161051 h 328613"/>
                  <a:gd name="connsiteX15" fmla="*/ 75877 w 328437"/>
                  <a:gd name="connsiteY15" fmla="*/ 162347 h 328613"/>
                  <a:gd name="connsiteX16" fmla="*/ 75877 w 328437"/>
                  <a:gd name="connsiteY16" fmla="*/ 218071 h 328613"/>
                  <a:gd name="connsiteX17" fmla="*/ 74620 w 328437"/>
                  <a:gd name="connsiteY17" fmla="*/ 219367 h 328613"/>
                  <a:gd name="connsiteX18" fmla="*/ 73363 w 328437"/>
                  <a:gd name="connsiteY18" fmla="*/ 220663 h 328613"/>
                  <a:gd name="connsiteX19" fmla="*/ 46971 w 328437"/>
                  <a:gd name="connsiteY19" fmla="*/ 211592 h 328613"/>
                  <a:gd name="connsiteX20" fmla="*/ 45714 w 328437"/>
                  <a:gd name="connsiteY20" fmla="*/ 209000 h 328613"/>
                  <a:gd name="connsiteX21" fmla="*/ 45714 w 328437"/>
                  <a:gd name="connsiteY21" fmla="*/ 158459 h 328613"/>
                  <a:gd name="connsiteX22" fmla="*/ 45714 w 328437"/>
                  <a:gd name="connsiteY22" fmla="*/ 157163 h 328613"/>
                  <a:gd name="connsiteX23" fmla="*/ 34601 w 328437"/>
                  <a:gd name="connsiteY23" fmla="*/ 131763 h 328613"/>
                  <a:gd name="connsiteX24" fmla="*/ 34601 w 328437"/>
                  <a:gd name="connsiteY24" fmla="*/ 246063 h 328613"/>
                  <a:gd name="connsiteX25" fmla="*/ 161601 w 328437"/>
                  <a:gd name="connsiteY25" fmla="*/ 311151 h 328613"/>
                  <a:gd name="connsiteX26" fmla="*/ 161601 w 328437"/>
                  <a:gd name="connsiteY26" fmla="*/ 133351 h 328613"/>
                  <a:gd name="connsiteX27" fmla="*/ 134613 w 328437"/>
                  <a:gd name="connsiteY27" fmla="*/ 133351 h 328613"/>
                  <a:gd name="connsiteX28" fmla="*/ 235241 w 328437"/>
                  <a:gd name="connsiteY28" fmla="*/ 15875 h 328613"/>
                  <a:gd name="connsiteX29" fmla="*/ 147314 w 328437"/>
                  <a:gd name="connsiteY29" fmla="*/ 120775 h 328613"/>
                  <a:gd name="connsiteX30" fmla="*/ 165417 w 328437"/>
                  <a:gd name="connsiteY30" fmla="*/ 120775 h 328613"/>
                  <a:gd name="connsiteX31" fmla="*/ 171882 w 328437"/>
                  <a:gd name="connsiteY31" fmla="*/ 127251 h 328613"/>
                  <a:gd name="connsiteX32" fmla="*/ 171882 w 328437"/>
                  <a:gd name="connsiteY32" fmla="*/ 311150 h 328613"/>
                  <a:gd name="connsiteX33" fmla="*/ 222311 w 328437"/>
                  <a:gd name="connsiteY33" fmla="*/ 285249 h 328613"/>
                  <a:gd name="connsiteX34" fmla="*/ 222311 w 328437"/>
                  <a:gd name="connsiteY34" fmla="*/ 157037 h 328613"/>
                  <a:gd name="connsiteX35" fmla="*/ 223604 w 328437"/>
                  <a:gd name="connsiteY35" fmla="*/ 154447 h 328613"/>
                  <a:gd name="connsiteX36" fmla="*/ 257223 w 328437"/>
                  <a:gd name="connsiteY36" fmla="*/ 151857 h 328613"/>
                  <a:gd name="connsiteX37" fmla="*/ 258516 w 328437"/>
                  <a:gd name="connsiteY37" fmla="*/ 151857 h 328613"/>
                  <a:gd name="connsiteX38" fmla="*/ 259809 w 328437"/>
                  <a:gd name="connsiteY38" fmla="*/ 153152 h 328613"/>
                  <a:gd name="connsiteX39" fmla="*/ 259809 w 328437"/>
                  <a:gd name="connsiteY39" fmla="*/ 265823 h 328613"/>
                  <a:gd name="connsiteX40" fmla="*/ 293429 w 328437"/>
                  <a:gd name="connsiteY40" fmla="*/ 247692 h 328613"/>
                  <a:gd name="connsiteX41" fmla="*/ 294722 w 328437"/>
                  <a:gd name="connsiteY41" fmla="*/ 118185 h 328613"/>
                  <a:gd name="connsiteX42" fmla="*/ 296015 w 328437"/>
                  <a:gd name="connsiteY42" fmla="*/ 114300 h 328613"/>
                  <a:gd name="connsiteX43" fmla="*/ 301187 w 328437"/>
                  <a:gd name="connsiteY43" fmla="*/ 111710 h 328613"/>
                  <a:gd name="connsiteX44" fmla="*/ 307652 w 328437"/>
                  <a:gd name="connsiteY44" fmla="*/ 113005 h 328613"/>
                  <a:gd name="connsiteX45" fmla="*/ 235241 w 328437"/>
                  <a:gd name="connsiteY45" fmla="*/ 15875 h 328613"/>
                  <a:gd name="connsiteX46" fmla="*/ 235348 w 328437"/>
                  <a:gd name="connsiteY46" fmla="*/ 0 h 328613"/>
                  <a:gd name="connsiteX47" fmla="*/ 239233 w 328437"/>
                  <a:gd name="connsiteY47" fmla="*/ 0 h 328613"/>
                  <a:gd name="connsiteX48" fmla="*/ 241823 w 328437"/>
                  <a:gd name="connsiteY48" fmla="*/ 2598 h 328613"/>
                  <a:gd name="connsiteX49" fmla="*/ 327286 w 328437"/>
                  <a:gd name="connsiteY49" fmla="*/ 115599 h 328613"/>
                  <a:gd name="connsiteX50" fmla="*/ 327286 w 328437"/>
                  <a:gd name="connsiteY50" fmla="*/ 123392 h 328613"/>
                  <a:gd name="connsiteX51" fmla="*/ 322107 w 328437"/>
                  <a:gd name="connsiteY51" fmla="*/ 125990 h 328613"/>
                  <a:gd name="connsiteX52" fmla="*/ 307863 w 328437"/>
                  <a:gd name="connsiteY52" fmla="*/ 124691 h 328613"/>
                  <a:gd name="connsiteX53" fmla="*/ 307863 w 328437"/>
                  <a:gd name="connsiteY53" fmla="*/ 251980 h 328613"/>
                  <a:gd name="connsiteX54" fmla="*/ 303978 w 328437"/>
                  <a:gd name="connsiteY54" fmla="*/ 257175 h 328613"/>
                  <a:gd name="connsiteX55" fmla="*/ 169308 w 328437"/>
                  <a:gd name="connsiteY55" fmla="*/ 327314 h 328613"/>
                  <a:gd name="connsiteX56" fmla="*/ 166718 w 328437"/>
                  <a:gd name="connsiteY56" fmla="*/ 328613 h 328613"/>
                  <a:gd name="connsiteX57" fmla="*/ 164129 w 328437"/>
                  <a:gd name="connsiteY57" fmla="*/ 327314 h 328613"/>
                  <a:gd name="connsiteX58" fmla="*/ 25574 w 328437"/>
                  <a:gd name="connsiteY58" fmla="*/ 254578 h 328613"/>
                  <a:gd name="connsiteX59" fmla="*/ 21689 w 328437"/>
                  <a:gd name="connsiteY59" fmla="*/ 249382 h 328613"/>
                  <a:gd name="connsiteX60" fmla="*/ 21689 w 328437"/>
                  <a:gd name="connsiteY60" fmla="*/ 129887 h 328613"/>
                  <a:gd name="connsiteX61" fmla="*/ 6150 w 328437"/>
                  <a:gd name="connsiteY61" fmla="*/ 129887 h 328613"/>
                  <a:gd name="connsiteX62" fmla="*/ 971 w 328437"/>
                  <a:gd name="connsiteY62" fmla="*/ 127289 h 328613"/>
                  <a:gd name="connsiteX63" fmla="*/ 971 w 328437"/>
                  <a:gd name="connsiteY63" fmla="*/ 120795 h 328613"/>
                  <a:gd name="connsiteX64" fmla="*/ 34638 w 328437"/>
                  <a:gd name="connsiteY64" fmla="*/ 54552 h 328613"/>
                  <a:gd name="connsiteX65" fmla="*/ 38523 w 328437"/>
                  <a:gd name="connsiteY65" fmla="*/ 50656 h 328613"/>
                  <a:gd name="connsiteX66" fmla="*/ 59241 w 328437"/>
                  <a:gd name="connsiteY66" fmla="*/ 45460 h 328613"/>
                  <a:gd name="connsiteX67" fmla="*/ 59241 w 328437"/>
                  <a:gd name="connsiteY67" fmla="*/ 27276 h 328613"/>
                  <a:gd name="connsiteX68" fmla="*/ 63126 w 328437"/>
                  <a:gd name="connsiteY68" fmla="*/ 20782 h 328613"/>
                  <a:gd name="connsiteX69" fmla="*/ 83844 w 328437"/>
                  <a:gd name="connsiteY69" fmla="*/ 14287 h 328613"/>
                  <a:gd name="connsiteX70" fmla="*/ 85139 w 328437"/>
                  <a:gd name="connsiteY70" fmla="*/ 14287 h 328613"/>
                  <a:gd name="connsiteX71" fmla="*/ 86434 w 328437"/>
                  <a:gd name="connsiteY71" fmla="*/ 14287 h 328613"/>
                  <a:gd name="connsiteX72" fmla="*/ 98088 w 328437"/>
                  <a:gd name="connsiteY72" fmla="*/ 16885 h 328613"/>
                  <a:gd name="connsiteX73" fmla="*/ 103268 w 328437"/>
                  <a:gd name="connsiteY73" fmla="*/ 22081 h 328613"/>
                  <a:gd name="connsiteX74" fmla="*/ 103268 w 328437"/>
                  <a:gd name="connsiteY74" fmla="*/ 33771 h 328613"/>
                  <a:gd name="connsiteX75" fmla="*/ 235348 w 328437"/>
                  <a:gd name="connsiteY75"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28437" h="328613">
                    <a:moveTo>
                      <a:pt x="94638" y="163513"/>
                    </a:moveTo>
                    <a:cubicBezTo>
                      <a:pt x="94638" y="163513"/>
                      <a:pt x="95937" y="163513"/>
                      <a:pt x="95937" y="163513"/>
                    </a:cubicBezTo>
                    <a:cubicBezTo>
                      <a:pt x="95937" y="163513"/>
                      <a:pt x="95937" y="163513"/>
                      <a:pt x="134903" y="169971"/>
                    </a:cubicBezTo>
                    <a:cubicBezTo>
                      <a:pt x="136202" y="169971"/>
                      <a:pt x="136202" y="169971"/>
                      <a:pt x="136202" y="171262"/>
                    </a:cubicBezTo>
                    <a:cubicBezTo>
                      <a:pt x="136202" y="171262"/>
                      <a:pt x="136202" y="171262"/>
                      <a:pt x="136202" y="238422"/>
                    </a:cubicBezTo>
                    <a:cubicBezTo>
                      <a:pt x="136202" y="238422"/>
                      <a:pt x="136202" y="239713"/>
                      <a:pt x="136202" y="239713"/>
                    </a:cubicBezTo>
                    <a:cubicBezTo>
                      <a:pt x="134903" y="239713"/>
                      <a:pt x="134903" y="239713"/>
                      <a:pt x="134903" y="239713"/>
                    </a:cubicBezTo>
                    <a:cubicBezTo>
                      <a:pt x="134903" y="239713"/>
                      <a:pt x="134903" y="239713"/>
                      <a:pt x="133604" y="239713"/>
                    </a:cubicBezTo>
                    <a:cubicBezTo>
                      <a:pt x="133604" y="239713"/>
                      <a:pt x="133604" y="239713"/>
                      <a:pt x="94638" y="226798"/>
                    </a:cubicBezTo>
                    <a:cubicBezTo>
                      <a:pt x="94638" y="226798"/>
                      <a:pt x="93339" y="225506"/>
                      <a:pt x="93339" y="225506"/>
                    </a:cubicBezTo>
                    <a:cubicBezTo>
                      <a:pt x="93339" y="225506"/>
                      <a:pt x="93339" y="225506"/>
                      <a:pt x="93339" y="166096"/>
                    </a:cubicBezTo>
                    <a:cubicBezTo>
                      <a:pt x="93339" y="164805"/>
                      <a:pt x="94638" y="164805"/>
                      <a:pt x="94638" y="163513"/>
                    </a:cubicBezTo>
                    <a:close/>
                    <a:moveTo>
                      <a:pt x="45714" y="157163"/>
                    </a:moveTo>
                    <a:cubicBezTo>
                      <a:pt x="46971" y="157163"/>
                      <a:pt x="46971" y="157163"/>
                      <a:pt x="48227" y="157163"/>
                    </a:cubicBezTo>
                    <a:cubicBezTo>
                      <a:pt x="48227" y="157163"/>
                      <a:pt x="48227" y="157163"/>
                      <a:pt x="74620" y="161051"/>
                    </a:cubicBezTo>
                    <a:cubicBezTo>
                      <a:pt x="74620" y="161051"/>
                      <a:pt x="75877" y="161051"/>
                      <a:pt x="75877" y="162347"/>
                    </a:cubicBezTo>
                    <a:cubicBezTo>
                      <a:pt x="75877" y="162347"/>
                      <a:pt x="75877" y="162347"/>
                      <a:pt x="75877" y="218071"/>
                    </a:cubicBezTo>
                    <a:cubicBezTo>
                      <a:pt x="75877" y="219367"/>
                      <a:pt x="75877" y="219367"/>
                      <a:pt x="74620" y="219367"/>
                    </a:cubicBezTo>
                    <a:cubicBezTo>
                      <a:pt x="74620" y="220663"/>
                      <a:pt x="74620" y="220663"/>
                      <a:pt x="73363" y="220663"/>
                    </a:cubicBezTo>
                    <a:cubicBezTo>
                      <a:pt x="73363" y="220663"/>
                      <a:pt x="73363" y="220663"/>
                      <a:pt x="46971" y="211592"/>
                    </a:cubicBezTo>
                    <a:cubicBezTo>
                      <a:pt x="45714" y="210296"/>
                      <a:pt x="45714" y="210296"/>
                      <a:pt x="45714" y="209000"/>
                    </a:cubicBezTo>
                    <a:cubicBezTo>
                      <a:pt x="45714" y="209000"/>
                      <a:pt x="45714" y="209000"/>
                      <a:pt x="45714" y="158459"/>
                    </a:cubicBezTo>
                    <a:cubicBezTo>
                      <a:pt x="45714" y="158459"/>
                      <a:pt x="45714" y="157163"/>
                      <a:pt x="45714" y="157163"/>
                    </a:cubicBezTo>
                    <a:close/>
                    <a:moveTo>
                      <a:pt x="34601" y="131763"/>
                    </a:moveTo>
                    <a:lnTo>
                      <a:pt x="34601" y="246063"/>
                    </a:lnTo>
                    <a:lnTo>
                      <a:pt x="161601" y="311151"/>
                    </a:lnTo>
                    <a:lnTo>
                      <a:pt x="161601" y="133351"/>
                    </a:lnTo>
                    <a:lnTo>
                      <a:pt x="134613" y="133351"/>
                    </a:lnTo>
                    <a:close/>
                    <a:moveTo>
                      <a:pt x="235241" y="15875"/>
                    </a:moveTo>
                    <a:cubicBezTo>
                      <a:pt x="235241" y="15875"/>
                      <a:pt x="235241" y="15875"/>
                      <a:pt x="147314" y="120775"/>
                    </a:cubicBezTo>
                    <a:cubicBezTo>
                      <a:pt x="147314" y="120775"/>
                      <a:pt x="147314" y="120775"/>
                      <a:pt x="165417" y="120775"/>
                    </a:cubicBezTo>
                    <a:cubicBezTo>
                      <a:pt x="169296" y="120775"/>
                      <a:pt x="171882" y="123365"/>
                      <a:pt x="171882" y="127251"/>
                    </a:cubicBezTo>
                    <a:cubicBezTo>
                      <a:pt x="171882" y="127251"/>
                      <a:pt x="171882" y="127251"/>
                      <a:pt x="171882" y="311150"/>
                    </a:cubicBezTo>
                    <a:cubicBezTo>
                      <a:pt x="171882" y="311150"/>
                      <a:pt x="171882" y="311150"/>
                      <a:pt x="222311" y="285249"/>
                    </a:cubicBezTo>
                    <a:cubicBezTo>
                      <a:pt x="222311" y="285249"/>
                      <a:pt x="222311" y="285249"/>
                      <a:pt x="222311" y="157037"/>
                    </a:cubicBezTo>
                    <a:cubicBezTo>
                      <a:pt x="222311" y="155742"/>
                      <a:pt x="222311" y="154447"/>
                      <a:pt x="223604" y="154447"/>
                    </a:cubicBezTo>
                    <a:cubicBezTo>
                      <a:pt x="223604" y="154447"/>
                      <a:pt x="223604" y="154447"/>
                      <a:pt x="257223" y="151857"/>
                    </a:cubicBezTo>
                    <a:cubicBezTo>
                      <a:pt x="257223" y="151857"/>
                      <a:pt x="258516" y="151857"/>
                      <a:pt x="258516" y="151857"/>
                    </a:cubicBezTo>
                    <a:cubicBezTo>
                      <a:pt x="258516" y="153152"/>
                      <a:pt x="259809" y="153152"/>
                      <a:pt x="259809" y="153152"/>
                    </a:cubicBezTo>
                    <a:cubicBezTo>
                      <a:pt x="259809" y="153152"/>
                      <a:pt x="259809" y="153152"/>
                      <a:pt x="259809" y="265823"/>
                    </a:cubicBezTo>
                    <a:cubicBezTo>
                      <a:pt x="259809" y="265823"/>
                      <a:pt x="259809" y="265823"/>
                      <a:pt x="293429" y="247692"/>
                    </a:cubicBezTo>
                    <a:cubicBezTo>
                      <a:pt x="293429" y="247692"/>
                      <a:pt x="293429" y="247692"/>
                      <a:pt x="294722" y="118185"/>
                    </a:cubicBezTo>
                    <a:cubicBezTo>
                      <a:pt x="294722" y="116890"/>
                      <a:pt x="294722" y="115595"/>
                      <a:pt x="296015" y="114300"/>
                    </a:cubicBezTo>
                    <a:cubicBezTo>
                      <a:pt x="297308" y="113005"/>
                      <a:pt x="298601" y="111710"/>
                      <a:pt x="301187" y="111710"/>
                    </a:cubicBezTo>
                    <a:lnTo>
                      <a:pt x="307652" y="113005"/>
                    </a:lnTo>
                    <a:cubicBezTo>
                      <a:pt x="307652" y="113005"/>
                      <a:pt x="307652" y="113005"/>
                      <a:pt x="235241" y="15875"/>
                    </a:cubicBezTo>
                    <a:close/>
                    <a:moveTo>
                      <a:pt x="235348" y="0"/>
                    </a:moveTo>
                    <a:cubicBezTo>
                      <a:pt x="235348" y="0"/>
                      <a:pt x="237938" y="0"/>
                      <a:pt x="239233" y="0"/>
                    </a:cubicBezTo>
                    <a:cubicBezTo>
                      <a:pt x="241823" y="1299"/>
                      <a:pt x="241823" y="2598"/>
                      <a:pt x="241823" y="2598"/>
                    </a:cubicBezTo>
                    <a:cubicBezTo>
                      <a:pt x="241823" y="2598"/>
                      <a:pt x="241823" y="2598"/>
                      <a:pt x="327286" y="115599"/>
                    </a:cubicBezTo>
                    <a:cubicBezTo>
                      <a:pt x="327286" y="115599"/>
                      <a:pt x="329876" y="119496"/>
                      <a:pt x="327286" y="123392"/>
                    </a:cubicBezTo>
                    <a:cubicBezTo>
                      <a:pt x="324697" y="125990"/>
                      <a:pt x="322107" y="125990"/>
                      <a:pt x="322107" y="125990"/>
                    </a:cubicBezTo>
                    <a:cubicBezTo>
                      <a:pt x="322107" y="125990"/>
                      <a:pt x="322107" y="125990"/>
                      <a:pt x="307863" y="124691"/>
                    </a:cubicBezTo>
                    <a:cubicBezTo>
                      <a:pt x="307863" y="124691"/>
                      <a:pt x="307863" y="124691"/>
                      <a:pt x="307863" y="251980"/>
                    </a:cubicBezTo>
                    <a:cubicBezTo>
                      <a:pt x="307863" y="254578"/>
                      <a:pt x="306568" y="255877"/>
                      <a:pt x="303978" y="257175"/>
                    </a:cubicBezTo>
                    <a:cubicBezTo>
                      <a:pt x="303978" y="257175"/>
                      <a:pt x="303978" y="257175"/>
                      <a:pt x="169308" y="327314"/>
                    </a:cubicBezTo>
                    <a:cubicBezTo>
                      <a:pt x="169308" y="327314"/>
                      <a:pt x="168013" y="328613"/>
                      <a:pt x="166718" y="328613"/>
                    </a:cubicBezTo>
                    <a:cubicBezTo>
                      <a:pt x="165424" y="328613"/>
                      <a:pt x="164129" y="327314"/>
                      <a:pt x="164129" y="327314"/>
                    </a:cubicBezTo>
                    <a:cubicBezTo>
                      <a:pt x="164129" y="327314"/>
                      <a:pt x="164129" y="327314"/>
                      <a:pt x="25574" y="254578"/>
                    </a:cubicBezTo>
                    <a:cubicBezTo>
                      <a:pt x="22984" y="254578"/>
                      <a:pt x="21689" y="251980"/>
                      <a:pt x="21689" y="249382"/>
                    </a:cubicBezTo>
                    <a:cubicBezTo>
                      <a:pt x="21689" y="249382"/>
                      <a:pt x="21689" y="249382"/>
                      <a:pt x="21689" y="129887"/>
                    </a:cubicBezTo>
                    <a:cubicBezTo>
                      <a:pt x="21689" y="129887"/>
                      <a:pt x="21689" y="129887"/>
                      <a:pt x="6150" y="129887"/>
                    </a:cubicBezTo>
                    <a:cubicBezTo>
                      <a:pt x="3561" y="129887"/>
                      <a:pt x="2266" y="128588"/>
                      <a:pt x="971" y="127289"/>
                    </a:cubicBezTo>
                    <a:cubicBezTo>
                      <a:pt x="-324" y="125990"/>
                      <a:pt x="-324" y="123392"/>
                      <a:pt x="971" y="120795"/>
                    </a:cubicBezTo>
                    <a:cubicBezTo>
                      <a:pt x="971" y="120795"/>
                      <a:pt x="971" y="120795"/>
                      <a:pt x="34638" y="54552"/>
                    </a:cubicBezTo>
                    <a:cubicBezTo>
                      <a:pt x="35933" y="51955"/>
                      <a:pt x="37228" y="51955"/>
                      <a:pt x="38523" y="50656"/>
                    </a:cubicBezTo>
                    <a:cubicBezTo>
                      <a:pt x="38523" y="50656"/>
                      <a:pt x="38523" y="50656"/>
                      <a:pt x="59241" y="45460"/>
                    </a:cubicBezTo>
                    <a:cubicBezTo>
                      <a:pt x="59241" y="45460"/>
                      <a:pt x="59241" y="45460"/>
                      <a:pt x="59241" y="27276"/>
                    </a:cubicBezTo>
                    <a:cubicBezTo>
                      <a:pt x="59241" y="24678"/>
                      <a:pt x="60536" y="22081"/>
                      <a:pt x="63126" y="20782"/>
                    </a:cubicBezTo>
                    <a:cubicBezTo>
                      <a:pt x="63126" y="20782"/>
                      <a:pt x="63126" y="20782"/>
                      <a:pt x="83844" y="14287"/>
                    </a:cubicBezTo>
                    <a:cubicBezTo>
                      <a:pt x="83844" y="14287"/>
                      <a:pt x="83844" y="14287"/>
                      <a:pt x="85139" y="14287"/>
                    </a:cubicBezTo>
                    <a:cubicBezTo>
                      <a:pt x="86434" y="14287"/>
                      <a:pt x="86434" y="14287"/>
                      <a:pt x="86434" y="14287"/>
                    </a:cubicBezTo>
                    <a:cubicBezTo>
                      <a:pt x="86434" y="14287"/>
                      <a:pt x="86434" y="14287"/>
                      <a:pt x="98088" y="16885"/>
                    </a:cubicBezTo>
                    <a:cubicBezTo>
                      <a:pt x="100678" y="16885"/>
                      <a:pt x="103268" y="19483"/>
                      <a:pt x="103268" y="22081"/>
                    </a:cubicBezTo>
                    <a:cubicBezTo>
                      <a:pt x="103268" y="22081"/>
                      <a:pt x="103268" y="22081"/>
                      <a:pt x="103268" y="33771"/>
                    </a:cubicBezTo>
                    <a:cubicBezTo>
                      <a:pt x="103268" y="33771"/>
                      <a:pt x="103268" y="33771"/>
                      <a:pt x="235348" y="0"/>
                    </a:cubicBezTo>
                    <a:close/>
                  </a:path>
                </a:pathLst>
              </a:custGeom>
              <a:solidFill>
                <a:schemeClr val="bg1"/>
              </a:solidFill>
              <a:ln>
                <a:noFill/>
              </a:ln>
            </p:spPr>
            <p:txBody>
              <a:bodyPr anchor="ctr"/>
              <a:lstStyle/>
              <a:p>
                <a:pPr algn="ctr"/>
                <a:endParaRPr dirty="0">
                  <a:latin typeface="微软雅黑" panose="020B0503020204020204" pitchFamily="34" charset="-122"/>
                  <a:ea typeface="微软雅黑" panose="020B0503020204020204" pitchFamily="34" charset="-122"/>
                </a:endParaRPr>
              </a:p>
            </p:txBody>
          </p:sp>
        </p:grpSp>
        <p:sp>
          <p:nvSpPr>
            <p:cNvPr id="44" name="矩形 43"/>
            <p:cNvSpPr/>
            <p:nvPr/>
          </p:nvSpPr>
          <p:spPr>
            <a:xfrm>
              <a:off x="5605791" y="4308776"/>
              <a:ext cx="2241974" cy="400494"/>
            </a:xfrm>
            <a:prstGeom prst="rect">
              <a:avLst/>
            </a:prstGeom>
          </p:spPr>
          <p:txBody>
            <a:bodyPr wrap="square">
              <a:spAutoFit/>
              <a:scene3d>
                <a:camera prst="orthographicFront"/>
                <a:lightRig rig="threePt" dir="t"/>
              </a:scene3d>
              <a:sp3d contourW="12700"/>
            </a:bodyPr>
            <a:lstStyle/>
            <a:p>
              <a:pPr algn="r">
                <a:lnSpc>
                  <a:spcPct val="120000"/>
                </a:lnSpc>
              </a:pPr>
              <a:r>
                <a:rPr lang="en-US" altLang="zh-CN" b="1" dirty="0">
                  <a:solidFill>
                    <a:schemeClr val="bg1"/>
                  </a:solidFill>
                  <a:latin typeface="微软雅黑" panose="020B0503020204020204" pitchFamily="34" charset="-122"/>
                  <a:ea typeface="微软雅黑" panose="020B0503020204020204" pitchFamily="34" charset="-122"/>
                </a:rPr>
                <a:t>45%</a:t>
              </a:r>
              <a:endParaRPr lang="zh-CN" altLang="en-US" b="1" dirty="0">
                <a:solidFill>
                  <a:schemeClr val="bg1"/>
                </a:solidFill>
                <a:latin typeface="微软雅黑" panose="020B0503020204020204" pitchFamily="34" charset="-122"/>
                <a:ea typeface="微软雅黑" panose="020B0503020204020204" pitchFamily="34" charset="-122"/>
              </a:endParaRPr>
            </a:p>
          </p:txBody>
        </p:sp>
        <p:sp>
          <p:nvSpPr>
            <p:cNvPr id="45" name="矩形 44"/>
            <p:cNvSpPr/>
            <p:nvPr/>
          </p:nvSpPr>
          <p:spPr>
            <a:xfrm>
              <a:off x="3276806" y="4308776"/>
              <a:ext cx="2241974" cy="400494"/>
            </a:xfrm>
            <a:prstGeom prst="rect">
              <a:avLst/>
            </a:prstGeom>
          </p:spPr>
          <p:txBody>
            <a:bodyPr wrap="square">
              <a:spAutoFit/>
              <a:scene3d>
                <a:camera prst="orthographicFront"/>
                <a:lightRig rig="threePt" dir="t"/>
              </a:scene3d>
              <a:sp3d contourW="12700"/>
            </a:bodyPr>
            <a:lstStyle/>
            <a:p>
              <a:pPr>
                <a:lnSpc>
                  <a:spcPct val="120000"/>
                </a:lnSpc>
              </a:pPr>
              <a:r>
                <a:rPr lang="en-US" altLang="zh-CN" b="1" dirty="0">
                  <a:solidFill>
                    <a:schemeClr val="bg1"/>
                  </a:solidFill>
                  <a:latin typeface="微软雅黑" panose="020B0503020204020204" pitchFamily="34" charset="-122"/>
                  <a:ea typeface="微软雅黑" panose="020B0503020204020204" pitchFamily="34" charset="-122"/>
                </a:rPr>
                <a:t>68%</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
        <p:nvSpPr>
          <p:cNvPr id="40" name="Text Box 4">
            <a:extLst>
              <a:ext uri="{FF2B5EF4-FFF2-40B4-BE49-F238E27FC236}">
                <a16:creationId xmlns:a16="http://schemas.microsoft.com/office/drawing/2014/main" id="{CD30FACF-DD1A-C34C-B34A-947AF28A8C61}"/>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Half Frame 12">
            <a:extLst>
              <a:ext uri="{FF2B5EF4-FFF2-40B4-BE49-F238E27FC236}">
                <a16:creationId xmlns:a16="http://schemas.microsoft.com/office/drawing/2014/main" id="{1959A9CA-17BC-3B4B-87BA-DE50E6205200}"/>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8" name="直线连接符 47">
            <a:extLst>
              <a:ext uri="{FF2B5EF4-FFF2-40B4-BE49-F238E27FC236}">
                <a16:creationId xmlns:a16="http://schemas.microsoft.com/office/drawing/2014/main" id="{E2E3CF4E-D989-964C-A3CD-D5E0A9D5D5E1}"/>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0">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1000"/>
                                            <p:tgtEl>
                                              <p:spTgt spid="47"/>
                                            </p:tgtEl>
                                          </p:cBhvr>
                                        </p:animEffect>
                                        <p:anim calcmode="lin" valueType="num">
                                          <p:cBhvr>
                                            <p:cTn id="18" dur="1000" fill="hold"/>
                                            <p:tgtEl>
                                              <p:spTgt spid="47"/>
                                            </p:tgtEl>
                                            <p:attrNameLst>
                                              <p:attrName>ppt_x</p:attrName>
                                            </p:attrNameLst>
                                          </p:cBhvr>
                                          <p:tavLst>
                                            <p:tav tm="0">
                                              <p:val>
                                                <p:strVal val="#ppt_x"/>
                                              </p:val>
                                            </p:tav>
                                            <p:tav tm="100000">
                                              <p:val>
                                                <p:strVal val="#ppt_x"/>
                                              </p:val>
                                            </p:tav>
                                          </p:tavLst>
                                        </p:anim>
                                        <p:anim calcmode="lin" valueType="num">
                                          <p:cBhvr>
                                            <p:cTn id="19" dur="1000" fill="hold"/>
                                            <p:tgtEl>
                                              <p:spTgt spid="47"/>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par>
                                    <p:cTn id="24" presetID="2" presetClass="entr" presetSubtype="1" fill="hold" grpId="0" nodeType="withEffect" p14:presetBounceEnd="81000">
                                      <p:stCondLst>
                                        <p:cond delay="0"/>
                                      </p:stCondLst>
                                      <p:childTnLst>
                                        <p:set>
                                          <p:cBhvr>
                                            <p:cTn id="25" dur="1" fill="hold">
                                              <p:stCondLst>
                                                <p:cond delay="0"/>
                                              </p:stCondLst>
                                            </p:cTn>
                                            <p:tgtEl>
                                              <p:spTgt spid="40"/>
                                            </p:tgtEl>
                                            <p:attrNameLst>
                                              <p:attrName>style.visibility</p:attrName>
                                            </p:attrNameLst>
                                          </p:cBhvr>
                                          <p:to>
                                            <p:strVal val="visible"/>
                                          </p:to>
                                        </p:set>
                                        <p:anim calcmode="lin" valueType="num" p14:bounceEnd="81000">
                                          <p:cBhvr additive="base">
                                            <p:cTn id="26" dur="1000" fill="hold"/>
                                            <p:tgtEl>
                                              <p:spTgt spid="40"/>
                                            </p:tgtEl>
                                            <p:attrNameLst>
                                              <p:attrName>ppt_x</p:attrName>
                                            </p:attrNameLst>
                                          </p:cBhvr>
                                          <p:tavLst>
                                            <p:tav tm="0">
                                              <p:val>
                                                <p:strVal val="#ppt_x"/>
                                              </p:val>
                                            </p:tav>
                                            <p:tav tm="100000">
                                              <p:val>
                                                <p:strVal val="#ppt_x"/>
                                              </p:val>
                                            </p:tav>
                                          </p:tavLst>
                                        </p:anim>
                                        <p:anim calcmode="lin" valueType="num" p14:bounceEnd="81000">
                                          <p:cBhvr additive="base">
                                            <p:cTn id="27" dur="1000" fill="hold"/>
                                            <p:tgtEl>
                                              <p:spTgt spid="40"/>
                                            </p:tgtEl>
                                            <p:attrNameLst>
                                              <p:attrName>ppt_y</p:attrName>
                                            </p:attrNameLst>
                                          </p:cBhvr>
                                          <p:tavLst>
                                            <p:tav tm="0">
                                              <p:val>
                                                <p:strVal val="0-#ppt_h/2"/>
                                              </p:val>
                                            </p:tav>
                                            <p:tav tm="100000">
                                              <p:val>
                                                <p:strVal val="#ppt_y"/>
                                              </p:val>
                                            </p:tav>
                                          </p:tavLst>
                                        </p:anim>
                                      </p:childTnLst>
                                    </p:cTn>
                                  </p:par>
                                </p:childTnLst>
                              </p:cTn>
                            </p:par>
                            <p:par>
                              <p:cTn id="28" fill="hold">
                                <p:stCondLst>
                                  <p:cond delay="3500"/>
                                </p:stCondLst>
                                <p:childTnLst>
                                  <p:par>
                                    <p:cTn id="29" presetID="22" presetClass="entr" presetSubtype="8"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anim calcmode="lin" valueType="num">
                                          <p:cBhvr>
                                            <p:cTn id="8" dur="1000" fill="hold"/>
                                            <p:tgtEl>
                                              <p:spTgt spid="46"/>
                                            </p:tgtEl>
                                            <p:attrNameLst>
                                              <p:attrName>ppt_x</p:attrName>
                                            </p:attrNameLst>
                                          </p:cBhvr>
                                          <p:tavLst>
                                            <p:tav tm="0">
                                              <p:val>
                                                <p:strVal val="#ppt_x"/>
                                              </p:val>
                                            </p:tav>
                                            <p:tav tm="100000">
                                              <p:val>
                                                <p:strVal val="#ppt_x"/>
                                              </p:val>
                                            </p:tav>
                                          </p:tavLst>
                                        </p:anim>
                                        <p:anim calcmode="lin" valueType="num">
                                          <p:cBhvr>
                                            <p:cTn id="9" dur="1000" fill="hold"/>
                                            <p:tgtEl>
                                              <p:spTgt spid="4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left)">
                                          <p:cBhvr>
                                            <p:cTn id="13" dur="500"/>
                                            <p:tgtEl>
                                              <p:spTgt spid="29"/>
                                            </p:tgtEl>
                                          </p:cBhvr>
                                        </p:animEffect>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47"/>
                                            </p:tgtEl>
                                            <p:attrNameLst>
                                              <p:attrName>style.visibility</p:attrName>
                                            </p:attrNameLst>
                                          </p:cBhvr>
                                          <p:to>
                                            <p:strVal val="visible"/>
                                          </p:to>
                                        </p:set>
                                        <p:animEffect transition="in" filter="fade">
                                          <p:cBhvr>
                                            <p:cTn id="17" dur="1000"/>
                                            <p:tgtEl>
                                              <p:spTgt spid="47"/>
                                            </p:tgtEl>
                                          </p:cBhvr>
                                        </p:animEffect>
                                        <p:anim calcmode="lin" valueType="num">
                                          <p:cBhvr>
                                            <p:cTn id="18" dur="1000" fill="hold"/>
                                            <p:tgtEl>
                                              <p:spTgt spid="47"/>
                                            </p:tgtEl>
                                            <p:attrNameLst>
                                              <p:attrName>ppt_x</p:attrName>
                                            </p:attrNameLst>
                                          </p:cBhvr>
                                          <p:tavLst>
                                            <p:tav tm="0">
                                              <p:val>
                                                <p:strVal val="#ppt_x"/>
                                              </p:val>
                                            </p:tav>
                                            <p:tav tm="100000">
                                              <p:val>
                                                <p:strVal val="#ppt_x"/>
                                              </p:val>
                                            </p:tav>
                                          </p:tavLst>
                                        </p:anim>
                                        <p:anim calcmode="lin" valueType="num">
                                          <p:cBhvr>
                                            <p:cTn id="19" dur="1000" fill="hold"/>
                                            <p:tgtEl>
                                              <p:spTgt spid="47"/>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par>
                                    <p:cTn id="24" presetID="2" presetClass="entr" presetSubtype="1" fill="hold" grpId="0" nodeType="withEffect">
                                      <p:stCondLst>
                                        <p:cond delay="0"/>
                                      </p:stCondLst>
                                      <p:childTnLst>
                                        <p:set>
                                          <p:cBhvr>
                                            <p:cTn id="25" dur="1" fill="hold">
                                              <p:stCondLst>
                                                <p:cond delay="0"/>
                                              </p:stCondLst>
                                            </p:cTn>
                                            <p:tgtEl>
                                              <p:spTgt spid="40"/>
                                            </p:tgtEl>
                                            <p:attrNameLst>
                                              <p:attrName>style.visibility</p:attrName>
                                            </p:attrNameLst>
                                          </p:cBhvr>
                                          <p:to>
                                            <p:strVal val="visible"/>
                                          </p:to>
                                        </p:set>
                                        <p:anim calcmode="lin" valueType="num">
                                          <p:cBhvr additive="base">
                                            <p:cTn id="26" dur="1000" fill="hold"/>
                                            <p:tgtEl>
                                              <p:spTgt spid="40"/>
                                            </p:tgtEl>
                                            <p:attrNameLst>
                                              <p:attrName>ppt_x</p:attrName>
                                            </p:attrNameLst>
                                          </p:cBhvr>
                                          <p:tavLst>
                                            <p:tav tm="0">
                                              <p:val>
                                                <p:strVal val="#ppt_x"/>
                                              </p:val>
                                            </p:tav>
                                            <p:tav tm="100000">
                                              <p:val>
                                                <p:strVal val="#ppt_x"/>
                                              </p:val>
                                            </p:tav>
                                          </p:tavLst>
                                        </p:anim>
                                        <p:anim calcmode="lin" valueType="num">
                                          <p:cBhvr additive="base">
                                            <p:cTn id="27" dur="1000" fill="hold"/>
                                            <p:tgtEl>
                                              <p:spTgt spid="40"/>
                                            </p:tgtEl>
                                            <p:attrNameLst>
                                              <p:attrName>ppt_y</p:attrName>
                                            </p:attrNameLst>
                                          </p:cBhvr>
                                          <p:tavLst>
                                            <p:tav tm="0">
                                              <p:val>
                                                <p:strVal val="0-#ppt_h/2"/>
                                              </p:val>
                                            </p:tav>
                                            <p:tav tm="100000">
                                              <p:val>
                                                <p:strVal val="#ppt_y"/>
                                              </p:val>
                                            </p:tav>
                                          </p:tavLst>
                                        </p:anim>
                                      </p:childTnLst>
                                    </p:cTn>
                                  </p:par>
                                </p:childTnLst>
                              </p:cTn>
                            </p:par>
                            <p:par>
                              <p:cTn id="28" fill="hold">
                                <p:stCondLst>
                                  <p:cond delay="3500"/>
                                </p:stCondLst>
                                <p:childTnLst>
                                  <p:par>
                                    <p:cTn id="29" presetID="22" presetClass="entr" presetSubtype="8" fill="hold" nodeType="afterEffect">
                                      <p:stCondLst>
                                        <p:cond delay="0"/>
                                      </p:stCondLst>
                                      <p:childTnLst>
                                        <p:set>
                                          <p:cBhvr>
                                            <p:cTn id="30" dur="1" fill="hold">
                                              <p:stCondLst>
                                                <p:cond delay="0"/>
                                              </p:stCondLst>
                                            </p:cTn>
                                            <p:tgtEl>
                                              <p:spTgt spid="41"/>
                                            </p:tgtEl>
                                            <p:attrNameLst>
                                              <p:attrName>style.visibility</p:attrName>
                                            </p:attrNameLst>
                                          </p:cBhvr>
                                          <p:to>
                                            <p:strVal val="visible"/>
                                          </p:to>
                                        </p:set>
                                        <p:animEffect transition="in" filter="wipe(left)">
                                          <p:cBhvr>
                                            <p:cTn id="31"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请在此输入您的标题</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568810"/>
          </a:xfrm>
          <a:prstGeom prst="rect">
            <a:avLst/>
          </a:prstGeom>
          <a:noFill/>
        </p:spPr>
        <p:txBody>
          <a:bodyPr wrap="square" rtlCol="0">
            <a:spAutoFit/>
          </a:bodyPr>
          <a:lstStyle/>
          <a:p>
            <a:pPr lvl="0" algn="ctr">
              <a:lnSpc>
                <a:spcPct val="150000"/>
              </a:lnSpc>
            </a:pP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rPr>
              <a:t>Enter a text description related to the title Enter a text description related to the title Enter a text description related to the title</a:t>
            </a: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D90712F5-9D0F-48C3-88F6-F504EA8445B7}"/>
              </a:ext>
            </a:extLst>
          </p:cNvPr>
          <p:cNvSpPr txBox="1"/>
          <p:nvPr/>
        </p:nvSpPr>
        <p:spPr>
          <a:xfrm>
            <a:off x="4440644" y="2199875"/>
            <a:ext cx="3715094"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04</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515953650"/>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barn(outVertical)">
                                      <p:cBhvr>
                                        <p:cTn id="5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30131" y="2882371"/>
            <a:ext cx="1285212" cy="1231052"/>
            <a:chOff x="1664154" y="1934950"/>
            <a:chExt cx="963741" cy="897257"/>
          </a:xfrm>
        </p:grpSpPr>
        <p:grpSp>
          <p:nvGrpSpPr>
            <p:cNvPr id="5" name="组合 4"/>
            <p:cNvGrpSpPr/>
            <p:nvPr/>
          </p:nvGrpSpPr>
          <p:grpSpPr>
            <a:xfrm rot="18900000">
              <a:off x="1664154" y="1934950"/>
              <a:ext cx="897259" cy="897257"/>
              <a:chOff x="304800" y="673100"/>
              <a:chExt cx="4000500" cy="4000500"/>
            </a:xfrm>
            <a:effectLst>
              <a:outerShdw blurRad="444500" dist="254000" dir="4800000" algn="tr" rotWithShape="0">
                <a:prstClr val="black">
                  <a:alpha val="50000"/>
                </a:prstClr>
              </a:outerShdw>
            </a:effectLst>
          </p:grpSpPr>
          <p:sp>
            <p:nvSpPr>
              <p:cNvPr id="7" name="同心圆 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 name="椭圆 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6" name="TextBox 44"/>
            <p:cNvSpPr txBox="1"/>
            <p:nvPr/>
          </p:nvSpPr>
          <p:spPr>
            <a:xfrm>
              <a:off x="1807549" y="2188595"/>
              <a:ext cx="820346" cy="381351"/>
            </a:xfrm>
            <a:prstGeom prst="rect">
              <a:avLst/>
            </a:prstGeom>
            <a:noFill/>
          </p:spPr>
          <p:txBody>
            <a:bodyPr wrap="square" rtlCol="0">
              <a:spAutoFit/>
            </a:bodyPr>
            <a:lstStyle/>
            <a:p>
              <a:r>
                <a:rPr lang="en-US" altLang="zh-CN" sz="2800" b="1" dirty="0">
                  <a:solidFill>
                    <a:schemeClr val="tx1">
                      <a:lumMod val="95000"/>
                      <a:lumOff val="5000"/>
                    </a:schemeClr>
                  </a:solidFill>
                  <a:latin typeface="微软雅黑" panose="020B0503020204020204" pitchFamily="34" charset="-122"/>
                  <a:ea typeface="微软雅黑" panose="020B0503020204020204" pitchFamily="34" charset="-122"/>
                </a:rPr>
                <a:t>45%</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9" name="组合 8"/>
          <p:cNvGrpSpPr/>
          <p:nvPr/>
        </p:nvGrpSpPr>
        <p:grpSpPr>
          <a:xfrm>
            <a:off x="4334894" y="2895815"/>
            <a:ext cx="1196553" cy="1231052"/>
            <a:chOff x="3293884" y="1912625"/>
            <a:chExt cx="897259" cy="897258"/>
          </a:xfrm>
        </p:grpSpPr>
        <p:grpSp>
          <p:nvGrpSpPr>
            <p:cNvPr id="10" name="组合 9"/>
            <p:cNvGrpSpPr/>
            <p:nvPr/>
          </p:nvGrpSpPr>
          <p:grpSpPr>
            <a:xfrm rot="18900000">
              <a:off x="3293884" y="1912625"/>
              <a:ext cx="897259" cy="897258"/>
              <a:chOff x="304800" y="673100"/>
              <a:chExt cx="4000500" cy="4000500"/>
            </a:xfrm>
            <a:effectLst>
              <a:outerShdw blurRad="444500" dist="254000" dir="5280000" algn="tr" rotWithShape="0">
                <a:prstClr val="black">
                  <a:alpha val="50000"/>
                </a:prstClr>
              </a:outerShdw>
            </a:effectLst>
          </p:grpSpPr>
          <p:sp>
            <p:nvSpPr>
              <p:cNvPr id="12" name="同心圆 1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椭圆 12"/>
              <p:cNvSpPr/>
              <p:nvPr/>
            </p:nvSpPr>
            <p:spPr>
              <a:xfrm>
                <a:off x="366204" y="734505"/>
                <a:ext cx="3877703" cy="3877691"/>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1" name="TextBox 49"/>
            <p:cNvSpPr txBox="1"/>
            <p:nvPr/>
          </p:nvSpPr>
          <p:spPr>
            <a:xfrm>
              <a:off x="3404406" y="2201081"/>
              <a:ext cx="753231" cy="366443"/>
            </a:xfrm>
            <a:prstGeom prst="rect">
              <a:avLst/>
            </a:prstGeom>
            <a:noFill/>
          </p:spPr>
          <p:txBody>
            <a:bodyPr wrap="square" rtlCol="0">
              <a:spAutoFit/>
            </a:bodyPr>
            <a:lstStyle/>
            <a:p>
              <a:r>
                <a:rPr lang="en-US" altLang="zh-CN" sz="2665" b="1" dirty="0">
                  <a:solidFill>
                    <a:schemeClr val="tx1">
                      <a:lumMod val="95000"/>
                      <a:lumOff val="5000"/>
                    </a:schemeClr>
                  </a:solidFill>
                  <a:latin typeface="微软雅黑" panose="020B0503020204020204" pitchFamily="34" charset="-122"/>
                  <a:ea typeface="微软雅黑" panose="020B0503020204020204" pitchFamily="34" charset="-122"/>
                </a:rPr>
                <a:t>68%</a:t>
              </a:r>
              <a:endParaRPr lang="zh-CN" altLang="en-US" sz="26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6742604" y="2888462"/>
            <a:ext cx="1256113" cy="1231052"/>
            <a:chOff x="4849324" y="1995712"/>
            <a:chExt cx="941921" cy="897257"/>
          </a:xfrm>
        </p:grpSpPr>
        <p:grpSp>
          <p:nvGrpSpPr>
            <p:cNvPr id="15" name="组合 14"/>
            <p:cNvGrpSpPr/>
            <p:nvPr/>
          </p:nvGrpSpPr>
          <p:grpSpPr>
            <a:xfrm rot="18900000">
              <a:off x="4849324" y="1995712"/>
              <a:ext cx="897259" cy="897257"/>
              <a:chOff x="304800" y="673100"/>
              <a:chExt cx="4000500" cy="4000500"/>
            </a:xfrm>
            <a:effectLst>
              <a:outerShdw blurRad="444500" dist="254000" dir="5640000" algn="tr" rotWithShape="0">
                <a:prstClr val="black">
                  <a:alpha val="50000"/>
                </a:prstClr>
              </a:outerShdw>
            </a:effectLst>
          </p:grpSpPr>
          <p:sp>
            <p:nvSpPr>
              <p:cNvPr id="17" name="同心圆 16"/>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6" name="TextBox 54"/>
            <p:cNvSpPr txBox="1"/>
            <p:nvPr/>
          </p:nvSpPr>
          <p:spPr>
            <a:xfrm>
              <a:off x="4963049" y="2222298"/>
              <a:ext cx="828196" cy="381351"/>
            </a:xfrm>
            <a:prstGeom prst="rect">
              <a:avLst/>
            </a:prstGeom>
            <a:noFill/>
          </p:spPr>
          <p:txBody>
            <a:bodyPr wrap="square" rtlCol="0">
              <a:spAutoFit/>
            </a:bodyPr>
            <a:lstStyle/>
            <a:p>
              <a:r>
                <a:rPr lang="en-US" altLang="zh-CN" sz="2800" b="1" dirty="0">
                  <a:solidFill>
                    <a:schemeClr val="tx1">
                      <a:lumMod val="95000"/>
                      <a:lumOff val="5000"/>
                    </a:schemeClr>
                  </a:solidFill>
                  <a:latin typeface="微软雅黑" panose="020B0503020204020204" pitchFamily="34" charset="-122"/>
                  <a:ea typeface="微软雅黑" panose="020B0503020204020204" pitchFamily="34" charset="-122"/>
                </a:rPr>
                <a:t>79%</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9" name="组合 18"/>
          <p:cNvGrpSpPr/>
          <p:nvPr/>
        </p:nvGrpSpPr>
        <p:grpSpPr>
          <a:xfrm>
            <a:off x="9208332" y="2880438"/>
            <a:ext cx="1268273" cy="1231052"/>
            <a:chOff x="6380261" y="2029113"/>
            <a:chExt cx="951040" cy="897257"/>
          </a:xfrm>
        </p:grpSpPr>
        <p:grpSp>
          <p:nvGrpSpPr>
            <p:cNvPr id="20" name="组合 19"/>
            <p:cNvGrpSpPr/>
            <p:nvPr/>
          </p:nvGrpSpPr>
          <p:grpSpPr>
            <a:xfrm rot="18900000">
              <a:off x="6380261" y="2029113"/>
              <a:ext cx="897259" cy="897257"/>
              <a:chOff x="304800" y="673100"/>
              <a:chExt cx="4000500" cy="4000500"/>
            </a:xfrm>
            <a:effectLst>
              <a:outerShdw blurRad="444500" dist="254000" dir="5700000" sx="104000" sy="104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366203" y="734507"/>
                <a:ext cx="3877701" cy="3877693"/>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1" name="TextBox 59"/>
            <p:cNvSpPr txBox="1"/>
            <p:nvPr/>
          </p:nvSpPr>
          <p:spPr>
            <a:xfrm>
              <a:off x="6501314" y="2303662"/>
              <a:ext cx="829987" cy="381351"/>
            </a:xfrm>
            <a:prstGeom prst="rect">
              <a:avLst/>
            </a:prstGeom>
            <a:noFill/>
          </p:spPr>
          <p:txBody>
            <a:bodyPr wrap="square" rtlCol="0">
              <a:spAutoFit/>
            </a:bodyPr>
            <a:lstStyle/>
            <a:p>
              <a:r>
                <a:rPr lang="en-US" altLang="zh-CN" sz="2800" b="1" dirty="0">
                  <a:solidFill>
                    <a:schemeClr val="tx1">
                      <a:lumMod val="95000"/>
                      <a:lumOff val="5000"/>
                    </a:schemeClr>
                  </a:solidFill>
                  <a:latin typeface="微软雅黑" panose="020B0503020204020204" pitchFamily="34" charset="-122"/>
                  <a:ea typeface="微软雅黑" panose="020B0503020204020204" pitchFamily="34" charset="-122"/>
                </a:rPr>
                <a:t>92%</a:t>
              </a:r>
              <a:endParaRPr lang="zh-CN" altLang="en-US" sz="2800"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4" name="Freeform 8"/>
          <p:cNvSpPr/>
          <p:nvPr/>
        </p:nvSpPr>
        <p:spPr bwMode="auto">
          <a:xfrm rot="18900000">
            <a:off x="1788471" y="3338843"/>
            <a:ext cx="1620740" cy="880972"/>
          </a:xfrm>
          <a:custGeom>
            <a:avLst/>
            <a:gdLst>
              <a:gd name="T0" fmla="*/ 8098 w 8105"/>
              <a:gd name="T1" fmla="*/ 0 h 4285"/>
              <a:gd name="T2" fmla="*/ 8105 w 8105"/>
              <a:gd name="T3" fmla="*/ 233 h 4285"/>
              <a:gd name="T4" fmla="*/ 4053 w 8105"/>
              <a:gd name="T5" fmla="*/ 4285 h 4285"/>
              <a:gd name="T6" fmla="*/ 0 w 8105"/>
              <a:gd name="T7" fmla="*/ 233 h 4285"/>
              <a:gd name="T8" fmla="*/ 7 w 8105"/>
              <a:gd name="T9" fmla="*/ 0 h 4285"/>
              <a:gd name="T10" fmla="*/ 1080 w 8105"/>
              <a:gd name="T11" fmla="*/ 0 h 4285"/>
              <a:gd name="T12" fmla="*/ 1071 w 8105"/>
              <a:gd name="T13" fmla="*/ 233 h 4285"/>
              <a:gd name="T14" fmla="*/ 4053 w 8105"/>
              <a:gd name="T15" fmla="*/ 3214 h 4285"/>
              <a:gd name="T16" fmla="*/ 7034 w 8105"/>
              <a:gd name="T17" fmla="*/ 233 h 4285"/>
              <a:gd name="T18" fmla="*/ 7025 w 8105"/>
              <a:gd name="T19" fmla="*/ 0 h 4285"/>
              <a:gd name="T20" fmla="*/ 8098 w 8105"/>
              <a:gd name="T21" fmla="*/ 0 h 4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4285">
                <a:moveTo>
                  <a:pt x="8098" y="0"/>
                </a:moveTo>
                <a:cubicBezTo>
                  <a:pt x="8103" y="77"/>
                  <a:pt x="8105" y="155"/>
                  <a:pt x="8105" y="233"/>
                </a:cubicBezTo>
                <a:cubicBezTo>
                  <a:pt x="8105" y="2471"/>
                  <a:pt x="6291" y="4285"/>
                  <a:pt x="4053" y="4285"/>
                </a:cubicBezTo>
                <a:cubicBezTo>
                  <a:pt x="1814" y="4285"/>
                  <a:pt x="0" y="2471"/>
                  <a:pt x="0" y="233"/>
                </a:cubicBezTo>
                <a:cubicBezTo>
                  <a:pt x="0" y="155"/>
                  <a:pt x="2" y="77"/>
                  <a:pt x="7" y="0"/>
                </a:cubicBezTo>
                <a:lnTo>
                  <a:pt x="1080" y="0"/>
                </a:lnTo>
                <a:cubicBezTo>
                  <a:pt x="1074" y="77"/>
                  <a:pt x="1071" y="154"/>
                  <a:pt x="1071" y="233"/>
                </a:cubicBezTo>
                <a:cubicBezTo>
                  <a:pt x="1071" y="1879"/>
                  <a:pt x="2406" y="3214"/>
                  <a:pt x="4053" y="3214"/>
                </a:cubicBezTo>
                <a:cubicBezTo>
                  <a:pt x="5699" y="3214"/>
                  <a:pt x="7034" y="1879"/>
                  <a:pt x="7034" y="233"/>
                </a:cubicBezTo>
                <a:cubicBezTo>
                  <a:pt x="7034" y="154"/>
                  <a:pt x="7031" y="77"/>
                  <a:pt x="7025" y="0"/>
                </a:cubicBezTo>
                <a:lnTo>
                  <a:pt x="8098"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5" name="Freeform 7"/>
          <p:cNvSpPr/>
          <p:nvPr/>
        </p:nvSpPr>
        <p:spPr bwMode="auto">
          <a:xfrm rot="19087048">
            <a:off x="4332980" y="3201498"/>
            <a:ext cx="1583837" cy="1070361"/>
          </a:xfrm>
          <a:custGeom>
            <a:avLst/>
            <a:gdLst>
              <a:gd name="T0" fmla="*/ 7997 w 8105"/>
              <a:gd name="T1" fmla="*/ 0 h 4984"/>
              <a:gd name="T2" fmla="*/ 8105 w 8105"/>
              <a:gd name="T3" fmla="*/ 932 h 4984"/>
              <a:gd name="T4" fmla="*/ 4053 w 8105"/>
              <a:gd name="T5" fmla="*/ 4984 h 4984"/>
              <a:gd name="T6" fmla="*/ 0 w 8105"/>
              <a:gd name="T7" fmla="*/ 932 h 4984"/>
              <a:gd name="T8" fmla="*/ 108 w 8105"/>
              <a:gd name="T9" fmla="*/ 0 h 4984"/>
              <a:gd name="T10" fmla="*/ 1212 w 8105"/>
              <a:gd name="T11" fmla="*/ 0 h 4984"/>
              <a:gd name="T12" fmla="*/ 1218 w 8105"/>
              <a:gd name="T13" fmla="*/ 6 h 4984"/>
              <a:gd name="T14" fmla="*/ 1071 w 8105"/>
              <a:gd name="T15" fmla="*/ 932 h 4984"/>
              <a:gd name="T16" fmla="*/ 4053 w 8105"/>
              <a:gd name="T17" fmla="*/ 3913 h 4984"/>
              <a:gd name="T18" fmla="*/ 7034 w 8105"/>
              <a:gd name="T19" fmla="*/ 932 h 4984"/>
              <a:gd name="T20" fmla="*/ 6887 w 8105"/>
              <a:gd name="T21" fmla="*/ 6 h 4984"/>
              <a:gd name="T22" fmla="*/ 6893 w 8105"/>
              <a:gd name="T23" fmla="*/ 0 h 4984"/>
              <a:gd name="T24" fmla="*/ 7997 w 8105"/>
              <a:gd name="T25" fmla="*/ 0 h 4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4984">
                <a:moveTo>
                  <a:pt x="7997" y="0"/>
                </a:moveTo>
                <a:cubicBezTo>
                  <a:pt x="8068" y="299"/>
                  <a:pt x="8105" y="611"/>
                  <a:pt x="8105" y="932"/>
                </a:cubicBezTo>
                <a:cubicBezTo>
                  <a:pt x="8105" y="3170"/>
                  <a:pt x="6291" y="4984"/>
                  <a:pt x="4053" y="4984"/>
                </a:cubicBezTo>
                <a:cubicBezTo>
                  <a:pt x="1814" y="4984"/>
                  <a:pt x="0" y="3170"/>
                  <a:pt x="0" y="932"/>
                </a:cubicBezTo>
                <a:cubicBezTo>
                  <a:pt x="0" y="611"/>
                  <a:pt x="37" y="299"/>
                  <a:pt x="108" y="0"/>
                </a:cubicBezTo>
                <a:lnTo>
                  <a:pt x="1212" y="0"/>
                </a:lnTo>
                <a:lnTo>
                  <a:pt x="1218" y="6"/>
                </a:lnTo>
                <a:cubicBezTo>
                  <a:pt x="1123" y="297"/>
                  <a:pt x="1071" y="609"/>
                  <a:pt x="1071" y="932"/>
                </a:cubicBezTo>
                <a:cubicBezTo>
                  <a:pt x="1071" y="2578"/>
                  <a:pt x="2406" y="3913"/>
                  <a:pt x="4053" y="3913"/>
                </a:cubicBezTo>
                <a:cubicBezTo>
                  <a:pt x="5699" y="3913"/>
                  <a:pt x="7034" y="2578"/>
                  <a:pt x="7034" y="932"/>
                </a:cubicBezTo>
                <a:cubicBezTo>
                  <a:pt x="7034" y="609"/>
                  <a:pt x="6982" y="297"/>
                  <a:pt x="6887" y="6"/>
                </a:cubicBezTo>
                <a:lnTo>
                  <a:pt x="6893" y="0"/>
                </a:lnTo>
                <a:lnTo>
                  <a:pt x="7997"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Freeform 6"/>
          <p:cNvSpPr/>
          <p:nvPr/>
        </p:nvSpPr>
        <p:spPr bwMode="auto">
          <a:xfrm rot="19290703">
            <a:off x="6653502" y="3013061"/>
            <a:ext cx="1619319" cy="1260987"/>
          </a:xfrm>
          <a:custGeom>
            <a:avLst/>
            <a:gdLst>
              <a:gd name="T0" fmla="*/ 7492 w 8105"/>
              <a:gd name="T1" fmla="*/ 0 h 6195"/>
              <a:gd name="T2" fmla="*/ 8105 w 8105"/>
              <a:gd name="T3" fmla="*/ 2143 h 6195"/>
              <a:gd name="T4" fmla="*/ 4052 w 8105"/>
              <a:gd name="T5" fmla="*/ 6195 h 6195"/>
              <a:gd name="T6" fmla="*/ 0 w 8105"/>
              <a:gd name="T7" fmla="*/ 2143 h 6195"/>
              <a:gd name="T8" fmla="*/ 612 w 8105"/>
              <a:gd name="T9" fmla="*/ 0 h 6195"/>
              <a:gd name="T10" fmla="*/ 1957 w 8105"/>
              <a:gd name="T11" fmla="*/ 0 h 6195"/>
              <a:gd name="T12" fmla="*/ 1968 w 8105"/>
              <a:gd name="T13" fmla="*/ 11 h 6195"/>
              <a:gd name="T14" fmla="*/ 1071 w 8105"/>
              <a:gd name="T15" fmla="*/ 2143 h 6195"/>
              <a:gd name="T16" fmla="*/ 4052 w 8105"/>
              <a:gd name="T17" fmla="*/ 5124 h 6195"/>
              <a:gd name="T18" fmla="*/ 7033 w 8105"/>
              <a:gd name="T19" fmla="*/ 2143 h 6195"/>
              <a:gd name="T20" fmla="*/ 6136 w 8105"/>
              <a:gd name="T21" fmla="*/ 11 h 6195"/>
              <a:gd name="T22" fmla="*/ 6147 w 8105"/>
              <a:gd name="T23" fmla="*/ 0 h 6195"/>
              <a:gd name="T24" fmla="*/ 7492 w 8105"/>
              <a:gd name="T25" fmla="*/ 0 h 6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05" h="6195">
                <a:moveTo>
                  <a:pt x="7492" y="0"/>
                </a:moveTo>
                <a:cubicBezTo>
                  <a:pt x="7880" y="622"/>
                  <a:pt x="8105" y="1356"/>
                  <a:pt x="8105" y="2143"/>
                </a:cubicBezTo>
                <a:cubicBezTo>
                  <a:pt x="8105" y="4381"/>
                  <a:pt x="6290" y="6195"/>
                  <a:pt x="4052" y="6195"/>
                </a:cubicBezTo>
                <a:cubicBezTo>
                  <a:pt x="1814" y="6195"/>
                  <a:pt x="0" y="4381"/>
                  <a:pt x="0" y="2143"/>
                </a:cubicBezTo>
                <a:cubicBezTo>
                  <a:pt x="0" y="1356"/>
                  <a:pt x="224" y="622"/>
                  <a:pt x="612" y="0"/>
                </a:cubicBezTo>
                <a:lnTo>
                  <a:pt x="1957" y="0"/>
                </a:lnTo>
                <a:lnTo>
                  <a:pt x="1968" y="11"/>
                </a:lnTo>
                <a:cubicBezTo>
                  <a:pt x="1415" y="552"/>
                  <a:pt x="1071" y="1307"/>
                  <a:pt x="1071" y="2143"/>
                </a:cubicBezTo>
                <a:cubicBezTo>
                  <a:pt x="1071" y="3789"/>
                  <a:pt x="2406" y="5124"/>
                  <a:pt x="4052" y="5124"/>
                </a:cubicBezTo>
                <a:cubicBezTo>
                  <a:pt x="5699" y="5124"/>
                  <a:pt x="7033" y="3789"/>
                  <a:pt x="7033" y="2143"/>
                </a:cubicBezTo>
                <a:cubicBezTo>
                  <a:pt x="7033" y="1307"/>
                  <a:pt x="6690" y="552"/>
                  <a:pt x="6136" y="11"/>
                </a:cubicBezTo>
                <a:lnTo>
                  <a:pt x="6147" y="0"/>
                </a:lnTo>
                <a:lnTo>
                  <a:pt x="7492"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sp>
        <p:nvSpPr>
          <p:cNvPr id="27" name="Freeform 5"/>
          <p:cNvSpPr/>
          <p:nvPr/>
        </p:nvSpPr>
        <p:spPr bwMode="auto">
          <a:xfrm rot="19810786">
            <a:off x="9052479" y="2751531"/>
            <a:ext cx="1559879" cy="1521925"/>
          </a:xfrm>
          <a:custGeom>
            <a:avLst/>
            <a:gdLst>
              <a:gd name="T0" fmla="*/ 5799 w 8105"/>
              <a:gd name="T1" fmla="*/ 0 h 7710"/>
              <a:gd name="T2" fmla="*/ 8105 w 8105"/>
              <a:gd name="T3" fmla="*/ 3658 h 7710"/>
              <a:gd name="T4" fmla="*/ 4052 w 8105"/>
              <a:gd name="T5" fmla="*/ 7710 h 7710"/>
              <a:gd name="T6" fmla="*/ 0 w 8105"/>
              <a:gd name="T7" fmla="*/ 3658 h 7710"/>
              <a:gd name="T8" fmla="*/ 2306 w 8105"/>
              <a:gd name="T9" fmla="*/ 0 h 7710"/>
              <a:gd name="T10" fmla="*/ 3128 w 8105"/>
              <a:gd name="T11" fmla="*/ 823 h 7710"/>
              <a:gd name="T12" fmla="*/ 1071 w 8105"/>
              <a:gd name="T13" fmla="*/ 3658 h 7710"/>
              <a:gd name="T14" fmla="*/ 4052 w 8105"/>
              <a:gd name="T15" fmla="*/ 6639 h 7710"/>
              <a:gd name="T16" fmla="*/ 7034 w 8105"/>
              <a:gd name="T17" fmla="*/ 3658 h 7710"/>
              <a:gd name="T18" fmla="*/ 4976 w 8105"/>
              <a:gd name="T19" fmla="*/ 823 h 7710"/>
              <a:gd name="T20" fmla="*/ 5799 w 8105"/>
              <a:gd name="T21" fmla="*/ 0 h 7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05" h="7710">
                <a:moveTo>
                  <a:pt x="5799" y="0"/>
                </a:moveTo>
                <a:cubicBezTo>
                  <a:pt x="7163" y="653"/>
                  <a:pt x="8105" y="2045"/>
                  <a:pt x="8105" y="3658"/>
                </a:cubicBezTo>
                <a:cubicBezTo>
                  <a:pt x="8105" y="5896"/>
                  <a:pt x="6291" y="7710"/>
                  <a:pt x="4052" y="7710"/>
                </a:cubicBezTo>
                <a:cubicBezTo>
                  <a:pt x="1814" y="7710"/>
                  <a:pt x="0" y="5896"/>
                  <a:pt x="0" y="3658"/>
                </a:cubicBezTo>
                <a:cubicBezTo>
                  <a:pt x="0" y="2045"/>
                  <a:pt x="942" y="653"/>
                  <a:pt x="2306" y="0"/>
                </a:cubicBezTo>
                <a:lnTo>
                  <a:pt x="3128" y="823"/>
                </a:lnTo>
                <a:cubicBezTo>
                  <a:pt x="1934" y="1212"/>
                  <a:pt x="1071" y="2334"/>
                  <a:pt x="1071" y="3658"/>
                </a:cubicBezTo>
                <a:cubicBezTo>
                  <a:pt x="1071" y="5304"/>
                  <a:pt x="2406" y="6639"/>
                  <a:pt x="4052" y="6639"/>
                </a:cubicBezTo>
                <a:cubicBezTo>
                  <a:pt x="5699" y="6639"/>
                  <a:pt x="7034" y="5304"/>
                  <a:pt x="7034" y="3658"/>
                </a:cubicBezTo>
                <a:cubicBezTo>
                  <a:pt x="7034" y="2334"/>
                  <a:pt x="6171" y="1212"/>
                  <a:pt x="4976" y="823"/>
                </a:cubicBezTo>
                <a:lnTo>
                  <a:pt x="5799" y="0"/>
                </a:lnTo>
                <a:close/>
              </a:path>
            </a:pathLst>
          </a:custGeom>
          <a:solidFill>
            <a:schemeClr val="accent1">
              <a:lumMod val="100000"/>
            </a:schemeClr>
          </a:solidFill>
          <a:ln w="3175" cap="flat">
            <a:noFill/>
            <a:prstDash val="solid"/>
            <a:miter lim="800000"/>
          </a:ln>
        </p:spPr>
        <p:txBody>
          <a:bodyPr vert="horz" wrap="square" lIns="123139" tIns="61569" rIns="123139" bIns="61569"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470119"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29" name="流程图: 可选过程 28"/>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0" name="TextBox 72"/>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添加标题</a:t>
              </a:r>
            </a:p>
          </p:txBody>
        </p:sp>
      </p:grpSp>
      <p:grpSp>
        <p:nvGrpSpPr>
          <p:cNvPr id="31" name="组合 30"/>
          <p:cNvGrpSpPr/>
          <p:nvPr/>
        </p:nvGrpSpPr>
        <p:grpSpPr>
          <a:xfrm>
            <a:off x="4027851" y="1713156"/>
            <a:ext cx="1668139" cy="411324"/>
            <a:chOff x="3477359" y="7989049"/>
            <a:chExt cx="2534423" cy="612407"/>
          </a:xfrm>
          <a:effectLst>
            <a:outerShdw blurRad="203200" dist="114300" dir="5400000" sx="102000" sy="102000" algn="t" rotWithShape="0">
              <a:prstClr val="black">
                <a:alpha val="29000"/>
              </a:prstClr>
            </a:outerShdw>
          </a:effectLst>
        </p:grpSpPr>
        <p:sp>
          <p:nvSpPr>
            <p:cNvPr id="32" name="流程图: 可选过程 31"/>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3" name="TextBox 75"/>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添加标题</a:t>
              </a:r>
            </a:p>
          </p:txBody>
        </p:sp>
      </p:grpSp>
      <p:grpSp>
        <p:nvGrpSpPr>
          <p:cNvPr id="34" name="组合 33"/>
          <p:cNvGrpSpPr/>
          <p:nvPr/>
        </p:nvGrpSpPr>
        <p:grpSpPr>
          <a:xfrm>
            <a:off x="6494703" y="1708944"/>
            <a:ext cx="1668139" cy="411324"/>
            <a:chOff x="3477359" y="7989049"/>
            <a:chExt cx="2534423" cy="612407"/>
          </a:xfrm>
          <a:effectLst>
            <a:outerShdw blurRad="203200" dist="114300" dir="5400000" sx="102000" sy="102000" algn="t" rotWithShape="0">
              <a:prstClr val="black">
                <a:alpha val="29000"/>
              </a:prstClr>
            </a:outerShdw>
          </a:effectLst>
        </p:grpSpPr>
        <p:sp>
          <p:nvSpPr>
            <p:cNvPr id="35" name="流程图: 可选过程 34"/>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6" name="TextBox 78"/>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添加标题</a:t>
              </a:r>
            </a:p>
          </p:txBody>
        </p:sp>
      </p:grpSp>
      <p:grpSp>
        <p:nvGrpSpPr>
          <p:cNvPr id="37" name="组合 36"/>
          <p:cNvGrpSpPr/>
          <p:nvPr/>
        </p:nvGrpSpPr>
        <p:grpSpPr>
          <a:xfrm>
            <a:off x="9003433" y="1699859"/>
            <a:ext cx="1668139" cy="411324"/>
            <a:chOff x="3477359" y="7989049"/>
            <a:chExt cx="2534423" cy="612407"/>
          </a:xfrm>
          <a:effectLst>
            <a:outerShdw blurRad="203200" dist="114300" dir="5400000" sx="102000" sy="102000" algn="t" rotWithShape="0">
              <a:prstClr val="black">
                <a:alpha val="29000"/>
              </a:prstClr>
            </a:outerShdw>
          </a:effectLst>
        </p:grpSpPr>
        <p:sp>
          <p:nvSpPr>
            <p:cNvPr id="38" name="流程图: 可选过程 37"/>
            <p:cNvSpPr/>
            <p:nvPr/>
          </p:nvSpPr>
          <p:spPr>
            <a:xfrm>
              <a:off x="3477359" y="7989049"/>
              <a:ext cx="2534423" cy="584776"/>
            </a:xfrm>
            <a:prstGeom prst="flowChartAlternateProcess">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39" name="TextBox 81"/>
            <p:cNvSpPr txBox="1"/>
            <p:nvPr/>
          </p:nvSpPr>
          <p:spPr>
            <a:xfrm>
              <a:off x="3781480" y="8005745"/>
              <a:ext cx="1839260" cy="595711"/>
            </a:xfrm>
            <a:prstGeom prst="rect">
              <a:avLst/>
            </a:prstGeom>
            <a:noFill/>
          </p:spPr>
          <p:txBody>
            <a:bodyPr wrap="none" rtlCol="0">
              <a:spAutoFit/>
            </a:bodyPr>
            <a:lstStyle/>
            <a:p>
              <a:pPr algn="ctr"/>
              <a:r>
                <a:rPr lang="zh-CN" altLang="en-US" sz="2000" dirty="0">
                  <a:solidFill>
                    <a:schemeClr val="bg1"/>
                  </a:solidFill>
                  <a:latin typeface="微软雅黑" panose="020B0503020204020204" pitchFamily="34" charset="-122"/>
                  <a:ea typeface="微软雅黑" panose="020B0503020204020204" pitchFamily="34" charset="-122"/>
                </a:rPr>
                <a:t>添加标题</a:t>
              </a:r>
            </a:p>
          </p:txBody>
        </p:sp>
      </p:grpSp>
      <p:sp>
        <p:nvSpPr>
          <p:cNvPr id="40" name="TextBox 83"/>
          <p:cNvSpPr txBox="1"/>
          <p:nvPr/>
        </p:nvSpPr>
        <p:spPr>
          <a:xfrm>
            <a:off x="1489715" y="4612646"/>
            <a:ext cx="2196941" cy="850129"/>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TextBox 84"/>
          <p:cNvSpPr txBox="1"/>
          <p:nvPr/>
        </p:nvSpPr>
        <p:spPr>
          <a:xfrm>
            <a:off x="3942583" y="4612646"/>
            <a:ext cx="2196941" cy="850129"/>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TextBox 85"/>
          <p:cNvSpPr txBox="1"/>
          <p:nvPr/>
        </p:nvSpPr>
        <p:spPr>
          <a:xfrm>
            <a:off x="6301552" y="4612646"/>
            <a:ext cx="2196941" cy="850129"/>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3" name="TextBox 86"/>
          <p:cNvSpPr txBox="1"/>
          <p:nvPr/>
        </p:nvSpPr>
        <p:spPr>
          <a:xfrm>
            <a:off x="8893840" y="4612646"/>
            <a:ext cx="2196941" cy="850129"/>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Text Box 4">
            <a:extLst>
              <a:ext uri="{FF2B5EF4-FFF2-40B4-BE49-F238E27FC236}">
                <a16:creationId xmlns:a16="http://schemas.microsoft.com/office/drawing/2014/main" id="{050383D1-62F1-CB44-8B7C-6BACBC9DB613}"/>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5D54B112-BED4-E548-BF73-1CDFA9EEEEB3}"/>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7DD59470-F0FB-C246-B8A3-99BC18035AE7}"/>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14:presetBounceEnd="81000">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14:bounceEnd="81000">
                                          <p:cBhvr additive="base">
                                            <p:cTn id="78"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anim calcmode="lin" valueType="num">
                                          <p:cBhvr>
                                            <p:cTn id="8" dur="500" fill="hold"/>
                                            <p:tgtEl>
                                              <p:spTgt spid="28"/>
                                            </p:tgtEl>
                                            <p:attrNameLst>
                                              <p:attrName>ppt_x</p:attrName>
                                            </p:attrNameLst>
                                          </p:cBhvr>
                                          <p:tavLst>
                                            <p:tav tm="0">
                                              <p:val>
                                                <p:strVal val="#ppt_x"/>
                                              </p:val>
                                            </p:tav>
                                            <p:tav tm="100000">
                                              <p:val>
                                                <p:strVal val="#ppt_x"/>
                                              </p:val>
                                            </p:tav>
                                          </p:tavLst>
                                        </p:anim>
                                        <p:anim calcmode="lin" valueType="num">
                                          <p:cBhvr>
                                            <p:cTn id="9" dur="500" fill="hold"/>
                                            <p:tgtEl>
                                              <p:spTgt spid="28"/>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7" presetClass="entr" presetSubtype="0" fill="hold" nodeType="after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500"/>
                                            <p:tgtEl>
                                              <p:spTgt spid="31"/>
                                            </p:tgtEl>
                                          </p:cBhvr>
                                        </p:animEffect>
                                        <p:anim calcmode="lin" valueType="num">
                                          <p:cBhvr>
                                            <p:cTn id="14" dur="500" fill="hold"/>
                                            <p:tgtEl>
                                              <p:spTgt spid="31"/>
                                            </p:tgtEl>
                                            <p:attrNameLst>
                                              <p:attrName>ppt_x</p:attrName>
                                            </p:attrNameLst>
                                          </p:cBhvr>
                                          <p:tavLst>
                                            <p:tav tm="0">
                                              <p:val>
                                                <p:strVal val="#ppt_x"/>
                                              </p:val>
                                            </p:tav>
                                            <p:tav tm="100000">
                                              <p:val>
                                                <p:strVal val="#ppt_x"/>
                                              </p:val>
                                            </p:tav>
                                          </p:tavLst>
                                        </p:anim>
                                        <p:anim calcmode="lin" valueType="num">
                                          <p:cBhvr>
                                            <p:cTn id="15" dur="500" fill="hold"/>
                                            <p:tgtEl>
                                              <p:spTgt spid="31"/>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7" presetClass="entr" presetSubtype="0" fill="hold" nodeType="after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anim calcmode="lin" valueType="num">
                                          <p:cBhvr>
                                            <p:cTn id="20" dur="500" fill="hold"/>
                                            <p:tgtEl>
                                              <p:spTgt spid="34"/>
                                            </p:tgtEl>
                                            <p:attrNameLst>
                                              <p:attrName>ppt_x</p:attrName>
                                            </p:attrNameLst>
                                          </p:cBhvr>
                                          <p:tavLst>
                                            <p:tav tm="0">
                                              <p:val>
                                                <p:strVal val="#ppt_x"/>
                                              </p:val>
                                            </p:tav>
                                            <p:tav tm="100000">
                                              <p:val>
                                                <p:strVal val="#ppt_x"/>
                                              </p:val>
                                            </p:tav>
                                          </p:tavLst>
                                        </p:anim>
                                        <p:anim calcmode="lin" valueType="num">
                                          <p:cBhvr>
                                            <p:cTn id="21" dur="500" fill="hold"/>
                                            <p:tgtEl>
                                              <p:spTgt spid="34"/>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7" presetClass="entr" presetSubtype="0" fill="hold" nodeType="after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fade">
                                          <p:cBhvr>
                                            <p:cTn id="25" dur="500"/>
                                            <p:tgtEl>
                                              <p:spTgt spid="37"/>
                                            </p:tgtEl>
                                          </p:cBhvr>
                                        </p:animEffect>
                                        <p:anim calcmode="lin" valueType="num">
                                          <p:cBhvr>
                                            <p:cTn id="26" dur="500" fill="hold"/>
                                            <p:tgtEl>
                                              <p:spTgt spid="37"/>
                                            </p:tgtEl>
                                            <p:attrNameLst>
                                              <p:attrName>ppt_x</p:attrName>
                                            </p:attrNameLst>
                                          </p:cBhvr>
                                          <p:tavLst>
                                            <p:tav tm="0">
                                              <p:val>
                                                <p:strVal val="#ppt_x"/>
                                              </p:val>
                                            </p:tav>
                                            <p:tav tm="100000">
                                              <p:val>
                                                <p:strVal val="#ppt_x"/>
                                              </p:val>
                                            </p:tav>
                                          </p:tavLst>
                                        </p:anim>
                                        <p:anim calcmode="lin" valueType="num">
                                          <p:cBhvr>
                                            <p:cTn id="27" dur="500" fill="hold"/>
                                            <p:tgtEl>
                                              <p:spTgt spid="3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23" presetClass="entr" presetSubtype="272" fill="hold" nodeType="after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2/3*#ppt_w"/>
                                              </p:val>
                                            </p:tav>
                                            <p:tav tm="100000">
                                              <p:val>
                                                <p:strVal val="#ppt_w"/>
                                              </p:val>
                                            </p:tav>
                                          </p:tavLst>
                                        </p:anim>
                                        <p:anim calcmode="lin" valueType="num">
                                          <p:cBhvr>
                                            <p:cTn id="32" dur="500" fill="hold"/>
                                            <p:tgtEl>
                                              <p:spTgt spid="3"/>
                                            </p:tgtEl>
                                            <p:attrNameLst>
                                              <p:attrName>ppt_h</p:attrName>
                                            </p:attrNameLst>
                                          </p:cBhvr>
                                          <p:tavLst>
                                            <p:tav tm="0">
                                              <p:val>
                                                <p:strVal val="2/3*#ppt_h"/>
                                              </p:val>
                                            </p:tav>
                                            <p:tav tm="100000">
                                              <p:val>
                                                <p:strVal val="#ppt_h"/>
                                              </p:val>
                                            </p:tav>
                                          </p:tavLst>
                                        </p:anim>
                                      </p:childTnLst>
                                    </p:cTn>
                                  </p:par>
                                  <p:par>
                                    <p:cTn id="33" presetID="21" presetClass="entr" presetSubtype="1"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heel(1)">
                                          <p:cBhvr>
                                            <p:cTn id="35" dur="1000"/>
                                            <p:tgtEl>
                                              <p:spTgt spid="24"/>
                                            </p:tgtEl>
                                          </p:cBhvr>
                                        </p:animEffect>
                                      </p:childTnLst>
                                    </p:cTn>
                                  </p:par>
                                </p:childTnLst>
                              </p:cTn>
                            </p:par>
                            <p:par>
                              <p:cTn id="36" fill="hold">
                                <p:stCondLst>
                                  <p:cond delay="2500"/>
                                </p:stCondLst>
                                <p:childTnLst>
                                  <p:par>
                                    <p:cTn id="37" presetID="23" presetClass="entr" presetSubtype="272" fill="hold" nodeType="afterEffect">
                                      <p:stCondLst>
                                        <p:cond delay="0"/>
                                      </p:stCondLst>
                                      <p:childTnLst>
                                        <p:set>
                                          <p:cBhvr>
                                            <p:cTn id="38" dur="1" fill="hold">
                                              <p:stCondLst>
                                                <p:cond delay="0"/>
                                              </p:stCondLst>
                                            </p:cTn>
                                            <p:tgtEl>
                                              <p:spTgt spid="9"/>
                                            </p:tgtEl>
                                            <p:attrNameLst>
                                              <p:attrName>style.visibility</p:attrName>
                                            </p:attrNameLst>
                                          </p:cBhvr>
                                          <p:to>
                                            <p:strVal val="visible"/>
                                          </p:to>
                                        </p:set>
                                        <p:anim calcmode="lin" valueType="num">
                                          <p:cBhvr>
                                            <p:cTn id="39" dur="500" fill="hold"/>
                                            <p:tgtEl>
                                              <p:spTgt spid="9"/>
                                            </p:tgtEl>
                                            <p:attrNameLst>
                                              <p:attrName>ppt_w</p:attrName>
                                            </p:attrNameLst>
                                          </p:cBhvr>
                                          <p:tavLst>
                                            <p:tav tm="0">
                                              <p:val>
                                                <p:strVal val="2/3*#ppt_w"/>
                                              </p:val>
                                            </p:tav>
                                            <p:tav tm="100000">
                                              <p:val>
                                                <p:strVal val="#ppt_w"/>
                                              </p:val>
                                            </p:tav>
                                          </p:tavLst>
                                        </p:anim>
                                        <p:anim calcmode="lin" valueType="num">
                                          <p:cBhvr>
                                            <p:cTn id="40" dur="500" fill="hold"/>
                                            <p:tgtEl>
                                              <p:spTgt spid="9"/>
                                            </p:tgtEl>
                                            <p:attrNameLst>
                                              <p:attrName>ppt_h</p:attrName>
                                            </p:attrNameLst>
                                          </p:cBhvr>
                                          <p:tavLst>
                                            <p:tav tm="0">
                                              <p:val>
                                                <p:strVal val="2/3*#ppt_h"/>
                                              </p:val>
                                            </p:tav>
                                            <p:tav tm="100000">
                                              <p:val>
                                                <p:strVal val="#ppt_h"/>
                                              </p:val>
                                            </p:tav>
                                          </p:tavLst>
                                        </p:anim>
                                      </p:childTnLst>
                                    </p:cTn>
                                  </p:par>
                                  <p:par>
                                    <p:cTn id="41" presetID="21" presetClass="entr" presetSubtype="1"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heel(1)">
                                          <p:cBhvr>
                                            <p:cTn id="43" dur="1000"/>
                                            <p:tgtEl>
                                              <p:spTgt spid="25"/>
                                            </p:tgtEl>
                                          </p:cBhvr>
                                        </p:animEffect>
                                      </p:childTnLst>
                                    </p:cTn>
                                  </p:par>
                                </p:childTnLst>
                              </p:cTn>
                            </p:par>
                            <p:par>
                              <p:cTn id="44" fill="hold">
                                <p:stCondLst>
                                  <p:cond delay="3000"/>
                                </p:stCondLst>
                                <p:childTnLst>
                                  <p:par>
                                    <p:cTn id="45" presetID="23" presetClass="entr" presetSubtype="272" fill="hold" nodeType="after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strVal val="2/3*#ppt_w"/>
                                              </p:val>
                                            </p:tav>
                                            <p:tav tm="100000">
                                              <p:val>
                                                <p:strVal val="#ppt_w"/>
                                              </p:val>
                                            </p:tav>
                                          </p:tavLst>
                                        </p:anim>
                                        <p:anim calcmode="lin" valueType="num">
                                          <p:cBhvr>
                                            <p:cTn id="48" dur="500" fill="hold"/>
                                            <p:tgtEl>
                                              <p:spTgt spid="14"/>
                                            </p:tgtEl>
                                            <p:attrNameLst>
                                              <p:attrName>ppt_h</p:attrName>
                                            </p:attrNameLst>
                                          </p:cBhvr>
                                          <p:tavLst>
                                            <p:tav tm="0">
                                              <p:val>
                                                <p:strVal val="2/3*#ppt_h"/>
                                              </p:val>
                                            </p:tav>
                                            <p:tav tm="100000">
                                              <p:val>
                                                <p:strVal val="#ppt_h"/>
                                              </p:val>
                                            </p:tav>
                                          </p:tavLst>
                                        </p:anim>
                                      </p:childTnLst>
                                    </p:cTn>
                                  </p:par>
                                  <p:par>
                                    <p:cTn id="49" presetID="21" presetClass="entr" presetSubtype="1"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heel(1)">
                                          <p:cBhvr>
                                            <p:cTn id="51" dur="1000"/>
                                            <p:tgtEl>
                                              <p:spTgt spid="26"/>
                                            </p:tgtEl>
                                          </p:cBhvr>
                                        </p:animEffect>
                                      </p:childTnLst>
                                    </p:cTn>
                                  </p:par>
                                </p:childTnLst>
                              </p:cTn>
                            </p:par>
                            <p:par>
                              <p:cTn id="52" fill="hold">
                                <p:stCondLst>
                                  <p:cond delay="3500"/>
                                </p:stCondLst>
                                <p:childTnLst>
                                  <p:par>
                                    <p:cTn id="53" presetID="23" presetClass="entr" presetSubtype="272" fill="hold" nodeType="after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p:cTn id="55" dur="500" fill="hold"/>
                                            <p:tgtEl>
                                              <p:spTgt spid="19"/>
                                            </p:tgtEl>
                                            <p:attrNameLst>
                                              <p:attrName>ppt_w</p:attrName>
                                            </p:attrNameLst>
                                          </p:cBhvr>
                                          <p:tavLst>
                                            <p:tav tm="0">
                                              <p:val>
                                                <p:strVal val="2/3*#ppt_w"/>
                                              </p:val>
                                            </p:tav>
                                            <p:tav tm="100000">
                                              <p:val>
                                                <p:strVal val="#ppt_w"/>
                                              </p:val>
                                            </p:tav>
                                          </p:tavLst>
                                        </p:anim>
                                        <p:anim calcmode="lin" valueType="num">
                                          <p:cBhvr>
                                            <p:cTn id="56" dur="500" fill="hold"/>
                                            <p:tgtEl>
                                              <p:spTgt spid="19"/>
                                            </p:tgtEl>
                                            <p:attrNameLst>
                                              <p:attrName>ppt_h</p:attrName>
                                            </p:attrNameLst>
                                          </p:cBhvr>
                                          <p:tavLst>
                                            <p:tav tm="0">
                                              <p:val>
                                                <p:strVal val="2/3*#ppt_h"/>
                                              </p:val>
                                            </p:tav>
                                            <p:tav tm="100000">
                                              <p:val>
                                                <p:strVal val="#ppt_h"/>
                                              </p:val>
                                            </p:tav>
                                          </p:tavLst>
                                        </p:anim>
                                      </p:childTnLst>
                                    </p:cTn>
                                  </p:par>
                                  <p:par>
                                    <p:cTn id="57" presetID="21" presetClass="entr" presetSubtype="1"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wheel(1)">
                                          <p:cBhvr>
                                            <p:cTn id="59" dur="1000"/>
                                            <p:tgtEl>
                                              <p:spTgt spid="27"/>
                                            </p:tgtEl>
                                          </p:cBhvr>
                                        </p:animEffect>
                                      </p:childTnLst>
                                    </p:cTn>
                                  </p:par>
                                </p:childTnLst>
                              </p:cTn>
                            </p:par>
                            <p:par>
                              <p:cTn id="60" fill="hold">
                                <p:stCondLst>
                                  <p:cond delay="4000"/>
                                </p:stCondLst>
                                <p:childTnLst>
                                  <p:par>
                                    <p:cTn id="61" presetID="14" presetClass="entr" presetSubtype="10" fill="hold" grpId="0" nodeType="after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randombar(horizontal)">
                                          <p:cBhvr>
                                            <p:cTn id="63" dur="500"/>
                                            <p:tgtEl>
                                              <p:spTgt spid="40"/>
                                            </p:tgtEl>
                                          </p:cBhvr>
                                        </p:animEffect>
                                      </p:childTnLst>
                                    </p:cTn>
                                  </p:par>
                                </p:childTnLst>
                              </p:cTn>
                            </p:par>
                            <p:par>
                              <p:cTn id="64" fill="hold">
                                <p:stCondLst>
                                  <p:cond delay="4500"/>
                                </p:stCondLst>
                                <p:childTnLst>
                                  <p:par>
                                    <p:cTn id="65" presetID="14" presetClass="entr" presetSubtype="10" fill="hold" grpId="0" nodeType="afterEffect">
                                      <p:stCondLst>
                                        <p:cond delay="0"/>
                                      </p:stCondLst>
                                      <p:childTnLst>
                                        <p:set>
                                          <p:cBhvr>
                                            <p:cTn id="66" dur="1" fill="hold">
                                              <p:stCondLst>
                                                <p:cond delay="0"/>
                                              </p:stCondLst>
                                            </p:cTn>
                                            <p:tgtEl>
                                              <p:spTgt spid="41"/>
                                            </p:tgtEl>
                                            <p:attrNameLst>
                                              <p:attrName>style.visibility</p:attrName>
                                            </p:attrNameLst>
                                          </p:cBhvr>
                                          <p:to>
                                            <p:strVal val="visible"/>
                                          </p:to>
                                        </p:set>
                                        <p:animEffect transition="in" filter="randombar(horizontal)">
                                          <p:cBhvr>
                                            <p:cTn id="67" dur="500"/>
                                            <p:tgtEl>
                                              <p:spTgt spid="41"/>
                                            </p:tgtEl>
                                          </p:cBhvr>
                                        </p:animEffect>
                                      </p:childTnLst>
                                    </p:cTn>
                                  </p:par>
                                </p:childTnLst>
                              </p:cTn>
                            </p:par>
                            <p:par>
                              <p:cTn id="68" fill="hold">
                                <p:stCondLst>
                                  <p:cond delay="5000"/>
                                </p:stCondLst>
                                <p:childTnLst>
                                  <p:par>
                                    <p:cTn id="69" presetID="14" presetClass="entr" presetSubtype="10" fill="hold" grpId="0" nodeType="afterEffect">
                                      <p:stCondLst>
                                        <p:cond delay="0"/>
                                      </p:stCondLst>
                                      <p:childTnLst>
                                        <p:set>
                                          <p:cBhvr>
                                            <p:cTn id="70" dur="1" fill="hold">
                                              <p:stCondLst>
                                                <p:cond delay="0"/>
                                              </p:stCondLst>
                                            </p:cTn>
                                            <p:tgtEl>
                                              <p:spTgt spid="42"/>
                                            </p:tgtEl>
                                            <p:attrNameLst>
                                              <p:attrName>style.visibility</p:attrName>
                                            </p:attrNameLst>
                                          </p:cBhvr>
                                          <p:to>
                                            <p:strVal val="visible"/>
                                          </p:to>
                                        </p:set>
                                        <p:animEffect transition="in" filter="randombar(horizontal)">
                                          <p:cBhvr>
                                            <p:cTn id="71" dur="500"/>
                                            <p:tgtEl>
                                              <p:spTgt spid="42"/>
                                            </p:tgtEl>
                                          </p:cBhvr>
                                        </p:animEffect>
                                      </p:childTnLst>
                                    </p:cTn>
                                  </p:par>
                                </p:childTnLst>
                              </p:cTn>
                            </p:par>
                            <p:par>
                              <p:cTn id="72" fill="hold">
                                <p:stCondLst>
                                  <p:cond delay="5500"/>
                                </p:stCondLst>
                                <p:childTnLst>
                                  <p:par>
                                    <p:cTn id="73" presetID="14" presetClass="entr" presetSubtype="10" fill="hold" grpId="0" nodeType="afterEffect">
                                      <p:stCondLst>
                                        <p:cond delay="0"/>
                                      </p:stCondLst>
                                      <p:childTnLst>
                                        <p:set>
                                          <p:cBhvr>
                                            <p:cTn id="74" dur="1" fill="hold">
                                              <p:stCondLst>
                                                <p:cond delay="0"/>
                                              </p:stCondLst>
                                            </p:cTn>
                                            <p:tgtEl>
                                              <p:spTgt spid="43"/>
                                            </p:tgtEl>
                                            <p:attrNameLst>
                                              <p:attrName>style.visibility</p:attrName>
                                            </p:attrNameLst>
                                          </p:cBhvr>
                                          <p:to>
                                            <p:strVal val="visible"/>
                                          </p:to>
                                        </p:set>
                                        <p:animEffect transition="in" filter="randombar(horizontal)">
                                          <p:cBhvr>
                                            <p:cTn id="75" dur="500"/>
                                            <p:tgtEl>
                                              <p:spTgt spid="43"/>
                                            </p:tgtEl>
                                          </p:cBhvr>
                                        </p:animEffect>
                                      </p:childTnLst>
                                    </p:cTn>
                                  </p:par>
                                  <p:par>
                                    <p:cTn id="76" presetID="2" presetClass="entr" presetSubtype="1" fill="hold" grpId="0" nodeType="withEffect">
                                      <p:stCondLst>
                                        <p:cond delay="0"/>
                                      </p:stCondLst>
                                      <p:childTnLst>
                                        <p:set>
                                          <p:cBhvr>
                                            <p:cTn id="77" dur="1" fill="hold">
                                              <p:stCondLst>
                                                <p:cond delay="0"/>
                                              </p:stCondLst>
                                            </p:cTn>
                                            <p:tgtEl>
                                              <p:spTgt spid="50"/>
                                            </p:tgtEl>
                                            <p:attrNameLst>
                                              <p:attrName>style.visibility</p:attrName>
                                            </p:attrNameLst>
                                          </p:cBhvr>
                                          <p:to>
                                            <p:strVal val="visible"/>
                                          </p:to>
                                        </p:set>
                                        <p:anim calcmode="lin" valueType="num">
                                          <p:cBhvr additive="base">
                                            <p:cTn id="78" dur="1000" fill="hold"/>
                                            <p:tgtEl>
                                              <p:spTgt spid="50"/>
                                            </p:tgtEl>
                                            <p:attrNameLst>
                                              <p:attrName>ppt_x</p:attrName>
                                            </p:attrNameLst>
                                          </p:cBhvr>
                                          <p:tavLst>
                                            <p:tav tm="0">
                                              <p:val>
                                                <p:strVal val="#ppt_x"/>
                                              </p:val>
                                            </p:tav>
                                            <p:tav tm="100000">
                                              <p:val>
                                                <p:strVal val="#ppt_x"/>
                                              </p:val>
                                            </p:tav>
                                          </p:tavLst>
                                        </p:anim>
                                        <p:anim calcmode="lin" valueType="num">
                                          <p:cBhvr additive="base">
                                            <p:cTn id="79" dur="1000" fill="hold"/>
                                            <p:tgtEl>
                                              <p:spTgt spid="50"/>
                                            </p:tgtEl>
                                            <p:attrNameLst>
                                              <p:attrName>ppt_y</p:attrName>
                                            </p:attrNameLst>
                                          </p:cBhvr>
                                          <p:tavLst>
                                            <p:tav tm="0">
                                              <p:val>
                                                <p:strVal val="0-#ppt_h/2"/>
                                              </p:val>
                                            </p:tav>
                                            <p:tav tm="100000">
                                              <p:val>
                                                <p:strVal val="#ppt_y"/>
                                              </p:val>
                                            </p:tav>
                                          </p:tavLst>
                                        </p:anim>
                                      </p:childTnLst>
                                    </p:cTn>
                                  </p:par>
                                </p:childTnLst>
                              </p:cTn>
                            </p:par>
                            <p:par>
                              <p:cTn id="80" fill="hold">
                                <p:stCondLst>
                                  <p:cond delay="6500"/>
                                </p:stCondLst>
                                <p:childTnLst>
                                  <p:par>
                                    <p:cTn id="81" presetID="22" presetClass="entr" presetSubtype="8" fill="hold"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left)">
                                          <p:cBhvr>
                                            <p:cTn id="83"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6" grpId="0" animBg="1"/>
          <p:bldP spid="27" grpId="0" animBg="1"/>
          <p:bldP spid="40" grpId="0"/>
          <p:bldP spid="41" grpId="0"/>
          <p:bldP spid="42" grpId="0"/>
          <p:bldP spid="43" grpId="0"/>
          <p:bldP spid="50" grpId="0"/>
        </p:bldLst>
      </p:timing>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p:cNvGrpSpPr/>
          <p:nvPr/>
        </p:nvGrpSpPr>
        <p:grpSpPr>
          <a:xfrm>
            <a:off x="8215589" y="1700157"/>
            <a:ext cx="2769600" cy="576715"/>
            <a:chOff x="814328" y="3219334"/>
            <a:chExt cx="2077200" cy="432536"/>
          </a:xfrm>
        </p:grpSpPr>
        <p:grpSp>
          <p:nvGrpSpPr>
            <p:cNvPr id="21" name="组合 20"/>
            <p:cNvGrpSpPr/>
            <p:nvPr/>
          </p:nvGrpSpPr>
          <p:grpSpPr>
            <a:xfrm>
              <a:off x="814328" y="3219334"/>
              <a:ext cx="2077200" cy="432536"/>
              <a:chOff x="4304043" y="1286668"/>
              <a:chExt cx="5877487" cy="2757793"/>
            </a:xfrm>
            <a:effectLst>
              <a:outerShdw blurRad="381000" dist="254000" dir="8100000" algn="tr" rotWithShape="0">
                <a:prstClr val="black">
                  <a:alpha val="40000"/>
                </a:prstClr>
              </a:outerShdw>
            </a:effectLst>
          </p:grpSpPr>
          <p:sp>
            <p:nvSpPr>
              <p:cNvPr id="23" name="圆角矩形 22"/>
              <p:cNvSpPr/>
              <p:nvPr/>
            </p:nvSpPr>
            <p:spPr>
              <a:xfrm>
                <a:off x="4304043" y="1286668"/>
                <a:ext cx="5877487"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24" name="圆角矩形 23"/>
              <p:cNvSpPr/>
              <p:nvPr/>
            </p:nvSpPr>
            <p:spPr>
              <a:xfrm>
                <a:off x="4351924" y="1373342"/>
                <a:ext cx="5775624"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rgbClr val="FF0000"/>
                  </a:solidFill>
                  <a:latin typeface="微软雅黑" panose="020B0503020204020204" pitchFamily="34" charset="-122"/>
                  <a:ea typeface="微软雅黑" panose="020B0503020204020204" pitchFamily="34" charset="-122"/>
                </a:endParaRPr>
              </a:p>
            </p:txBody>
          </p:sp>
        </p:grpSp>
        <p:sp>
          <p:nvSpPr>
            <p:cNvPr id="22" name="TextBox 20"/>
            <p:cNvSpPr txBox="1"/>
            <p:nvPr/>
          </p:nvSpPr>
          <p:spPr>
            <a:xfrm>
              <a:off x="831250" y="3331792"/>
              <a:ext cx="1999302"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dirty="0">
                  <a:solidFill>
                    <a:schemeClr val="accent1">
                      <a:lumMod val="100000"/>
                    </a:schemeClr>
                  </a:solidFill>
                </a:rPr>
                <a:t>输入标题</a:t>
              </a:r>
            </a:p>
          </p:txBody>
        </p:sp>
      </p:grpSp>
      <p:sp>
        <p:nvSpPr>
          <p:cNvPr id="25" name="TextBox 23"/>
          <p:cNvSpPr txBox="1"/>
          <p:nvPr/>
        </p:nvSpPr>
        <p:spPr>
          <a:xfrm>
            <a:off x="7920203" y="2672732"/>
            <a:ext cx="3360375"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TextBox 24"/>
          <p:cNvSpPr txBox="1"/>
          <p:nvPr/>
        </p:nvSpPr>
        <p:spPr>
          <a:xfrm>
            <a:off x="7920203" y="3769798"/>
            <a:ext cx="3360375"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7" name="TextBox 25"/>
          <p:cNvSpPr txBox="1"/>
          <p:nvPr/>
        </p:nvSpPr>
        <p:spPr>
          <a:xfrm>
            <a:off x="7920203" y="4921926"/>
            <a:ext cx="3360375"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Text Box 4">
            <a:extLst>
              <a:ext uri="{FF2B5EF4-FFF2-40B4-BE49-F238E27FC236}">
                <a16:creationId xmlns:a16="http://schemas.microsoft.com/office/drawing/2014/main" id="{2EC6D7BC-711B-1046-A40D-0AA2CCA99A70}"/>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Half Frame 12">
            <a:extLst>
              <a:ext uri="{FF2B5EF4-FFF2-40B4-BE49-F238E27FC236}">
                <a16:creationId xmlns:a16="http://schemas.microsoft.com/office/drawing/2014/main" id="{D29877A2-2465-2943-B4C5-31311CD51E29}"/>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1" name="直线连接符 40">
            <a:extLst>
              <a:ext uri="{FF2B5EF4-FFF2-40B4-BE49-F238E27FC236}">
                <a16:creationId xmlns:a16="http://schemas.microsoft.com/office/drawing/2014/main" id="{C7799E7E-DB87-0643-89B6-CCCC9DC2560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56" name="Oval 13">
            <a:extLst>
              <a:ext uri="{FF2B5EF4-FFF2-40B4-BE49-F238E27FC236}">
                <a16:creationId xmlns:a16="http://schemas.microsoft.com/office/drawing/2014/main" id="{8D50E7E4-A67C-4BEE-8357-A978A67D81FE}"/>
              </a:ext>
            </a:extLst>
          </p:cNvPr>
          <p:cNvSpPr/>
          <p:nvPr/>
        </p:nvSpPr>
        <p:spPr bwMode="auto">
          <a:xfrm>
            <a:off x="4193796" y="2608305"/>
            <a:ext cx="732078" cy="734071"/>
          </a:xfrm>
          <a:prstGeom prst="ellipse">
            <a:avLst/>
          </a:prstGeom>
          <a:solidFill>
            <a:schemeClr val="bg1"/>
          </a:solidFill>
          <a:ln w="9525">
            <a:noFill/>
            <a:round/>
            <a:headEnd/>
            <a:tailEnd/>
          </a:ln>
        </p:spPr>
        <p:txBody>
          <a:bodyPr vert="horz" wrap="square" lIns="99526" tIns="49764" rIns="99526" bIns="49764" numCol="1" rtlCol="0" anchor="t" anchorCtr="0" compatLnSpc="1">
            <a:prstTxWarp prst="textNoShape">
              <a:avLst/>
            </a:prstTxWarp>
          </a:bodyPr>
          <a:lstStyle/>
          <a:p>
            <a:pPr algn="ct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sp>
        <p:nvSpPr>
          <p:cNvPr id="57" name="Down Arrow 15">
            <a:extLst>
              <a:ext uri="{FF2B5EF4-FFF2-40B4-BE49-F238E27FC236}">
                <a16:creationId xmlns:a16="http://schemas.microsoft.com/office/drawing/2014/main" id="{537E8388-7F8C-440A-B7FA-6D96F39AB789}"/>
              </a:ext>
            </a:extLst>
          </p:cNvPr>
          <p:cNvSpPr/>
          <p:nvPr/>
        </p:nvSpPr>
        <p:spPr bwMode="auto">
          <a:xfrm rot="14548862">
            <a:off x="3833737" y="2962404"/>
            <a:ext cx="223339" cy="398928"/>
          </a:xfrm>
          <a:prstGeom prst="downArrow">
            <a:avLst>
              <a:gd name="adj1" fmla="val 63516"/>
              <a:gd name="adj2" fmla="val 50000"/>
            </a:avLst>
          </a:prstGeom>
          <a:solidFill>
            <a:schemeClr val="accent2"/>
          </a:solidFill>
          <a:ln w="9525">
            <a:noFill/>
            <a:round/>
            <a:headEnd/>
            <a:tailEnd/>
          </a:ln>
        </p:spPr>
        <p:txBody>
          <a:bodyPr vert="horz" wrap="square" lIns="70773" tIns="35387" rIns="70773" bIns="35387" numCol="1" rtlCol="0" anchor="t" anchorCtr="0" compatLnSpc="1">
            <a:prstTxWarp prst="textNoShape">
              <a:avLst/>
            </a:prstTxWarp>
          </a:bodyPr>
          <a:lstStyle/>
          <a:p>
            <a:pPr algn="ct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sp>
        <p:nvSpPr>
          <p:cNvPr id="58" name="Down Arrow 19">
            <a:extLst>
              <a:ext uri="{FF2B5EF4-FFF2-40B4-BE49-F238E27FC236}">
                <a16:creationId xmlns:a16="http://schemas.microsoft.com/office/drawing/2014/main" id="{90ABEA09-017B-4444-A0A7-4F0D4C8450B9}"/>
              </a:ext>
            </a:extLst>
          </p:cNvPr>
          <p:cNvSpPr/>
          <p:nvPr/>
        </p:nvSpPr>
        <p:spPr bwMode="auto">
          <a:xfrm rot="14548862" flipH="1" flipV="1">
            <a:off x="2784251" y="3476439"/>
            <a:ext cx="223339" cy="413165"/>
          </a:xfrm>
          <a:prstGeom prst="downArrow">
            <a:avLst>
              <a:gd name="adj1" fmla="val 63516"/>
              <a:gd name="adj2" fmla="val 50000"/>
            </a:avLst>
          </a:prstGeom>
          <a:solidFill>
            <a:schemeClr val="accent5"/>
          </a:solidFill>
          <a:ln w="9525">
            <a:noFill/>
            <a:round/>
            <a:headEnd/>
            <a:tailEnd/>
          </a:ln>
        </p:spPr>
        <p:txBody>
          <a:bodyPr vert="horz" wrap="square" lIns="70773" tIns="35387" rIns="70773" bIns="35387" numCol="1" rtlCol="0" anchor="t" anchorCtr="0" compatLnSpc="1">
            <a:prstTxWarp prst="textNoShape">
              <a:avLst/>
            </a:prstTxWarp>
          </a:bodyPr>
          <a:lstStyle/>
          <a:p>
            <a:pPr algn="ct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sp>
        <p:nvSpPr>
          <p:cNvPr id="59" name="Down Arrow 44">
            <a:extLst>
              <a:ext uri="{FF2B5EF4-FFF2-40B4-BE49-F238E27FC236}">
                <a16:creationId xmlns:a16="http://schemas.microsoft.com/office/drawing/2014/main" id="{B6015405-BCB2-44F9-A26E-3FB1FCB331CE}"/>
              </a:ext>
            </a:extLst>
          </p:cNvPr>
          <p:cNvSpPr/>
          <p:nvPr/>
        </p:nvSpPr>
        <p:spPr bwMode="auto">
          <a:xfrm rot="10800000">
            <a:off x="3328151" y="2698666"/>
            <a:ext cx="223328" cy="398953"/>
          </a:xfrm>
          <a:prstGeom prst="downArrow">
            <a:avLst>
              <a:gd name="adj1" fmla="val 63516"/>
              <a:gd name="adj2" fmla="val 50000"/>
            </a:avLst>
          </a:prstGeom>
          <a:solidFill>
            <a:schemeClr val="accent1"/>
          </a:solidFill>
          <a:ln w="9525">
            <a:noFill/>
            <a:round/>
            <a:headEnd/>
            <a:tailEnd/>
          </a:ln>
        </p:spPr>
        <p:txBody>
          <a:bodyPr vert="horz" wrap="square" lIns="70773" tIns="35387" rIns="70773" bIns="35387" numCol="1" rtlCol="0" anchor="t" anchorCtr="0" compatLnSpc="1">
            <a:prstTxWarp prst="textNoShape">
              <a:avLst/>
            </a:prstTxWarp>
          </a:bodyPr>
          <a:lstStyle/>
          <a:p>
            <a:pPr algn="ct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sp>
        <p:nvSpPr>
          <p:cNvPr id="60" name="Down Arrow 47">
            <a:extLst>
              <a:ext uri="{FF2B5EF4-FFF2-40B4-BE49-F238E27FC236}">
                <a16:creationId xmlns:a16="http://schemas.microsoft.com/office/drawing/2014/main" id="{CEC39781-F3EC-43C3-B0B9-A98023C748DB}"/>
              </a:ext>
            </a:extLst>
          </p:cNvPr>
          <p:cNvSpPr/>
          <p:nvPr/>
        </p:nvSpPr>
        <p:spPr bwMode="auto">
          <a:xfrm rot="7051138" flipH="1">
            <a:off x="2783365" y="2995122"/>
            <a:ext cx="223339" cy="398929"/>
          </a:xfrm>
          <a:prstGeom prst="downArrow">
            <a:avLst>
              <a:gd name="adj1" fmla="val 63516"/>
              <a:gd name="adj2" fmla="val 50000"/>
            </a:avLst>
          </a:prstGeom>
          <a:solidFill>
            <a:schemeClr val="accent6"/>
          </a:solidFill>
          <a:ln w="9525">
            <a:noFill/>
            <a:round/>
            <a:headEnd/>
            <a:tailEnd/>
          </a:ln>
        </p:spPr>
        <p:txBody>
          <a:bodyPr vert="horz" wrap="square" lIns="70773" tIns="35387" rIns="70773" bIns="35387" numCol="1" rtlCol="0" anchor="t" anchorCtr="0" compatLnSpc="1">
            <a:prstTxWarp prst="textNoShape">
              <a:avLst/>
            </a:prstTxWarp>
          </a:bodyPr>
          <a:lstStyle/>
          <a:p>
            <a:pPr algn="ct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sp>
        <p:nvSpPr>
          <p:cNvPr id="61" name="Down Arrow 55">
            <a:extLst>
              <a:ext uri="{FF2B5EF4-FFF2-40B4-BE49-F238E27FC236}">
                <a16:creationId xmlns:a16="http://schemas.microsoft.com/office/drawing/2014/main" id="{344F967B-52FE-4796-8CAB-130B971C52EE}"/>
              </a:ext>
            </a:extLst>
          </p:cNvPr>
          <p:cNvSpPr/>
          <p:nvPr/>
        </p:nvSpPr>
        <p:spPr bwMode="auto">
          <a:xfrm rot="10800000" flipV="1">
            <a:off x="3328640" y="3756724"/>
            <a:ext cx="223328" cy="398953"/>
          </a:xfrm>
          <a:prstGeom prst="downArrow">
            <a:avLst>
              <a:gd name="adj1" fmla="val 63516"/>
              <a:gd name="adj2" fmla="val 50000"/>
            </a:avLst>
          </a:prstGeom>
          <a:solidFill>
            <a:schemeClr val="accent4"/>
          </a:solidFill>
          <a:ln w="9525">
            <a:noFill/>
            <a:round/>
            <a:headEnd/>
            <a:tailEnd/>
          </a:ln>
        </p:spPr>
        <p:txBody>
          <a:bodyPr vert="horz" wrap="square" lIns="70773" tIns="35387" rIns="70773" bIns="35387" numCol="1" rtlCol="0" anchor="t" anchorCtr="0" compatLnSpc="1">
            <a:prstTxWarp prst="textNoShape">
              <a:avLst/>
            </a:prstTxWarp>
          </a:bodyPr>
          <a:lstStyle/>
          <a:p>
            <a:pPr algn="ct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sp>
        <p:nvSpPr>
          <p:cNvPr id="62" name="Down Arrow 56">
            <a:extLst>
              <a:ext uri="{FF2B5EF4-FFF2-40B4-BE49-F238E27FC236}">
                <a16:creationId xmlns:a16="http://schemas.microsoft.com/office/drawing/2014/main" id="{8FB0E02A-6C5D-4890-9CC2-483AF7369712}"/>
              </a:ext>
            </a:extLst>
          </p:cNvPr>
          <p:cNvSpPr/>
          <p:nvPr/>
        </p:nvSpPr>
        <p:spPr bwMode="auto">
          <a:xfrm rot="7051138" flipV="1">
            <a:off x="3821833" y="3487689"/>
            <a:ext cx="223339" cy="413166"/>
          </a:xfrm>
          <a:prstGeom prst="downArrow">
            <a:avLst>
              <a:gd name="adj1" fmla="val 63516"/>
              <a:gd name="adj2" fmla="val 50000"/>
            </a:avLst>
          </a:prstGeom>
          <a:solidFill>
            <a:schemeClr val="accent3"/>
          </a:solidFill>
          <a:ln w="9525">
            <a:noFill/>
            <a:round/>
            <a:headEnd/>
            <a:tailEnd/>
          </a:ln>
        </p:spPr>
        <p:txBody>
          <a:bodyPr vert="horz" wrap="square" lIns="70773" tIns="35387" rIns="70773" bIns="35387" numCol="1" rtlCol="0" anchor="t" anchorCtr="0" compatLnSpc="1">
            <a:prstTxWarp prst="textNoShape">
              <a:avLst/>
            </a:prstTxWarp>
          </a:bodyPr>
          <a:lstStyle/>
          <a:p>
            <a:pPr algn="ct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grpSp>
        <p:nvGrpSpPr>
          <p:cNvPr id="63" name="Group 84">
            <a:extLst>
              <a:ext uri="{FF2B5EF4-FFF2-40B4-BE49-F238E27FC236}">
                <a16:creationId xmlns:a16="http://schemas.microsoft.com/office/drawing/2014/main" id="{AFCFF82F-157F-4D78-805F-90114CF503A6}"/>
              </a:ext>
            </a:extLst>
          </p:cNvPr>
          <p:cNvGrpSpPr/>
          <p:nvPr/>
        </p:nvGrpSpPr>
        <p:grpSpPr>
          <a:xfrm>
            <a:off x="2936843" y="1595096"/>
            <a:ext cx="988977" cy="989856"/>
            <a:chOff x="3307763" y="1427226"/>
            <a:chExt cx="648499" cy="649042"/>
          </a:xfrm>
        </p:grpSpPr>
        <p:sp>
          <p:nvSpPr>
            <p:cNvPr id="64" name="Oval 76">
              <a:extLst>
                <a:ext uri="{FF2B5EF4-FFF2-40B4-BE49-F238E27FC236}">
                  <a16:creationId xmlns:a16="http://schemas.microsoft.com/office/drawing/2014/main" id="{0410829B-25C9-47CE-97B6-3D54AB7BE64C}"/>
                </a:ext>
              </a:extLst>
            </p:cNvPr>
            <p:cNvSpPr>
              <a:spLocks noChangeAspect="1"/>
            </p:cNvSpPr>
            <p:nvPr/>
          </p:nvSpPr>
          <p:spPr>
            <a:xfrm>
              <a:off x="3307763" y="1427226"/>
              <a:ext cx="648499" cy="649042"/>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00" b="1" dirty="0">
                <a:solidFill>
                  <a:schemeClr val="bg1"/>
                </a:solidFill>
                <a:latin typeface="微软雅黑" panose="020B0503020204020204" pitchFamily="34" charset="-122"/>
                <a:ea typeface="微软雅黑" panose="020B0503020204020204" pitchFamily="34" charset="-122"/>
                <a:sym typeface="华文细黑"/>
              </a:endParaRPr>
            </a:p>
          </p:txBody>
        </p:sp>
        <p:sp>
          <p:nvSpPr>
            <p:cNvPr id="65" name="Freeform 77">
              <a:extLst>
                <a:ext uri="{FF2B5EF4-FFF2-40B4-BE49-F238E27FC236}">
                  <a16:creationId xmlns:a16="http://schemas.microsoft.com/office/drawing/2014/main" id="{A430DCE5-26E2-4C79-9611-ECFF766C89C6}"/>
                </a:ext>
              </a:extLst>
            </p:cNvPr>
            <p:cNvSpPr>
              <a:spLocks noEditPoints="1"/>
            </p:cNvSpPr>
            <p:nvPr/>
          </p:nvSpPr>
          <p:spPr bwMode="auto">
            <a:xfrm>
              <a:off x="3483875" y="1534824"/>
              <a:ext cx="296640" cy="433374"/>
            </a:xfrm>
            <a:custGeom>
              <a:avLst/>
              <a:gdLst/>
              <a:ahLst/>
              <a:cxnLst>
                <a:cxn ang="0">
                  <a:pos x="35" y="0"/>
                </a:cxn>
                <a:cxn ang="0">
                  <a:pos x="0" y="35"/>
                </a:cxn>
                <a:cxn ang="0">
                  <a:pos x="16" y="74"/>
                </a:cxn>
                <a:cxn ang="0">
                  <a:pos x="35" y="102"/>
                </a:cxn>
                <a:cxn ang="0">
                  <a:pos x="54" y="74"/>
                </a:cxn>
                <a:cxn ang="0">
                  <a:pos x="70" y="35"/>
                </a:cxn>
                <a:cxn ang="0">
                  <a:pos x="35" y="0"/>
                </a:cxn>
                <a:cxn ang="0">
                  <a:pos x="43" y="87"/>
                </a:cxn>
                <a:cxn ang="0">
                  <a:pos x="27" y="89"/>
                </a:cxn>
                <a:cxn ang="0">
                  <a:pos x="26" y="83"/>
                </a:cxn>
                <a:cxn ang="0">
                  <a:pos x="26" y="83"/>
                </a:cxn>
                <a:cxn ang="0">
                  <a:pos x="45" y="80"/>
                </a:cxn>
                <a:cxn ang="0">
                  <a:pos x="44" y="83"/>
                </a:cxn>
                <a:cxn ang="0">
                  <a:pos x="43" y="87"/>
                </a:cxn>
                <a:cxn ang="0">
                  <a:pos x="25" y="79"/>
                </a:cxn>
                <a:cxn ang="0">
                  <a:pos x="23" y="73"/>
                </a:cxn>
                <a:cxn ang="0">
                  <a:pos x="47" y="73"/>
                </a:cxn>
                <a:cxn ang="0">
                  <a:pos x="46" y="77"/>
                </a:cxn>
                <a:cxn ang="0">
                  <a:pos x="25" y="79"/>
                </a:cxn>
                <a:cxn ang="0">
                  <a:pos x="35" y="96"/>
                </a:cxn>
                <a:cxn ang="0">
                  <a:pos x="29" y="92"/>
                </a:cxn>
                <a:cxn ang="0">
                  <a:pos x="42" y="90"/>
                </a:cxn>
                <a:cxn ang="0">
                  <a:pos x="35" y="96"/>
                </a:cxn>
                <a:cxn ang="0">
                  <a:pos x="50" y="67"/>
                </a:cxn>
                <a:cxn ang="0">
                  <a:pos x="20" y="67"/>
                </a:cxn>
                <a:cxn ang="0">
                  <a:pos x="15" y="57"/>
                </a:cxn>
                <a:cxn ang="0">
                  <a:pos x="6" y="35"/>
                </a:cxn>
                <a:cxn ang="0">
                  <a:pos x="35" y="6"/>
                </a:cxn>
                <a:cxn ang="0">
                  <a:pos x="64" y="35"/>
                </a:cxn>
                <a:cxn ang="0">
                  <a:pos x="55" y="57"/>
                </a:cxn>
                <a:cxn ang="0">
                  <a:pos x="50" y="67"/>
                </a:cxn>
                <a:cxn ang="0">
                  <a:pos x="50" y="67"/>
                </a:cxn>
                <a:cxn ang="0">
                  <a:pos x="50" y="67"/>
                </a:cxn>
              </a:cxnLst>
              <a:rect l="0" t="0" r="r" b="b"/>
              <a:pathLst>
                <a:path w="70" h="102">
                  <a:moveTo>
                    <a:pt x="35" y="0"/>
                  </a:moveTo>
                  <a:cubicBezTo>
                    <a:pt x="16" y="0"/>
                    <a:pt x="0" y="16"/>
                    <a:pt x="0" y="35"/>
                  </a:cubicBezTo>
                  <a:cubicBezTo>
                    <a:pt x="0" y="48"/>
                    <a:pt x="12" y="62"/>
                    <a:pt x="16" y="74"/>
                  </a:cubicBezTo>
                  <a:cubicBezTo>
                    <a:pt x="22" y="91"/>
                    <a:pt x="22" y="102"/>
                    <a:pt x="35" y="102"/>
                  </a:cubicBezTo>
                  <a:cubicBezTo>
                    <a:pt x="49" y="102"/>
                    <a:pt x="48" y="92"/>
                    <a:pt x="54" y="74"/>
                  </a:cubicBezTo>
                  <a:cubicBezTo>
                    <a:pt x="58" y="62"/>
                    <a:pt x="70" y="48"/>
                    <a:pt x="70" y="35"/>
                  </a:cubicBezTo>
                  <a:cubicBezTo>
                    <a:pt x="70" y="16"/>
                    <a:pt x="54" y="0"/>
                    <a:pt x="35" y="0"/>
                  </a:cubicBezTo>
                  <a:close/>
                  <a:moveTo>
                    <a:pt x="43" y="87"/>
                  </a:moveTo>
                  <a:cubicBezTo>
                    <a:pt x="27" y="89"/>
                    <a:pt x="27" y="89"/>
                    <a:pt x="27" y="89"/>
                  </a:cubicBezTo>
                  <a:cubicBezTo>
                    <a:pt x="27" y="87"/>
                    <a:pt x="26" y="85"/>
                    <a:pt x="26" y="83"/>
                  </a:cubicBezTo>
                  <a:cubicBezTo>
                    <a:pt x="26" y="83"/>
                    <a:pt x="26" y="83"/>
                    <a:pt x="26" y="83"/>
                  </a:cubicBezTo>
                  <a:cubicBezTo>
                    <a:pt x="45" y="80"/>
                    <a:pt x="45" y="80"/>
                    <a:pt x="45" y="80"/>
                  </a:cubicBezTo>
                  <a:cubicBezTo>
                    <a:pt x="45" y="81"/>
                    <a:pt x="45" y="82"/>
                    <a:pt x="44" y="83"/>
                  </a:cubicBezTo>
                  <a:cubicBezTo>
                    <a:pt x="44" y="84"/>
                    <a:pt x="44" y="86"/>
                    <a:pt x="43" y="87"/>
                  </a:cubicBezTo>
                  <a:close/>
                  <a:moveTo>
                    <a:pt x="25" y="79"/>
                  </a:moveTo>
                  <a:cubicBezTo>
                    <a:pt x="24" y="78"/>
                    <a:pt x="23" y="76"/>
                    <a:pt x="23" y="73"/>
                  </a:cubicBezTo>
                  <a:cubicBezTo>
                    <a:pt x="47" y="73"/>
                    <a:pt x="47" y="73"/>
                    <a:pt x="47" y="73"/>
                  </a:cubicBezTo>
                  <a:cubicBezTo>
                    <a:pt x="47" y="75"/>
                    <a:pt x="47" y="76"/>
                    <a:pt x="46" y="77"/>
                  </a:cubicBezTo>
                  <a:lnTo>
                    <a:pt x="25" y="79"/>
                  </a:lnTo>
                  <a:close/>
                  <a:moveTo>
                    <a:pt x="35" y="96"/>
                  </a:moveTo>
                  <a:cubicBezTo>
                    <a:pt x="32" y="96"/>
                    <a:pt x="30" y="95"/>
                    <a:pt x="29" y="92"/>
                  </a:cubicBezTo>
                  <a:cubicBezTo>
                    <a:pt x="42" y="90"/>
                    <a:pt x="42" y="90"/>
                    <a:pt x="42" y="90"/>
                  </a:cubicBezTo>
                  <a:cubicBezTo>
                    <a:pt x="40" y="95"/>
                    <a:pt x="39" y="96"/>
                    <a:pt x="35" y="96"/>
                  </a:cubicBezTo>
                  <a:close/>
                  <a:moveTo>
                    <a:pt x="50" y="67"/>
                  </a:moveTo>
                  <a:cubicBezTo>
                    <a:pt x="20" y="67"/>
                    <a:pt x="20" y="67"/>
                    <a:pt x="20" y="67"/>
                  </a:cubicBezTo>
                  <a:cubicBezTo>
                    <a:pt x="19" y="64"/>
                    <a:pt x="17" y="60"/>
                    <a:pt x="15" y="57"/>
                  </a:cubicBezTo>
                  <a:cubicBezTo>
                    <a:pt x="11" y="49"/>
                    <a:pt x="6" y="41"/>
                    <a:pt x="6" y="35"/>
                  </a:cubicBezTo>
                  <a:cubicBezTo>
                    <a:pt x="6" y="19"/>
                    <a:pt x="19" y="6"/>
                    <a:pt x="35" y="6"/>
                  </a:cubicBezTo>
                  <a:cubicBezTo>
                    <a:pt x="51" y="6"/>
                    <a:pt x="64" y="19"/>
                    <a:pt x="64" y="35"/>
                  </a:cubicBezTo>
                  <a:cubicBezTo>
                    <a:pt x="64" y="41"/>
                    <a:pt x="60" y="49"/>
                    <a:pt x="55" y="57"/>
                  </a:cubicBezTo>
                  <a:cubicBezTo>
                    <a:pt x="53" y="60"/>
                    <a:pt x="52" y="64"/>
                    <a:pt x="50" y="67"/>
                  </a:cubicBezTo>
                  <a:close/>
                  <a:moveTo>
                    <a:pt x="50" y="67"/>
                  </a:moveTo>
                  <a:cubicBezTo>
                    <a:pt x="50" y="67"/>
                    <a:pt x="50" y="67"/>
                    <a:pt x="50" y="67"/>
                  </a:cubicBezTo>
                </a:path>
              </a:pathLst>
            </a:custGeom>
            <a:solidFill>
              <a:schemeClr val="bg1"/>
            </a:solidFill>
            <a:ln w="9525">
              <a:noFill/>
              <a:round/>
              <a:headEnd/>
              <a:tailEnd/>
            </a:ln>
          </p:spPr>
          <p:txBody>
            <a:bodyPr vert="horz" wrap="square" lIns="99526" tIns="49764" rIns="99526" bIns="49764" numCol="1" anchor="t" anchorCtr="0" compatLnSpc="1">
              <a:prstTxWarp prst="textNoShape">
                <a:avLst/>
              </a:prstTxWarp>
            </a:bodyPr>
            <a:lstStyle/>
            <a:p>
              <a:pP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grpSp>
      <p:grpSp>
        <p:nvGrpSpPr>
          <p:cNvPr id="66" name="Group 88">
            <a:extLst>
              <a:ext uri="{FF2B5EF4-FFF2-40B4-BE49-F238E27FC236}">
                <a16:creationId xmlns:a16="http://schemas.microsoft.com/office/drawing/2014/main" id="{5814CC4E-02A8-4E5E-9F66-0BD225DE390C}"/>
              </a:ext>
            </a:extLst>
          </p:cNvPr>
          <p:cNvGrpSpPr/>
          <p:nvPr/>
        </p:nvGrpSpPr>
        <p:grpSpPr>
          <a:xfrm>
            <a:off x="4151033" y="3699180"/>
            <a:ext cx="988977" cy="989856"/>
            <a:chOff x="3365370" y="3682819"/>
            <a:chExt cx="648499" cy="649042"/>
          </a:xfrm>
        </p:grpSpPr>
        <p:sp>
          <p:nvSpPr>
            <p:cNvPr id="67" name="Oval 64">
              <a:extLst>
                <a:ext uri="{FF2B5EF4-FFF2-40B4-BE49-F238E27FC236}">
                  <a16:creationId xmlns:a16="http://schemas.microsoft.com/office/drawing/2014/main" id="{518D50A7-4B93-418A-B38F-0F93164F65DD}"/>
                </a:ext>
              </a:extLst>
            </p:cNvPr>
            <p:cNvSpPr>
              <a:spLocks noChangeAspect="1"/>
            </p:cNvSpPr>
            <p:nvPr/>
          </p:nvSpPr>
          <p:spPr>
            <a:xfrm>
              <a:off x="3365370" y="3682819"/>
              <a:ext cx="648499" cy="649042"/>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900" b="1" dirty="0">
                <a:latin typeface="微软雅黑" panose="020B0503020204020204" pitchFamily="34" charset="-122"/>
                <a:ea typeface="微软雅黑" panose="020B0503020204020204" pitchFamily="34" charset="-122"/>
                <a:sym typeface="华文细黑"/>
              </a:endParaRPr>
            </a:p>
          </p:txBody>
        </p:sp>
        <p:sp>
          <p:nvSpPr>
            <p:cNvPr id="68" name="Freeform 83">
              <a:extLst>
                <a:ext uri="{FF2B5EF4-FFF2-40B4-BE49-F238E27FC236}">
                  <a16:creationId xmlns:a16="http://schemas.microsoft.com/office/drawing/2014/main" id="{A40675A5-95B7-47B4-936E-658943BD50E7}"/>
                </a:ext>
              </a:extLst>
            </p:cNvPr>
            <p:cNvSpPr>
              <a:spLocks noEditPoints="1"/>
            </p:cNvSpPr>
            <p:nvPr/>
          </p:nvSpPr>
          <p:spPr bwMode="auto">
            <a:xfrm>
              <a:off x="3590360" y="3858452"/>
              <a:ext cx="198518" cy="297777"/>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9525">
              <a:noFill/>
              <a:round/>
              <a:headEnd/>
              <a:tailEnd/>
            </a:ln>
          </p:spPr>
          <p:txBody>
            <a:bodyPr vert="horz" wrap="square" lIns="99526" tIns="49764" rIns="99526" bIns="49764" numCol="1" anchor="t" anchorCtr="0" compatLnSpc="1">
              <a:prstTxWarp prst="textNoShape">
                <a:avLst/>
              </a:prstTxWarp>
            </a:bodyPr>
            <a:lstStyle/>
            <a:p>
              <a:pP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grpSp>
      <p:grpSp>
        <p:nvGrpSpPr>
          <p:cNvPr id="69" name="Group 87">
            <a:extLst>
              <a:ext uri="{FF2B5EF4-FFF2-40B4-BE49-F238E27FC236}">
                <a16:creationId xmlns:a16="http://schemas.microsoft.com/office/drawing/2014/main" id="{8C33A982-6B7B-4911-B4A7-D49550971BF5}"/>
              </a:ext>
            </a:extLst>
          </p:cNvPr>
          <p:cNvGrpSpPr/>
          <p:nvPr/>
        </p:nvGrpSpPr>
        <p:grpSpPr>
          <a:xfrm>
            <a:off x="1663377" y="2467468"/>
            <a:ext cx="988977" cy="989856"/>
            <a:chOff x="5187738" y="3682819"/>
            <a:chExt cx="648499" cy="649042"/>
          </a:xfrm>
        </p:grpSpPr>
        <p:sp>
          <p:nvSpPr>
            <p:cNvPr id="70" name="Oval 73">
              <a:extLst>
                <a:ext uri="{FF2B5EF4-FFF2-40B4-BE49-F238E27FC236}">
                  <a16:creationId xmlns:a16="http://schemas.microsoft.com/office/drawing/2014/main" id="{55151B63-E819-4B1F-BECE-EC7FC5E2AAF1}"/>
                </a:ext>
              </a:extLst>
            </p:cNvPr>
            <p:cNvSpPr>
              <a:spLocks noChangeAspect="1"/>
            </p:cNvSpPr>
            <p:nvPr/>
          </p:nvSpPr>
          <p:spPr>
            <a:xfrm>
              <a:off x="5187738" y="3682819"/>
              <a:ext cx="648499" cy="649042"/>
            </a:xfrm>
            <a:prstGeom prst="ellipse">
              <a:avLst/>
            </a:prstGeom>
            <a:solidFill>
              <a:schemeClr val="accent6"/>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900" b="1" dirty="0">
                <a:latin typeface="微软雅黑" panose="020B0503020204020204" pitchFamily="34" charset="-122"/>
                <a:ea typeface="微软雅黑" panose="020B0503020204020204" pitchFamily="34" charset="-122"/>
                <a:sym typeface="华文细黑"/>
              </a:endParaRPr>
            </a:p>
          </p:txBody>
        </p:sp>
        <p:sp>
          <p:nvSpPr>
            <p:cNvPr id="71" name="Freeform 137">
              <a:extLst>
                <a:ext uri="{FF2B5EF4-FFF2-40B4-BE49-F238E27FC236}">
                  <a16:creationId xmlns:a16="http://schemas.microsoft.com/office/drawing/2014/main" id="{1EE10CE6-BBCC-4D7B-A53E-EF8CBDFAA0C5}"/>
                </a:ext>
              </a:extLst>
            </p:cNvPr>
            <p:cNvSpPr>
              <a:spLocks noEditPoints="1"/>
            </p:cNvSpPr>
            <p:nvPr/>
          </p:nvSpPr>
          <p:spPr bwMode="auto">
            <a:xfrm>
              <a:off x="5347164" y="3838560"/>
              <a:ext cx="329647" cy="337558"/>
            </a:xfrm>
            <a:custGeom>
              <a:avLst/>
              <a:gdLst/>
              <a:ahLst/>
              <a:cxnLst>
                <a:cxn ang="0">
                  <a:pos x="46" y="30"/>
                </a:cxn>
                <a:cxn ang="0">
                  <a:pos x="39" y="36"/>
                </a:cxn>
                <a:cxn ang="0">
                  <a:pos x="39" y="50"/>
                </a:cxn>
                <a:cxn ang="0">
                  <a:pos x="38" y="50"/>
                </a:cxn>
                <a:cxn ang="0">
                  <a:pos x="24" y="58"/>
                </a:cxn>
                <a:cxn ang="0">
                  <a:pos x="24" y="59"/>
                </a:cxn>
                <a:cxn ang="0">
                  <a:pos x="23" y="58"/>
                </a:cxn>
                <a:cxn ang="0">
                  <a:pos x="21" y="56"/>
                </a:cxn>
                <a:cxn ang="0">
                  <a:pos x="21" y="55"/>
                </a:cxn>
                <a:cxn ang="0">
                  <a:pos x="24" y="45"/>
                </a:cxn>
                <a:cxn ang="0">
                  <a:pos x="14" y="35"/>
                </a:cxn>
                <a:cxn ang="0">
                  <a:pos x="4" y="38"/>
                </a:cxn>
                <a:cxn ang="0">
                  <a:pos x="3" y="38"/>
                </a:cxn>
                <a:cxn ang="0">
                  <a:pos x="3" y="38"/>
                </a:cxn>
                <a:cxn ang="0">
                  <a:pos x="0" y="35"/>
                </a:cxn>
                <a:cxn ang="0">
                  <a:pos x="0" y="34"/>
                </a:cxn>
                <a:cxn ang="0">
                  <a:pos x="8" y="20"/>
                </a:cxn>
                <a:cxn ang="0">
                  <a:pos x="9" y="20"/>
                </a:cxn>
                <a:cxn ang="0">
                  <a:pos x="23" y="19"/>
                </a:cxn>
                <a:cxn ang="0">
                  <a:pos x="29" y="12"/>
                </a:cxn>
                <a:cxn ang="0">
                  <a:pos x="57" y="0"/>
                </a:cxn>
                <a:cxn ang="0">
                  <a:pos x="58" y="1"/>
                </a:cxn>
                <a:cxn ang="0">
                  <a:pos x="46" y="30"/>
                </a:cxn>
                <a:cxn ang="0">
                  <a:pos x="47" y="8"/>
                </a:cxn>
                <a:cxn ang="0">
                  <a:pos x="43" y="12"/>
                </a:cxn>
                <a:cxn ang="0">
                  <a:pos x="47" y="15"/>
                </a:cxn>
                <a:cxn ang="0">
                  <a:pos x="50" y="12"/>
                </a:cxn>
                <a:cxn ang="0">
                  <a:pos x="47" y="8"/>
                </a:cxn>
              </a:cxnLst>
              <a:rect l="0" t="0" r="r" b="b"/>
              <a:pathLst>
                <a:path w="58" h="59">
                  <a:moveTo>
                    <a:pt x="46" y="30"/>
                  </a:moveTo>
                  <a:cubicBezTo>
                    <a:pt x="44" y="32"/>
                    <a:pt x="42" y="34"/>
                    <a:pt x="39" y="36"/>
                  </a:cubicBezTo>
                  <a:cubicBezTo>
                    <a:pt x="39" y="50"/>
                    <a:pt x="39" y="50"/>
                    <a:pt x="39" y="50"/>
                  </a:cubicBezTo>
                  <a:cubicBezTo>
                    <a:pt x="39" y="50"/>
                    <a:pt x="39" y="50"/>
                    <a:pt x="38" y="50"/>
                  </a:cubicBezTo>
                  <a:cubicBezTo>
                    <a:pt x="24" y="58"/>
                    <a:pt x="24" y="58"/>
                    <a:pt x="24" y="58"/>
                  </a:cubicBezTo>
                  <a:cubicBezTo>
                    <a:pt x="24" y="59"/>
                    <a:pt x="24" y="59"/>
                    <a:pt x="24" y="59"/>
                  </a:cubicBezTo>
                  <a:cubicBezTo>
                    <a:pt x="24" y="59"/>
                    <a:pt x="23" y="58"/>
                    <a:pt x="23" y="58"/>
                  </a:cubicBezTo>
                  <a:cubicBezTo>
                    <a:pt x="21" y="56"/>
                    <a:pt x="21" y="56"/>
                    <a:pt x="21" y="56"/>
                  </a:cubicBezTo>
                  <a:cubicBezTo>
                    <a:pt x="21" y="56"/>
                    <a:pt x="20" y="55"/>
                    <a:pt x="21" y="55"/>
                  </a:cubicBezTo>
                  <a:cubicBezTo>
                    <a:pt x="24" y="45"/>
                    <a:pt x="24" y="45"/>
                    <a:pt x="24" y="45"/>
                  </a:cubicBezTo>
                  <a:cubicBezTo>
                    <a:pt x="14" y="35"/>
                    <a:pt x="14" y="35"/>
                    <a:pt x="14" y="35"/>
                  </a:cubicBezTo>
                  <a:cubicBezTo>
                    <a:pt x="4" y="38"/>
                    <a:pt x="4" y="38"/>
                    <a:pt x="4" y="38"/>
                  </a:cubicBezTo>
                  <a:cubicBezTo>
                    <a:pt x="4" y="38"/>
                    <a:pt x="3" y="38"/>
                    <a:pt x="3" y="38"/>
                  </a:cubicBezTo>
                  <a:cubicBezTo>
                    <a:pt x="3" y="38"/>
                    <a:pt x="3" y="38"/>
                    <a:pt x="3" y="38"/>
                  </a:cubicBezTo>
                  <a:cubicBezTo>
                    <a:pt x="0" y="35"/>
                    <a:pt x="0" y="35"/>
                    <a:pt x="0" y="35"/>
                  </a:cubicBezTo>
                  <a:cubicBezTo>
                    <a:pt x="0" y="35"/>
                    <a:pt x="0" y="34"/>
                    <a:pt x="0" y="34"/>
                  </a:cubicBezTo>
                  <a:cubicBezTo>
                    <a:pt x="8" y="20"/>
                    <a:pt x="8" y="20"/>
                    <a:pt x="8" y="20"/>
                  </a:cubicBezTo>
                  <a:cubicBezTo>
                    <a:pt x="8" y="20"/>
                    <a:pt x="9" y="20"/>
                    <a:pt x="9" y="20"/>
                  </a:cubicBezTo>
                  <a:cubicBezTo>
                    <a:pt x="23" y="19"/>
                    <a:pt x="23" y="19"/>
                    <a:pt x="23" y="19"/>
                  </a:cubicBezTo>
                  <a:cubicBezTo>
                    <a:pt x="25" y="17"/>
                    <a:pt x="27" y="14"/>
                    <a:pt x="29" y="12"/>
                  </a:cubicBezTo>
                  <a:cubicBezTo>
                    <a:pt x="38" y="3"/>
                    <a:pt x="45" y="0"/>
                    <a:pt x="57" y="0"/>
                  </a:cubicBezTo>
                  <a:cubicBezTo>
                    <a:pt x="58" y="0"/>
                    <a:pt x="58" y="1"/>
                    <a:pt x="58" y="1"/>
                  </a:cubicBezTo>
                  <a:cubicBezTo>
                    <a:pt x="58" y="13"/>
                    <a:pt x="55" y="21"/>
                    <a:pt x="46" y="30"/>
                  </a:cubicBezTo>
                  <a:close/>
                  <a:moveTo>
                    <a:pt x="47" y="8"/>
                  </a:moveTo>
                  <a:cubicBezTo>
                    <a:pt x="45" y="8"/>
                    <a:pt x="43" y="10"/>
                    <a:pt x="43" y="12"/>
                  </a:cubicBezTo>
                  <a:cubicBezTo>
                    <a:pt x="43" y="14"/>
                    <a:pt x="45" y="15"/>
                    <a:pt x="47" y="15"/>
                  </a:cubicBezTo>
                  <a:cubicBezTo>
                    <a:pt x="49" y="15"/>
                    <a:pt x="50" y="14"/>
                    <a:pt x="50" y="12"/>
                  </a:cubicBezTo>
                  <a:cubicBezTo>
                    <a:pt x="50" y="10"/>
                    <a:pt x="49" y="8"/>
                    <a:pt x="47" y="8"/>
                  </a:cubicBezTo>
                  <a:close/>
                </a:path>
              </a:pathLst>
            </a:custGeom>
            <a:solidFill>
              <a:schemeClr val="bg1"/>
            </a:solidFill>
            <a:ln w="9525">
              <a:noFill/>
              <a:round/>
              <a:headEnd/>
              <a:tailEnd/>
            </a:ln>
          </p:spPr>
          <p:txBody>
            <a:bodyPr vert="horz" wrap="square" lIns="99526" tIns="49764" rIns="99526" bIns="49764" numCol="1" anchor="t" anchorCtr="0" compatLnSpc="1">
              <a:prstTxWarp prst="textNoShape">
                <a:avLst/>
              </a:prstTxWarp>
            </a:bodyPr>
            <a:lstStyle/>
            <a:p>
              <a:pP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grpSp>
      <p:grpSp>
        <p:nvGrpSpPr>
          <p:cNvPr id="72" name="Group 85">
            <a:extLst>
              <a:ext uri="{FF2B5EF4-FFF2-40B4-BE49-F238E27FC236}">
                <a16:creationId xmlns:a16="http://schemas.microsoft.com/office/drawing/2014/main" id="{01DAAA7E-B9D4-4ECE-9644-5BD9DFB04BC5}"/>
              </a:ext>
            </a:extLst>
          </p:cNvPr>
          <p:cNvGrpSpPr/>
          <p:nvPr/>
        </p:nvGrpSpPr>
        <p:grpSpPr>
          <a:xfrm>
            <a:off x="2936843" y="4186614"/>
            <a:ext cx="988977" cy="989856"/>
            <a:chOff x="5187738" y="1415796"/>
            <a:chExt cx="648499" cy="649042"/>
          </a:xfrm>
        </p:grpSpPr>
        <p:sp>
          <p:nvSpPr>
            <p:cNvPr id="73" name="Oval 67">
              <a:extLst>
                <a:ext uri="{FF2B5EF4-FFF2-40B4-BE49-F238E27FC236}">
                  <a16:creationId xmlns:a16="http://schemas.microsoft.com/office/drawing/2014/main" id="{EF111380-E22C-4A8A-BA98-C575235AAB86}"/>
                </a:ext>
              </a:extLst>
            </p:cNvPr>
            <p:cNvSpPr>
              <a:spLocks noChangeAspect="1"/>
            </p:cNvSpPr>
            <p:nvPr/>
          </p:nvSpPr>
          <p:spPr>
            <a:xfrm>
              <a:off x="5187738" y="1415796"/>
              <a:ext cx="648499" cy="649042"/>
            </a:xfrm>
            <a:prstGeom prst="ellipse">
              <a:avLst/>
            </a:prstGeom>
            <a:solidFill>
              <a:schemeClr val="accent4"/>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900" b="1" dirty="0">
                <a:latin typeface="微软雅黑" panose="020B0503020204020204" pitchFamily="34" charset="-122"/>
                <a:ea typeface="微软雅黑" panose="020B0503020204020204" pitchFamily="34" charset="-122"/>
                <a:sym typeface="华文细黑"/>
              </a:endParaRPr>
            </a:p>
          </p:txBody>
        </p:sp>
        <p:sp>
          <p:nvSpPr>
            <p:cNvPr id="74" name="Freeform 53">
              <a:extLst>
                <a:ext uri="{FF2B5EF4-FFF2-40B4-BE49-F238E27FC236}">
                  <a16:creationId xmlns:a16="http://schemas.microsoft.com/office/drawing/2014/main" id="{F620A3CC-E145-46DD-AC65-28C38538C373}"/>
                </a:ext>
              </a:extLst>
            </p:cNvPr>
            <p:cNvSpPr>
              <a:spLocks/>
            </p:cNvSpPr>
            <p:nvPr/>
          </p:nvSpPr>
          <p:spPr bwMode="auto">
            <a:xfrm>
              <a:off x="5336668" y="1592431"/>
              <a:ext cx="350639" cy="259998"/>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Lst>
              <a:rect l="0" t="0" r="r" b="b"/>
              <a:pathLst>
                <a:path w="68" h="50">
                  <a:moveTo>
                    <a:pt x="55" y="50"/>
                  </a:moveTo>
                  <a:cubicBezTo>
                    <a:pt x="16" y="50"/>
                    <a:pt x="16" y="50"/>
                    <a:pt x="16" y="50"/>
                  </a:cubicBezTo>
                  <a:cubicBezTo>
                    <a:pt x="7" y="50"/>
                    <a:pt x="0" y="43"/>
                    <a:pt x="0" y="34"/>
                  </a:cubicBezTo>
                  <a:cubicBezTo>
                    <a:pt x="0" y="28"/>
                    <a:pt x="4" y="22"/>
                    <a:pt x="9" y="20"/>
                  </a:cubicBezTo>
                  <a:cubicBezTo>
                    <a:pt x="9" y="19"/>
                    <a:pt x="9" y="19"/>
                    <a:pt x="9" y="18"/>
                  </a:cubicBezTo>
                  <a:cubicBezTo>
                    <a:pt x="9" y="8"/>
                    <a:pt x="17" y="0"/>
                    <a:pt x="27" y="0"/>
                  </a:cubicBezTo>
                  <a:cubicBezTo>
                    <a:pt x="35" y="0"/>
                    <a:pt x="41" y="5"/>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path>
              </a:pathLst>
            </a:custGeom>
            <a:solidFill>
              <a:schemeClr val="bg1"/>
            </a:solidFill>
            <a:ln w="9525">
              <a:noFill/>
              <a:round/>
              <a:headEnd/>
              <a:tailEnd/>
            </a:ln>
          </p:spPr>
          <p:txBody>
            <a:bodyPr vert="horz" wrap="square" lIns="99526" tIns="49764" rIns="99526" bIns="49764" numCol="1" anchor="t" anchorCtr="0" compatLnSpc="1">
              <a:prstTxWarp prst="textNoShape">
                <a:avLst/>
              </a:prstTxWarp>
            </a:bodyPr>
            <a:lstStyle/>
            <a:p>
              <a:pP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grpSp>
      <p:grpSp>
        <p:nvGrpSpPr>
          <p:cNvPr id="75" name="Group 86">
            <a:extLst>
              <a:ext uri="{FF2B5EF4-FFF2-40B4-BE49-F238E27FC236}">
                <a16:creationId xmlns:a16="http://schemas.microsoft.com/office/drawing/2014/main" id="{9BD87403-768D-45ED-B246-295BC6D9EACA}"/>
              </a:ext>
            </a:extLst>
          </p:cNvPr>
          <p:cNvGrpSpPr/>
          <p:nvPr/>
        </p:nvGrpSpPr>
        <p:grpSpPr>
          <a:xfrm>
            <a:off x="1789047" y="3697990"/>
            <a:ext cx="988977" cy="989856"/>
            <a:chOff x="5648594" y="2472338"/>
            <a:chExt cx="648499" cy="649042"/>
          </a:xfrm>
        </p:grpSpPr>
        <p:sp>
          <p:nvSpPr>
            <p:cNvPr id="76" name="Oval 70">
              <a:extLst>
                <a:ext uri="{FF2B5EF4-FFF2-40B4-BE49-F238E27FC236}">
                  <a16:creationId xmlns:a16="http://schemas.microsoft.com/office/drawing/2014/main" id="{85926F89-89AD-45D9-B8E4-6B7EDF333E9C}"/>
                </a:ext>
              </a:extLst>
            </p:cNvPr>
            <p:cNvSpPr>
              <a:spLocks noChangeAspect="1"/>
            </p:cNvSpPr>
            <p:nvPr/>
          </p:nvSpPr>
          <p:spPr>
            <a:xfrm>
              <a:off x="5648594" y="2472338"/>
              <a:ext cx="648499" cy="649042"/>
            </a:xfrm>
            <a:prstGeom prst="ellipse">
              <a:avLst/>
            </a:prstGeom>
            <a:solidFill>
              <a:schemeClr val="accent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900" b="1" dirty="0">
                <a:latin typeface="微软雅黑" panose="020B0503020204020204" pitchFamily="34" charset="-122"/>
                <a:ea typeface="微软雅黑" panose="020B0503020204020204" pitchFamily="34" charset="-122"/>
                <a:sym typeface="华文细黑"/>
              </a:endParaRPr>
            </a:p>
          </p:txBody>
        </p:sp>
        <p:sp>
          <p:nvSpPr>
            <p:cNvPr id="77" name="Freeform 57">
              <a:extLst>
                <a:ext uri="{FF2B5EF4-FFF2-40B4-BE49-F238E27FC236}">
                  <a16:creationId xmlns:a16="http://schemas.microsoft.com/office/drawing/2014/main" id="{BD8B4FEA-6C6B-41A5-B31B-C7A16DBBCC73}"/>
                </a:ext>
              </a:extLst>
            </p:cNvPr>
            <p:cNvSpPr>
              <a:spLocks noEditPoints="1"/>
            </p:cNvSpPr>
            <p:nvPr/>
          </p:nvSpPr>
          <p:spPr bwMode="auto">
            <a:xfrm>
              <a:off x="5827267" y="2667801"/>
              <a:ext cx="291152" cy="258114"/>
            </a:xfrm>
            <a:custGeom>
              <a:avLst/>
              <a:gdLst/>
              <a:ahLst/>
              <a:cxnLst>
                <a:cxn ang="0">
                  <a:pos x="7" y="9"/>
                </a:cxn>
                <a:cxn ang="0">
                  <a:pos x="7" y="57"/>
                </a:cxn>
                <a:cxn ang="0">
                  <a:pos x="6" y="58"/>
                </a:cxn>
                <a:cxn ang="0">
                  <a:pos x="4" y="58"/>
                </a:cxn>
                <a:cxn ang="0">
                  <a:pos x="2" y="57"/>
                </a:cxn>
                <a:cxn ang="0">
                  <a:pos x="2" y="9"/>
                </a:cxn>
                <a:cxn ang="0">
                  <a:pos x="0" y="4"/>
                </a:cxn>
                <a:cxn ang="0">
                  <a:pos x="5" y="0"/>
                </a:cxn>
                <a:cxn ang="0">
                  <a:pos x="10" y="4"/>
                </a:cxn>
                <a:cxn ang="0">
                  <a:pos x="7" y="9"/>
                </a:cxn>
                <a:cxn ang="0">
                  <a:pos x="65" y="36"/>
                </a:cxn>
                <a:cxn ang="0">
                  <a:pos x="63" y="38"/>
                </a:cxn>
                <a:cxn ang="0">
                  <a:pos x="49" y="43"/>
                </a:cxn>
                <a:cxn ang="0">
                  <a:pos x="31" y="37"/>
                </a:cxn>
                <a:cxn ang="0">
                  <a:pos x="13" y="43"/>
                </a:cxn>
                <a:cxn ang="0">
                  <a:pos x="12" y="43"/>
                </a:cxn>
                <a:cxn ang="0">
                  <a:pos x="10" y="41"/>
                </a:cxn>
                <a:cxn ang="0">
                  <a:pos x="10" y="13"/>
                </a:cxn>
                <a:cxn ang="0">
                  <a:pos x="11" y="11"/>
                </a:cxn>
                <a:cxn ang="0">
                  <a:pos x="14" y="9"/>
                </a:cxn>
                <a:cxn ang="0">
                  <a:pos x="30" y="4"/>
                </a:cxn>
                <a:cxn ang="0">
                  <a:pos x="46" y="9"/>
                </a:cxn>
                <a:cxn ang="0">
                  <a:pos x="49" y="10"/>
                </a:cxn>
                <a:cxn ang="0">
                  <a:pos x="63" y="4"/>
                </a:cxn>
                <a:cxn ang="0">
                  <a:pos x="65" y="7"/>
                </a:cxn>
                <a:cxn ang="0">
                  <a:pos x="65" y="36"/>
                </a:cxn>
              </a:cxnLst>
              <a:rect l="0" t="0" r="r" b="b"/>
              <a:pathLst>
                <a:path w="65" h="58">
                  <a:moveTo>
                    <a:pt x="7" y="9"/>
                  </a:moveTo>
                  <a:cubicBezTo>
                    <a:pt x="7" y="57"/>
                    <a:pt x="7" y="57"/>
                    <a:pt x="7" y="57"/>
                  </a:cubicBezTo>
                  <a:cubicBezTo>
                    <a:pt x="7" y="57"/>
                    <a:pt x="7" y="58"/>
                    <a:pt x="6" y="58"/>
                  </a:cubicBezTo>
                  <a:cubicBezTo>
                    <a:pt x="4" y="58"/>
                    <a:pt x="4" y="58"/>
                    <a:pt x="4" y="58"/>
                  </a:cubicBezTo>
                  <a:cubicBezTo>
                    <a:pt x="3" y="58"/>
                    <a:pt x="2" y="57"/>
                    <a:pt x="2" y="57"/>
                  </a:cubicBezTo>
                  <a:cubicBezTo>
                    <a:pt x="2" y="9"/>
                    <a:pt x="2" y="9"/>
                    <a:pt x="2" y="9"/>
                  </a:cubicBezTo>
                  <a:cubicBezTo>
                    <a:pt x="1" y="8"/>
                    <a:pt x="0" y="6"/>
                    <a:pt x="0" y="4"/>
                  </a:cubicBezTo>
                  <a:cubicBezTo>
                    <a:pt x="0" y="2"/>
                    <a:pt x="2" y="0"/>
                    <a:pt x="5" y="0"/>
                  </a:cubicBezTo>
                  <a:cubicBezTo>
                    <a:pt x="7" y="0"/>
                    <a:pt x="10" y="2"/>
                    <a:pt x="10" y="4"/>
                  </a:cubicBezTo>
                  <a:cubicBezTo>
                    <a:pt x="10" y="6"/>
                    <a:pt x="9" y="8"/>
                    <a:pt x="7" y="9"/>
                  </a:cubicBezTo>
                  <a:close/>
                  <a:moveTo>
                    <a:pt x="65" y="36"/>
                  </a:moveTo>
                  <a:cubicBezTo>
                    <a:pt x="65" y="37"/>
                    <a:pt x="65" y="38"/>
                    <a:pt x="63" y="38"/>
                  </a:cubicBezTo>
                  <a:cubicBezTo>
                    <a:pt x="59" y="41"/>
                    <a:pt x="54" y="43"/>
                    <a:pt x="49" y="43"/>
                  </a:cubicBezTo>
                  <a:cubicBezTo>
                    <a:pt x="43" y="43"/>
                    <a:pt x="39" y="37"/>
                    <a:pt x="31" y="37"/>
                  </a:cubicBezTo>
                  <a:cubicBezTo>
                    <a:pt x="25" y="37"/>
                    <a:pt x="19" y="40"/>
                    <a:pt x="13" y="43"/>
                  </a:cubicBezTo>
                  <a:cubicBezTo>
                    <a:pt x="13" y="43"/>
                    <a:pt x="12" y="43"/>
                    <a:pt x="12" y="43"/>
                  </a:cubicBezTo>
                  <a:cubicBezTo>
                    <a:pt x="11" y="43"/>
                    <a:pt x="10" y="42"/>
                    <a:pt x="10" y="41"/>
                  </a:cubicBezTo>
                  <a:cubicBezTo>
                    <a:pt x="10" y="13"/>
                    <a:pt x="10" y="13"/>
                    <a:pt x="10" y="13"/>
                  </a:cubicBezTo>
                  <a:cubicBezTo>
                    <a:pt x="10" y="12"/>
                    <a:pt x="10" y="11"/>
                    <a:pt x="11" y="11"/>
                  </a:cubicBezTo>
                  <a:cubicBezTo>
                    <a:pt x="12" y="10"/>
                    <a:pt x="13" y="9"/>
                    <a:pt x="14" y="9"/>
                  </a:cubicBezTo>
                  <a:cubicBezTo>
                    <a:pt x="19" y="7"/>
                    <a:pt x="24" y="4"/>
                    <a:pt x="30" y="4"/>
                  </a:cubicBezTo>
                  <a:cubicBezTo>
                    <a:pt x="36" y="4"/>
                    <a:pt x="40" y="6"/>
                    <a:pt x="46" y="9"/>
                  </a:cubicBezTo>
                  <a:cubicBezTo>
                    <a:pt x="47" y="9"/>
                    <a:pt x="48" y="10"/>
                    <a:pt x="49" y="10"/>
                  </a:cubicBezTo>
                  <a:cubicBezTo>
                    <a:pt x="55" y="10"/>
                    <a:pt x="61" y="4"/>
                    <a:pt x="63" y="4"/>
                  </a:cubicBezTo>
                  <a:cubicBezTo>
                    <a:pt x="64" y="4"/>
                    <a:pt x="65" y="6"/>
                    <a:pt x="65" y="7"/>
                  </a:cubicBezTo>
                  <a:lnTo>
                    <a:pt x="65" y="36"/>
                  </a:lnTo>
                  <a:close/>
                </a:path>
              </a:pathLst>
            </a:custGeom>
            <a:solidFill>
              <a:schemeClr val="bg1"/>
            </a:solidFill>
            <a:ln w="9525">
              <a:noFill/>
              <a:round/>
              <a:headEnd/>
              <a:tailEnd/>
            </a:ln>
          </p:spPr>
          <p:txBody>
            <a:bodyPr vert="horz" wrap="square" lIns="99526" tIns="49764" rIns="99526" bIns="49764" numCol="1" anchor="t" anchorCtr="0" compatLnSpc="1">
              <a:prstTxWarp prst="textNoShape">
                <a:avLst/>
              </a:prstTxWarp>
            </a:bodyPr>
            <a:lstStyle/>
            <a:p>
              <a:pP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grpSp>
      <p:grpSp>
        <p:nvGrpSpPr>
          <p:cNvPr id="78" name="Group 83">
            <a:extLst>
              <a:ext uri="{FF2B5EF4-FFF2-40B4-BE49-F238E27FC236}">
                <a16:creationId xmlns:a16="http://schemas.microsoft.com/office/drawing/2014/main" id="{D08E0205-F55C-4E06-AD36-449B5869E1B5}"/>
              </a:ext>
            </a:extLst>
          </p:cNvPr>
          <p:cNvGrpSpPr/>
          <p:nvPr/>
        </p:nvGrpSpPr>
        <p:grpSpPr>
          <a:xfrm>
            <a:off x="4177660" y="2423007"/>
            <a:ext cx="988977" cy="989856"/>
            <a:chOff x="2886238" y="2472339"/>
            <a:chExt cx="648499" cy="649042"/>
          </a:xfrm>
        </p:grpSpPr>
        <p:sp>
          <p:nvSpPr>
            <p:cNvPr id="79" name="Oval 61">
              <a:extLst>
                <a:ext uri="{FF2B5EF4-FFF2-40B4-BE49-F238E27FC236}">
                  <a16:creationId xmlns:a16="http://schemas.microsoft.com/office/drawing/2014/main" id="{C595AC88-843F-4075-B64E-D4B233253BD3}"/>
                </a:ext>
              </a:extLst>
            </p:cNvPr>
            <p:cNvSpPr>
              <a:spLocks noChangeAspect="1"/>
            </p:cNvSpPr>
            <p:nvPr/>
          </p:nvSpPr>
          <p:spPr>
            <a:xfrm>
              <a:off x="2886238" y="2472339"/>
              <a:ext cx="648499" cy="649042"/>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100" b="1" dirty="0">
                <a:latin typeface="微软雅黑" panose="020B0503020204020204" pitchFamily="34" charset="-122"/>
                <a:ea typeface="微软雅黑" panose="020B0503020204020204" pitchFamily="34" charset="-122"/>
                <a:sym typeface="华文细黑"/>
              </a:endParaRPr>
            </a:p>
          </p:txBody>
        </p:sp>
        <p:sp>
          <p:nvSpPr>
            <p:cNvPr id="80" name="Freeform 65">
              <a:extLst>
                <a:ext uri="{FF2B5EF4-FFF2-40B4-BE49-F238E27FC236}">
                  <a16:creationId xmlns:a16="http://schemas.microsoft.com/office/drawing/2014/main" id="{22F1D146-6A78-435E-A848-58ED174D1CB0}"/>
                </a:ext>
              </a:extLst>
            </p:cNvPr>
            <p:cNvSpPr>
              <a:spLocks noEditPoints="1"/>
            </p:cNvSpPr>
            <p:nvPr/>
          </p:nvSpPr>
          <p:spPr bwMode="auto">
            <a:xfrm>
              <a:off x="3027706" y="2630302"/>
              <a:ext cx="365563" cy="333116"/>
            </a:xfrm>
            <a:custGeom>
              <a:avLst/>
              <a:gdLst/>
              <a:ahLst/>
              <a:cxnLst>
                <a:cxn ang="0">
                  <a:pos x="45" y="41"/>
                </a:cxn>
                <a:cxn ang="0">
                  <a:pos x="47" y="50"/>
                </a:cxn>
                <a:cxn ang="0">
                  <a:pos x="40" y="56"/>
                </a:cxn>
                <a:cxn ang="0">
                  <a:pos x="31" y="60"/>
                </a:cxn>
                <a:cxn ang="0">
                  <a:pos x="21" y="60"/>
                </a:cxn>
                <a:cxn ang="0">
                  <a:pos x="13" y="56"/>
                </a:cxn>
                <a:cxn ang="0">
                  <a:pos x="5" y="50"/>
                </a:cxn>
                <a:cxn ang="0">
                  <a:pos x="8" y="41"/>
                </a:cxn>
                <a:cxn ang="0">
                  <a:pos x="0" y="32"/>
                </a:cxn>
                <a:cxn ang="0">
                  <a:pos x="9" y="26"/>
                </a:cxn>
                <a:cxn ang="0">
                  <a:pos x="5" y="20"/>
                </a:cxn>
                <a:cxn ang="0">
                  <a:pos x="17" y="18"/>
                </a:cxn>
                <a:cxn ang="0">
                  <a:pos x="22" y="10"/>
                </a:cxn>
                <a:cxn ang="0">
                  <a:pos x="32" y="17"/>
                </a:cxn>
                <a:cxn ang="0">
                  <a:pos x="41" y="14"/>
                </a:cxn>
                <a:cxn ang="0">
                  <a:pos x="47" y="22"/>
                </a:cxn>
                <a:cxn ang="0">
                  <a:pos x="51" y="30"/>
                </a:cxn>
                <a:cxn ang="0">
                  <a:pos x="26" y="25"/>
                </a:cxn>
                <a:cxn ang="0">
                  <a:pos x="36" y="35"/>
                </a:cxn>
                <a:cxn ang="0">
                  <a:pos x="72" y="19"/>
                </a:cxn>
                <a:cxn ang="0">
                  <a:pos x="72" y="27"/>
                </a:cxn>
                <a:cxn ang="0">
                  <a:pos x="62" y="25"/>
                </a:cxn>
                <a:cxn ang="0">
                  <a:pos x="52" y="27"/>
                </a:cxn>
                <a:cxn ang="0">
                  <a:pos x="53" y="19"/>
                </a:cxn>
                <a:cxn ang="0">
                  <a:pos x="53" y="11"/>
                </a:cxn>
                <a:cxn ang="0">
                  <a:pos x="52" y="3"/>
                </a:cxn>
                <a:cxn ang="0">
                  <a:pos x="62" y="4"/>
                </a:cxn>
                <a:cxn ang="0">
                  <a:pos x="67" y="0"/>
                </a:cxn>
                <a:cxn ang="0">
                  <a:pos x="70" y="9"/>
                </a:cxn>
                <a:cxn ang="0">
                  <a:pos x="78" y="18"/>
                </a:cxn>
                <a:cxn ang="0">
                  <a:pos x="70" y="62"/>
                </a:cxn>
                <a:cxn ang="0">
                  <a:pos x="67" y="71"/>
                </a:cxn>
                <a:cxn ang="0">
                  <a:pos x="61" y="66"/>
                </a:cxn>
                <a:cxn ang="0">
                  <a:pos x="52" y="68"/>
                </a:cxn>
                <a:cxn ang="0">
                  <a:pos x="47" y="59"/>
                </a:cxn>
                <a:cxn ang="0">
                  <a:pos x="54" y="50"/>
                </a:cxn>
                <a:cxn ang="0">
                  <a:pos x="57" y="41"/>
                </a:cxn>
                <a:cxn ang="0">
                  <a:pos x="63" y="46"/>
                </a:cxn>
                <a:cxn ang="0">
                  <a:pos x="72" y="44"/>
                </a:cxn>
                <a:cxn ang="0">
                  <a:pos x="72" y="52"/>
                </a:cxn>
                <a:cxn ang="0">
                  <a:pos x="62" y="10"/>
                </a:cxn>
                <a:cxn ang="0">
                  <a:pos x="67" y="15"/>
                </a:cxn>
                <a:cxn ang="0">
                  <a:pos x="57" y="56"/>
                </a:cxn>
                <a:cxn ang="0">
                  <a:pos x="62" y="51"/>
                </a:cxn>
              </a:cxnLst>
              <a:rect l="0" t="0" r="r" b="b"/>
              <a:pathLst>
                <a:path w="78" h="71">
                  <a:moveTo>
                    <a:pt x="52" y="39"/>
                  </a:moveTo>
                  <a:cubicBezTo>
                    <a:pt x="52" y="40"/>
                    <a:pt x="51" y="40"/>
                    <a:pt x="51" y="40"/>
                  </a:cubicBezTo>
                  <a:cubicBezTo>
                    <a:pt x="45" y="41"/>
                    <a:pt x="45" y="41"/>
                    <a:pt x="45" y="41"/>
                  </a:cubicBezTo>
                  <a:cubicBezTo>
                    <a:pt x="44" y="42"/>
                    <a:pt x="44" y="43"/>
                    <a:pt x="43" y="44"/>
                  </a:cubicBezTo>
                  <a:cubicBezTo>
                    <a:pt x="45" y="46"/>
                    <a:pt x="46" y="47"/>
                    <a:pt x="47" y="49"/>
                  </a:cubicBezTo>
                  <a:cubicBezTo>
                    <a:pt x="47" y="49"/>
                    <a:pt x="47" y="49"/>
                    <a:pt x="47" y="50"/>
                  </a:cubicBezTo>
                  <a:cubicBezTo>
                    <a:pt x="47" y="50"/>
                    <a:pt x="47" y="50"/>
                    <a:pt x="47" y="50"/>
                  </a:cubicBezTo>
                  <a:cubicBezTo>
                    <a:pt x="46" y="52"/>
                    <a:pt x="42" y="56"/>
                    <a:pt x="41" y="56"/>
                  </a:cubicBezTo>
                  <a:cubicBezTo>
                    <a:pt x="40" y="56"/>
                    <a:pt x="40" y="56"/>
                    <a:pt x="40" y="56"/>
                  </a:cubicBezTo>
                  <a:cubicBezTo>
                    <a:pt x="35" y="53"/>
                    <a:pt x="35" y="53"/>
                    <a:pt x="35" y="53"/>
                  </a:cubicBezTo>
                  <a:cubicBezTo>
                    <a:pt x="34" y="53"/>
                    <a:pt x="33" y="53"/>
                    <a:pt x="32" y="54"/>
                  </a:cubicBezTo>
                  <a:cubicBezTo>
                    <a:pt x="32" y="56"/>
                    <a:pt x="32" y="58"/>
                    <a:pt x="31" y="60"/>
                  </a:cubicBezTo>
                  <a:cubicBezTo>
                    <a:pt x="31" y="61"/>
                    <a:pt x="30" y="61"/>
                    <a:pt x="30" y="61"/>
                  </a:cubicBezTo>
                  <a:cubicBezTo>
                    <a:pt x="22" y="61"/>
                    <a:pt x="22" y="61"/>
                    <a:pt x="22" y="61"/>
                  </a:cubicBezTo>
                  <a:cubicBezTo>
                    <a:pt x="22" y="61"/>
                    <a:pt x="21" y="61"/>
                    <a:pt x="21" y="60"/>
                  </a:cubicBezTo>
                  <a:cubicBezTo>
                    <a:pt x="20" y="54"/>
                    <a:pt x="20" y="54"/>
                    <a:pt x="20" y="54"/>
                  </a:cubicBezTo>
                  <a:cubicBezTo>
                    <a:pt x="19" y="54"/>
                    <a:pt x="18" y="53"/>
                    <a:pt x="17" y="53"/>
                  </a:cubicBezTo>
                  <a:cubicBezTo>
                    <a:pt x="13" y="56"/>
                    <a:pt x="13" y="56"/>
                    <a:pt x="13" y="56"/>
                  </a:cubicBezTo>
                  <a:cubicBezTo>
                    <a:pt x="12" y="56"/>
                    <a:pt x="12" y="56"/>
                    <a:pt x="12" y="56"/>
                  </a:cubicBezTo>
                  <a:cubicBezTo>
                    <a:pt x="11" y="56"/>
                    <a:pt x="11" y="56"/>
                    <a:pt x="11" y="56"/>
                  </a:cubicBezTo>
                  <a:cubicBezTo>
                    <a:pt x="10" y="55"/>
                    <a:pt x="5" y="51"/>
                    <a:pt x="5" y="50"/>
                  </a:cubicBezTo>
                  <a:cubicBezTo>
                    <a:pt x="5" y="49"/>
                    <a:pt x="5" y="49"/>
                    <a:pt x="5" y="49"/>
                  </a:cubicBezTo>
                  <a:cubicBezTo>
                    <a:pt x="7" y="47"/>
                    <a:pt x="8" y="46"/>
                    <a:pt x="9" y="44"/>
                  </a:cubicBezTo>
                  <a:cubicBezTo>
                    <a:pt x="8" y="43"/>
                    <a:pt x="8" y="42"/>
                    <a:pt x="8" y="41"/>
                  </a:cubicBezTo>
                  <a:cubicBezTo>
                    <a:pt x="1" y="40"/>
                    <a:pt x="1" y="40"/>
                    <a:pt x="1" y="40"/>
                  </a:cubicBezTo>
                  <a:cubicBezTo>
                    <a:pt x="1" y="40"/>
                    <a:pt x="0" y="40"/>
                    <a:pt x="0" y="39"/>
                  </a:cubicBezTo>
                  <a:cubicBezTo>
                    <a:pt x="0" y="32"/>
                    <a:pt x="0" y="32"/>
                    <a:pt x="0" y="32"/>
                  </a:cubicBezTo>
                  <a:cubicBezTo>
                    <a:pt x="0" y="31"/>
                    <a:pt x="1" y="30"/>
                    <a:pt x="1" y="30"/>
                  </a:cubicBezTo>
                  <a:cubicBezTo>
                    <a:pt x="8" y="29"/>
                    <a:pt x="8" y="29"/>
                    <a:pt x="8" y="29"/>
                  </a:cubicBezTo>
                  <a:cubicBezTo>
                    <a:pt x="8" y="28"/>
                    <a:pt x="8" y="27"/>
                    <a:pt x="9" y="26"/>
                  </a:cubicBezTo>
                  <a:cubicBezTo>
                    <a:pt x="8" y="25"/>
                    <a:pt x="7" y="23"/>
                    <a:pt x="5" y="22"/>
                  </a:cubicBezTo>
                  <a:cubicBezTo>
                    <a:pt x="5" y="21"/>
                    <a:pt x="5" y="21"/>
                    <a:pt x="5" y="21"/>
                  </a:cubicBezTo>
                  <a:cubicBezTo>
                    <a:pt x="5" y="21"/>
                    <a:pt x="5" y="20"/>
                    <a:pt x="5" y="20"/>
                  </a:cubicBezTo>
                  <a:cubicBezTo>
                    <a:pt x="6" y="19"/>
                    <a:pt x="11" y="14"/>
                    <a:pt x="12" y="14"/>
                  </a:cubicBezTo>
                  <a:cubicBezTo>
                    <a:pt x="12" y="14"/>
                    <a:pt x="12" y="14"/>
                    <a:pt x="13" y="14"/>
                  </a:cubicBezTo>
                  <a:cubicBezTo>
                    <a:pt x="17" y="18"/>
                    <a:pt x="17" y="18"/>
                    <a:pt x="17" y="18"/>
                  </a:cubicBezTo>
                  <a:cubicBezTo>
                    <a:pt x="18" y="18"/>
                    <a:pt x="19" y="17"/>
                    <a:pt x="20" y="17"/>
                  </a:cubicBezTo>
                  <a:cubicBezTo>
                    <a:pt x="21" y="15"/>
                    <a:pt x="21" y="13"/>
                    <a:pt x="21" y="11"/>
                  </a:cubicBezTo>
                  <a:cubicBezTo>
                    <a:pt x="21" y="10"/>
                    <a:pt x="22" y="10"/>
                    <a:pt x="22" y="10"/>
                  </a:cubicBezTo>
                  <a:cubicBezTo>
                    <a:pt x="30" y="10"/>
                    <a:pt x="30" y="10"/>
                    <a:pt x="30" y="10"/>
                  </a:cubicBezTo>
                  <a:cubicBezTo>
                    <a:pt x="30" y="10"/>
                    <a:pt x="31" y="10"/>
                    <a:pt x="31" y="11"/>
                  </a:cubicBezTo>
                  <a:cubicBezTo>
                    <a:pt x="32" y="17"/>
                    <a:pt x="32" y="17"/>
                    <a:pt x="32" y="17"/>
                  </a:cubicBezTo>
                  <a:cubicBezTo>
                    <a:pt x="33" y="17"/>
                    <a:pt x="34" y="18"/>
                    <a:pt x="35" y="18"/>
                  </a:cubicBezTo>
                  <a:cubicBezTo>
                    <a:pt x="40" y="14"/>
                    <a:pt x="40" y="14"/>
                    <a:pt x="40" y="14"/>
                  </a:cubicBezTo>
                  <a:cubicBezTo>
                    <a:pt x="40" y="14"/>
                    <a:pt x="40" y="14"/>
                    <a:pt x="41" y="14"/>
                  </a:cubicBezTo>
                  <a:cubicBezTo>
                    <a:pt x="41" y="14"/>
                    <a:pt x="41" y="14"/>
                    <a:pt x="41" y="14"/>
                  </a:cubicBezTo>
                  <a:cubicBezTo>
                    <a:pt x="42" y="15"/>
                    <a:pt x="47" y="20"/>
                    <a:pt x="47" y="21"/>
                  </a:cubicBezTo>
                  <a:cubicBezTo>
                    <a:pt x="47" y="21"/>
                    <a:pt x="47" y="21"/>
                    <a:pt x="47" y="22"/>
                  </a:cubicBezTo>
                  <a:cubicBezTo>
                    <a:pt x="46" y="23"/>
                    <a:pt x="45" y="25"/>
                    <a:pt x="43" y="26"/>
                  </a:cubicBezTo>
                  <a:cubicBezTo>
                    <a:pt x="44" y="27"/>
                    <a:pt x="44" y="28"/>
                    <a:pt x="45" y="30"/>
                  </a:cubicBezTo>
                  <a:cubicBezTo>
                    <a:pt x="51" y="30"/>
                    <a:pt x="51" y="30"/>
                    <a:pt x="51" y="30"/>
                  </a:cubicBezTo>
                  <a:cubicBezTo>
                    <a:pt x="51" y="31"/>
                    <a:pt x="52" y="31"/>
                    <a:pt x="52" y="32"/>
                  </a:cubicBezTo>
                  <a:lnTo>
                    <a:pt x="52" y="39"/>
                  </a:lnTo>
                  <a:close/>
                  <a:moveTo>
                    <a:pt x="26" y="25"/>
                  </a:moveTo>
                  <a:cubicBezTo>
                    <a:pt x="21" y="25"/>
                    <a:pt x="16" y="30"/>
                    <a:pt x="16" y="35"/>
                  </a:cubicBezTo>
                  <a:cubicBezTo>
                    <a:pt x="16" y="41"/>
                    <a:pt x="21" y="46"/>
                    <a:pt x="26" y="46"/>
                  </a:cubicBezTo>
                  <a:cubicBezTo>
                    <a:pt x="32" y="46"/>
                    <a:pt x="36" y="41"/>
                    <a:pt x="36" y="35"/>
                  </a:cubicBezTo>
                  <a:cubicBezTo>
                    <a:pt x="36" y="30"/>
                    <a:pt x="32" y="25"/>
                    <a:pt x="26" y="25"/>
                  </a:cubicBezTo>
                  <a:close/>
                  <a:moveTo>
                    <a:pt x="78" y="18"/>
                  </a:moveTo>
                  <a:cubicBezTo>
                    <a:pt x="78" y="18"/>
                    <a:pt x="72" y="19"/>
                    <a:pt x="72" y="19"/>
                  </a:cubicBezTo>
                  <a:cubicBezTo>
                    <a:pt x="71" y="20"/>
                    <a:pt x="71" y="20"/>
                    <a:pt x="70" y="21"/>
                  </a:cubicBezTo>
                  <a:cubicBezTo>
                    <a:pt x="71" y="22"/>
                    <a:pt x="72" y="26"/>
                    <a:pt x="72" y="26"/>
                  </a:cubicBezTo>
                  <a:cubicBezTo>
                    <a:pt x="72" y="27"/>
                    <a:pt x="72" y="27"/>
                    <a:pt x="72" y="27"/>
                  </a:cubicBezTo>
                  <a:cubicBezTo>
                    <a:pt x="72" y="27"/>
                    <a:pt x="68" y="30"/>
                    <a:pt x="67" y="30"/>
                  </a:cubicBezTo>
                  <a:cubicBezTo>
                    <a:pt x="67" y="30"/>
                    <a:pt x="64" y="26"/>
                    <a:pt x="63" y="25"/>
                  </a:cubicBezTo>
                  <a:cubicBezTo>
                    <a:pt x="63" y="25"/>
                    <a:pt x="63" y="25"/>
                    <a:pt x="62" y="25"/>
                  </a:cubicBezTo>
                  <a:cubicBezTo>
                    <a:pt x="62" y="25"/>
                    <a:pt x="61" y="25"/>
                    <a:pt x="61" y="25"/>
                  </a:cubicBezTo>
                  <a:cubicBezTo>
                    <a:pt x="61" y="26"/>
                    <a:pt x="58" y="30"/>
                    <a:pt x="57" y="30"/>
                  </a:cubicBezTo>
                  <a:cubicBezTo>
                    <a:pt x="57" y="30"/>
                    <a:pt x="53" y="27"/>
                    <a:pt x="52" y="27"/>
                  </a:cubicBezTo>
                  <a:cubicBezTo>
                    <a:pt x="52" y="27"/>
                    <a:pt x="52" y="27"/>
                    <a:pt x="52" y="26"/>
                  </a:cubicBezTo>
                  <a:cubicBezTo>
                    <a:pt x="52" y="26"/>
                    <a:pt x="54" y="22"/>
                    <a:pt x="54" y="21"/>
                  </a:cubicBezTo>
                  <a:cubicBezTo>
                    <a:pt x="53" y="20"/>
                    <a:pt x="53" y="20"/>
                    <a:pt x="53" y="19"/>
                  </a:cubicBezTo>
                  <a:cubicBezTo>
                    <a:pt x="52" y="19"/>
                    <a:pt x="47" y="18"/>
                    <a:pt x="47" y="18"/>
                  </a:cubicBezTo>
                  <a:cubicBezTo>
                    <a:pt x="47" y="12"/>
                    <a:pt x="47" y="12"/>
                    <a:pt x="47" y="12"/>
                  </a:cubicBezTo>
                  <a:cubicBezTo>
                    <a:pt x="47" y="11"/>
                    <a:pt x="52" y="11"/>
                    <a:pt x="53" y="11"/>
                  </a:cubicBezTo>
                  <a:cubicBezTo>
                    <a:pt x="53" y="10"/>
                    <a:pt x="53" y="9"/>
                    <a:pt x="54" y="9"/>
                  </a:cubicBezTo>
                  <a:cubicBezTo>
                    <a:pt x="54" y="8"/>
                    <a:pt x="52" y="4"/>
                    <a:pt x="52" y="3"/>
                  </a:cubicBezTo>
                  <a:cubicBezTo>
                    <a:pt x="52" y="3"/>
                    <a:pt x="52" y="3"/>
                    <a:pt x="52" y="3"/>
                  </a:cubicBezTo>
                  <a:cubicBezTo>
                    <a:pt x="53" y="3"/>
                    <a:pt x="57" y="0"/>
                    <a:pt x="57" y="0"/>
                  </a:cubicBezTo>
                  <a:cubicBezTo>
                    <a:pt x="58" y="0"/>
                    <a:pt x="61" y="4"/>
                    <a:pt x="61" y="5"/>
                  </a:cubicBezTo>
                  <a:cubicBezTo>
                    <a:pt x="61" y="4"/>
                    <a:pt x="62" y="4"/>
                    <a:pt x="62" y="4"/>
                  </a:cubicBezTo>
                  <a:cubicBezTo>
                    <a:pt x="63" y="4"/>
                    <a:pt x="63" y="4"/>
                    <a:pt x="63" y="5"/>
                  </a:cubicBezTo>
                  <a:cubicBezTo>
                    <a:pt x="64" y="3"/>
                    <a:pt x="66" y="1"/>
                    <a:pt x="67" y="0"/>
                  </a:cubicBezTo>
                  <a:cubicBezTo>
                    <a:pt x="67" y="0"/>
                    <a:pt x="67" y="0"/>
                    <a:pt x="67" y="0"/>
                  </a:cubicBezTo>
                  <a:cubicBezTo>
                    <a:pt x="68" y="0"/>
                    <a:pt x="72" y="2"/>
                    <a:pt x="72" y="3"/>
                  </a:cubicBezTo>
                  <a:cubicBezTo>
                    <a:pt x="72" y="3"/>
                    <a:pt x="72" y="3"/>
                    <a:pt x="72" y="3"/>
                  </a:cubicBezTo>
                  <a:cubicBezTo>
                    <a:pt x="72" y="4"/>
                    <a:pt x="71" y="8"/>
                    <a:pt x="70" y="9"/>
                  </a:cubicBezTo>
                  <a:cubicBezTo>
                    <a:pt x="71" y="9"/>
                    <a:pt x="71" y="10"/>
                    <a:pt x="72" y="11"/>
                  </a:cubicBezTo>
                  <a:cubicBezTo>
                    <a:pt x="72" y="11"/>
                    <a:pt x="78" y="11"/>
                    <a:pt x="78" y="12"/>
                  </a:cubicBezTo>
                  <a:lnTo>
                    <a:pt x="78" y="18"/>
                  </a:lnTo>
                  <a:close/>
                  <a:moveTo>
                    <a:pt x="78" y="59"/>
                  </a:moveTo>
                  <a:cubicBezTo>
                    <a:pt x="78" y="59"/>
                    <a:pt x="72" y="60"/>
                    <a:pt x="72" y="60"/>
                  </a:cubicBezTo>
                  <a:cubicBezTo>
                    <a:pt x="71" y="61"/>
                    <a:pt x="71" y="61"/>
                    <a:pt x="70" y="62"/>
                  </a:cubicBezTo>
                  <a:cubicBezTo>
                    <a:pt x="71" y="63"/>
                    <a:pt x="72" y="67"/>
                    <a:pt x="72" y="68"/>
                  </a:cubicBezTo>
                  <a:cubicBezTo>
                    <a:pt x="72" y="68"/>
                    <a:pt x="72" y="68"/>
                    <a:pt x="72" y="68"/>
                  </a:cubicBezTo>
                  <a:cubicBezTo>
                    <a:pt x="72" y="68"/>
                    <a:pt x="68" y="71"/>
                    <a:pt x="67" y="71"/>
                  </a:cubicBezTo>
                  <a:cubicBezTo>
                    <a:pt x="67" y="71"/>
                    <a:pt x="64" y="67"/>
                    <a:pt x="63" y="66"/>
                  </a:cubicBezTo>
                  <a:cubicBezTo>
                    <a:pt x="63" y="66"/>
                    <a:pt x="63" y="66"/>
                    <a:pt x="62" y="66"/>
                  </a:cubicBezTo>
                  <a:cubicBezTo>
                    <a:pt x="62" y="66"/>
                    <a:pt x="61" y="66"/>
                    <a:pt x="61" y="66"/>
                  </a:cubicBezTo>
                  <a:cubicBezTo>
                    <a:pt x="61" y="67"/>
                    <a:pt x="58" y="71"/>
                    <a:pt x="57" y="71"/>
                  </a:cubicBezTo>
                  <a:cubicBezTo>
                    <a:pt x="57" y="71"/>
                    <a:pt x="53" y="68"/>
                    <a:pt x="52" y="68"/>
                  </a:cubicBezTo>
                  <a:cubicBezTo>
                    <a:pt x="52" y="68"/>
                    <a:pt x="52" y="68"/>
                    <a:pt x="52" y="68"/>
                  </a:cubicBezTo>
                  <a:cubicBezTo>
                    <a:pt x="52" y="67"/>
                    <a:pt x="54" y="63"/>
                    <a:pt x="54" y="62"/>
                  </a:cubicBezTo>
                  <a:cubicBezTo>
                    <a:pt x="53" y="61"/>
                    <a:pt x="53" y="61"/>
                    <a:pt x="53" y="60"/>
                  </a:cubicBezTo>
                  <a:cubicBezTo>
                    <a:pt x="52" y="60"/>
                    <a:pt x="47" y="59"/>
                    <a:pt x="47" y="59"/>
                  </a:cubicBezTo>
                  <a:cubicBezTo>
                    <a:pt x="47" y="53"/>
                    <a:pt x="47" y="53"/>
                    <a:pt x="47" y="53"/>
                  </a:cubicBezTo>
                  <a:cubicBezTo>
                    <a:pt x="47" y="52"/>
                    <a:pt x="52" y="52"/>
                    <a:pt x="53" y="52"/>
                  </a:cubicBezTo>
                  <a:cubicBezTo>
                    <a:pt x="53" y="51"/>
                    <a:pt x="53" y="50"/>
                    <a:pt x="54" y="50"/>
                  </a:cubicBezTo>
                  <a:cubicBezTo>
                    <a:pt x="54" y="49"/>
                    <a:pt x="52" y="45"/>
                    <a:pt x="52" y="44"/>
                  </a:cubicBezTo>
                  <a:cubicBezTo>
                    <a:pt x="52" y="44"/>
                    <a:pt x="52" y="44"/>
                    <a:pt x="52" y="44"/>
                  </a:cubicBezTo>
                  <a:cubicBezTo>
                    <a:pt x="53" y="44"/>
                    <a:pt x="57" y="41"/>
                    <a:pt x="57" y="41"/>
                  </a:cubicBezTo>
                  <a:cubicBezTo>
                    <a:pt x="58" y="41"/>
                    <a:pt x="61" y="45"/>
                    <a:pt x="61" y="46"/>
                  </a:cubicBezTo>
                  <a:cubicBezTo>
                    <a:pt x="61" y="46"/>
                    <a:pt x="62" y="46"/>
                    <a:pt x="62" y="46"/>
                  </a:cubicBezTo>
                  <a:cubicBezTo>
                    <a:pt x="63" y="46"/>
                    <a:pt x="63" y="46"/>
                    <a:pt x="63" y="46"/>
                  </a:cubicBezTo>
                  <a:cubicBezTo>
                    <a:pt x="64" y="44"/>
                    <a:pt x="66" y="43"/>
                    <a:pt x="67" y="41"/>
                  </a:cubicBezTo>
                  <a:cubicBezTo>
                    <a:pt x="67" y="41"/>
                    <a:pt x="67" y="41"/>
                    <a:pt x="67" y="41"/>
                  </a:cubicBezTo>
                  <a:cubicBezTo>
                    <a:pt x="68" y="41"/>
                    <a:pt x="72" y="44"/>
                    <a:pt x="72" y="44"/>
                  </a:cubicBezTo>
                  <a:cubicBezTo>
                    <a:pt x="72" y="44"/>
                    <a:pt x="72" y="44"/>
                    <a:pt x="72" y="44"/>
                  </a:cubicBezTo>
                  <a:cubicBezTo>
                    <a:pt x="72" y="45"/>
                    <a:pt x="71" y="49"/>
                    <a:pt x="70" y="50"/>
                  </a:cubicBezTo>
                  <a:cubicBezTo>
                    <a:pt x="71" y="50"/>
                    <a:pt x="71" y="51"/>
                    <a:pt x="72" y="52"/>
                  </a:cubicBezTo>
                  <a:cubicBezTo>
                    <a:pt x="72" y="52"/>
                    <a:pt x="78" y="52"/>
                    <a:pt x="78" y="53"/>
                  </a:cubicBezTo>
                  <a:lnTo>
                    <a:pt x="78" y="59"/>
                  </a:lnTo>
                  <a:close/>
                  <a:moveTo>
                    <a:pt x="62" y="10"/>
                  </a:moveTo>
                  <a:cubicBezTo>
                    <a:pt x="59" y="10"/>
                    <a:pt x="57" y="12"/>
                    <a:pt x="57" y="15"/>
                  </a:cubicBezTo>
                  <a:cubicBezTo>
                    <a:pt x="57" y="18"/>
                    <a:pt x="59" y="20"/>
                    <a:pt x="62" y="20"/>
                  </a:cubicBezTo>
                  <a:cubicBezTo>
                    <a:pt x="65" y="20"/>
                    <a:pt x="67" y="18"/>
                    <a:pt x="67" y="15"/>
                  </a:cubicBezTo>
                  <a:cubicBezTo>
                    <a:pt x="67" y="12"/>
                    <a:pt x="65" y="10"/>
                    <a:pt x="62" y="10"/>
                  </a:cubicBezTo>
                  <a:close/>
                  <a:moveTo>
                    <a:pt x="62" y="51"/>
                  </a:moveTo>
                  <a:cubicBezTo>
                    <a:pt x="59" y="51"/>
                    <a:pt x="57" y="53"/>
                    <a:pt x="57" y="56"/>
                  </a:cubicBezTo>
                  <a:cubicBezTo>
                    <a:pt x="57" y="59"/>
                    <a:pt x="59" y="61"/>
                    <a:pt x="62" y="61"/>
                  </a:cubicBezTo>
                  <a:cubicBezTo>
                    <a:pt x="65" y="61"/>
                    <a:pt x="67" y="59"/>
                    <a:pt x="67" y="56"/>
                  </a:cubicBezTo>
                  <a:cubicBezTo>
                    <a:pt x="67" y="53"/>
                    <a:pt x="65" y="51"/>
                    <a:pt x="62" y="51"/>
                  </a:cubicBezTo>
                  <a:close/>
                </a:path>
              </a:pathLst>
            </a:custGeom>
            <a:solidFill>
              <a:schemeClr val="bg1"/>
            </a:solidFill>
            <a:ln w="9525">
              <a:noFill/>
              <a:round/>
              <a:headEnd/>
              <a:tailEnd/>
            </a:ln>
          </p:spPr>
          <p:txBody>
            <a:bodyPr vert="horz" wrap="square" lIns="99526" tIns="49764" rIns="99526" bIns="49764" numCol="1" anchor="t" anchorCtr="0" compatLnSpc="1">
              <a:prstTxWarp prst="textNoShape">
                <a:avLst/>
              </a:prstTxWarp>
            </a:bodyPr>
            <a:lstStyle/>
            <a:p>
              <a:pPr>
                <a:lnSpc>
                  <a:spcPct val="120000"/>
                </a:lnSpc>
              </a:pPr>
              <a:endParaRPr lang="en-US" sz="1000" dirty="0">
                <a:latin typeface="微软雅黑" panose="020B0503020204020204" pitchFamily="34" charset="-122"/>
                <a:ea typeface="微软雅黑" panose="020B0503020204020204" pitchFamily="34" charset="-122"/>
                <a:sym typeface="华文细黑"/>
              </a:endParaRPr>
            </a:p>
          </p:txBody>
        </p:sp>
      </p:grpSp>
      <p:sp>
        <p:nvSpPr>
          <p:cNvPr id="89" name="矩形 88">
            <a:extLst>
              <a:ext uri="{FF2B5EF4-FFF2-40B4-BE49-F238E27FC236}">
                <a16:creationId xmlns:a16="http://schemas.microsoft.com/office/drawing/2014/main" id="{85255B5F-10F1-4A73-9599-90BE82E94A5B}"/>
              </a:ext>
            </a:extLst>
          </p:cNvPr>
          <p:cNvSpPr/>
          <p:nvPr/>
        </p:nvSpPr>
        <p:spPr>
          <a:xfrm>
            <a:off x="3033966" y="1092419"/>
            <a:ext cx="2013480"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sp>
        <p:nvSpPr>
          <p:cNvPr id="90" name="矩形 89">
            <a:extLst>
              <a:ext uri="{FF2B5EF4-FFF2-40B4-BE49-F238E27FC236}">
                <a16:creationId xmlns:a16="http://schemas.microsoft.com/office/drawing/2014/main" id="{A381EF5B-9AF7-4D04-80C8-0152A4E15F57}"/>
              </a:ext>
            </a:extLst>
          </p:cNvPr>
          <p:cNvSpPr/>
          <p:nvPr/>
        </p:nvSpPr>
        <p:spPr>
          <a:xfrm>
            <a:off x="5170398" y="2707621"/>
            <a:ext cx="2013480"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sp>
        <p:nvSpPr>
          <p:cNvPr id="91" name="矩形 90">
            <a:extLst>
              <a:ext uri="{FF2B5EF4-FFF2-40B4-BE49-F238E27FC236}">
                <a16:creationId xmlns:a16="http://schemas.microsoft.com/office/drawing/2014/main" id="{D39CD1D1-ADC1-4CEE-90E9-5174D2CCCB95}"/>
              </a:ext>
            </a:extLst>
          </p:cNvPr>
          <p:cNvSpPr/>
          <p:nvPr/>
        </p:nvSpPr>
        <p:spPr>
          <a:xfrm>
            <a:off x="5140008" y="3983794"/>
            <a:ext cx="2013480"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sp>
        <p:nvSpPr>
          <p:cNvPr id="92" name="矩形 91">
            <a:extLst>
              <a:ext uri="{FF2B5EF4-FFF2-40B4-BE49-F238E27FC236}">
                <a16:creationId xmlns:a16="http://schemas.microsoft.com/office/drawing/2014/main" id="{DB9B9593-0BEC-4EC1-9C20-85BFB734FC00}"/>
              </a:ext>
            </a:extLst>
          </p:cNvPr>
          <p:cNvSpPr/>
          <p:nvPr/>
        </p:nvSpPr>
        <p:spPr>
          <a:xfrm>
            <a:off x="3089896" y="5280106"/>
            <a:ext cx="2013480"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sp>
        <p:nvSpPr>
          <p:cNvPr id="93" name="矩形 92">
            <a:extLst>
              <a:ext uri="{FF2B5EF4-FFF2-40B4-BE49-F238E27FC236}">
                <a16:creationId xmlns:a16="http://schemas.microsoft.com/office/drawing/2014/main" id="{62E7B14F-3925-45A0-906A-208E2AABBDEA}"/>
              </a:ext>
            </a:extLst>
          </p:cNvPr>
          <p:cNvSpPr/>
          <p:nvPr/>
        </p:nvSpPr>
        <p:spPr>
          <a:xfrm>
            <a:off x="993331" y="3985074"/>
            <a:ext cx="2013480"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sp>
        <p:nvSpPr>
          <p:cNvPr id="94" name="矩形 93">
            <a:extLst>
              <a:ext uri="{FF2B5EF4-FFF2-40B4-BE49-F238E27FC236}">
                <a16:creationId xmlns:a16="http://schemas.microsoft.com/office/drawing/2014/main" id="{0888E4EF-C318-496E-BC3A-89BFFDC91D10}"/>
              </a:ext>
            </a:extLst>
          </p:cNvPr>
          <p:cNvSpPr/>
          <p:nvPr/>
        </p:nvSpPr>
        <p:spPr>
          <a:xfrm>
            <a:off x="935344" y="2794958"/>
            <a:ext cx="2013480"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anim calcmode="lin" valueType="num">
                                          <p:cBhvr>
                                            <p:cTn id="8" dur="500" fill="hold"/>
                                            <p:tgtEl>
                                              <p:spTgt spid="20"/>
                                            </p:tgtEl>
                                            <p:attrNameLst>
                                              <p:attrName>ppt_x</p:attrName>
                                            </p:attrNameLst>
                                          </p:cBhvr>
                                          <p:tavLst>
                                            <p:tav tm="0">
                                              <p:val>
                                                <p:strVal val="#ppt_x"/>
                                              </p:val>
                                            </p:tav>
                                            <p:tav tm="100000">
                                              <p:val>
                                                <p:strVal val="#ppt_x"/>
                                              </p:val>
                                            </p:tav>
                                          </p:tavLst>
                                        </p:anim>
                                        <p:anim calcmode="lin" valueType="num">
                                          <p:cBhvr>
                                            <p:cTn id="9" dur="5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par>
                                    <p:cTn id="14" presetID="22" presetClass="entr" presetSubtype="1" fill="hold" grpId="0" nodeType="withEffect">
                                      <p:stCondLst>
                                        <p:cond delay="10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par>
                                    <p:cTn id="17" presetID="22" presetClass="entr" presetSubtype="1" fill="hold" grpId="0" nodeType="withEffect">
                                      <p:stCondLst>
                                        <p:cond delay="200"/>
                                      </p:stCondLst>
                                      <p:childTnLst>
                                        <p:set>
                                          <p:cBhvr>
                                            <p:cTn id="18" dur="1" fill="hold">
                                              <p:stCondLst>
                                                <p:cond delay="0"/>
                                              </p:stCondLst>
                                            </p:cTn>
                                            <p:tgtEl>
                                              <p:spTgt spid="27"/>
                                            </p:tgtEl>
                                            <p:attrNameLst>
                                              <p:attrName>style.visibility</p:attrName>
                                            </p:attrNameLst>
                                          </p:cBhvr>
                                          <p:to>
                                            <p:strVal val="visible"/>
                                          </p:to>
                                        </p:set>
                                        <p:animEffect transition="in" filter="wipe(up)">
                                          <p:cBhvr>
                                            <p:cTn id="19" dur="500"/>
                                            <p:tgtEl>
                                              <p:spTgt spid="27"/>
                                            </p:tgtEl>
                                          </p:cBhvr>
                                        </p:animEffect>
                                      </p:childTnLst>
                                    </p:cTn>
                                  </p:par>
                                  <p:par>
                                    <p:cTn id="20" presetID="2" presetClass="entr" presetSubtype="1" fill="hold" grpId="0" nodeType="withEffect" p14:presetBounceEnd="81000">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14:bounceEnd="81000">
                                          <p:cBhvr additive="base">
                                            <p:cTn id="22" dur="1000" fill="hold"/>
                                            <p:tgtEl>
                                              <p:spTgt spid="39"/>
                                            </p:tgtEl>
                                            <p:attrNameLst>
                                              <p:attrName>ppt_x</p:attrName>
                                            </p:attrNameLst>
                                          </p:cBhvr>
                                          <p:tavLst>
                                            <p:tav tm="0">
                                              <p:val>
                                                <p:strVal val="#ppt_x"/>
                                              </p:val>
                                            </p:tav>
                                            <p:tav tm="100000">
                                              <p:val>
                                                <p:strVal val="#ppt_x"/>
                                              </p:val>
                                            </p:tav>
                                          </p:tavLst>
                                        </p:anim>
                                        <p:anim calcmode="lin" valueType="num" p14:bounceEnd="81000">
                                          <p:cBhvr additive="base">
                                            <p:cTn id="23" dur="1000" fill="hold"/>
                                            <p:tgtEl>
                                              <p:spTgt spid="39"/>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par>
                              <p:cTn id="28" fill="hold">
                                <p:stCondLst>
                                  <p:cond delay="2000"/>
                                </p:stCondLst>
                                <p:childTnLst>
                                  <p:par>
                                    <p:cTn id="29" presetID="22" presetClass="entr" presetSubtype="4" fill="hold" grpId="0"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down)">
                                          <p:cBhvr>
                                            <p:cTn id="31" dur="500"/>
                                            <p:tgtEl>
                                              <p:spTgt spid="59"/>
                                            </p:tgtEl>
                                          </p:cBhvr>
                                        </p:animEffect>
                                      </p:childTnLst>
                                    </p:cTn>
                                  </p:par>
                                </p:childTnLst>
                              </p:cTn>
                            </p:par>
                            <p:par>
                              <p:cTn id="32" fill="hold">
                                <p:stCondLst>
                                  <p:cond delay="2500"/>
                                </p:stCondLst>
                                <p:childTnLst>
                                  <p:par>
                                    <p:cTn id="33" presetID="53" presetClass="entr" presetSubtype="0" fill="hold" nodeType="afterEffect">
                                      <p:stCondLst>
                                        <p:cond delay="0"/>
                                      </p:stCondLst>
                                      <p:childTnLst>
                                        <p:set>
                                          <p:cBhvr>
                                            <p:cTn id="34" dur="1" fill="hold">
                                              <p:stCondLst>
                                                <p:cond delay="0"/>
                                              </p:stCondLst>
                                            </p:cTn>
                                            <p:tgtEl>
                                              <p:spTgt spid="63"/>
                                            </p:tgtEl>
                                            <p:attrNameLst>
                                              <p:attrName>style.visibility</p:attrName>
                                            </p:attrNameLst>
                                          </p:cBhvr>
                                          <p:to>
                                            <p:strVal val="visible"/>
                                          </p:to>
                                        </p:set>
                                        <p:anim calcmode="lin" valueType="num">
                                          <p:cBhvr>
                                            <p:cTn id="35" dur="500" fill="hold"/>
                                            <p:tgtEl>
                                              <p:spTgt spid="63"/>
                                            </p:tgtEl>
                                            <p:attrNameLst>
                                              <p:attrName>ppt_w</p:attrName>
                                            </p:attrNameLst>
                                          </p:cBhvr>
                                          <p:tavLst>
                                            <p:tav tm="0">
                                              <p:val>
                                                <p:fltVal val="0"/>
                                              </p:val>
                                            </p:tav>
                                            <p:tav tm="100000">
                                              <p:val>
                                                <p:strVal val="#ppt_w"/>
                                              </p:val>
                                            </p:tav>
                                          </p:tavLst>
                                        </p:anim>
                                        <p:anim calcmode="lin" valueType="num">
                                          <p:cBhvr>
                                            <p:cTn id="36" dur="500" fill="hold"/>
                                            <p:tgtEl>
                                              <p:spTgt spid="63"/>
                                            </p:tgtEl>
                                            <p:attrNameLst>
                                              <p:attrName>ppt_h</p:attrName>
                                            </p:attrNameLst>
                                          </p:cBhvr>
                                          <p:tavLst>
                                            <p:tav tm="0">
                                              <p:val>
                                                <p:fltVal val="0"/>
                                              </p:val>
                                            </p:tav>
                                            <p:tav tm="100000">
                                              <p:val>
                                                <p:strVal val="#ppt_h"/>
                                              </p:val>
                                            </p:tav>
                                          </p:tavLst>
                                        </p:anim>
                                        <p:animEffect transition="in" filter="fade">
                                          <p:cBhvr>
                                            <p:cTn id="37" dur="500"/>
                                            <p:tgtEl>
                                              <p:spTgt spid="63"/>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wipe(left)">
                                          <p:cBhvr>
                                            <p:cTn id="41" dur="500"/>
                                            <p:tgtEl>
                                              <p:spTgt spid="57"/>
                                            </p:tgtEl>
                                          </p:cBhvr>
                                        </p:animEffect>
                                      </p:childTnLst>
                                    </p:cTn>
                                  </p:par>
                                </p:childTnLst>
                              </p:cTn>
                            </p:par>
                            <p:par>
                              <p:cTn id="42" fill="hold">
                                <p:stCondLst>
                                  <p:cond delay="3500"/>
                                </p:stCondLst>
                                <p:childTnLst>
                                  <p:par>
                                    <p:cTn id="43" presetID="53" presetClass="entr" presetSubtype="0" fill="hold" nodeType="afterEffect">
                                      <p:stCondLst>
                                        <p:cond delay="0"/>
                                      </p:stCondLst>
                                      <p:childTnLst>
                                        <p:set>
                                          <p:cBhvr>
                                            <p:cTn id="44" dur="1" fill="hold">
                                              <p:stCondLst>
                                                <p:cond delay="0"/>
                                              </p:stCondLst>
                                            </p:cTn>
                                            <p:tgtEl>
                                              <p:spTgt spid="78"/>
                                            </p:tgtEl>
                                            <p:attrNameLst>
                                              <p:attrName>style.visibility</p:attrName>
                                            </p:attrNameLst>
                                          </p:cBhvr>
                                          <p:to>
                                            <p:strVal val="visible"/>
                                          </p:to>
                                        </p:set>
                                        <p:anim calcmode="lin" valueType="num">
                                          <p:cBhvr>
                                            <p:cTn id="45" dur="500" fill="hold"/>
                                            <p:tgtEl>
                                              <p:spTgt spid="78"/>
                                            </p:tgtEl>
                                            <p:attrNameLst>
                                              <p:attrName>ppt_w</p:attrName>
                                            </p:attrNameLst>
                                          </p:cBhvr>
                                          <p:tavLst>
                                            <p:tav tm="0">
                                              <p:val>
                                                <p:fltVal val="0"/>
                                              </p:val>
                                            </p:tav>
                                            <p:tav tm="100000">
                                              <p:val>
                                                <p:strVal val="#ppt_w"/>
                                              </p:val>
                                            </p:tav>
                                          </p:tavLst>
                                        </p:anim>
                                        <p:anim calcmode="lin" valueType="num">
                                          <p:cBhvr>
                                            <p:cTn id="46" dur="500" fill="hold"/>
                                            <p:tgtEl>
                                              <p:spTgt spid="78"/>
                                            </p:tgtEl>
                                            <p:attrNameLst>
                                              <p:attrName>ppt_h</p:attrName>
                                            </p:attrNameLst>
                                          </p:cBhvr>
                                          <p:tavLst>
                                            <p:tav tm="0">
                                              <p:val>
                                                <p:fltVal val="0"/>
                                              </p:val>
                                            </p:tav>
                                            <p:tav tm="100000">
                                              <p:val>
                                                <p:strVal val="#ppt_h"/>
                                              </p:val>
                                            </p:tav>
                                          </p:tavLst>
                                        </p:anim>
                                        <p:animEffect transition="in" filter="fade">
                                          <p:cBhvr>
                                            <p:cTn id="47" dur="500"/>
                                            <p:tgtEl>
                                              <p:spTgt spid="78"/>
                                            </p:tgtEl>
                                          </p:cBhvr>
                                        </p:animEffect>
                                      </p:childTnLst>
                                    </p:cTn>
                                  </p:par>
                                </p:childTnLst>
                              </p:cTn>
                            </p:par>
                            <p:par>
                              <p:cTn id="48" fill="hold">
                                <p:stCondLst>
                                  <p:cond delay="4000"/>
                                </p:stCondLst>
                                <p:childTnLst>
                                  <p:par>
                                    <p:cTn id="49" presetID="22" presetClass="entr" presetSubtype="8" fill="hold" grpId="0" nodeType="after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wipe(left)">
                                          <p:cBhvr>
                                            <p:cTn id="51" dur="500"/>
                                            <p:tgtEl>
                                              <p:spTgt spid="62"/>
                                            </p:tgtEl>
                                          </p:cBhvr>
                                        </p:animEffect>
                                      </p:childTnLst>
                                    </p:cTn>
                                  </p:par>
                                </p:childTnLst>
                              </p:cTn>
                            </p:par>
                            <p:par>
                              <p:cTn id="52" fill="hold">
                                <p:stCondLst>
                                  <p:cond delay="4500"/>
                                </p:stCondLst>
                                <p:childTnLst>
                                  <p:par>
                                    <p:cTn id="53" presetID="53" presetClass="entr" presetSubtype="0" fill="hold" nodeType="afterEffect">
                                      <p:stCondLst>
                                        <p:cond delay="0"/>
                                      </p:stCondLst>
                                      <p:childTnLst>
                                        <p:set>
                                          <p:cBhvr>
                                            <p:cTn id="54" dur="1" fill="hold">
                                              <p:stCondLst>
                                                <p:cond delay="0"/>
                                              </p:stCondLst>
                                            </p:cTn>
                                            <p:tgtEl>
                                              <p:spTgt spid="66"/>
                                            </p:tgtEl>
                                            <p:attrNameLst>
                                              <p:attrName>style.visibility</p:attrName>
                                            </p:attrNameLst>
                                          </p:cBhvr>
                                          <p:to>
                                            <p:strVal val="visible"/>
                                          </p:to>
                                        </p:set>
                                        <p:anim calcmode="lin" valueType="num">
                                          <p:cBhvr>
                                            <p:cTn id="55" dur="500" fill="hold"/>
                                            <p:tgtEl>
                                              <p:spTgt spid="66"/>
                                            </p:tgtEl>
                                            <p:attrNameLst>
                                              <p:attrName>ppt_w</p:attrName>
                                            </p:attrNameLst>
                                          </p:cBhvr>
                                          <p:tavLst>
                                            <p:tav tm="0">
                                              <p:val>
                                                <p:fltVal val="0"/>
                                              </p:val>
                                            </p:tav>
                                            <p:tav tm="100000">
                                              <p:val>
                                                <p:strVal val="#ppt_w"/>
                                              </p:val>
                                            </p:tav>
                                          </p:tavLst>
                                        </p:anim>
                                        <p:anim calcmode="lin" valueType="num">
                                          <p:cBhvr>
                                            <p:cTn id="56" dur="500" fill="hold"/>
                                            <p:tgtEl>
                                              <p:spTgt spid="66"/>
                                            </p:tgtEl>
                                            <p:attrNameLst>
                                              <p:attrName>ppt_h</p:attrName>
                                            </p:attrNameLst>
                                          </p:cBhvr>
                                          <p:tavLst>
                                            <p:tav tm="0">
                                              <p:val>
                                                <p:fltVal val="0"/>
                                              </p:val>
                                            </p:tav>
                                            <p:tav tm="100000">
                                              <p:val>
                                                <p:strVal val="#ppt_h"/>
                                              </p:val>
                                            </p:tav>
                                          </p:tavLst>
                                        </p:anim>
                                        <p:animEffect transition="in" filter="fade">
                                          <p:cBhvr>
                                            <p:cTn id="57" dur="500"/>
                                            <p:tgtEl>
                                              <p:spTgt spid="66"/>
                                            </p:tgtEl>
                                          </p:cBhvr>
                                        </p:animEffect>
                                      </p:childTnLst>
                                    </p:cTn>
                                  </p:par>
                                </p:childTnLst>
                              </p:cTn>
                            </p:par>
                            <p:par>
                              <p:cTn id="58" fill="hold">
                                <p:stCondLst>
                                  <p:cond delay="5000"/>
                                </p:stCondLst>
                                <p:childTnLst>
                                  <p:par>
                                    <p:cTn id="59" presetID="22" presetClass="entr" presetSubtype="1" fill="hold" grpId="0" nodeType="after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wipe(up)">
                                          <p:cBhvr>
                                            <p:cTn id="61" dur="500"/>
                                            <p:tgtEl>
                                              <p:spTgt spid="61"/>
                                            </p:tgtEl>
                                          </p:cBhvr>
                                        </p:animEffect>
                                      </p:childTnLst>
                                    </p:cTn>
                                  </p:par>
                                </p:childTnLst>
                              </p:cTn>
                            </p:par>
                            <p:par>
                              <p:cTn id="62" fill="hold">
                                <p:stCondLst>
                                  <p:cond delay="5500"/>
                                </p:stCondLst>
                                <p:childTnLst>
                                  <p:par>
                                    <p:cTn id="63" presetID="53" presetClass="entr" presetSubtype="0" fill="hold" nodeType="afterEffect">
                                      <p:stCondLst>
                                        <p:cond delay="0"/>
                                      </p:stCondLst>
                                      <p:childTnLst>
                                        <p:set>
                                          <p:cBhvr>
                                            <p:cTn id="64" dur="1" fill="hold">
                                              <p:stCondLst>
                                                <p:cond delay="0"/>
                                              </p:stCondLst>
                                            </p:cTn>
                                            <p:tgtEl>
                                              <p:spTgt spid="72"/>
                                            </p:tgtEl>
                                            <p:attrNameLst>
                                              <p:attrName>style.visibility</p:attrName>
                                            </p:attrNameLst>
                                          </p:cBhvr>
                                          <p:to>
                                            <p:strVal val="visible"/>
                                          </p:to>
                                        </p:set>
                                        <p:anim calcmode="lin" valueType="num">
                                          <p:cBhvr>
                                            <p:cTn id="65" dur="500" fill="hold"/>
                                            <p:tgtEl>
                                              <p:spTgt spid="72"/>
                                            </p:tgtEl>
                                            <p:attrNameLst>
                                              <p:attrName>ppt_w</p:attrName>
                                            </p:attrNameLst>
                                          </p:cBhvr>
                                          <p:tavLst>
                                            <p:tav tm="0">
                                              <p:val>
                                                <p:fltVal val="0"/>
                                              </p:val>
                                            </p:tav>
                                            <p:tav tm="100000">
                                              <p:val>
                                                <p:strVal val="#ppt_w"/>
                                              </p:val>
                                            </p:tav>
                                          </p:tavLst>
                                        </p:anim>
                                        <p:anim calcmode="lin" valueType="num">
                                          <p:cBhvr>
                                            <p:cTn id="66" dur="500" fill="hold"/>
                                            <p:tgtEl>
                                              <p:spTgt spid="72"/>
                                            </p:tgtEl>
                                            <p:attrNameLst>
                                              <p:attrName>ppt_h</p:attrName>
                                            </p:attrNameLst>
                                          </p:cBhvr>
                                          <p:tavLst>
                                            <p:tav tm="0">
                                              <p:val>
                                                <p:fltVal val="0"/>
                                              </p:val>
                                            </p:tav>
                                            <p:tav tm="100000">
                                              <p:val>
                                                <p:strVal val="#ppt_h"/>
                                              </p:val>
                                            </p:tav>
                                          </p:tavLst>
                                        </p:anim>
                                        <p:animEffect transition="in" filter="fade">
                                          <p:cBhvr>
                                            <p:cTn id="67" dur="500"/>
                                            <p:tgtEl>
                                              <p:spTgt spid="72"/>
                                            </p:tgtEl>
                                          </p:cBhvr>
                                        </p:animEffect>
                                      </p:childTnLst>
                                    </p:cTn>
                                  </p:par>
                                </p:childTnLst>
                              </p:cTn>
                            </p:par>
                            <p:par>
                              <p:cTn id="68" fill="hold">
                                <p:stCondLst>
                                  <p:cond delay="6000"/>
                                </p:stCondLst>
                                <p:childTnLst>
                                  <p:par>
                                    <p:cTn id="69" presetID="22" presetClass="entr" presetSubtype="2" fill="hold" grpId="0" nodeType="after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wipe(right)">
                                          <p:cBhvr>
                                            <p:cTn id="71" dur="500"/>
                                            <p:tgtEl>
                                              <p:spTgt spid="58"/>
                                            </p:tgtEl>
                                          </p:cBhvr>
                                        </p:animEffect>
                                      </p:childTnLst>
                                    </p:cTn>
                                  </p:par>
                                </p:childTnLst>
                              </p:cTn>
                            </p:par>
                            <p:par>
                              <p:cTn id="72" fill="hold">
                                <p:stCondLst>
                                  <p:cond delay="6500"/>
                                </p:stCondLst>
                                <p:childTnLst>
                                  <p:par>
                                    <p:cTn id="73" presetID="53" presetClass="entr" presetSubtype="0" fill="hold" nodeType="afterEffect">
                                      <p:stCondLst>
                                        <p:cond delay="0"/>
                                      </p:stCondLst>
                                      <p:childTnLst>
                                        <p:set>
                                          <p:cBhvr>
                                            <p:cTn id="74" dur="1" fill="hold">
                                              <p:stCondLst>
                                                <p:cond delay="0"/>
                                              </p:stCondLst>
                                            </p:cTn>
                                            <p:tgtEl>
                                              <p:spTgt spid="75"/>
                                            </p:tgtEl>
                                            <p:attrNameLst>
                                              <p:attrName>style.visibility</p:attrName>
                                            </p:attrNameLst>
                                          </p:cBhvr>
                                          <p:to>
                                            <p:strVal val="visible"/>
                                          </p:to>
                                        </p:set>
                                        <p:anim calcmode="lin" valueType="num">
                                          <p:cBhvr>
                                            <p:cTn id="75" dur="500" fill="hold"/>
                                            <p:tgtEl>
                                              <p:spTgt spid="75"/>
                                            </p:tgtEl>
                                            <p:attrNameLst>
                                              <p:attrName>ppt_w</p:attrName>
                                            </p:attrNameLst>
                                          </p:cBhvr>
                                          <p:tavLst>
                                            <p:tav tm="0">
                                              <p:val>
                                                <p:fltVal val="0"/>
                                              </p:val>
                                            </p:tav>
                                            <p:tav tm="100000">
                                              <p:val>
                                                <p:strVal val="#ppt_w"/>
                                              </p:val>
                                            </p:tav>
                                          </p:tavLst>
                                        </p:anim>
                                        <p:anim calcmode="lin" valueType="num">
                                          <p:cBhvr>
                                            <p:cTn id="76" dur="500" fill="hold"/>
                                            <p:tgtEl>
                                              <p:spTgt spid="75"/>
                                            </p:tgtEl>
                                            <p:attrNameLst>
                                              <p:attrName>ppt_h</p:attrName>
                                            </p:attrNameLst>
                                          </p:cBhvr>
                                          <p:tavLst>
                                            <p:tav tm="0">
                                              <p:val>
                                                <p:fltVal val="0"/>
                                              </p:val>
                                            </p:tav>
                                            <p:tav tm="100000">
                                              <p:val>
                                                <p:strVal val="#ppt_h"/>
                                              </p:val>
                                            </p:tav>
                                          </p:tavLst>
                                        </p:anim>
                                        <p:animEffect transition="in" filter="fade">
                                          <p:cBhvr>
                                            <p:cTn id="77" dur="500"/>
                                            <p:tgtEl>
                                              <p:spTgt spid="75"/>
                                            </p:tgtEl>
                                          </p:cBhvr>
                                        </p:animEffect>
                                      </p:childTnLst>
                                    </p:cTn>
                                  </p:par>
                                </p:childTnLst>
                              </p:cTn>
                            </p:par>
                            <p:par>
                              <p:cTn id="78" fill="hold">
                                <p:stCondLst>
                                  <p:cond delay="7000"/>
                                </p:stCondLst>
                                <p:childTnLst>
                                  <p:par>
                                    <p:cTn id="79" presetID="22" presetClass="entr" presetSubtype="2" fill="hold" grpId="0" nodeType="afterEffect">
                                      <p:stCondLst>
                                        <p:cond delay="0"/>
                                      </p:stCondLst>
                                      <p:childTnLst>
                                        <p:set>
                                          <p:cBhvr>
                                            <p:cTn id="80" dur="1" fill="hold">
                                              <p:stCondLst>
                                                <p:cond delay="0"/>
                                              </p:stCondLst>
                                            </p:cTn>
                                            <p:tgtEl>
                                              <p:spTgt spid="60"/>
                                            </p:tgtEl>
                                            <p:attrNameLst>
                                              <p:attrName>style.visibility</p:attrName>
                                            </p:attrNameLst>
                                          </p:cBhvr>
                                          <p:to>
                                            <p:strVal val="visible"/>
                                          </p:to>
                                        </p:set>
                                        <p:animEffect transition="in" filter="wipe(right)">
                                          <p:cBhvr>
                                            <p:cTn id="81" dur="500"/>
                                            <p:tgtEl>
                                              <p:spTgt spid="60"/>
                                            </p:tgtEl>
                                          </p:cBhvr>
                                        </p:animEffect>
                                      </p:childTnLst>
                                    </p:cTn>
                                  </p:par>
                                </p:childTnLst>
                              </p:cTn>
                            </p:par>
                            <p:par>
                              <p:cTn id="82" fill="hold">
                                <p:stCondLst>
                                  <p:cond delay="7500"/>
                                </p:stCondLst>
                                <p:childTnLst>
                                  <p:par>
                                    <p:cTn id="83" presetID="53" presetClass="entr" presetSubtype="0" fill="hold" nodeType="afterEffect">
                                      <p:stCondLst>
                                        <p:cond delay="0"/>
                                      </p:stCondLst>
                                      <p:childTnLst>
                                        <p:set>
                                          <p:cBhvr>
                                            <p:cTn id="84" dur="1" fill="hold">
                                              <p:stCondLst>
                                                <p:cond delay="0"/>
                                              </p:stCondLst>
                                            </p:cTn>
                                            <p:tgtEl>
                                              <p:spTgt spid="69"/>
                                            </p:tgtEl>
                                            <p:attrNameLst>
                                              <p:attrName>style.visibility</p:attrName>
                                            </p:attrNameLst>
                                          </p:cBhvr>
                                          <p:to>
                                            <p:strVal val="visible"/>
                                          </p:to>
                                        </p:set>
                                        <p:anim calcmode="lin" valueType="num">
                                          <p:cBhvr>
                                            <p:cTn id="85" dur="500" fill="hold"/>
                                            <p:tgtEl>
                                              <p:spTgt spid="69"/>
                                            </p:tgtEl>
                                            <p:attrNameLst>
                                              <p:attrName>ppt_w</p:attrName>
                                            </p:attrNameLst>
                                          </p:cBhvr>
                                          <p:tavLst>
                                            <p:tav tm="0">
                                              <p:val>
                                                <p:fltVal val="0"/>
                                              </p:val>
                                            </p:tav>
                                            <p:tav tm="100000">
                                              <p:val>
                                                <p:strVal val="#ppt_w"/>
                                              </p:val>
                                            </p:tav>
                                          </p:tavLst>
                                        </p:anim>
                                        <p:anim calcmode="lin" valueType="num">
                                          <p:cBhvr>
                                            <p:cTn id="86" dur="500" fill="hold"/>
                                            <p:tgtEl>
                                              <p:spTgt spid="69"/>
                                            </p:tgtEl>
                                            <p:attrNameLst>
                                              <p:attrName>ppt_h</p:attrName>
                                            </p:attrNameLst>
                                          </p:cBhvr>
                                          <p:tavLst>
                                            <p:tav tm="0">
                                              <p:val>
                                                <p:fltVal val="0"/>
                                              </p:val>
                                            </p:tav>
                                            <p:tav tm="100000">
                                              <p:val>
                                                <p:strVal val="#ppt_h"/>
                                              </p:val>
                                            </p:tav>
                                          </p:tavLst>
                                        </p:anim>
                                        <p:animEffect transition="in" filter="fade">
                                          <p:cBhvr>
                                            <p:cTn id="8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39" grpId="0"/>
          <p:bldP spid="57" grpId="0" animBg="1"/>
          <p:bldP spid="58" grpId="0" animBg="1"/>
          <p:bldP spid="59" grpId="0" animBg="1"/>
          <p:bldP spid="60" grpId="0" animBg="1"/>
          <p:bldP spid="61" grpId="0" animBg="1"/>
          <p:bldP spid="62"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anim calcmode="lin" valueType="num">
                                          <p:cBhvr>
                                            <p:cTn id="8" dur="500" fill="hold"/>
                                            <p:tgtEl>
                                              <p:spTgt spid="20"/>
                                            </p:tgtEl>
                                            <p:attrNameLst>
                                              <p:attrName>ppt_x</p:attrName>
                                            </p:attrNameLst>
                                          </p:cBhvr>
                                          <p:tavLst>
                                            <p:tav tm="0">
                                              <p:val>
                                                <p:strVal val="#ppt_x"/>
                                              </p:val>
                                            </p:tav>
                                            <p:tav tm="100000">
                                              <p:val>
                                                <p:strVal val="#ppt_x"/>
                                              </p:val>
                                            </p:tav>
                                          </p:tavLst>
                                        </p:anim>
                                        <p:anim calcmode="lin" valueType="num">
                                          <p:cBhvr>
                                            <p:cTn id="9" dur="500" fill="hold"/>
                                            <p:tgtEl>
                                              <p:spTgt spid="20"/>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up)">
                                          <p:cBhvr>
                                            <p:cTn id="13" dur="500"/>
                                            <p:tgtEl>
                                              <p:spTgt spid="25"/>
                                            </p:tgtEl>
                                          </p:cBhvr>
                                        </p:animEffect>
                                      </p:childTnLst>
                                    </p:cTn>
                                  </p:par>
                                  <p:par>
                                    <p:cTn id="14" presetID="22" presetClass="entr" presetSubtype="1" fill="hold" grpId="0" nodeType="withEffect">
                                      <p:stCondLst>
                                        <p:cond delay="100"/>
                                      </p:stCondLst>
                                      <p:childTnLst>
                                        <p:set>
                                          <p:cBhvr>
                                            <p:cTn id="15" dur="1" fill="hold">
                                              <p:stCondLst>
                                                <p:cond delay="0"/>
                                              </p:stCondLst>
                                            </p:cTn>
                                            <p:tgtEl>
                                              <p:spTgt spid="26"/>
                                            </p:tgtEl>
                                            <p:attrNameLst>
                                              <p:attrName>style.visibility</p:attrName>
                                            </p:attrNameLst>
                                          </p:cBhvr>
                                          <p:to>
                                            <p:strVal val="visible"/>
                                          </p:to>
                                        </p:set>
                                        <p:animEffect transition="in" filter="wipe(up)">
                                          <p:cBhvr>
                                            <p:cTn id="16" dur="500"/>
                                            <p:tgtEl>
                                              <p:spTgt spid="26"/>
                                            </p:tgtEl>
                                          </p:cBhvr>
                                        </p:animEffect>
                                      </p:childTnLst>
                                    </p:cTn>
                                  </p:par>
                                  <p:par>
                                    <p:cTn id="17" presetID="22" presetClass="entr" presetSubtype="1" fill="hold" grpId="0" nodeType="withEffect">
                                      <p:stCondLst>
                                        <p:cond delay="200"/>
                                      </p:stCondLst>
                                      <p:childTnLst>
                                        <p:set>
                                          <p:cBhvr>
                                            <p:cTn id="18" dur="1" fill="hold">
                                              <p:stCondLst>
                                                <p:cond delay="0"/>
                                              </p:stCondLst>
                                            </p:cTn>
                                            <p:tgtEl>
                                              <p:spTgt spid="27"/>
                                            </p:tgtEl>
                                            <p:attrNameLst>
                                              <p:attrName>style.visibility</p:attrName>
                                            </p:attrNameLst>
                                          </p:cBhvr>
                                          <p:to>
                                            <p:strVal val="visible"/>
                                          </p:to>
                                        </p:set>
                                        <p:animEffect transition="in" filter="wipe(up)">
                                          <p:cBhvr>
                                            <p:cTn id="19" dur="500"/>
                                            <p:tgtEl>
                                              <p:spTgt spid="27"/>
                                            </p:tgtEl>
                                          </p:cBhvr>
                                        </p:animEffect>
                                      </p:childTnLst>
                                    </p:cTn>
                                  </p:par>
                                  <p:par>
                                    <p:cTn id="20" presetID="2" presetClass="entr" presetSubtype="1" fill="hold" grpId="0" nodeType="withEffect">
                                      <p:stCondLst>
                                        <p:cond delay="0"/>
                                      </p:stCondLst>
                                      <p:childTnLst>
                                        <p:set>
                                          <p:cBhvr>
                                            <p:cTn id="21" dur="1" fill="hold">
                                              <p:stCondLst>
                                                <p:cond delay="0"/>
                                              </p:stCondLst>
                                            </p:cTn>
                                            <p:tgtEl>
                                              <p:spTgt spid="39"/>
                                            </p:tgtEl>
                                            <p:attrNameLst>
                                              <p:attrName>style.visibility</p:attrName>
                                            </p:attrNameLst>
                                          </p:cBhvr>
                                          <p:to>
                                            <p:strVal val="visible"/>
                                          </p:to>
                                        </p:set>
                                        <p:anim calcmode="lin" valueType="num">
                                          <p:cBhvr additive="base">
                                            <p:cTn id="22" dur="1000" fill="hold"/>
                                            <p:tgtEl>
                                              <p:spTgt spid="39"/>
                                            </p:tgtEl>
                                            <p:attrNameLst>
                                              <p:attrName>ppt_x</p:attrName>
                                            </p:attrNameLst>
                                          </p:cBhvr>
                                          <p:tavLst>
                                            <p:tav tm="0">
                                              <p:val>
                                                <p:strVal val="#ppt_x"/>
                                              </p:val>
                                            </p:tav>
                                            <p:tav tm="100000">
                                              <p:val>
                                                <p:strVal val="#ppt_x"/>
                                              </p:val>
                                            </p:tav>
                                          </p:tavLst>
                                        </p:anim>
                                        <p:anim calcmode="lin" valueType="num">
                                          <p:cBhvr additive="base">
                                            <p:cTn id="23" dur="1000" fill="hold"/>
                                            <p:tgtEl>
                                              <p:spTgt spid="39"/>
                                            </p:tgtEl>
                                            <p:attrNameLst>
                                              <p:attrName>ppt_y</p:attrName>
                                            </p:attrNameLst>
                                          </p:cBhvr>
                                          <p:tavLst>
                                            <p:tav tm="0">
                                              <p:val>
                                                <p:strVal val="0-#ppt_h/2"/>
                                              </p:val>
                                            </p:tav>
                                            <p:tav tm="100000">
                                              <p:val>
                                                <p:strVal val="#ppt_y"/>
                                              </p:val>
                                            </p:tav>
                                          </p:tavLst>
                                        </p:anim>
                                      </p:childTnLst>
                                    </p:cTn>
                                  </p:par>
                                </p:childTnLst>
                              </p:cTn>
                            </p:par>
                            <p:par>
                              <p:cTn id="24" fill="hold">
                                <p:stCondLst>
                                  <p:cond delay="1500"/>
                                </p:stCondLst>
                                <p:childTnLst>
                                  <p:par>
                                    <p:cTn id="25" presetID="22" presetClass="entr" presetSubtype="8" fill="hold" nodeType="afterEffect">
                                      <p:stCondLst>
                                        <p:cond delay="0"/>
                                      </p:stCondLst>
                                      <p:childTnLst>
                                        <p:set>
                                          <p:cBhvr>
                                            <p:cTn id="26" dur="1" fill="hold">
                                              <p:stCondLst>
                                                <p:cond delay="0"/>
                                              </p:stCondLst>
                                            </p:cTn>
                                            <p:tgtEl>
                                              <p:spTgt spid="40"/>
                                            </p:tgtEl>
                                            <p:attrNameLst>
                                              <p:attrName>style.visibility</p:attrName>
                                            </p:attrNameLst>
                                          </p:cBhvr>
                                          <p:to>
                                            <p:strVal val="visible"/>
                                          </p:to>
                                        </p:set>
                                        <p:animEffect transition="in" filter="wipe(left)">
                                          <p:cBhvr>
                                            <p:cTn id="27" dur="500"/>
                                            <p:tgtEl>
                                              <p:spTgt spid="40"/>
                                            </p:tgtEl>
                                          </p:cBhvr>
                                        </p:animEffect>
                                      </p:childTnLst>
                                    </p:cTn>
                                  </p:par>
                                </p:childTnLst>
                              </p:cTn>
                            </p:par>
                            <p:par>
                              <p:cTn id="28" fill="hold">
                                <p:stCondLst>
                                  <p:cond delay="2000"/>
                                </p:stCondLst>
                                <p:childTnLst>
                                  <p:par>
                                    <p:cTn id="29" presetID="22" presetClass="entr" presetSubtype="4" fill="hold" grpId="0" nodeType="afterEffect">
                                      <p:stCondLst>
                                        <p:cond delay="0"/>
                                      </p:stCondLst>
                                      <p:childTnLst>
                                        <p:set>
                                          <p:cBhvr>
                                            <p:cTn id="30" dur="1" fill="hold">
                                              <p:stCondLst>
                                                <p:cond delay="0"/>
                                              </p:stCondLst>
                                            </p:cTn>
                                            <p:tgtEl>
                                              <p:spTgt spid="59"/>
                                            </p:tgtEl>
                                            <p:attrNameLst>
                                              <p:attrName>style.visibility</p:attrName>
                                            </p:attrNameLst>
                                          </p:cBhvr>
                                          <p:to>
                                            <p:strVal val="visible"/>
                                          </p:to>
                                        </p:set>
                                        <p:animEffect transition="in" filter="wipe(down)">
                                          <p:cBhvr>
                                            <p:cTn id="31" dur="500"/>
                                            <p:tgtEl>
                                              <p:spTgt spid="59"/>
                                            </p:tgtEl>
                                          </p:cBhvr>
                                        </p:animEffect>
                                      </p:childTnLst>
                                    </p:cTn>
                                  </p:par>
                                </p:childTnLst>
                              </p:cTn>
                            </p:par>
                            <p:par>
                              <p:cTn id="32" fill="hold">
                                <p:stCondLst>
                                  <p:cond delay="2500"/>
                                </p:stCondLst>
                                <p:childTnLst>
                                  <p:par>
                                    <p:cTn id="33" presetID="53" presetClass="entr" presetSubtype="0" fill="hold" nodeType="afterEffect">
                                      <p:stCondLst>
                                        <p:cond delay="0"/>
                                      </p:stCondLst>
                                      <p:childTnLst>
                                        <p:set>
                                          <p:cBhvr>
                                            <p:cTn id="34" dur="1" fill="hold">
                                              <p:stCondLst>
                                                <p:cond delay="0"/>
                                              </p:stCondLst>
                                            </p:cTn>
                                            <p:tgtEl>
                                              <p:spTgt spid="63"/>
                                            </p:tgtEl>
                                            <p:attrNameLst>
                                              <p:attrName>style.visibility</p:attrName>
                                            </p:attrNameLst>
                                          </p:cBhvr>
                                          <p:to>
                                            <p:strVal val="visible"/>
                                          </p:to>
                                        </p:set>
                                        <p:anim calcmode="lin" valueType="num">
                                          <p:cBhvr>
                                            <p:cTn id="35" dur="500" fill="hold"/>
                                            <p:tgtEl>
                                              <p:spTgt spid="63"/>
                                            </p:tgtEl>
                                            <p:attrNameLst>
                                              <p:attrName>ppt_w</p:attrName>
                                            </p:attrNameLst>
                                          </p:cBhvr>
                                          <p:tavLst>
                                            <p:tav tm="0">
                                              <p:val>
                                                <p:fltVal val="0"/>
                                              </p:val>
                                            </p:tav>
                                            <p:tav tm="100000">
                                              <p:val>
                                                <p:strVal val="#ppt_w"/>
                                              </p:val>
                                            </p:tav>
                                          </p:tavLst>
                                        </p:anim>
                                        <p:anim calcmode="lin" valueType="num">
                                          <p:cBhvr>
                                            <p:cTn id="36" dur="500" fill="hold"/>
                                            <p:tgtEl>
                                              <p:spTgt spid="63"/>
                                            </p:tgtEl>
                                            <p:attrNameLst>
                                              <p:attrName>ppt_h</p:attrName>
                                            </p:attrNameLst>
                                          </p:cBhvr>
                                          <p:tavLst>
                                            <p:tav tm="0">
                                              <p:val>
                                                <p:fltVal val="0"/>
                                              </p:val>
                                            </p:tav>
                                            <p:tav tm="100000">
                                              <p:val>
                                                <p:strVal val="#ppt_h"/>
                                              </p:val>
                                            </p:tav>
                                          </p:tavLst>
                                        </p:anim>
                                        <p:animEffect transition="in" filter="fade">
                                          <p:cBhvr>
                                            <p:cTn id="37" dur="500"/>
                                            <p:tgtEl>
                                              <p:spTgt spid="63"/>
                                            </p:tgtEl>
                                          </p:cBhvr>
                                        </p:animEffect>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wipe(left)">
                                          <p:cBhvr>
                                            <p:cTn id="41" dur="500"/>
                                            <p:tgtEl>
                                              <p:spTgt spid="57"/>
                                            </p:tgtEl>
                                          </p:cBhvr>
                                        </p:animEffect>
                                      </p:childTnLst>
                                    </p:cTn>
                                  </p:par>
                                </p:childTnLst>
                              </p:cTn>
                            </p:par>
                            <p:par>
                              <p:cTn id="42" fill="hold">
                                <p:stCondLst>
                                  <p:cond delay="3500"/>
                                </p:stCondLst>
                                <p:childTnLst>
                                  <p:par>
                                    <p:cTn id="43" presetID="53" presetClass="entr" presetSubtype="0" fill="hold" nodeType="afterEffect">
                                      <p:stCondLst>
                                        <p:cond delay="0"/>
                                      </p:stCondLst>
                                      <p:childTnLst>
                                        <p:set>
                                          <p:cBhvr>
                                            <p:cTn id="44" dur="1" fill="hold">
                                              <p:stCondLst>
                                                <p:cond delay="0"/>
                                              </p:stCondLst>
                                            </p:cTn>
                                            <p:tgtEl>
                                              <p:spTgt spid="78"/>
                                            </p:tgtEl>
                                            <p:attrNameLst>
                                              <p:attrName>style.visibility</p:attrName>
                                            </p:attrNameLst>
                                          </p:cBhvr>
                                          <p:to>
                                            <p:strVal val="visible"/>
                                          </p:to>
                                        </p:set>
                                        <p:anim calcmode="lin" valueType="num">
                                          <p:cBhvr>
                                            <p:cTn id="45" dur="500" fill="hold"/>
                                            <p:tgtEl>
                                              <p:spTgt spid="78"/>
                                            </p:tgtEl>
                                            <p:attrNameLst>
                                              <p:attrName>ppt_w</p:attrName>
                                            </p:attrNameLst>
                                          </p:cBhvr>
                                          <p:tavLst>
                                            <p:tav tm="0">
                                              <p:val>
                                                <p:fltVal val="0"/>
                                              </p:val>
                                            </p:tav>
                                            <p:tav tm="100000">
                                              <p:val>
                                                <p:strVal val="#ppt_w"/>
                                              </p:val>
                                            </p:tav>
                                          </p:tavLst>
                                        </p:anim>
                                        <p:anim calcmode="lin" valueType="num">
                                          <p:cBhvr>
                                            <p:cTn id="46" dur="500" fill="hold"/>
                                            <p:tgtEl>
                                              <p:spTgt spid="78"/>
                                            </p:tgtEl>
                                            <p:attrNameLst>
                                              <p:attrName>ppt_h</p:attrName>
                                            </p:attrNameLst>
                                          </p:cBhvr>
                                          <p:tavLst>
                                            <p:tav tm="0">
                                              <p:val>
                                                <p:fltVal val="0"/>
                                              </p:val>
                                            </p:tav>
                                            <p:tav tm="100000">
                                              <p:val>
                                                <p:strVal val="#ppt_h"/>
                                              </p:val>
                                            </p:tav>
                                          </p:tavLst>
                                        </p:anim>
                                        <p:animEffect transition="in" filter="fade">
                                          <p:cBhvr>
                                            <p:cTn id="47" dur="500"/>
                                            <p:tgtEl>
                                              <p:spTgt spid="78"/>
                                            </p:tgtEl>
                                          </p:cBhvr>
                                        </p:animEffect>
                                      </p:childTnLst>
                                    </p:cTn>
                                  </p:par>
                                </p:childTnLst>
                              </p:cTn>
                            </p:par>
                            <p:par>
                              <p:cTn id="48" fill="hold">
                                <p:stCondLst>
                                  <p:cond delay="4000"/>
                                </p:stCondLst>
                                <p:childTnLst>
                                  <p:par>
                                    <p:cTn id="49" presetID="22" presetClass="entr" presetSubtype="8" fill="hold" grpId="0" nodeType="afterEffect">
                                      <p:stCondLst>
                                        <p:cond delay="0"/>
                                      </p:stCondLst>
                                      <p:childTnLst>
                                        <p:set>
                                          <p:cBhvr>
                                            <p:cTn id="50" dur="1" fill="hold">
                                              <p:stCondLst>
                                                <p:cond delay="0"/>
                                              </p:stCondLst>
                                            </p:cTn>
                                            <p:tgtEl>
                                              <p:spTgt spid="62"/>
                                            </p:tgtEl>
                                            <p:attrNameLst>
                                              <p:attrName>style.visibility</p:attrName>
                                            </p:attrNameLst>
                                          </p:cBhvr>
                                          <p:to>
                                            <p:strVal val="visible"/>
                                          </p:to>
                                        </p:set>
                                        <p:animEffect transition="in" filter="wipe(left)">
                                          <p:cBhvr>
                                            <p:cTn id="51" dur="500"/>
                                            <p:tgtEl>
                                              <p:spTgt spid="62"/>
                                            </p:tgtEl>
                                          </p:cBhvr>
                                        </p:animEffect>
                                      </p:childTnLst>
                                    </p:cTn>
                                  </p:par>
                                </p:childTnLst>
                              </p:cTn>
                            </p:par>
                            <p:par>
                              <p:cTn id="52" fill="hold">
                                <p:stCondLst>
                                  <p:cond delay="4500"/>
                                </p:stCondLst>
                                <p:childTnLst>
                                  <p:par>
                                    <p:cTn id="53" presetID="53" presetClass="entr" presetSubtype="0" fill="hold" nodeType="afterEffect">
                                      <p:stCondLst>
                                        <p:cond delay="0"/>
                                      </p:stCondLst>
                                      <p:childTnLst>
                                        <p:set>
                                          <p:cBhvr>
                                            <p:cTn id="54" dur="1" fill="hold">
                                              <p:stCondLst>
                                                <p:cond delay="0"/>
                                              </p:stCondLst>
                                            </p:cTn>
                                            <p:tgtEl>
                                              <p:spTgt spid="66"/>
                                            </p:tgtEl>
                                            <p:attrNameLst>
                                              <p:attrName>style.visibility</p:attrName>
                                            </p:attrNameLst>
                                          </p:cBhvr>
                                          <p:to>
                                            <p:strVal val="visible"/>
                                          </p:to>
                                        </p:set>
                                        <p:anim calcmode="lin" valueType="num">
                                          <p:cBhvr>
                                            <p:cTn id="55" dur="500" fill="hold"/>
                                            <p:tgtEl>
                                              <p:spTgt spid="66"/>
                                            </p:tgtEl>
                                            <p:attrNameLst>
                                              <p:attrName>ppt_w</p:attrName>
                                            </p:attrNameLst>
                                          </p:cBhvr>
                                          <p:tavLst>
                                            <p:tav tm="0">
                                              <p:val>
                                                <p:fltVal val="0"/>
                                              </p:val>
                                            </p:tav>
                                            <p:tav tm="100000">
                                              <p:val>
                                                <p:strVal val="#ppt_w"/>
                                              </p:val>
                                            </p:tav>
                                          </p:tavLst>
                                        </p:anim>
                                        <p:anim calcmode="lin" valueType="num">
                                          <p:cBhvr>
                                            <p:cTn id="56" dur="500" fill="hold"/>
                                            <p:tgtEl>
                                              <p:spTgt spid="66"/>
                                            </p:tgtEl>
                                            <p:attrNameLst>
                                              <p:attrName>ppt_h</p:attrName>
                                            </p:attrNameLst>
                                          </p:cBhvr>
                                          <p:tavLst>
                                            <p:tav tm="0">
                                              <p:val>
                                                <p:fltVal val="0"/>
                                              </p:val>
                                            </p:tav>
                                            <p:tav tm="100000">
                                              <p:val>
                                                <p:strVal val="#ppt_h"/>
                                              </p:val>
                                            </p:tav>
                                          </p:tavLst>
                                        </p:anim>
                                        <p:animEffect transition="in" filter="fade">
                                          <p:cBhvr>
                                            <p:cTn id="57" dur="500"/>
                                            <p:tgtEl>
                                              <p:spTgt spid="66"/>
                                            </p:tgtEl>
                                          </p:cBhvr>
                                        </p:animEffect>
                                      </p:childTnLst>
                                    </p:cTn>
                                  </p:par>
                                </p:childTnLst>
                              </p:cTn>
                            </p:par>
                            <p:par>
                              <p:cTn id="58" fill="hold">
                                <p:stCondLst>
                                  <p:cond delay="5000"/>
                                </p:stCondLst>
                                <p:childTnLst>
                                  <p:par>
                                    <p:cTn id="59" presetID="22" presetClass="entr" presetSubtype="1" fill="hold" grpId="0" nodeType="afterEffect">
                                      <p:stCondLst>
                                        <p:cond delay="0"/>
                                      </p:stCondLst>
                                      <p:childTnLst>
                                        <p:set>
                                          <p:cBhvr>
                                            <p:cTn id="60" dur="1" fill="hold">
                                              <p:stCondLst>
                                                <p:cond delay="0"/>
                                              </p:stCondLst>
                                            </p:cTn>
                                            <p:tgtEl>
                                              <p:spTgt spid="61"/>
                                            </p:tgtEl>
                                            <p:attrNameLst>
                                              <p:attrName>style.visibility</p:attrName>
                                            </p:attrNameLst>
                                          </p:cBhvr>
                                          <p:to>
                                            <p:strVal val="visible"/>
                                          </p:to>
                                        </p:set>
                                        <p:animEffect transition="in" filter="wipe(up)">
                                          <p:cBhvr>
                                            <p:cTn id="61" dur="500"/>
                                            <p:tgtEl>
                                              <p:spTgt spid="61"/>
                                            </p:tgtEl>
                                          </p:cBhvr>
                                        </p:animEffect>
                                      </p:childTnLst>
                                    </p:cTn>
                                  </p:par>
                                </p:childTnLst>
                              </p:cTn>
                            </p:par>
                            <p:par>
                              <p:cTn id="62" fill="hold">
                                <p:stCondLst>
                                  <p:cond delay="5500"/>
                                </p:stCondLst>
                                <p:childTnLst>
                                  <p:par>
                                    <p:cTn id="63" presetID="53" presetClass="entr" presetSubtype="0" fill="hold" nodeType="afterEffect">
                                      <p:stCondLst>
                                        <p:cond delay="0"/>
                                      </p:stCondLst>
                                      <p:childTnLst>
                                        <p:set>
                                          <p:cBhvr>
                                            <p:cTn id="64" dur="1" fill="hold">
                                              <p:stCondLst>
                                                <p:cond delay="0"/>
                                              </p:stCondLst>
                                            </p:cTn>
                                            <p:tgtEl>
                                              <p:spTgt spid="72"/>
                                            </p:tgtEl>
                                            <p:attrNameLst>
                                              <p:attrName>style.visibility</p:attrName>
                                            </p:attrNameLst>
                                          </p:cBhvr>
                                          <p:to>
                                            <p:strVal val="visible"/>
                                          </p:to>
                                        </p:set>
                                        <p:anim calcmode="lin" valueType="num">
                                          <p:cBhvr>
                                            <p:cTn id="65" dur="500" fill="hold"/>
                                            <p:tgtEl>
                                              <p:spTgt spid="72"/>
                                            </p:tgtEl>
                                            <p:attrNameLst>
                                              <p:attrName>ppt_w</p:attrName>
                                            </p:attrNameLst>
                                          </p:cBhvr>
                                          <p:tavLst>
                                            <p:tav tm="0">
                                              <p:val>
                                                <p:fltVal val="0"/>
                                              </p:val>
                                            </p:tav>
                                            <p:tav tm="100000">
                                              <p:val>
                                                <p:strVal val="#ppt_w"/>
                                              </p:val>
                                            </p:tav>
                                          </p:tavLst>
                                        </p:anim>
                                        <p:anim calcmode="lin" valueType="num">
                                          <p:cBhvr>
                                            <p:cTn id="66" dur="500" fill="hold"/>
                                            <p:tgtEl>
                                              <p:spTgt spid="72"/>
                                            </p:tgtEl>
                                            <p:attrNameLst>
                                              <p:attrName>ppt_h</p:attrName>
                                            </p:attrNameLst>
                                          </p:cBhvr>
                                          <p:tavLst>
                                            <p:tav tm="0">
                                              <p:val>
                                                <p:fltVal val="0"/>
                                              </p:val>
                                            </p:tav>
                                            <p:tav tm="100000">
                                              <p:val>
                                                <p:strVal val="#ppt_h"/>
                                              </p:val>
                                            </p:tav>
                                          </p:tavLst>
                                        </p:anim>
                                        <p:animEffect transition="in" filter="fade">
                                          <p:cBhvr>
                                            <p:cTn id="67" dur="500"/>
                                            <p:tgtEl>
                                              <p:spTgt spid="72"/>
                                            </p:tgtEl>
                                          </p:cBhvr>
                                        </p:animEffect>
                                      </p:childTnLst>
                                    </p:cTn>
                                  </p:par>
                                </p:childTnLst>
                              </p:cTn>
                            </p:par>
                            <p:par>
                              <p:cTn id="68" fill="hold">
                                <p:stCondLst>
                                  <p:cond delay="6000"/>
                                </p:stCondLst>
                                <p:childTnLst>
                                  <p:par>
                                    <p:cTn id="69" presetID="22" presetClass="entr" presetSubtype="2" fill="hold" grpId="0" nodeType="afterEffect">
                                      <p:stCondLst>
                                        <p:cond delay="0"/>
                                      </p:stCondLst>
                                      <p:childTnLst>
                                        <p:set>
                                          <p:cBhvr>
                                            <p:cTn id="70" dur="1" fill="hold">
                                              <p:stCondLst>
                                                <p:cond delay="0"/>
                                              </p:stCondLst>
                                            </p:cTn>
                                            <p:tgtEl>
                                              <p:spTgt spid="58"/>
                                            </p:tgtEl>
                                            <p:attrNameLst>
                                              <p:attrName>style.visibility</p:attrName>
                                            </p:attrNameLst>
                                          </p:cBhvr>
                                          <p:to>
                                            <p:strVal val="visible"/>
                                          </p:to>
                                        </p:set>
                                        <p:animEffect transition="in" filter="wipe(right)">
                                          <p:cBhvr>
                                            <p:cTn id="71" dur="500"/>
                                            <p:tgtEl>
                                              <p:spTgt spid="58"/>
                                            </p:tgtEl>
                                          </p:cBhvr>
                                        </p:animEffect>
                                      </p:childTnLst>
                                    </p:cTn>
                                  </p:par>
                                </p:childTnLst>
                              </p:cTn>
                            </p:par>
                            <p:par>
                              <p:cTn id="72" fill="hold">
                                <p:stCondLst>
                                  <p:cond delay="6500"/>
                                </p:stCondLst>
                                <p:childTnLst>
                                  <p:par>
                                    <p:cTn id="73" presetID="53" presetClass="entr" presetSubtype="0" fill="hold" nodeType="afterEffect">
                                      <p:stCondLst>
                                        <p:cond delay="0"/>
                                      </p:stCondLst>
                                      <p:childTnLst>
                                        <p:set>
                                          <p:cBhvr>
                                            <p:cTn id="74" dur="1" fill="hold">
                                              <p:stCondLst>
                                                <p:cond delay="0"/>
                                              </p:stCondLst>
                                            </p:cTn>
                                            <p:tgtEl>
                                              <p:spTgt spid="75"/>
                                            </p:tgtEl>
                                            <p:attrNameLst>
                                              <p:attrName>style.visibility</p:attrName>
                                            </p:attrNameLst>
                                          </p:cBhvr>
                                          <p:to>
                                            <p:strVal val="visible"/>
                                          </p:to>
                                        </p:set>
                                        <p:anim calcmode="lin" valueType="num">
                                          <p:cBhvr>
                                            <p:cTn id="75" dur="500" fill="hold"/>
                                            <p:tgtEl>
                                              <p:spTgt spid="75"/>
                                            </p:tgtEl>
                                            <p:attrNameLst>
                                              <p:attrName>ppt_w</p:attrName>
                                            </p:attrNameLst>
                                          </p:cBhvr>
                                          <p:tavLst>
                                            <p:tav tm="0">
                                              <p:val>
                                                <p:fltVal val="0"/>
                                              </p:val>
                                            </p:tav>
                                            <p:tav tm="100000">
                                              <p:val>
                                                <p:strVal val="#ppt_w"/>
                                              </p:val>
                                            </p:tav>
                                          </p:tavLst>
                                        </p:anim>
                                        <p:anim calcmode="lin" valueType="num">
                                          <p:cBhvr>
                                            <p:cTn id="76" dur="500" fill="hold"/>
                                            <p:tgtEl>
                                              <p:spTgt spid="75"/>
                                            </p:tgtEl>
                                            <p:attrNameLst>
                                              <p:attrName>ppt_h</p:attrName>
                                            </p:attrNameLst>
                                          </p:cBhvr>
                                          <p:tavLst>
                                            <p:tav tm="0">
                                              <p:val>
                                                <p:fltVal val="0"/>
                                              </p:val>
                                            </p:tav>
                                            <p:tav tm="100000">
                                              <p:val>
                                                <p:strVal val="#ppt_h"/>
                                              </p:val>
                                            </p:tav>
                                          </p:tavLst>
                                        </p:anim>
                                        <p:animEffect transition="in" filter="fade">
                                          <p:cBhvr>
                                            <p:cTn id="77" dur="500"/>
                                            <p:tgtEl>
                                              <p:spTgt spid="75"/>
                                            </p:tgtEl>
                                          </p:cBhvr>
                                        </p:animEffect>
                                      </p:childTnLst>
                                    </p:cTn>
                                  </p:par>
                                </p:childTnLst>
                              </p:cTn>
                            </p:par>
                            <p:par>
                              <p:cTn id="78" fill="hold">
                                <p:stCondLst>
                                  <p:cond delay="7000"/>
                                </p:stCondLst>
                                <p:childTnLst>
                                  <p:par>
                                    <p:cTn id="79" presetID="22" presetClass="entr" presetSubtype="2" fill="hold" grpId="0" nodeType="afterEffect">
                                      <p:stCondLst>
                                        <p:cond delay="0"/>
                                      </p:stCondLst>
                                      <p:childTnLst>
                                        <p:set>
                                          <p:cBhvr>
                                            <p:cTn id="80" dur="1" fill="hold">
                                              <p:stCondLst>
                                                <p:cond delay="0"/>
                                              </p:stCondLst>
                                            </p:cTn>
                                            <p:tgtEl>
                                              <p:spTgt spid="60"/>
                                            </p:tgtEl>
                                            <p:attrNameLst>
                                              <p:attrName>style.visibility</p:attrName>
                                            </p:attrNameLst>
                                          </p:cBhvr>
                                          <p:to>
                                            <p:strVal val="visible"/>
                                          </p:to>
                                        </p:set>
                                        <p:animEffect transition="in" filter="wipe(right)">
                                          <p:cBhvr>
                                            <p:cTn id="81" dur="500"/>
                                            <p:tgtEl>
                                              <p:spTgt spid="60"/>
                                            </p:tgtEl>
                                          </p:cBhvr>
                                        </p:animEffect>
                                      </p:childTnLst>
                                    </p:cTn>
                                  </p:par>
                                </p:childTnLst>
                              </p:cTn>
                            </p:par>
                            <p:par>
                              <p:cTn id="82" fill="hold">
                                <p:stCondLst>
                                  <p:cond delay="7500"/>
                                </p:stCondLst>
                                <p:childTnLst>
                                  <p:par>
                                    <p:cTn id="83" presetID="53" presetClass="entr" presetSubtype="0" fill="hold" nodeType="afterEffect">
                                      <p:stCondLst>
                                        <p:cond delay="0"/>
                                      </p:stCondLst>
                                      <p:childTnLst>
                                        <p:set>
                                          <p:cBhvr>
                                            <p:cTn id="84" dur="1" fill="hold">
                                              <p:stCondLst>
                                                <p:cond delay="0"/>
                                              </p:stCondLst>
                                            </p:cTn>
                                            <p:tgtEl>
                                              <p:spTgt spid="69"/>
                                            </p:tgtEl>
                                            <p:attrNameLst>
                                              <p:attrName>style.visibility</p:attrName>
                                            </p:attrNameLst>
                                          </p:cBhvr>
                                          <p:to>
                                            <p:strVal val="visible"/>
                                          </p:to>
                                        </p:set>
                                        <p:anim calcmode="lin" valueType="num">
                                          <p:cBhvr>
                                            <p:cTn id="85" dur="500" fill="hold"/>
                                            <p:tgtEl>
                                              <p:spTgt spid="69"/>
                                            </p:tgtEl>
                                            <p:attrNameLst>
                                              <p:attrName>ppt_w</p:attrName>
                                            </p:attrNameLst>
                                          </p:cBhvr>
                                          <p:tavLst>
                                            <p:tav tm="0">
                                              <p:val>
                                                <p:fltVal val="0"/>
                                              </p:val>
                                            </p:tav>
                                            <p:tav tm="100000">
                                              <p:val>
                                                <p:strVal val="#ppt_w"/>
                                              </p:val>
                                            </p:tav>
                                          </p:tavLst>
                                        </p:anim>
                                        <p:anim calcmode="lin" valueType="num">
                                          <p:cBhvr>
                                            <p:cTn id="86" dur="500" fill="hold"/>
                                            <p:tgtEl>
                                              <p:spTgt spid="69"/>
                                            </p:tgtEl>
                                            <p:attrNameLst>
                                              <p:attrName>ppt_h</p:attrName>
                                            </p:attrNameLst>
                                          </p:cBhvr>
                                          <p:tavLst>
                                            <p:tav tm="0">
                                              <p:val>
                                                <p:fltVal val="0"/>
                                              </p:val>
                                            </p:tav>
                                            <p:tav tm="100000">
                                              <p:val>
                                                <p:strVal val="#ppt_h"/>
                                              </p:val>
                                            </p:tav>
                                          </p:tavLst>
                                        </p:anim>
                                        <p:animEffect transition="in" filter="fade">
                                          <p:cBhvr>
                                            <p:cTn id="87"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39" grpId="0"/>
          <p:bldP spid="57" grpId="0" animBg="1"/>
          <p:bldP spid="58" grpId="0" animBg="1"/>
          <p:bldP spid="59" grpId="0" animBg="1"/>
          <p:bldP spid="60" grpId="0" animBg="1"/>
          <p:bldP spid="61" grpId="0" animBg="1"/>
          <p:bldP spid="62" grpId="0" animBg="1"/>
        </p:bldLst>
      </p:timing>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8"/>
          <p:cNvSpPr txBox="1"/>
          <p:nvPr/>
        </p:nvSpPr>
        <p:spPr>
          <a:xfrm>
            <a:off x="9192160" y="1702789"/>
            <a:ext cx="1824203" cy="849015"/>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 name="TextBox 19"/>
          <p:cNvSpPr txBox="1"/>
          <p:nvPr/>
        </p:nvSpPr>
        <p:spPr>
          <a:xfrm>
            <a:off x="9192160" y="3212957"/>
            <a:ext cx="1824203" cy="849015"/>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dirty="0">
                <a:solidFill>
                  <a:schemeClr val="tx1">
                    <a:lumMod val="95000"/>
                    <a:lumOff val="5000"/>
                  </a:schemeClr>
                </a:solidFill>
              </a:rPr>
              <a:t>在此处输入具体内容在此处输入具体内容在此处输入具体内容</a:t>
            </a:r>
            <a:endParaRPr lang="en-US" altLang="zh-CN" sz="1400" dirty="0">
              <a:solidFill>
                <a:schemeClr val="tx1">
                  <a:lumMod val="95000"/>
                  <a:lumOff val="5000"/>
                </a:schemeClr>
              </a:solidFill>
            </a:endParaRPr>
          </a:p>
        </p:txBody>
      </p:sp>
      <p:sp>
        <p:nvSpPr>
          <p:cNvPr id="6" name="TextBox 20"/>
          <p:cNvSpPr txBox="1"/>
          <p:nvPr/>
        </p:nvSpPr>
        <p:spPr>
          <a:xfrm>
            <a:off x="9192160" y="4829469"/>
            <a:ext cx="1824203" cy="849015"/>
          </a:xfrm>
          <a:prstGeom prst="rect">
            <a:avLst/>
          </a:prstGeom>
          <a:noFill/>
        </p:spPr>
        <p:txBody>
          <a:bodyPr wrap="square" rtlCol="0">
            <a:spAutoFit/>
          </a:bodyPr>
          <a:lstStyle>
            <a:defPPr>
              <a:defRPr lang="zh-CN"/>
            </a:defPPr>
            <a:lvl1pPr algn="just">
              <a:lnSpc>
                <a:spcPct val="150000"/>
              </a:lnSpc>
              <a:defRPr>
                <a:solidFill>
                  <a:schemeClr val="bg1"/>
                </a:solidFill>
                <a:latin typeface="微软雅黑" panose="020B0503020204020204" pitchFamily="34" charset="-122"/>
                <a:ea typeface="微软雅黑" panose="020B0503020204020204" pitchFamily="34" charset="-122"/>
              </a:defRPr>
            </a:lvl1pPr>
          </a:lstStyle>
          <a:p>
            <a:pPr>
              <a:lnSpc>
                <a:spcPct val="120000"/>
              </a:lnSpc>
            </a:pPr>
            <a:r>
              <a:rPr lang="zh-CN" altLang="en-US" sz="1400" dirty="0">
                <a:solidFill>
                  <a:schemeClr val="tx1">
                    <a:lumMod val="95000"/>
                    <a:lumOff val="5000"/>
                  </a:schemeClr>
                </a:solidFill>
              </a:rPr>
              <a:t>在此处输入具体内容在此处输入具体内容在此处输入具体内容</a:t>
            </a:r>
            <a:endParaRPr lang="en-US" altLang="zh-CN" sz="1400" dirty="0">
              <a:solidFill>
                <a:schemeClr val="tx1">
                  <a:lumMod val="95000"/>
                  <a:lumOff val="5000"/>
                </a:schemeClr>
              </a:solidFill>
            </a:endParaRPr>
          </a:p>
        </p:txBody>
      </p:sp>
      <p:sp>
        <p:nvSpPr>
          <p:cNvPr id="7" name="TextBox 22"/>
          <p:cNvSpPr txBox="1"/>
          <p:nvPr/>
        </p:nvSpPr>
        <p:spPr>
          <a:xfrm>
            <a:off x="654862" y="2158067"/>
            <a:ext cx="3936437"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1" name="组合 10"/>
          <p:cNvGrpSpPr/>
          <p:nvPr/>
        </p:nvGrpSpPr>
        <p:grpSpPr>
          <a:xfrm>
            <a:off x="7668241" y="1497144"/>
            <a:ext cx="1424079" cy="1424079"/>
            <a:chOff x="2492956" y="1106543"/>
            <a:chExt cx="1068059" cy="1068059"/>
          </a:xfrm>
        </p:grpSpPr>
        <p:grpSp>
          <p:nvGrpSpPr>
            <p:cNvPr id="12" name="组合 11"/>
            <p:cNvGrpSpPr/>
            <p:nvPr/>
          </p:nvGrpSpPr>
          <p:grpSpPr>
            <a:xfrm>
              <a:off x="2492956" y="1106543"/>
              <a:ext cx="1068059" cy="1068059"/>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3" name="TextBox 43"/>
            <p:cNvSpPr txBox="1"/>
            <p:nvPr/>
          </p:nvSpPr>
          <p:spPr>
            <a:xfrm>
              <a:off x="2507080" y="1514942"/>
              <a:ext cx="1053935" cy="230833"/>
            </a:xfrm>
            <a:prstGeom prst="rect">
              <a:avLst/>
            </a:prstGeom>
            <a:noFill/>
          </p:spPr>
          <p:txBody>
            <a:bodyPr wrap="square" lIns="0" tIns="0" rIns="0" bIns="0" rtlCol="0">
              <a:spAutoFit/>
            </a:bodyPr>
            <a:lstStyle/>
            <a:p>
              <a:pPr algn="ctr"/>
              <a:r>
                <a:rPr lang="zh-CN" altLang="en-US" sz="2000" dirty="0">
                  <a:solidFill>
                    <a:schemeClr val="accent1">
                      <a:lumMod val="100000"/>
                    </a:schemeClr>
                  </a:solidFill>
                  <a:latin typeface="微软雅黑" panose="020B0503020204020204" pitchFamily="34" charset="-122"/>
                  <a:ea typeface="微软雅黑" panose="020B0503020204020204" pitchFamily="34" charset="-122"/>
                </a:rPr>
                <a:t>标题</a:t>
              </a:r>
            </a:p>
          </p:txBody>
        </p:sp>
      </p:grpSp>
      <p:grpSp>
        <p:nvGrpSpPr>
          <p:cNvPr id="16" name="组合 15"/>
          <p:cNvGrpSpPr/>
          <p:nvPr/>
        </p:nvGrpSpPr>
        <p:grpSpPr>
          <a:xfrm>
            <a:off x="7690279" y="3138632"/>
            <a:ext cx="1424079" cy="1424079"/>
            <a:chOff x="2509485" y="2337659"/>
            <a:chExt cx="1068059" cy="1068059"/>
          </a:xfrm>
        </p:grpSpPr>
        <p:grpSp>
          <p:nvGrpSpPr>
            <p:cNvPr id="17" name="组合 16"/>
            <p:cNvGrpSpPr/>
            <p:nvPr/>
          </p:nvGrpSpPr>
          <p:grpSpPr>
            <a:xfrm>
              <a:off x="2509485" y="2337659"/>
              <a:ext cx="1068059" cy="1068059"/>
              <a:chOff x="304800" y="673100"/>
              <a:chExt cx="4000500" cy="4000500"/>
            </a:xfrm>
            <a:effectLst>
              <a:outerShdw blurRad="444500" dist="254000" dir="8100000" algn="tr" rotWithShape="0">
                <a:prstClr val="black">
                  <a:alpha val="50000"/>
                </a:prstClr>
              </a:outerShdw>
            </a:effectLst>
          </p:grpSpPr>
          <p:sp>
            <p:nvSpPr>
              <p:cNvPr id="19" name="同心圆 1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0" name="椭圆 19"/>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18" name="TextBox 52"/>
            <p:cNvSpPr txBox="1"/>
            <p:nvPr/>
          </p:nvSpPr>
          <p:spPr>
            <a:xfrm>
              <a:off x="2528296" y="2730804"/>
              <a:ext cx="1025937" cy="230833"/>
            </a:xfrm>
            <a:prstGeom prst="rect">
              <a:avLst/>
            </a:prstGeom>
            <a:noFill/>
          </p:spPr>
          <p:txBody>
            <a:bodyPr wrap="square" lIns="0" tIns="0" rIns="0" bIns="0" rtlCol="0">
              <a:spAutoFit/>
            </a:bodyPr>
            <a:lstStyle/>
            <a:p>
              <a:pPr algn="ctr"/>
              <a:r>
                <a:rPr lang="zh-CN" altLang="en-US" sz="2000" dirty="0">
                  <a:solidFill>
                    <a:schemeClr val="accent1">
                      <a:lumMod val="100000"/>
                    </a:schemeClr>
                  </a:solidFill>
                  <a:latin typeface="微软雅黑" panose="020B0503020204020204" pitchFamily="34" charset="-122"/>
                  <a:ea typeface="微软雅黑" panose="020B0503020204020204" pitchFamily="34" charset="-122"/>
                </a:rPr>
                <a:t>标题</a:t>
              </a:r>
            </a:p>
          </p:txBody>
        </p:sp>
      </p:grpSp>
      <p:grpSp>
        <p:nvGrpSpPr>
          <p:cNvPr id="21" name="组合 20"/>
          <p:cNvGrpSpPr/>
          <p:nvPr/>
        </p:nvGrpSpPr>
        <p:grpSpPr>
          <a:xfrm>
            <a:off x="7668242" y="4794902"/>
            <a:ext cx="1434671" cy="1424079"/>
            <a:chOff x="2492957" y="3579862"/>
            <a:chExt cx="1076003" cy="1068059"/>
          </a:xfrm>
        </p:grpSpPr>
        <p:grpSp>
          <p:nvGrpSpPr>
            <p:cNvPr id="22" name="组合 21"/>
            <p:cNvGrpSpPr/>
            <p:nvPr/>
          </p:nvGrpSpPr>
          <p:grpSpPr>
            <a:xfrm>
              <a:off x="2495829" y="3579862"/>
              <a:ext cx="1068059" cy="1068059"/>
              <a:chOff x="304800" y="673100"/>
              <a:chExt cx="4000500" cy="4000500"/>
            </a:xfrm>
            <a:effectLst>
              <a:outerShdw blurRad="444500" dist="254000" dir="8100000" algn="tr" rotWithShape="0">
                <a:prstClr val="black">
                  <a:alpha val="50000"/>
                </a:prstClr>
              </a:outerShdw>
            </a:effectLst>
          </p:grpSpPr>
          <p:sp>
            <p:nvSpPr>
              <p:cNvPr id="24" name="同心圆 2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sp>
            <p:nvSpPr>
              <p:cNvPr id="25" name="椭圆 24"/>
              <p:cNvSpPr/>
              <p:nvPr/>
            </p:nvSpPr>
            <p:spPr>
              <a:xfrm>
                <a:off x="392111" y="760414"/>
                <a:ext cx="3825875" cy="3825878"/>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23" name="TextBox 56"/>
            <p:cNvSpPr txBox="1"/>
            <p:nvPr/>
          </p:nvSpPr>
          <p:spPr>
            <a:xfrm>
              <a:off x="2492957" y="3979274"/>
              <a:ext cx="1076003" cy="230833"/>
            </a:xfrm>
            <a:prstGeom prst="rect">
              <a:avLst/>
            </a:prstGeom>
            <a:noFill/>
          </p:spPr>
          <p:txBody>
            <a:bodyPr wrap="square" lIns="0" tIns="0" rIns="0" bIns="0" rtlCol="0">
              <a:spAutoFit/>
            </a:bodyPr>
            <a:lstStyle/>
            <a:p>
              <a:pPr algn="ctr"/>
              <a:r>
                <a:rPr lang="zh-CN" altLang="en-US" sz="2000" dirty="0">
                  <a:solidFill>
                    <a:schemeClr val="accent1">
                      <a:lumMod val="100000"/>
                    </a:schemeClr>
                  </a:solidFill>
                  <a:latin typeface="微软雅黑" panose="020B0503020204020204" pitchFamily="34" charset="-122"/>
                  <a:ea typeface="微软雅黑" panose="020B0503020204020204" pitchFamily="34" charset="-122"/>
                </a:rPr>
                <a:t>标题</a:t>
              </a:r>
            </a:p>
          </p:txBody>
        </p:sp>
      </p:grpSp>
      <p:grpSp>
        <p:nvGrpSpPr>
          <p:cNvPr id="27" name="组合 26"/>
          <p:cNvGrpSpPr/>
          <p:nvPr/>
        </p:nvGrpSpPr>
        <p:grpSpPr>
          <a:xfrm>
            <a:off x="4847861" y="2776753"/>
            <a:ext cx="1944032" cy="1944032"/>
            <a:chOff x="304800" y="673100"/>
            <a:chExt cx="4000500" cy="4000500"/>
          </a:xfrm>
          <a:effectLst>
            <a:outerShdw blurRad="444500" dist="254000" dir="8100000" algn="tr" rotWithShape="0">
              <a:prstClr val="black">
                <a:alpha val="50000"/>
              </a:prstClr>
            </a:outerShdw>
          </a:effectLst>
        </p:grpSpPr>
        <p:sp>
          <p:nvSpPr>
            <p:cNvPr id="29" name="同心圆 2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black"/>
                </a:solidFill>
                <a:latin typeface="微软雅黑" panose="020B0503020204020204" pitchFamily="34" charset="-122"/>
                <a:ea typeface="微软雅黑" panose="020B0503020204020204" pitchFamily="34" charset="-122"/>
              </a:endParaRPr>
            </a:p>
          </p:txBody>
        </p:sp>
        <p:sp>
          <p:nvSpPr>
            <p:cNvPr id="30" name="椭圆 2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prstClr val="white"/>
                </a:solidFill>
                <a:latin typeface="微软雅黑" panose="020B0503020204020204" pitchFamily="34" charset="-122"/>
                <a:ea typeface="微软雅黑" panose="020B0503020204020204" pitchFamily="34" charset="-122"/>
              </a:endParaRPr>
            </a:p>
          </p:txBody>
        </p:sp>
      </p:grpSp>
      <p:grpSp>
        <p:nvGrpSpPr>
          <p:cNvPr id="31" name="组合 30"/>
          <p:cNvGrpSpPr/>
          <p:nvPr/>
        </p:nvGrpSpPr>
        <p:grpSpPr>
          <a:xfrm>
            <a:off x="1806989" y="1485994"/>
            <a:ext cx="1808523" cy="576715"/>
            <a:chOff x="814328" y="3219334"/>
            <a:chExt cx="1356392" cy="432536"/>
          </a:xfrm>
        </p:grpSpPr>
        <p:grpSp>
          <p:nvGrpSpPr>
            <p:cNvPr id="32" name="组合 31"/>
            <p:cNvGrpSpPr/>
            <p:nvPr/>
          </p:nvGrpSpPr>
          <p:grpSpPr>
            <a:xfrm>
              <a:off x="814328" y="3219334"/>
              <a:ext cx="1356392" cy="432536"/>
              <a:chOff x="2173927" y="3285519"/>
              <a:chExt cx="1721136" cy="548848"/>
            </a:xfrm>
          </p:grpSpPr>
          <p:grpSp>
            <p:nvGrpSpPr>
              <p:cNvPr id="34" name="组合 33"/>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36" name="圆角矩形 35"/>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35" name="椭圆 34"/>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rgbClr val="FF0000"/>
                  </a:solidFill>
                  <a:latin typeface="微软雅黑" panose="020B0503020204020204" pitchFamily="34" charset="-122"/>
                  <a:ea typeface="微软雅黑" panose="020B0503020204020204" pitchFamily="34" charset="-122"/>
                </a:endParaRPr>
              </a:p>
            </p:txBody>
          </p:sp>
        </p:grpSp>
        <p:sp>
          <p:nvSpPr>
            <p:cNvPr id="33" name="TextBox 75"/>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dirty="0">
                  <a:solidFill>
                    <a:schemeClr val="accent1">
                      <a:lumMod val="100000"/>
                    </a:schemeClr>
                  </a:solidFill>
                </a:rPr>
                <a:t>标题</a:t>
              </a:r>
            </a:p>
          </p:txBody>
        </p:sp>
      </p:grpSp>
      <p:sp>
        <p:nvSpPr>
          <p:cNvPr id="38" name="TextBox 81"/>
          <p:cNvSpPr txBox="1"/>
          <p:nvPr/>
        </p:nvSpPr>
        <p:spPr>
          <a:xfrm>
            <a:off x="654862" y="3886259"/>
            <a:ext cx="3936437"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TextBox 82"/>
          <p:cNvSpPr txBox="1"/>
          <p:nvPr/>
        </p:nvSpPr>
        <p:spPr>
          <a:xfrm>
            <a:off x="654862" y="5518441"/>
            <a:ext cx="3936437" cy="590483"/>
          </a:xfrm>
          <a:prstGeom prst="rect">
            <a:avLst/>
          </a:prstGeom>
          <a:noFill/>
        </p:spPr>
        <p:txBody>
          <a:bodyPr wrap="square"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40" name="组合 39"/>
          <p:cNvGrpSpPr/>
          <p:nvPr/>
        </p:nvGrpSpPr>
        <p:grpSpPr>
          <a:xfrm>
            <a:off x="1806989" y="3130101"/>
            <a:ext cx="1808523" cy="576715"/>
            <a:chOff x="814328" y="3219334"/>
            <a:chExt cx="1356392" cy="432536"/>
          </a:xfrm>
        </p:grpSpPr>
        <p:grpSp>
          <p:nvGrpSpPr>
            <p:cNvPr id="41" name="组合 40"/>
            <p:cNvGrpSpPr/>
            <p:nvPr/>
          </p:nvGrpSpPr>
          <p:grpSpPr>
            <a:xfrm>
              <a:off x="814328" y="3219334"/>
              <a:ext cx="1356392" cy="432536"/>
              <a:chOff x="2173927" y="3285519"/>
              <a:chExt cx="1721136" cy="548848"/>
            </a:xfrm>
          </p:grpSpPr>
          <p:grpSp>
            <p:nvGrpSpPr>
              <p:cNvPr id="43" name="组合 42"/>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45" name="圆角矩形 4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46" name="圆角矩形 45"/>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4" name="椭圆 43"/>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2" name="TextBox 86"/>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dirty="0">
                  <a:solidFill>
                    <a:schemeClr val="accent1">
                      <a:lumMod val="100000"/>
                    </a:schemeClr>
                  </a:solidFill>
                </a:rPr>
                <a:t>标题</a:t>
              </a:r>
            </a:p>
          </p:txBody>
        </p:sp>
      </p:grpSp>
      <p:grpSp>
        <p:nvGrpSpPr>
          <p:cNvPr id="47" name="组合 46"/>
          <p:cNvGrpSpPr/>
          <p:nvPr/>
        </p:nvGrpSpPr>
        <p:grpSpPr>
          <a:xfrm>
            <a:off x="1806988" y="4759497"/>
            <a:ext cx="1808523" cy="576715"/>
            <a:chOff x="814328" y="3219334"/>
            <a:chExt cx="1356392" cy="432536"/>
          </a:xfrm>
        </p:grpSpPr>
        <p:grpSp>
          <p:nvGrpSpPr>
            <p:cNvPr id="48" name="组合 47"/>
            <p:cNvGrpSpPr/>
            <p:nvPr/>
          </p:nvGrpSpPr>
          <p:grpSpPr>
            <a:xfrm>
              <a:off x="814328" y="3219334"/>
              <a:ext cx="1356392" cy="432536"/>
              <a:chOff x="2173927" y="3285519"/>
              <a:chExt cx="1721136" cy="548848"/>
            </a:xfrm>
          </p:grpSpPr>
          <p:grpSp>
            <p:nvGrpSpPr>
              <p:cNvPr id="50" name="组合 49"/>
              <p:cNvGrpSpPr/>
              <p:nvPr/>
            </p:nvGrpSpPr>
            <p:grpSpPr>
              <a:xfrm>
                <a:off x="2173927" y="3285519"/>
                <a:ext cx="1721136" cy="548848"/>
                <a:chOff x="4304043" y="1286668"/>
                <a:chExt cx="3837944" cy="2757793"/>
              </a:xfrm>
              <a:effectLst>
                <a:outerShdw blurRad="381000" dist="254000" dir="8100000" algn="tr" rotWithShape="0">
                  <a:prstClr val="black">
                    <a:alpha val="40000"/>
                  </a:prstClr>
                </a:outerShdw>
              </a:effectLst>
            </p:grpSpPr>
            <p:sp>
              <p:nvSpPr>
                <p:cNvPr id="52" name="圆角矩形 51"/>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sp>
              <p:nvSpPr>
                <p:cNvPr id="53" name="圆角矩形 52"/>
                <p:cNvSpPr/>
                <p:nvPr/>
              </p:nvSpPr>
              <p:spPr>
                <a:xfrm>
                  <a:off x="4351927" y="1373342"/>
                  <a:ext cx="3742173" cy="258445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51" name="椭圆 50"/>
              <p:cNvSpPr/>
              <p:nvPr/>
            </p:nvSpPr>
            <p:spPr>
              <a:xfrm>
                <a:off x="2307128" y="3420211"/>
                <a:ext cx="279463" cy="279463"/>
              </a:xfrm>
              <a:prstGeom prst="ellipse">
                <a:avLst/>
              </a:prstGeom>
              <a:solidFill>
                <a:schemeClr val="accent1">
                  <a:lumMod val="100000"/>
                </a:schemeClr>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prstClr val="white"/>
                  </a:solidFill>
                  <a:latin typeface="微软雅黑" panose="020B0503020204020204" pitchFamily="34" charset="-122"/>
                  <a:ea typeface="微软雅黑" panose="020B0503020204020204" pitchFamily="34" charset="-122"/>
                </a:endParaRPr>
              </a:p>
            </p:txBody>
          </p:sp>
        </p:grpSp>
        <p:sp>
          <p:nvSpPr>
            <p:cNvPr id="49" name="TextBox 93"/>
            <p:cNvSpPr txBox="1"/>
            <p:nvPr/>
          </p:nvSpPr>
          <p:spPr>
            <a:xfrm>
              <a:off x="1224127" y="3331792"/>
              <a:ext cx="787838" cy="230833"/>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pitchFamily="34" charset="-122"/>
                  <a:ea typeface="微软雅黑" panose="020B0503020204020204" pitchFamily="34" charset="-122"/>
                </a:defRPr>
              </a:lvl1pPr>
            </a:lstStyle>
            <a:p>
              <a:r>
                <a:rPr lang="zh-CN" altLang="en-US" sz="2000" dirty="0">
                  <a:solidFill>
                    <a:schemeClr val="accent1">
                      <a:lumMod val="100000"/>
                    </a:schemeClr>
                  </a:solidFill>
                </a:rPr>
                <a:t>标题</a:t>
              </a:r>
            </a:p>
          </p:txBody>
        </p:sp>
      </p:grpSp>
      <p:sp>
        <p:nvSpPr>
          <p:cNvPr id="55" name="Text Box 4">
            <a:extLst>
              <a:ext uri="{FF2B5EF4-FFF2-40B4-BE49-F238E27FC236}">
                <a16:creationId xmlns:a16="http://schemas.microsoft.com/office/drawing/2014/main" id="{41ED4A05-D737-1B47-9E24-71785C9E98D9}"/>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1" name="Half Frame 12">
            <a:extLst>
              <a:ext uri="{FF2B5EF4-FFF2-40B4-BE49-F238E27FC236}">
                <a16:creationId xmlns:a16="http://schemas.microsoft.com/office/drawing/2014/main" id="{0EFA1DC1-DC92-344F-BFC1-F7D70FD9C051}"/>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62" name="直线连接符 61">
            <a:extLst>
              <a:ext uri="{FF2B5EF4-FFF2-40B4-BE49-F238E27FC236}">
                <a16:creationId xmlns:a16="http://schemas.microsoft.com/office/drawing/2014/main" id="{129FC603-7376-A746-8140-50C8CDED2D7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B4A9ADEB-C85F-A44F-A717-2661A5013C8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9479" r="19479"/>
          <a:stretch/>
        </p:blipFill>
        <p:spPr>
          <a:xfrm>
            <a:off x="5041448" y="2970340"/>
            <a:ext cx="1556859" cy="1556859"/>
          </a:xfrm>
          <a:prstGeom prst="ellipse">
            <a:avLst/>
          </a:prstGeom>
        </p:spPr>
      </p:pic>
      <p:sp>
        <p:nvSpPr>
          <p:cNvPr id="56" name="Isosceles Triangle 15">
            <a:extLst>
              <a:ext uri="{FF2B5EF4-FFF2-40B4-BE49-F238E27FC236}">
                <a16:creationId xmlns:a16="http://schemas.microsoft.com/office/drawing/2014/main" id="{B07BA495-EEE5-4C6E-ABD9-00FA54E4C666}"/>
              </a:ext>
            </a:extLst>
          </p:cNvPr>
          <p:cNvSpPr/>
          <p:nvPr/>
        </p:nvSpPr>
        <p:spPr>
          <a:xfrm rot="3520175">
            <a:off x="7147633" y="2223558"/>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7" name="Isosceles Triangle 15">
            <a:extLst>
              <a:ext uri="{FF2B5EF4-FFF2-40B4-BE49-F238E27FC236}">
                <a16:creationId xmlns:a16="http://schemas.microsoft.com/office/drawing/2014/main" id="{79A270AE-84AF-49DD-A7B8-06AECA2FB87E}"/>
              </a:ext>
            </a:extLst>
          </p:cNvPr>
          <p:cNvSpPr/>
          <p:nvPr/>
        </p:nvSpPr>
        <p:spPr>
          <a:xfrm rot="5400000">
            <a:off x="7215592" y="3333124"/>
            <a:ext cx="65706" cy="956130"/>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
        <p:nvSpPr>
          <p:cNvPr id="58" name="Isosceles Triangle 15">
            <a:extLst>
              <a:ext uri="{FF2B5EF4-FFF2-40B4-BE49-F238E27FC236}">
                <a16:creationId xmlns:a16="http://schemas.microsoft.com/office/drawing/2014/main" id="{A61F94E3-81B1-4D25-8ECD-735C56067DF0}"/>
              </a:ext>
            </a:extLst>
          </p:cNvPr>
          <p:cNvSpPr/>
          <p:nvPr/>
        </p:nvSpPr>
        <p:spPr>
          <a:xfrm rot="7600209">
            <a:off x="7097514" y="4106453"/>
            <a:ext cx="54658" cy="1314346"/>
          </a:xfrm>
          <a:prstGeom prst="triangle">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200">
              <a:latin typeface="思源黑体 CN Normal" pitchFamily="34" charset="-122"/>
              <a:ea typeface="思源黑体 CN Normal"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3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600"/>
                                </p:stCondLst>
                                <p:childTnLst>
                                  <p:par>
                                    <p:cTn id="32" presetID="53" presetClass="entr" presetSubtype="16" fill="hold"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par>
                                    <p:cTn id="37" presetID="53" presetClass="entr" presetSubtype="16"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fltVal val="0"/>
                                              </p:val>
                                            </p:tav>
                                            <p:tav tm="100000">
                                              <p:val>
                                                <p:strVal val="#ppt_w"/>
                                              </p:val>
                                            </p:tav>
                                          </p:tavLst>
                                        </p:anim>
                                        <p:anim calcmode="lin" valueType="num">
                                          <p:cBhvr>
                                            <p:cTn id="40" dur="500" fill="hold"/>
                                            <p:tgtEl>
                                              <p:spTgt spid="16"/>
                                            </p:tgtEl>
                                            <p:attrNameLst>
                                              <p:attrName>ppt_h</p:attrName>
                                            </p:attrNameLst>
                                          </p:cBhvr>
                                          <p:tavLst>
                                            <p:tav tm="0">
                                              <p:val>
                                                <p:fltVal val="0"/>
                                              </p:val>
                                            </p:tav>
                                            <p:tav tm="100000">
                                              <p:val>
                                                <p:strVal val="#ppt_h"/>
                                              </p:val>
                                            </p:tav>
                                          </p:tavLst>
                                        </p:anim>
                                        <p:animEffect transition="in" filter="fade">
                                          <p:cBhvr>
                                            <p:cTn id="41" dur="500"/>
                                            <p:tgtEl>
                                              <p:spTgt spid="16"/>
                                            </p:tgtEl>
                                          </p:cBhvr>
                                        </p:animEffect>
                                      </p:childTnLst>
                                    </p:cTn>
                                  </p:par>
                                  <p:par>
                                    <p:cTn id="42" presetID="53" presetClass="entr" presetSubtype="16" fill="hold" nodeType="with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fltVal val="0"/>
                                              </p:val>
                                            </p:tav>
                                            <p:tav tm="100000">
                                              <p:val>
                                                <p:strVal val="#ppt_w"/>
                                              </p:val>
                                            </p:tav>
                                          </p:tavLst>
                                        </p:anim>
                                        <p:anim calcmode="lin" valueType="num">
                                          <p:cBhvr>
                                            <p:cTn id="45" dur="500" fill="hold"/>
                                            <p:tgtEl>
                                              <p:spTgt spid="21"/>
                                            </p:tgtEl>
                                            <p:attrNameLst>
                                              <p:attrName>ppt_h</p:attrName>
                                            </p:attrNameLst>
                                          </p:cBhvr>
                                          <p:tavLst>
                                            <p:tav tm="0">
                                              <p:val>
                                                <p:fltVal val="0"/>
                                              </p:val>
                                            </p:tav>
                                            <p:tav tm="100000">
                                              <p:val>
                                                <p:strVal val="#ppt_h"/>
                                              </p:val>
                                            </p:tav>
                                          </p:tavLst>
                                        </p:anim>
                                        <p:animEffect transition="in" filter="fade">
                                          <p:cBhvr>
                                            <p:cTn id="46" dur="500"/>
                                            <p:tgtEl>
                                              <p:spTgt spid="21"/>
                                            </p:tgtEl>
                                          </p:cBhvr>
                                        </p:animEffect>
                                      </p:childTnLst>
                                    </p:cTn>
                                  </p:par>
                                </p:childTnLst>
                              </p:cTn>
                            </p:par>
                            <p:par>
                              <p:cTn id="47" fill="hold">
                                <p:stCondLst>
                                  <p:cond delay="3100"/>
                                </p:stCondLst>
                                <p:childTnLst>
                                  <p:par>
                                    <p:cTn id="48" presetID="22" presetClass="entr" presetSubtype="8" fill="hold" grpId="0" nodeType="afterEffect">
                                      <p:stCondLst>
                                        <p:cond delay="0"/>
                                      </p:stCondLst>
                                      <p:childTnLst>
                                        <p:set>
                                          <p:cBhvr>
                                            <p:cTn id="49" dur="1" fill="hold">
                                              <p:stCondLst>
                                                <p:cond delay="0"/>
                                              </p:stCondLst>
                                            </p:cTn>
                                            <p:tgtEl>
                                              <p:spTgt spid="3"/>
                                            </p:tgtEl>
                                            <p:attrNameLst>
                                              <p:attrName>style.visibility</p:attrName>
                                            </p:attrNameLst>
                                          </p:cBhvr>
                                          <p:to>
                                            <p:strVal val="visible"/>
                                          </p:to>
                                        </p:set>
                                        <p:animEffect transition="in" filter="wipe(left)">
                                          <p:cBhvr>
                                            <p:cTn id="50" dur="500"/>
                                            <p:tgtEl>
                                              <p:spTgt spid="3"/>
                                            </p:tgtEl>
                                          </p:cBhvr>
                                        </p:animEffect>
                                      </p:childTnLst>
                                    </p:cTn>
                                  </p:par>
                                  <p:par>
                                    <p:cTn id="51" presetID="22" presetClass="entr" presetSubtype="8" fill="hold" grpId="0" nodeType="withEffect">
                                      <p:stCondLst>
                                        <p:cond delay="100"/>
                                      </p:stCondLst>
                                      <p:childTnLst>
                                        <p:set>
                                          <p:cBhvr>
                                            <p:cTn id="52" dur="1" fill="hold">
                                              <p:stCondLst>
                                                <p:cond delay="0"/>
                                              </p:stCondLst>
                                            </p:cTn>
                                            <p:tgtEl>
                                              <p:spTgt spid="5"/>
                                            </p:tgtEl>
                                            <p:attrNameLst>
                                              <p:attrName>style.visibility</p:attrName>
                                            </p:attrNameLst>
                                          </p:cBhvr>
                                          <p:to>
                                            <p:strVal val="visible"/>
                                          </p:to>
                                        </p:set>
                                        <p:animEffect transition="in" filter="wipe(left)">
                                          <p:cBhvr>
                                            <p:cTn id="53" dur="500"/>
                                            <p:tgtEl>
                                              <p:spTgt spid="5"/>
                                            </p:tgtEl>
                                          </p:cBhvr>
                                        </p:animEffect>
                                      </p:childTnLst>
                                    </p:cTn>
                                  </p:par>
                                  <p:par>
                                    <p:cTn id="54" presetID="22" presetClass="entr" presetSubtype="8" fill="hold" grpId="0" nodeType="withEffect">
                                      <p:stCondLst>
                                        <p:cond delay="200"/>
                                      </p:stCondLst>
                                      <p:childTnLst>
                                        <p:set>
                                          <p:cBhvr>
                                            <p:cTn id="55" dur="1" fill="hold">
                                              <p:stCondLst>
                                                <p:cond delay="0"/>
                                              </p:stCondLst>
                                            </p:cTn>
                                            <p:tgtEl>
                                              <p:spTgt spid="6"/>
                                            </p:tgtEl>
                                            <p:attrNameLst>
                                              <p:attrName>style.visibility</p:attrName>
                                            </p:attrNameLst>
                                          </p:cBhvr>
                                          <p:to>
                                            <p:strVal val="visible"/>
                                          </p:to>
                                        </p:set>
                                        <p:animEffect transition="in" filter="wipe(left)">
                                          <p:cBhvr>
                                            <p:cTn id="56" dur="500"/>
                                            <p:tgtEl>
                                              <p:spTgt spid="6"/>
                                            </p:tgtEl>
                                          </p:cBhvr>
                                        </p:animEffect>
                                      </p:childTnLst>
                                    </p:cTn>
                                  </p:par>
                                  <p:par>
                                    <p:cTn id="57" presetID="2" presetClass="entr" presetSubtype="1" fill="hold" grpId="0" nodeType="withEffect" p14:presetBounceEnd="81000">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14:bounceEnd="81000">
                                          <p:cBhvr additive="base">
                                            <p:cTn id="59" dur="1000" fill="hold"/>
                                            <p:tgtEl>
                                              <p:spTgt spid="55"/>
                                            </p:tgtEl>
                                            <p:attrNameLst>
                                              <p:attrName>ppt_x</p:attrName>
                                            </p:attrNameLst>
                                          </p:cBhvr>
                                          <p:tavLst>
                                            <p:tav tm="0">
                                              <p:val>
                                                <p:strVal val="#ppt_x"/>
                                              </p:val>
                                            </p:tav>
                                            <p:tav tm="100000">
                                              <p:val>
                                                <p:strVal val="#ppt_x"/>
                                              </p:val>
                                            </p:tav>
                                          </p:tavLst>
                                        </p:anim>
                                        <p:anim calcmode="lin" valueType="num" p14:bounceEnd="81000">
                                          <p:cBhvr additive="base">
                                            <p:cTn id="60" dur="1000" fill="hold"/>
                                            <p:tgtEl>
                                              <p:spTgt spid="55"/>
                                            </p:tgtEl>
                                            <p:attrNameLst>
                                              <p:attrName>ppt_y</p:attrName>
                                            </p:attrNameLst>
                                          </p:cBhvr>
                                          <p:tavLst>
                                            <p:tav tm="0">
                                              <p:val>
                                                <p:strVal val="0-#ppt_h/2"/>
                                              </p:val>
                                            </p:tav>
                                            <p:tav tm="100000">
                                              <p:val>
                                                <p:strVal val="#ppt_y"/>
                                              </p:val>
                                            </p:tav>
                                          </p:tavLst>
                                        </p:anim>
                                      </p:childTnLst>
                                    </p:cTn>
                                  </p:par>
                                </p:childTnLst>
                              </p:cTn>
                            </p:par>
                            <p:par>
                              <p:cTn id="61" fill="hold">
                                <p:stCondLst>
                                  <p:cond delay="4100"/>
                                </p:stCondLst>
                                <p:childTnLst>
                                  <p:par>
                                    <p:cTn id="62" presetID="22" presetClass="entr" presetSubtype="8" fill="hold" nodeType="afterEffect">
                                      <p:stCondLst>
                                        <p:cond delay="0"/>
                                      </p:stCondLst>
                                      <p:childTnLst>
                                        <p:set>
                                          <p:cBhvr>
                                            <p:cTn id="63" dur="1" fill="hold">
                                              <p:stCondLst>
                                                <p:cond delay="0"/>
                                              </p:stCondLst>
                                            </p:cTn>
                                            <p:tgtEl>
                                              <p:spTgt spid="61"/>
                                            </p:tgtEl>
                                            <p:attrNameLst>
                                              <p:attrName>style.visibility</p:attrName>
                                            </p:attrNameLst>
                                          </p:cBhvr>
                                          <p:to>
                                            <p:strVal val="visible"/>
                                          </p:to>
                                        </p:set>
                                        <p:animEffect transition="in" filter="wipe(left)">
                                          <p:cBhvr>
                                            <p:cTn id="6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300" fill="hold"/>
                                            <p:tgtEl>
                                              <p:spTgt spid="31"/>
                                            </p:tgtEl>
                                            <p:attrNameLst>
                                              <p:attrName>ppt_x</p:attrName>
                                            </p:attrNameLst>
                                          </p:cBhvr>
                                          <p:tavLst>
                                            <p:tav tm="0">
                                              <p:val>
                                                <p:strVal val="1+#ppt_w/2"/>
                                              </p:val>
                                            </p:tav>
                                            <p:tav tm="100000">
                                              <p:val>
                                                <p:strVal val="#ppt_x"/>
                                              </p:val>
                                            </p:tav>
                                          </p:tavLst>
                                        </p:anim>
                                        <p:anim calcmode="lin" valueType="num">
                                          <p:cBhvr additive="base">
                                            <p:cTn id="8" dur="300" fill="hold"/>
                                            <p:tgtEl>
                                              <p:spTgt spid="31"/>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300"/>
                                            <p:tgtEl>
                                              <p:spTgt spid="7"/>
                                            </p:tgtEl>
                                          </p:cBhvr>
                                        </p:animEffect>
                                      </p:childTnLst>
                                    </p:cTn>
                                  </p:par>
                                </p:childTnLst>
                              </p:cTn>
                            </p:par>
                            <p:par>
                              <p:cTn id="13" fill="hold">
                                <p:stCondLst>
                                  <p:cond delay="1000"/>
                                </p:stCondLst>
                                <p:childTnLst>
                                  <p:par>
                                    <p:cTn id="14" presetID="2" presetClass="entr" presetSubtype="2" fill="hold" nodeType="after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additive="base">
                                            <p:cTn id="16" dur="300" fill="hold"/>
                                            <p:tgtEl>
                                              <p:spTgt spid="40"/>
                                            </p:tgtEl>
                                            <p:attrNameLst>
                                              <p:attrName>ppt_x</p:attrName>
                                            </p:attrNameLst>
                                          </p:cBhvr>
                                          <p:tavLst>
                                            <p:tav tm="0">
                                              <p:val>
                                                <p:strVal val="1+#ppt_w/2"/>
                                              </p:val>
                                            </p:tav>
                                            <p:tav tm="100000">
                                              <p:val>
                                                <p:strVal val="#ppt_x"/>
                                              </p:val>
                                            </p:tav>
                                          </p:tavLst>
                                        </p:anim>
                                        <p:anim calcmode="lin" valueType="num">
                                          <p:cBhvr additive="base">
                                            <p:cTn id="17" dur="300" fill="hold"/>
                                            <p:tgtEl>
                                              <p:spTgt spid="4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2" presetClass="entr" presetSubtype="1" fill="hold" grpId="0" nodeType="afterEffect">
                                      <p:stCondLst>
                                        <p:cond delay="0"/>
                                      </p:stCondLst>
                                      <p:childTnLst>
                                        <p:set>
                                          <p:cBhvr>
                                            <p:cTn id="20" dur="1" fill="hold">
                                              <p:stCondLst>
                                                <p:cond delay="0"/>
                                              </p:stCondLst>
                                            </p:cTn>
                                            <p:tgtEl>
                                              <p:spTgt spid="38"/>
                                            </p:tgtEl>
                                            <p:attrNameLst>
                                              <p:attrName>style.visibility</p:attrName>
                                            </p:attrNameLst>
                                          </p:cBhvr>
                                          <p:to>
                                            <p:strVal val="visible"/>
                                          </p:to>
                                        </p:set>
                                        <p:animEffect transition="in" filter="wipe(up)">
                                          <p:cBhvr>
                                            <p:cTn id="21" dur="300"/>
                                            <p:tgtEl>
                                              <p:spTgt spid="38"/>
                                            </p:tgtEl>
                                          </p:cBhvr>
                                        </p:animEffect>
                                      </p:childTnLst>
                                    </p:cTn>
                                  </p:par>
                                </p:childTnLst>
                              </p:cTn>
                            </p:par>
                            <p:par>
                              <p:cTn id="22" fill="hold">
                                <p:stCondLst>
                                  <p:cond delay="2000"/>
                                </p:stCondLst>
                                <p:childTnLst>
                                  <p:par>
                                    <p:cTn id="23" presetID="2" presetClass="entr" presetSubtype="2" fill="hold" nodeType="afterEffect">
                                      <p:stCondLst>
                                        <p:cond delay="0"/>
                                      </p:stCondLst>
                                      <p:childTnLst>
                                        <p:set>
                                          <p:cBhvr>
                                            <p:cTn id="24" dur="1" fill="hold">
                                              <p:stCondLst>
                                                <p:cond delay="0"/>
                                              </p:stCondLst>
                                            </p:cTn>
                                            <p:tgtEl>
                                              <p:spTgt spid="47"/>
                                            </p:tgtEl>
                                            <p:attrNameLst>
                                              <p:attrName>style.visibility</p:attrName>
                                            </p:attrNameLst>
                                          </p:cBhvr>
                                          <p:to>
                                            <p:strVal val="visible"/>
                                          </p:to>
                                        </p:set>
                                        <p:anim calcmode="lin" valueType="num">
                                          <p:cBhvr additive="base">
                                            <p:cTn id="25" dur="300" fill="hold"/>
                                            <p:tgtEl>
                                              <p:spTgt spid="47"/>
                                            </p:tgtEl>
                                            <p:attrNameLst>
                                              <p:attrName>ppt_x</p:attrName>
                                            </p:attrNameLst>
                                          </p:cBhvr>
                                          <p:tavLst>
                                            <p:tav tm="0">
                                              <p:val>
                                                <p:strVal val="1+#ppt_w/2"/>
                                              </p:val>
                                            </p:tav>
                                            <p:tav tm="100000">
                                              <p:val>
                                                <p:strVal val="#ppt_x"/>
                                              </p:val>
                                            </p:tav>
                                          </p:tavLst>
                                        </p:anim>
                                        <p:anim calcmode="lin" valueType="num">
                                          <p:cBhvr additive="base">
                                            <p:cTn id="26" dur="300" fill="hold"/>
                                            <p:tgtEl>
                                              <p:spTgt spid="47"/>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22" presetClass="entr" presetSubtype="1" fill="hold" grpId="0" nodeType="after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wipe(up)">
                                          <p:cBhvr>
                                            <p:cTn id="30" dur="300"/>
                                            <p:tgtEl>
                                              <p:spTgt spid="39"/>
                                            </p:tgtEl>
                                          </p:cBhvr>
                                        </p:animEffect>
                                      </p:childTnLst>
                                    </p:cTn>
                                  </p:par>
                                </p:childTnLst>
                              </p:cTn>
                            </p:par>
                            <p:par>
                              <p:cTn id="31" fill="hold">
                                <p:stCondLst>
                                  <p:cond delay="2800"/>
                                </p:stCondLst>
                                <p:childTnLst>
                                  <p:par>
                                    <p:cTn id="32" presetID="22" presetClass="entr" presetSubtype="8" fill="hold" nodeType="after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wipe(left)">
                                          <p:cBhvr>
                                            <p:cTn id="34" dur="500"/>
                                            <p:tgtEl>
                                              <p:spTgt spid="8"/>
                                            </p:tgtEl>
                                          </p:cBhvr>
                                        </p:animEffect>
                                      </p:childTnLst>
                                    </p:cTn>
                                  </p:par>
                                  <p:par>
                                    <p:cTn id="35" presetID="22" presetClass="entr" presetSubtype="8"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par>
                                    <p:cTn id="38" presetID="22" presetClass="entr" presetSubtype="8" fill="hold"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wipe(left)">
                                          <p:cBhvr>
                                            <p:cTn id="40" dur="500"/>
                                            <p:tgtEl>
                                              <p:spTgt spid="10"/>
                                            </p:tgtEl>
                                          </p:cBhvr>
                                        </p:animEffect>
                                      </p:childTnLst>
                                    </p:cTn>
                                  </p:par>
                                </p:childTnLst>
                              </p:cTn>
                            </p:par>
                            <p:par>
                              <p:cTn id="41" fill="hold">
                                <p:stCondLst>
                                  <p:cond delay="3300"/>
                                </p:stCondLst>
                                <p:childTnLst>
                                  <p:par>
                                    <p:cTn id="42" presetID="53" presetClass="entr" presetSubtype="16"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ppt_w</p:attrName>
                                            </p:attrNameLst>
                                          </p:cBhvr>
                                          <p:tavLst>
                                            <p:tav tm="0">
                                              <p:val>
                                                <p:fltVal val="0"/>
                                              </p:val>
                                            </p:tav>
                                            <p:tav tm="100000">
                                              <p:val>
                                                <p:strVal val="#ppt_w"/>
                                              </p:val>
                                            </p:tav>
                                          </p:tavLst>
                                        </p:anim>
                                        <p:anim calcmode="lin" valueType="num">
                                          <p:cBhvr>
                                            <p:cTn id="45" dur="500" fill="hold"/>
                                            <p:tgtEl>
                                              <p:spTgt spid="11"/>
                                            </p:tgtEl>
                                            <p:attrNameLst>
                                              <p:attrName>ppt_h</p:attrName>
                                            </p:attrNameLst>
                                          </p:cBhvr>
                                          <p:tavLst>
                                            <p:tav tm="0">
                                              <p:val>
                                                <p:fltVal val="0"/>
                                              </p:val>
                                            </p:tav>
                                            <p:tav tm="100000">
                                              <p:val>
                                                <p:strVal val="#ppt_h"/>
                                              </p:val>
                                            </p:tav>
                                          </p:tavLst>
                                        </p:anim>
                                        <p:animEffect transition="in" filter="fade">
                                          <p:cBhvr>
                                            <p:cTn id="46" dur="500"/>
                                            <p:tgtEl>
                                              <p:spTgt spid="11"/>
                                            </p:tgtEl>
                                          </p:cBhvr>
                                        </p:animEffect>
                                      </p:childTnLst>
                                    </p:cTn>
                                  </p:par>
                                  <p:par>
                                    <p:cTn id="47" presetID="53" presetClass="entr" presetSubtype="16"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fltVal val="0"/>
                                              </p:val>
                                            </p:tav>
                                            <p:tav tm="100000">
                                              <p:val>
                                                <p:strVal val="#ppt_h"/>
                                              </p:val>
                                            </p:tav>
                                          </p:tavLst>
                                        </p:anim>
                                        <p:animEffect transition="in" filter="fade">
                                          <p:cBhvr>
                                            <p:cTn id="51" dur="500"/>
                                            <p:tgtEl>
                                              <p:spTgt spid="16"/>
                                            </p:tgtEl>
                                          </p:cBhvr>
                                        </p:animEffect>
                                      </p:childTnLst>
                                    </p:cTn>
                                  </p:par>
                                  <p:par>
                                    <p:cTn id="52" presetID="53" presetClass="entr" presetSubtype="16" fill="hold" nodeType="with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p:cTn id="54" dur="500" fill="hold"/>
                                            <p:tgtEl>
                                              <p:spTgt spid="21"/>
                                            </p:tgtEl>
                                            <p:attrNameLst>
                                              <p:attrName>ppt_w</p:attrName>
                                            </p:attrNameLst>
                                          </p:cBhvr>
                                          <p:tavLst>
                                            <p:tav tm="0">
                                              <p:val>
                                                <p:fltVal val="0"/>
                                              </p:val>
                                            </p:tav>
                                            <p:tav tm="100000">
                                              <p:val>
                                                <p:strVal val="#ppt_w"/>
                                              </p:val>
                                            </p:tav>
                                          </p:tavLst>
                                        </p:anim>
                                        <p:anim calcmode="lin" valueType="num">
                                          <p:cBhvr>
                                            <p:cTn id="55" dur="500" fill="hold"/>
                                            <p:tgtEl>
                                              <p:spTgt spid="21"/>
                                            </p:tgtEl>
                                            <p:attrNameLst>
                                              <p:attrName>ppt_h</p:attrName>
                                            </p:attrNameLst>
                                          </p:cBhvr>
                                          <p:tavLst>
                                            <p:tav tm="0">
                                              <p:val>
                                                <p:fltVal val="0"/>
                                              </p:val>
                                            </p:tav>
                                            <p:tav tm="100000">
                                              <p:val>
                                                <p:strVal val="#ppt_h"/>
                                              </p:val>
                                            </p:tav>
                                          </p:tavLst>
                                        </p:anim>
                                        <p:animEffect transition="in" filter="fade">
                                          <p:cBhvr>
                                            <p:cTn id="56" dur="500"/>
                                            <p:tgtEl>
                                              <p:spTgt spid="21"/>
                                            </p:tgtEl>
                                          </p:cBhvr>
                                        </p:animEffect>
                                      </p:childTnLst>
                                    </p:cTn>
                                  </p:par>
                                </p:childTnLst>
                              </p:cTn>
                            </p:par>
                            <p:par>
                              <p:cTn id="57" fill="hold">
                                <p:stCondLst>
                                  <p:cond delay="3800"/>
                                </p:stCondLst>
                                <p:childTnLst>
                                  <p:par>
                                    <p:cTn id="58" presetID="22" presetClass="entr" presetSubtype="8" fill="hold" grpId="0" nodeType="after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wipe(left)">
                                          <p:cBhvr>
                                            <p:cTn id="60" dur="500"/>
                                            <p:tgtEl>
                                              <p:spTgt spid="3"/>
                                            </p:tgtEl>
                                          </p:cBhvr>
                                        </p:animEffect>
                                      </p:childTnLst>
                                    </p:cTn>
                                  </p:par>
                                  <p:par>
                                    <p:cTn id="61" presetID="22" presetClass="entr" presetSubtype="8" fill="hold" grpId="0" nodeType="withEffect">
                                      <p:stCondLst>
                                        <p:cond delay="100"/>
                                      </p:stCondLst>
                                      <p:childTnLst>
                                        <p:set>
                                          <p:cBhvr>
                                            <p:cTn id="62" dur="1" fill="hold">
                                              <p:stCondLst>
                                                <p:cond delay="0"/>
                                              </p:stCondLst>
                                            </p:cTn>
                                            <p:tgtEl>
                                              <p:spTgt spid="5"/>
                                            </p:tgtEl>
                                            <p:attrNameLst>
                                              <p:attrName>style.visibility</p:attrName>
                                            </p:attrNameLst>
                                          </p:cBhvr>
                                          <p:to>
                                            <p:strVal val="visible"/>
                                          </p:to>
                                        </p:set>
                                        <p:animEffect transition="in" filter="wipe(left)">
                                          <p:cBhvr>
                                            <p:cTn id="63" dur="500"/>
                                            <p:tgtEl>
                                              <p:spTgt spid="5"/>
                                            </p:tgtEl>
                                          </p:cBhvr>
                                        </p:animEffect>
                                      </p:childTnLst>
                                    </p:cTn>
                                  </p:par>
                                  <p:par>
                                    <p:cTn id="64" presetID="22" presetClass="entr" presetSubtype="8" fill="hold" grpId="0" nodeType="withEffect">
                                      <p:stCondLst>
                                        <p:cond delay="200"/>
                                      </p:stCondLst>
                                      <p:childTnLst>
                                        <p:set>
                                          <p:cBhvr>
                                            <p:cTn id="65" dur="1" fill="hold">
                                              <p:stCondLst>
                                                <p:cond delay="0"/>
                                              </p:stCondLst>
                                            </p:cTn>
                                            <p:tgtEl>
                                              <p:spTgt spid="6"/>
                                            </p:tgtEl>
                                            <p:attrNameLst>
                                              <p:attrName>style.visibility</p:attrName>
                                            </p:attrNameLst>
                                          </p:cBhvr>
                                          <p:to>
                                            <p:strVal val="visible"/>
                                          </p:to>
                                        </p:set>
                                        <p:animEffect transition="in" filter="wipe(left)">
                                          <p:cBhvr>
                                            <p:cTn id="66" dur="500"/>
                                            <p:tgtEl>
                                              <p:spTgt spid="6"/>
                                            </p:tgtEl>
                                          </p:cBhvr>
                                        </p:animEffect>
                                      </p:childTnLst>
                                    </p:cTn>
                                  </p:par>
                                  <p:par>
                                    <p:cTn id="67" presetID="2" presetClass="entr" presetSubtype="1" fill="hold" grpId="0" nodeType="withEffect">
                                      <p:stCondLst>
                                        <p:cond delay="0"/>
                                      </p:stCondLst>
                                      <p:childTnLst>
                                        <p:set>
                                          <p:cBhvr>
                                            <p:cTn id="68" dur="1" fill="hold">
                                              <p:stCondLst>
                                                <p:cond delay="0"/>
                                              </p:stCondLst>
                                            </p:cTn>
                                            <p:tgtEl>
                                              <p:spTgt spid="55"/>
                                            </p:tgtEl>
                                            <p:attrNameLst>
                                              <p:attrName>style.visibility</p:attrName>
                                            </p:attrNameLst>
                                          </p:cBhvr>
                                          <p:to>
                                            <p:strVal val="visible"/>
                                          </p:to>
                                        </p:set>
                                        <p:anim calcmode="lin" valueType="num">
                                          <p:cBhvr additive="base">
                                            <p:cTn id="69" dur="1000" fill="hold"/>
                                            <p:tgtEl>
                                              <p:spTgt spid="55"/>
                                            </p:tgtEl>
                                            <p:attrNameLst>
                                              <p:attrName>ppt_x</p:attrName>
                                            </p:attrNameLst>
                                          </p:cBhvr>
                                          <p:tavLst>
                                            <p:tav tm="0">
                                              <p:val>
                                                <p:strVal val="#ppt_x"/>
                                              </p:val>
                                            </p:tav>
                                            <p:tav tm="100000">
                                              <p:val>
                                                <p:strVal val="#ppt_x"/>
                                              </p:val>
                                            </p:tav>
                                          </p:tavLst>
                                        </p:anim>
                                        <p:anim calcmode="lin" valueType="num">
                                          <p:cBhvr additive="base">
                                            <p:cTn id="70" dur="1000" fill="hold"/>
                                            <p:tgtEl>
                                              <p:spTgt spid="55"/>
                                            </p:tgtEl>
                                            <p:attrNameLst>
                                              <p:attrName>ppt_y</p:attrName>
                                            </p:attrNameLst>
                                          </p:cBhvr>
                                          <p:tavLst>
                                            <p:tav tm="0">
                                              <p:val>
                                                <p:strVal val="0-#ppt_h/2"/>
                                              </p:val>
                                            </p:tav>
                                            <p:tav tm="100000">
                                              <p:val>
                                                <p:strVal val="#ppt_y"/>
                                              </p:val>
                                            </p:tav>
                                          </p:tavLst>
                                        </p:anim>
                                      </p:childTnLst>
                                    </p:cTn>
                                  </p:par>
                                </p:childTnLst>
                              </p:cTn>
                            </p:par>
                            <p:par>
                              <p:cTn id="71" fill="hold">
                                <p:stCondLst>
                                  <p:cond delay="4800"/>
                                </p:stCondLst>
                                <p:childTnLst>
                                  <p:par>
                                    <p:cTn id="72" presetID="22" presetClass="entr" presetSubtype="8" fill="hold" nodeType="afterEffect">
                                      <p:stCondLst>
                                        <p:cond delay="0"/>
                                      </p:stCondLst>
                                      <p:childTnLst>
                                        <p:set>
                                          <p:cBhvr>
                                            <p:cTn id="73" dur="1" fill="hold">
                                              <p:stCondLst>
                                                <p:cond delay="0"/>
                                              </p:stCondLst>
                                            </p:cTn>
                                            <p:tgtEl>
                                              <p:spTgt spid="61"/>
                                            </p:tgtEl>
                                            <p:attrNameLst>
                                              <p:attrName>style.visibility</p:attrName>
                                            </p:attrNameLst>
                                          </p:cBhvr>
                                          <p:to>
                                            <p:strVal val="visible"/>
                                          </p:to>
                                        </p:set>
                                        <p:animEffect transition="in" filter="wipe(left)">
                                          <p:cBhvr>
                                            <p:cTn id="74" dur="5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38" grpId="0"/>
          <p:bldP spid="39" grpId="0"/>
          <p:bldP spid="55" grpId="0"/>
        </p:bldLst>
      </p:timing>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5"/>
          <p:cNvGrpSpPr/>
          <p:nvPr/>
        </p:nvGrpSpPr>
        <p:grpSpPr>
          <a:xfrm>
            <a:off x="2024850" y="2843765"/>
            <a:ext cx="4421613" cy="2482120"/>
            <a:chOff x="714174" y="1657350"/>
            <a:chExt cx="2638626" cy="1683224"/>
          </a:xfrm>
        </p:grpSpPr>
        <p:cxnSp>
          <p:nvCxnSpPr>
            <p:cNvPr id="6" name="Straight Connector 16"/>
            <p:cNvCxnSpPr/>
            <p:nvPr/>
          </p:nvCxnSpPr>
          <p:spPr>
            <a:xfrm>
              <a:off x="714174" y="3340574"/>
              <a:ext cx="2638626" cy="0"/>
            </a:xfrm>
            <a:prstGeom prst="line">
              <a:avLst/>
            </a:prstGeom>
            <a:ln w="76200">
              <a:solidFill>
                <a:schemeClr val="tx1">
                  <a:lumMod val="40000"/>
                  <a:lumOff val="6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 name="Group 17"/>
            <p:cNvGrpSpPr/>
            <p:nvPr/>
          </p:nvGrpSpPr>
          <p:grpSpPr>
            <a:xfrm>
              <a:off x="951571" y="1657350"/>
              <a:ext cx="202844" cy="1676400"/>
              <a:chOff x="951571" y="1657350"/>
              <a:chExt cx="202844" cy="1676400"/>
            </a:xfrm>
          </p:grpSpPr>
          <p:cxnSp>
            <p:nvCxnSpPr>
              <p:cNvPr id="23" name="Straight Connector 34"/>
              <p:cNvCxnSpPr/>
              <p:nvPr/>
            </p:nvCxnSpPr>
            <p:spPr>
              <a:xfrm flipV="1">
                <a:off x="1052993" y="1657350"/>
                <a:ext cx="0" cy="1676400"/>
              </a:xfrm>
              <a:prstGeom prst="line">
                <a:avLst/>
              </a:prstGeom>
              <a:ln>
                <a:solidFill>
                  <a:schemeClr val="tx1">
                    <a:lumMod val="40000"/>
                    <a:lumOff val="60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4" name="Rounded Rectangle 35"/>
              <p:cNvSpPr/>
              <p:nvPr/>
            </p:nvSpPr>
            <p:spPr>
              <a:xfrm>
                <a:off x="951571" y="2571750"/>
                <a:ext cx="202844" cy="685800"/>
              </a:xfrm>
              <a:prstGeom prst="round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微软雅黑" panose="020B0503020204020204" pitchFamily="34" charset="-122"/>
                  <a:ea typeface="微软雅黑" panose="020B0503020204020204" pitchFamily="34" charset="-122"/>
                </a:endParaRPr>
              </a:p>
            </p:txBody>
          </p:sp>
        </p:grpSp>
        <p:grpSp>
          <p:nvGrpSpPr>
            <p:cNvPr id="8" name="Group 18"/>
            <p:cNvGrpSpPr/>
            <p:nvPr/>
          </p:nvGrpSpPr>
          <p:grpSpPr>
            <a:xfrm>
              <a:off x="1336791" y="1657350"/>
              <a:ext cx="202844" cy="1676400"/>
              <a:chOff x="1346378" y="1657350"/>
              <a:chExt cx="202844" cy="1676400"/>
            </a:xfrm>
          </p:grpSpPr>
          <p:cxnSp>
            <p:nvCxnSpPr>
              <p:cNvPr id="21" name="Straight Connector 32"/>
              <p:cNvCxnSpPr/>
              <p:nvPr/>
            </p:nvCxnSpPr>
            <p:spPr>
              <a:xfrm flipV="1">
                <a:off x="1447800" y="1657350"/>
                <a:ext cx="0" cy="1676400"/>
              </a:xfrm>
              <a:prstGeom prst="line">
                <a:avLst/>
              </a:prstGeom>
              <a:ln>
                <a:solidFill>
                  <a:schemeClr val="tx1">
                    <a:lumMod val="40000"/>
                    <a:lumOff val="60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2" name="Rounded Rectangle 33"/>
              <p:cNvSpPr/>
              <p:nvPr/>
            </p:nvSpPr>
            <p:spPr>
              <a:xfrm>
                <a:off x="1346378" y="1733550"/>
                <a:ext cx="202844" cy="1524000"/>
              </a:xfrm>
              <a:prstGeom prst="round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微软雅黑" panose="020B0503020204020204" pitchFamily="34" charset="-122"/>
                  <a:ea typeface="微软雅黑" panose="020B0503020204020204" pitchFamily="34" charset="-122"/>
                </a:endParaRPr>
              </a:p>
            </p:txBody>
          </p:sp>
        </p:grpSp>
        <p:grpSp>
          <p:nvGrpSpPr>
            <p:cNvPr id="9" name="Group 19"/>
            <p:cNvGrpSpPr/>
            <p:nvPr/>
          </p:nvGrpSpPr>
          <p:grpSpPr>
            <a:xfrm>
              <a:off x="1722011" y="1657350"/>
              <a:ext cx="202844" cy="1676400"/>
              <a:chOff x="1695492" y="1657350"/>
              <a:chExt cx="202844" cy="1676400"/>
            </a:xfrm>
          </p:grpSpPr>
          <p:cxnSp>
            <p:nvCxnSpPr>
              <p:cNvPr id="19" name="Straight Connector 30"/>
              <p:cNvCxnSpPr/>
              <p:nvPr/>
            </p:nvCxnSpPr>
            <p:spPr>
              <a:xfrm flipV="1">
                <a:off x="1796914" y="1657350"/>
                <a:ext cx="0" cy="1676400"/>
              </a:xfrm>
              <a:prstGeom prst="line">
                <a:avLst/>
              </a:prstGeom>
              <a:ln>
                <a:solidFill>
                  <a:schemeClr val="tx1">
                    <a:lumMod val="40000"/>
                    <a:lumOff val="60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0" name="Rounded Rectangle 31"/>
              <p:cNvSpPr/>
              <p:nvPr/>
            </p:nvSpPr>
            <p:spPr>
              <a:xfrm>
                <a:off x="1695492" y="2114550"/>
                <a:ext cx="202844" cy="1143000"/>
              </a:xfrm>
              <a:prstGeom prst="round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微软雅黑" panose="020B0503020204020204" pitchFamily="34" charset="-122"/>
                  <a:ea typeface="微软雅黑" panose="020B0503020204020204" pitchFamily="34" charset="-122"/>
                </a:endParaRPr>
              </a:p>
            </p:txBody>
          </p:sp>
        </p:grpSp>
        <p:grpSp>
          <p:nvGrpSpPr>
            <p:cNvPr id="10" name="Group 20"/>
            <p:cNvGrpSpPr/>
            <p:nvPr/>
          </p:nvGrpSpPr>
          <p:grpSpPr>
            <a:xfrm>
              <a:off x="2107231" y="1657350"/>
              <a:ext cx="202844" cy="1676400"/>
              <a:chOff x="2090299" y="1657350"/>
              <a:chExt cx="202844" cy="1676400"/>
            </a:xfrm>
          </p:grpSpPr>
          <p:cxnSp>
            <p:nvCxnSpPr>
              <p:cNvPr id="17" name="Straight Connector 27"/>
              <p:cNvCxnSpPr/>
              <p:nvPr/>
            </p:nvCxnSpPr>
            <p:spPr>
              <a:xfrm flipV="1">
                <a:off x="2191721" y="1657350"/>
                <a:ext cx="0" cy="1676400"/>
              </a:xfrm>
              <a:prstGeom prst="line">
                <a:avLst/>
              </a:prstGeom>
              <a:ln>
                <a:solidFill>
                  <a:schemeClr val="tx1">
                    <a:lumMod val="40000"/>
                    <a:lumOff val="60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8" name="Rounded Rectangle 29"/>
              <p:cNvSpPr/>
              <p:nvPr/>
            </p:nvSpPr>
            <p:spPr>
              <a:xfrm>
                <a:off x="2090299" y="2266950"/>
                <a:ext cx="202844" cy="990600"/>
              </a:xfrm>
              <a:prstGeom prst="round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微软雅黑" panose="020B0503020204020204" pitchFamily="34" charset="-122"/>
                  <a:ea typeface="微软雅黑" panose="020B0503020204020204" pitchFamily="34" charset="-122"/>
                </a:endParaRPr>
              </a:p>
            </p:txBody>
          </p:sp>
        </p:grpSp>
        <p:grpSp>
          <p:nvGrpSpPr>
            <p:cNvPr id="11" name="Group 21"/>
            <p:cNvGrpSpPr/>
            <p:nvPr/>
          </p:nvGrpSpPr>
          <p:grpSpPr>
            <a:xfrm>
              <a:off x="2492451" y="1657350"/>
              <a:ext cx="202844" cy="1676400"/>
              <a:chOff x="2482864" y="1657350"/>
              <a:chExt cx="202844" cy="1676400"/>
            </a:xfrm>
          </p:grpSpPr>
          <p:cxnSp>
            <p:nvCxnSpPr>
              <p:cNvPr id="15" name="Straight Connector 25"/>
              <p:cNvCxnSpPr/>
              <p:nvPr/>
            </p:nvCxnSpPr>
            <p:spPr>
              <a:xfrm flipV="1">
                <a:off x="2584286" y="1657350"/>
                <a:ext cx="0" cy="1676400"/>
              </a:xfrm>
              <a:prstGeom prst="line">
                <a:avLst/>
              </a:prstGeom>
              <a:ln>
                <a:solidFill>
                  <a:schemeClr val="tx1">
                    <a:lumMod val="40000"/>
                    <a:lumOff val="60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6" name="Rounded Rectangle 26"/>
              <p:cNvSpPr/>
              <p:nvPr/>
            </p:nvSpPr>
            <p:spPr>
              <a:xfrm>
                <a:off x="2482864" y="2038350"/>
                <a:ext cx="202844" cy="1219200"/>
              </a:xfrm>
              <a:prstGeom prst="round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微软雅黑" panose="020B0503020204020204" pitchFamily="34" charset="-122"/>
                  <a:ea typeface="微软雅黑" panose="020B0503020204020204" pitchFamily="34" charset="-122"/>
                </a:endParaRPr>
              </a:p>
            </p:txBody>
          </p:sp>
        </p:grpSp>
        <p:grpSp>
          <p:nvGrpSpPr>
            <p:cNvPr id="12" name="Group 22"/>
            <p:cNvGrpSpPr/>
            <p:nvPr/>
          </p:nvGrpSpPr>
          <p:grpSpPr>
            <a:xfrm>
              <a:off x="2877671" y="1657350"/>
              <a:ext cx="202844" cy="1676400"/>
              <a:chOff x="2877671" y="1657350"/>
              <a:chExt cx="202844" cy="1676400"/>
            </a:xfrm>
          </p:grpSpPr>
          <p:cxnSp>
            <p:nvCxnSpPr>
              <p:cNvPr id="13" name="Straight Connector 23"/>
              <p:cNvCxnSpPr/>
              <p:nvPr/>
            </p:nvCxnSpPr>
            <p:spPr>
              <a:xfrm flipV="1">
                <a:off x="2979093" y="1657350"/>
                <a:ext cx="0" cy="1676400"/>
              </a:xfrm>
              <a:prstGeom prst="line">
                <a:avLst/>
              </a:prstGeom>
              <a:ln>
                <a:solidFill>
                  <a:schemeClr val="tx1">
                    <a:lumMod val="40000"/>
                    <a:lumOff val="60000"/>
                  </a:schemeClr>
                </a:solidFill>
                <a:prstDash val="sysDot"/>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4" name="Rounded Rectangle 24"/>
              <p:cNvSpPr/>
              <p:nvPr/>
            </p:nvSpPr>
            <p:spPr>
              <a:xfrm>
                <a:off x="2877671" y="1885950"/>
                <a:ext cx="202844" cy="1371600"/>
              </a:xfrm>
              <a:prstGeom prst="roundRect">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800" dirty="0">
                  <a:latin typeface="微软雅黑" panose="020B0503020204020204" pitchFamily="34" charset="-122"/>
                  <a:ea typeface="微软雅黑" panose="020B0503020204020204" pitchFamily="34" charset="-122"/>
                </a:endParaRPr>
              </a:p>
            </p:txBody>
          </p:sp>
        </p:grpSp>
      </p:grpSp>
      <p:grpSp>
        <p:nvGrpSpPr>
          <p:cNvPr id="25" name="Group 36"/>
          <p:cNvGrpSpPr/>
          <p:nvPr/>
        </p:nvGrpSpPr>
        <p:grpSpPr>
          <a:xfrm>
            <a:off x="2487647" y="4362189"/>
            <a:ext cx="3423395" cy="184666"/>
            <a:chOff x="1126183" y="3332262"/>
            <a:chExt cx="1994021" cy="150176"/>
          </a:xfrm>
        </p:grpSpPr>
        <p:sp>
          <p:nvSpPr>
            <p:cNvPr id="26" name="Rectangle 1436"/>
            <p:cNvSpPr>
              <a:spLocks noChangeArrowheads="1"/>
            </p:cNvSpPr>
            <p:nvPr/>
          </p:nvSpPr>
          <p:spPr bwMode="auto">
            <a:xfrm>
              <a:off x="1126183" y="3332262"/>
              <a:ext cx="110177" cy="15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algn="ctr" fontAlgn="base">
                <a:spcBef>
                  <a:spcPct val="0"/>
                </a:spcBef>
                <a:spcAft>
                  <a:spcPct val="0"/>
                </a:spcAft>
              </a:pPr>
              <a:r>
                <a:rPr lang="en-US" sz="1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rPr>
                <a:t>39</a:t>
              </a:r>
              <a:endParaRPr lang="en-US" sz="3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7" name="Rectangle 1436"/>
            <p:cNvSpPr>
              <a:spLocks noChangeArrowheads="1"/>
            </p:cNvSpPr>
            <p:nvPr/>
          </p:nvSpPr>
          <p:spPr bwMode="auto">
            <a:xfrm>
              <a:off x="1511401" y="3332262"/>
              <a:ext cx="110177" cy="15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algn="ctr" fontAlgn="base">
                <a:spcBef>
                  <a:spcPct val="0"/>
                </a:spcBef>
                <a:spcAft>
                  <a:spcPct val="0"/>
                </a:spcAft>
              </a:pPr>
              <a:r>
                <a:rPr lang="en-US" sz="1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rPr>
                <a:t>97</a:t>
              </a:r>
              <a:endParaRPr lang="en-US" sz="3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8" name="Rectangle 1436"/>
            <p:cNvSpPr>
              <a:spLocks noChangeArrowheads="1"/>
            </p:cNvSpPr>
            <p:nvPr/>
          </p:nvSpPr>
          <p:spPr bwMode="auto">
            <a:xfrm>
              <a:off x="1879721" y="3332262"/>
              <a:ext cx="110176" cy="15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algn="ctr" fontAlgn="base">
                <a:spcBef>
                  <a:spcPct val="0"/>
                </a:spcBef>
                <a:spcAft>
                  <a:spcPct val="0"/>
                </a:spcAft>
              </a:pPr>
              <a:r>
                <a:rPr lang="en-US" sz="1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rPr>
                <a:t>80</a:t>
              </a:r>
              <a:endParaRPr lang="en-US" sz="3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29" name="Rectangle 1436"/>
            <p:cNvSpPr>
              <a:spLocks noChangeArrowheads="1"/>
            </p:cNvSpPr>
            <p:nvPr/>
          </p:nvSpPr>
          <p:spPr bwMode="auto">
            <a:xfrm>
              <a:off x="2264940" y="3332262"/>
              <a:ext cx="110177" cy="15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algn="ctr" fontAlgn="base">
                <a:spcBef>
                  <a:spcPct val="0"/>
                </a:spcBef>
                <a:spcAft>
                  <a:spcPct val="0"/>
                </a:spcAft>
              </a:pPr>
              <a:r>
                <a:rPr lang="en-US" sz="1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rPr>
                <a:t>63</a:t>
              </a:r>
              <a:endParaRPr lang="en-US" sz="3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0" name="Rectangle 1436"/>
            <p:cNvSpPr>
              <a:spLocks noChangeArrowheads="1"/>
            </p:cNvSpPr>
            <p:nvPr/>
          </p:nvSpPr>
          <p:spPr bwMode="auto">
            <a:xfrm>
              <a:off x="2633255" y="3332262"/>
              <a:ext cx="110177" cy="15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algn="ctr" fontAlgn="base">
                <a:spcBef>
                  <a:spcPct val="0"/>
                </a:spcBef>
                <a:spcAft>
                  <a:spcPct val="0"/>
                </a:spcAft>
              </a:pPr>
              <a:r>
                <a:rPr lang="en-US" sz="1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rPr>
                <a:t>82</a:t>
              </a:r>
              <a:endParaRPr lang="en-US" sz="3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1" name="Rectangle 1436"/>
            <p:cNvSpPr>
              <a:spLocks noChangeArrowheads="1"/>
            </p:cNvSpPr>
            <p:nvPr/>
          </p:nvSpPr>
          <p:spPr bwMode="auto">
            <a:xfrm>
              <a:off x="3010028" y="3332262"/>
              <a:ext cx="110176" cy="150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spAutoFit/>
            </a:bodyPr>
            <a:lstStyle/>
            <a:p>
              <a:pPr algn="ctr" fontAlgn="base">
                <a:spcBef>
                  <a:spcPct val="0"/>
                </a:spcBef>
                <a:spcAft>
                  <a:spcPct val="0"/>
                </a:spcAft>
              </a:pPr>
              <a:r>
                <a:rPr lang="en-US" sz="1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rPr>
                <a:t>90</a:t>
              </a:r>
              <a:endParaRPr lang="en-US" sz="3200" b="1" dirty="0">
                <a:solidFill>
                  <a:schemeClr val="bg1">
                    <a:lumMod val="95000"/>
                  </a:schemeClr>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32" name="TextBox 58"/>
          <p:cNvSpPr txBox="1"/>
          <p:nvPr/>
        </p:nvSpPr>
        <p:spPr>
          <a:xfrm>
            <a:off x="6878399" y="2979202"/>
            <a:ext cx="4175376" cy="1270732"/>
          </a:xfrm>
          <a:prstGeom prst="rect">
            <a:avLst/>
          </a:prstGeom>
          <a:noFill/>
        </p:spPr>
        <p:txBody>
          <a:bodyPr wrap="square" lIns="0" tIns="0" rIns="0" bIns="0"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在此处输入具体内容在此处输入具体内容在此处输入具体内容在此处输入具体内容在此处输入具体内容在此处输入具体内容在此处输入具体内容在此处输入</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TextBox 59"/>
          <p:cNvSpPr txBox="1"/>
          <p:nvPr/>
        </p:nvSpPr>
        <p:spPr>
          <a:xfrm>
            <a:off x="6878399" y="2495075"/>
            <a:ext cx="2058807" cy="307340"/>
          </a:xfrm>
          <a:prstGeom prst="rect">
            <a:avLst/>
          </a:prstGeom>
          <a:noFill/>
        </p:spPr>
        <p:txBody>
          <a:bodyPr wrap="square" lIns="0" tIns="0" rIns="0" bIns="0" rtlCol="0">
            <a:spAutoFit/>
          </a:bodyPr>
          <a:lstStyle/>
          <a:p>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sp>
        <p:nvSpPr>
          <p:cNvPr id="34" name="TextBox 60"/>
          <p:cNvSpPr txBox="1"/>
          <p:nvPr/>
        </p:nvSpPr>
        <p:spPr>
          <a:xfrm>
            <a:off x="6878398" y="4293823"/>
            <a:ext cx="3239516" cy="677108"/>
          </a:xfrm>
          <a:prstGeom prst="rect">
            <a:avLst/>
          </a:prstGeom>
          <a:noFill/>
        </p:spPr>
        <p:txBody>
          <a:bodyPr wrap="square" lIns="0" tIns="0" rIns="0" bIns="0" rtlCol="0">
            <a:spAutoFit/>
          </a:bodyPr>
          <a:lstStyle/>
          <a:p>
            <a:r>
              <a:rPr lang="en-US" altLang="zh-CN" sz="4400" dirty="0">
                <a:solidFill>
                  <a:schemeClr val="accent1">
                    <a:lumMod val="100000"/>
                  </a:schemeClr>
                </a:solidFill>
                <a:latin typeface="微软雅黑" panose="020B0503020204020204" pitchFamily="34" charset="-122"/>
                <a:ea typeface="微软雅黑" panose="020B0503020204020204" pitchFamily="34" charset="-122"/>
              </a:rPr>
              <a:t>53,648,258</a:t>
            </a:r>
            <a:endParaRPr lang="zh-CN" altLang="en-US" sz="4400" dirty="0">
              <a:solidFill>
                <a:schemeClr val="accent1">
                  <a:lumMod val="100000"/>
                </a:schemeClr>
              </a:solidFill>
              <a:latin typeface="微软雅黑" panose="020B0503020204020204" pitchFamily="34" charset="-122"/>
              <a:ea typeface="微软雅黑" panose="020B0503020204020204" pitchFamily="34" charset="-122"/>
            </a:endParaRPr>
          </a:p>
        </p:txBody>
      </p:sp>
      <p:sp>
        <p:nvSpPr>
          <p:cNvPr id="35" name="TextBox 61"/>
          <p:cNvSpPr txBox="1"/>
          <p:nvPr/>
        </p:nvSpPr>
        <p:spPr>
          <a:xfrm>
            <a:off x="6901253" y="4056719"/>
            <a:ext cx="1439785" cy="215444"/>
          </a:xfrm>
          <a:prstGeom prst="rect">
            <a:avLst/>
          </a:prstGeom>
          <a:noFill/>
        </p:spPr>
        <p:txBody>
          <a:bodyPr wrap="square" lIns="0" tIns="0" rIns="0" bIns="0" rtlCol="0">
            <a:spAutoFit/>
          </a:bodyPr>
          <a:lstStyle/>
          <a:p>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rPr>
              <a:t>全年总额：</a:t>
            </a:r>
          </a:p>
        </p:txBody>
      </p:sp>
      <p:sp>
        <p:nvSpPr>
          <p:cNvPr id="36" name="椭圆 35"/>
          <p:cNvSpPr>
            <a:spLocks noChangeAspect="1"/>
          </p:cNvSpPr>
          <p:nvPr/>
        </p:nvSpPr>
        <p:spPr>
          <a:xfrm>
            <a:off x="7608453" y="5273213"/>
            <a:ext cx="107972" cy="107972"/>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7" name="椭圆 36"/>
          <p:cNvSpPr>
            <a:spLocks noChangeAspect="1"/>
          </p:cNvSpPr>
          <p:nvPr/>
        </p:nvSpPr>
        <p:spPr>
          <a:xfrm>
            <a:off x="8737427" y="5258516"/>
            <a:ext cx="107972" cy="107972"/>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8" name="TextBox 64"/>
          <p:cNvSpPr txBox="1"/>
          <p:nvPr/>
        </p:nvSpPr>
        <p:spPr>
          <a:xfrm>
            <a:off x="6912149" y="5221125"/>
            <a:ext cx="634763" cy="215444"/>
          </a:xfrm>
          <a:prstGeom prst="rect">
            <a:avLst/>
          </a:prstGeom>
          <a:noFill/>
        </p:spPr>
        <p:txBody>
          <a:bodyPr wrap="square" lIns="0" tIns="0" rIns="0" bIns="0" rtlCol="0">
            <a:spAutoFit/>
          </a:bodyPr>
          <a:lstStyle/>
          <a:p>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rPr>
              <a:t>毛利润</a:t>
            </a:r>
          </a:p>
        </p:txBody>
      </p:sp>
      <p:sp>
        <p:nvSpPr>
          <p:cNvPr id="39" name="TextBox 65"/>
          <p:cNvSpPr txBox="1"/>
          <p:nvPr/>
        </p:nvSpPr>
        <p:spPr>
          <a:xfrm>
            <a:off x="8041124" y="5204808"/>
            <a:ext cx="634763" cy="215444"/>
          </a:xfrm>
          <a:prstGeom prst="rect">
            <a:avLst/>
          </a:prstGeom>
          <a:noFill/>
        </p:spPr>
        <p:txBody>
          <a:bodyPr wrap="square" lIns="0" tIns="0" rIns="0" bIns="0" rtlCol="0">
            <a:spAutoFit/>
          </a:bodyPr>
          <a:lstStyle/>
          <a:p>
            <a:r>
              <a:rPr lang="zh-CN" altLang="en-US" sz="1400" b="1" dirty="0">
                <a:solidFill>
                  <a:schemeClr val="tx1">
                    <a:lumMod val="95000"/>
                    <a:lumOff val="5000"/>
                  </a:schemeClr>
                </a:solidFill>
                <a:latin typeface="微软雅黑" panose="020B0503020204020204" pitchFamily="34" charset="-122"/>
                <a:ea typeface="微软雅黑" panose="020B0503020204020204" pitchFamily="34" charset="-122"/>
              </a:rPr>
              <a:t>纯利润</a:t>
            </a:r>
          </a:p>
        </p:txBody>
      </p:sp>
      <p:sp>
        <p:nvSpPr>
          <p:cNvPr id="40" name="椭圆 39"/>
          <p:cNvSpPr>
            <a:spLocks noChangeAspect="1"/>
          </p:cNvSpPr>
          <p:nvPr/>
        </p:nvSpPr>
        <p:spPr>
          <a:xfrm>
            <a:off x="8951658" y="5258516"/>
            <a:ext cx="107972" cy="107972"/>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椭圆 40"/>
          <p:cNvSpPr>
            <a:spLocks noChangeAspect="1"/>
          </p:cNvSpPr>
          <p:nvPr/>
        </p:nvSpPr>
        <p:spPr>
          <a:xfrm>
            <a:off x="9157407" y="5258516"/>
            <a:ext cx="107972" cy="107972"/>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椭圆 41"/>
          <p:cNvSpPr>
            <a:spLocks noChangeAspect="1"/>
          </p:cNvSpPr>
          <p:nvPr/>
        </p:nvSpPr>
        <p:spPr>
          <a:xfrm>
            <a:off x="9362039" y="5258516"/>
            <a:ext cx="107972" cy="107972"/>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4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Text Box 4">
            <a:extLst>
              <a:ext uri="{FF2B5EF4-FFF2-40B4-BE49-F238E27FC236}">
                <a16:creationId xmlns:a16="http://schemas.microsoft.com/office/drawing/2014/main" id="{B1F8D9F3-EC2D-FB4F-B7F5-E7FAD4FB3394}"/>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Half Frame 12">
            <a:extLst>
              <a:ext uri="{FF2B5EF4-FFF2-40B4-BE49-F238E27FC236}">
                <a16:creationId xmlns:a16="http://schemas.microsoft.com/office/drawing/2014/main" id="{0BDE4CE0-CC4A-5242-B0F3-473C678BAF16}"/>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9" name="直线连接符 48">
            <a:extLst>
              <a:ext uri="{FF2B5EF4-FFF2-40B4-BE49-F238E27FC236}">
                <a16:creationId xmlns:a16="http://schemas.microsoft.com/office/drawing/2014/main" id="{61EA63AB-7AF9-2D4C-AACD-F6A4850B215A}"/>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blinds dir="vert"/>
      </p:transition>
    </mc:Choice>
    <mc:Fallback xmlns="">
      <p:transition spd="slow" advTm="0">
        <p:blinds dir="vert"/>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300" fill="hold"/>
                                            <p:tgtEl>
                                              <p:spTgt spid="33"/>
                                            </p:tgtEl>
                                            <p:attrNameLst>
                                              <p:attrName>ppt_x</p:attrName>
                                            </p:attrNameLst>
                                          </p:cBhvr>
                                          <p:tavLst>
                                            <p:tav tm="0">
                                              <p:val>
                                                <p:strVal val="1+#ppt_w/2"/>
                                              </p:val>
                                            </p:tav>
                                            <p:tav tm="100000">
                                              <p:val>
                                                <p:strVal val="#ppt_x"/>
                                              </p:val>
                                            </p:tav>
                                          </p:tavLst>
                                        </p:anim>
                                        <p:anim calcmode="lin" valueType="num">
                                          <p:cBhvr additive="base">
                                            <p:cTn id="16" dur="3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32"/>
                                            </p:tgtEl>
                                            <p:attrNameLst>
                                              <p:attrName>style.visibility</p:attrName>
                                            </p:attrNameLst>
                                          </p:cBhvr>
                                          <p:to>
                                            <p:strVal val="visible"/>
                                          </p:to>
                                        </p:set>
                                        <p:anim calcmode="lin" valueType="num">
                                          <p:cBhvr additive="base">
                                            <p:cTn id="20" dur="300" fill="hold"/>
                                            <p:tgtEl>
                                              <p:spTgt spid="32"/>
                                            </p:tgtEl>
                                            <p:attrNameLst>
                                              <p:attrName>ppt_x</p:attrName>
                                            </p:attrNameLst>
                                          </p:cBhvr>
                                          <p:tavLst>
                                            <p:tav tm="0">
                                              <p:val>
                                                <p:strVal val="1+#ppt_w/2"/>
                                              </p:val>
                                            </p:tav>
                                            <p:tav tm="100000">
                                              <p:val>
                                                <p:strVal val="#ppt_x"/>
                                              </p:val>
                                            </p:tav>
                                          </p:tavLst>
                                        </p:anim>
                                        <p:anim calcmode="lin" valueType="num">
                                          <p:cBhvr additive="base">
                                            <p:cTn id="21" dur="300" fill="hold"/>
                                            <p:tgtEl>
                                              <p:spTgt spid="32"/>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left)">
                                          <p:cBhvr>
                                            <p:cTn id="25" dur="500"/>
                                            <p:tgtEl>
                                              <p:spTgt spid="35"/>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500"/>
                                            <p:tgtEl>
                                              <p:spTgt spid="34"/>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left)">
                                          <p:cBhvr>
                                            <p:cTn id="33" dur="500"/>
                                            <p:tgtEl>
                                              <p:spTgt spid="38"/>
                                            </p:tgtEl>
                                          </p:cBhvr>
                                        </p:animEffect>
                                      </p:childTnLst>
                                    </p:cTn>
                                  </p:par>
                                </p:childTnLst>
                              </p:cTn>
                            </p:par>
                            <p:par>
                              <p:cTn id="34" fill="hold">
                                <p:stCondLst>
                                  <p:cond delay="3500"/>
                                </p:stCondLst>
                                <p:childTnLst>
                                  <p:par>
                                    <p:cTn id="35" presetID="53" presetClass="entr" presetSubtype="16"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p:cTn id="37" dur="300" fill="hold"/>
                                            <p:tgtEl>
                                              <p:spTgt spid="36"/>
                                            </p:tgtEl>
                                            <p:attrNameLst>
                                              <p:attrName>ppt_w</p:attrName>
                                            </p:attrNameLst>
                                          </p:cBhvr>
                                          <p:tavLst>
                                            <p:tav tm="0">
                                              <p:val>
                                                <p:fltVal val="0"/>
                                              </p:val>
                                            </p:tav>
                                            <p:tav tm="100000">
                                              <p:val>
                                                <p:strVal val="#ppt_w"/>
                                              </p:val>
                                            </p:tav>
                                          </p:tavLst>
                                        </p:anim>
                                        <p:anim calcmode="lin" valueType="num">
                                          <p:cBhvr>
                                            <p:cTn id="38" dur="300" fill="hold"/>
                                            <p:tgtEl>
                                              <p:spTgt spid="36"/>
                                            </p:tgtEl>
                                            <p:attrNameLst>
                                              <p:attrName>ppt_h</p:attrName>
                                            </p:attrNameLst>
                                          </p:cBhvr>
                                          <p:tavLst>
                                            <p:tav tm="0">
                                              <p:val>
                                                <p:fltVal val="0"/>
                                              </p:val>
                                            </p:tav>
                                            <p:tav tm="100000">
                                              <p:val>
                                                <p:strVal val="#ppt_h"/>
                                              </p:val>
                                            </p:tav>
                                          </p:tavLst>
                                        </p:anim>
                                        <p:animEffect transition="in" filter="fade">
                                          <p:cBhvr>
                                            <p:cTn id="39" dur="300"/>
                                            <p:tgtEl>
                                              <p:spTgt spid="36"/>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par>
                              <p:cTn id="44" fill="hold">
                                <p:stCondLst>
                                  <p:cond delay="4500"/>
                                </p:stCondLst>
                                <p:childTnLst>
                                  <p:par>
                                    <p:cTn id="45" presetID="53" presetClass="entr" presetSubtype="16"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p:cTn id="47" dur="300" fill="hold"/>
                                            <p:tgtEl>
                                              <p:spTgt spid="37"/>
                                            </p:tgtEl>
                                            <p:attrNameLst>
                                              <p:attrName>ppt_w</p:attrName>
                                            </p:attrNameLst>
                                          </p:cBhvr>
                                          <p:tavLst>
                                            <p:tav tm="0">
                                              <p:val>
                                                <p:fltVal val="0"/>
                                              </p:val>
                                            </p:tav>
                                            <p:tav tm="100000">
                                              <p:val>
                                                <p:strVal val="#ppt_w"/>
                                              </p:val>
                                            </p:tav>
                                          </p:tavLst>
                                        </p:anim>
                                        <p:anim calcmode="lin" valueType="num">
                                          <p:cBhvr>
                                            <p:cTn id="48" dur="300" fill="hold"/>
                                            <p:tgtEl>
                                              <p:spTgt spid="37"/>
                                            </p:tgtEl>
                                            <p:attrNameLst>
                                              <p:attrName>ppt_h</p:attrName>
                                            </p:attrNameLst>
                                          </p:cBhvr>
                                          <p:tavLst>
                                            <p:tav tm="0">
                                              <p:val>
                                                <p:fltVal val="0"/>
                                              </p:val>
                                            </p:tav>
                                            <p:tav tm="100000">
                                              <p:val>
                                                <p:strVal val="#ppt_h"/>
                                              </p:val>
                                            </p:tav>
                                          </p:tavLst>
                                        </p:anim>
                                        <p:animEffect transition="in" filter="fade">
                                          <p:cBhvr>
                                            <p:cTn id="49" dur="300"/>
                                            <p:tgtEl>
                                              <p:spTgt spid="37"/>
                                            </p:tgtEl>
                                          </p:cBhvr>
                                        </p:animEffect>
                                      </p:childTnLst>
                                    </p:cTn>
                                  </p:par>
                                </p:childTnLst>
                              </p:cTn>
                            </p:par>
                            <p:par>
                              <p:cTn id="50" fill="hold">
                                <p:stCondLst>
                                  <p:cond delay="5000"/>
                                </p:stCondLst>
                                <p:childTnLst>
                                  <p:par>
                                    <p:cTn id="51" presetID="53" presetClass="entr" presetSubtype="16" fill="hold" grpId="0" nodeType="after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p:cTn id="53" dur="300" fill="hold"/>
                                            <p:tgtEl>
                                              <p:spTgt spid="40"/>
                                            </p:tgtEl>
                                            <p:attrNameLst>
                                              <p:attrName>ppt_w</p:attrName>
                                            </p:attrNameLst>
                                          </p:cBhvr>
                                          <p:tavLst>
                                            <p:tav tm="0">
                                              <p:val>
                                                <p:fltVal val="0"/>
                                              </p:val>
                                            </p:tav>
                                            <p:tav tm="100000">
                                              <p:val>
                                                <p:strVal val="#ppt_w"/>
                                              </p:val>
                                            </p:tav>
                                          </p:tavLst>
                                        </p:anim>
                                        <p:anim calcmode="lin" valueType="num">
                                          <p:cBhvr>
                                            <p:cTn id="54" dur="300" fill="hold"/>
                                            <p:tgtEl>
                                              <p:spTgt spid="40"/>
                                            </p:tgtEl>
                                            <p:attrNameLst>
                                              <p:attrName>ppt_h</p:attrName>
                                            </p:attrNameLst>
                                          </p:cBhvr>
                                          <p:tavLst>
                                            <p:tav tm="0">
                                              <p:val>
                                                <p:fltVal val="0"/>
                                              </p:val>
                                            </p:tav>
                                            <p:tav tm="100000">
                                              <p:val>
                                                <p:strVal val="#ppt_h"/>
                                              </p:val>
                                            </p:tav>
                                          </p:tavLst>
                                        </p:anim>
                                        <p:animEffect transition="in" filter="fade">
                                          <p:cBhvr>
                                            <p:cTn id="55" dur="300"/>
                                            <p:tgtEl>
                                              <p:spTgt spid="40"/>
                                            </p:tgtEl>
                                          </p:cBhvr>
                                        </p:animEffect>
                                      </p:childTnLst>
                                    </p:cTn>
                                  </p:par>
                                </p:childTnLst>
                              </p:cTn>
                            </p:par>
                            <p:par>
                              <p:cTn id="56" fill="hold">
                                <p:stCondLst>
                                  <p:cond delay="5500"/>
                                </p:stCondLst>
                                <p:childTnLst>
                                  <p:par>
                                    <p:cTn id="57" presetID="53" presetClass="entr" presetSubtype="16" fill="hold" grpId="0" nodeType="afterEffect">
                                      <p:stCondLst>
                                        <p:cond delay="0"/>
                                      </p:stCondLst>
                                      <p:childTnLst>
                                        <p:set>
                                          <p:cBhvr>
                                            <p:cTn id="58" dur="1" fill="hold">
                                              <p:stCondLst>
                                                <p:cond delay="0"/>
                                              </p:stCondLst>
                                            </p:cTn>
                                            <p:tgtEl>
                                              <p:spTgt spid="41"/>
                                            </p:tgtEl>
                                            <p:attrNameLst>
                                              <p:attrName>style.visibility</p:attrName>
                                            </p:attrNameLst>
                                          </p:cBhvr>
                                          <p:to>
                                            <p:strVal val="visible"/>
                                          </p:to>
                                        </p:set>
                                        <p:anim calcmode="lin" valueType="num">
                                          <p:cBhvr>
                                            <p:cTn id="59" dur="300" fill="hold"/>
                                            <p:tgtEl>
                                              <p:spTgt spid="41"/>
                                            </p:tgtEl>
                                            <p:attrNameLst>
                                              <p:attrName>ppt_w</p:attrName>
                                            </p:attrNameLst>
                                          </p:cBhvr>
                                          <p:tavLst>
                                            <p:tav tm="0">
                                              <p:val>
                                                <p:fltVal val="0"/>
                                              </p:val>
                                            </p:tav>
                                            <p:tav tm="100000">
                                              <p:val>
                                                <p:strVal val="#ppt_w"/>
                                              </p:val>
                                            </p:tav>
                                          </p:tavLst>
                                        </p:anim>
                                        <p:anim calcmode="lin" valueType="num">
                                          <p:cBhvr>
                                            <p:cTn id="60" dur="300" fill="hold"/>
                                            <p:tgtEl>
                                              <p:spTgt spid="41"/>
                                            </p:tgtEl>
                                            <p:attrNameLst>
                                              <p:attrName>ppt_h</p:attrName>
                                            </p:attrNameLst>
                                          </p:cBhvr>
                                          <p:tavLst>
                                            <p:tav tm="0">
                                              <p:val>
                                                <p:fltVal val="0"/>
                                              </p:val>
                                            </p:tav>
                                            <p:tav tm="100000">
                                              <p:val>
                                                <p:strVal val="#ppt_h"/>
                                              </p:val>
                                            </p:tav>
                                          </p:tavLst>
                                        </p:anim>
                                        <p:animEffect transition="in" filter="fade">
                                          <p:cBhvr>
                                            <p:cTn id="61" dur="300"/>
                                            <p:tgtEl>
                                              <p:spTgt spid="41"/>
                                            </p:tgtEl>
                                          </p:cBhvr>
                                        </p:animEffect>
                                      </p:childTnLst>
                                    </p:cTn>
                                  </p:par>
                                </p:childTnLst>
                              </p:cTn>
                            </p:par>
                            <p:par>
                              <p:cTn id="62" fill="hold">
                                <p:stCondLst>
                                  <p:cond delay="5800"/>
                                </p:stCondLst>
                                <p:childTnLst>
                                  <p:par>
                                    <p:cTn id="63" presetID="53" presetClass="entr" presetSubtype="16" fill="hold" grpId="0" nodeType="afterEffect">
                                      <p:stCondLst>
                                        <p:cond delay="0"/>
                                      </p:stCondLst>
                                      <p:childTnLst>
                                        <p:set>
                                          <p:cBhvr>
                                            <p:cTn id="64" dur="1" fill="hold">
                                              <p:stCondLst>
                                                <p:cond delay="0"/>
                                              </p:stCondLst>
                                            </p:cTn>
                                            <p:tgtEl>
                                              <p:spTgt spid="42"/>
                                            </p:tgtEl>
                                            <p:attrNameLst>
                                              <p:attrName>style.visibility</p:attrName>
                                            </p:attrNameLst>
                                          </p:cBhvr>
                                          <p:to>
                                            <p:strVal val="visible"/>
                                          </p:to>
                                        </p:set>
                                        <p:anim calcmode="lin" valueType="num">
                                          <p:cBhvr>
                                            <p:cTn id="65" dur="300" fill="hold"/>
                                            <p:tgtEl>
                                              <p:spTgt spid="42"/>
                                            </p:tgtEl>
                                            <p:attrNameLst>
                                              <p:attrName>ppt_w</p:attrName>
                                            </p:attrNameLst>
                                          </p:cBhvr>
                                          <p:tavLst>
                                            <p:tav tm="0">
                                              <p:val>
                                                <p:fltVal val="0"/>
                                              </p:val>
                                            </p:tav>
                                            <p:tav tm="100000">
                                              <p:val>
                                                <p:strVal val="#ppt_w"/>
                                              </p:val>
                                            </p:tav>
                                          </p:tavLst>
                                        </p:anim>
                                        <p:anim calcmode="lin" valueType="num">
                                          <p:cBhvr>
                                            <p:cTn id="66" dur="300" fill="hold"/>
                                            <p:tgtEl>
                                              <p:spTgt spid="42"/>
                                            </p:tgtEl>
                                            <p:attrNameLst>
                                              <p:attrName>ppt_h</p:attrName>
                                            </p:attrNameLst>
                                          </p:cBhvr>
                                          <p:tavLst>
                                            <p:tav tm="0">
                                              <p:val>
                                                <p:fltVal val="0"/>
                                              </p:val>
                                            </p:tav>
                                            <p:tav tm="100000">
                                              <p:val>
                                                <p:strVal val="#ppt_h"/>
                                              </p:val>
                                            </p:tav>
                                          </p:tavLst>
                                        </p:anim>
                                        <p:animEffect transition="in" filter="fade">
                                          <p:cBhvr>
                                            <p:cTn id="67" dur="300"/>
                                            <p:tgtEl>
                                              <p:spTgt spid="42"/>
                                            </p:tgtEl>
                                          </p:cBhvr>
                                        </p:animEffect>
                                      </p:childTnLst>
                                    </p:cTn>
                                  </p:par>
                                  <p:par>
                                    <p:cTn id="68" presetID="2" presetClass="entr" presetSubtype="1" fill="hold" grpId="0" nodeType="withEffect" p14:presetBounceEnd="81000">
                                      <p:stCondLst>
                                        <p:cond delay="0"/>
                                      </p:stCondLst>
                                      <p:childTnLst>
                                        <p:set>
                                          <p:cBhvr>
                                            <p:cTn id="69" dur="1" fill="hold">
                                              <p:stCondLst>
                                                <p:cond delay="0"/>
                                              </p:stCondLst>
                                            </p:cTn>
                                            <p:tgtEl>
                                              <p:spTgt spid="45"/>
                                            </p:tgtEl>
                                            <p:attrNameLst>
                                              <p:attrName>style.visibility</p:attrName>
                                            </p:attrNameLst>
                                          </p:cBhvr>
                                          <p:to>
                                            <p:strVal val="visible"/>
                                          </p:to>
                                        </p:set>
                                        <p:anim calcmode="lin" valueType="num" p14:bounceEnd="81000">
                                          <p:cBhvr additive="base">
                                            <p:cTn id="70" dur="1000" fill="hold"/>
                                            <p:tgtEl>
                                              <p:spTgt spid="45"/>
                                            </p:tgtEl>
                                            <p:attrNameLst>
                                              <p:attrName>ppt_x</p:attrName>
                                            </p:attrNameLst>
                                          </p:cBhvr>
                                          <p:tavLst>
                                            <p:tav tm="0">
                                              <p:val>
                                                <p:strVal val="#ppt_x"/>
                                              </p:val>
                                            </p:tav>
                                            <p:tav tm="100000">
                                              <p:val>
                                                <p:strVal val="#ppt_x"/>
                                              </p:val>
                                            </p:tav>
                                          </p:tavLst>
                                        </p:anim>
                                        <p:anim calcmode="lin" valueType="num" p14:bounceEnd="81000">
                                          <p:cBhvr additive="base">
                                            <p:cTn id="71" dur="1000" fill="hold"/>
                                            <p:tgtEl>
                                              <p:spTgt spid="45"/>
                                            </p:tgtEl>
                                            <p:attrNameLst>
                                              <p:attrName>ppt_y</p:attrName>
                                            </p:attrNameLst>
                                          </p:cBhvr>
                                          <p:tavLst>
                                            <p:tav tm="0">
                                              <p:val>
                                                <p:strVal val="0-#ppt_h/2"/>
                                              </p:val>
                                            </p:tav>
                                            <p:tav tm="100000">
                                              <p:val>
                                                <p:strVal val="#ppt_y"/>
                                              </p:val>
                                            </p:tav>
                                          </p:tavLst>
                                        </p:anim>
                                      </p:childTnLst>
                                    </p:cTn>
                                  </p:par>
                                </p:childTnLst>
                              </p:cTn>
                            </p:par>
                            <p:par>
                              <p:cTn id="72" fill="hold">
                                <p:stCondLst>
                                  <p:cond delay="6800"/>
                                </p:stCondLst>
                                <p:childTnLst>
                                  <p:par>
                                    <p:cTn id="73" presetID="22" presetClass="entr" presetSubtype="8" fill="hold" nodeType="after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wipe(left)">
                                          <p:cBhvr>
                                            <p:cTn id="7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animBg="1"/>
          <p:bldP spid="37" grpId="0" animBg="1"/>
          <p:bldP spid="38" grpId="0"/>
          <p:bldP spid="39" grpId="0"/>
          <p:bldP spid="40" grpId="0" animBg="1"/>
          <p:bldP spid="41" grpId="0" animBg="1"/>
          <p:bldP spid="42" grpId="0" animBg="1"/>
          <p:bldP spid="4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2" presetClass="entr" presetSubtype="2" fill="hold" grpId="0"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300" fill="hold"/>
                                            <p:tgtEl>
                                              <p:spTgt spid="33"/>
                                            </p:tgtEl>
                                            <p:attrNameLst>
                                              <p:attrName>ppt_x</p:attrName>
                                            </p:attrNameLst>
                                          </p:cBhvr>
                                          <p:tavLst>
                                            <p:tav tm="0">
                                              <p:val>
                                                <p:strVal val="1+#ppt_w/2"/>
                                              </p:val>
                                            </p:tav>
                                            <p:tav tm="100000">
                                              <p:val>
                                                <p:strVal val="#ppt_x"/>
                                              </p:val>
                                            </p:tav>
                                          </p:tavLst>
                                        </p:anim>
                                        <p:anim calcmode="lin" valueType="num">
                                          <p:cBhvr additive="base">
                                            <p:cTn id="16" dur="3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 presetClass="entr" presetSubtype="2" fill="hold" grpId="0" nodeType="afterEffect">
                                      <p:stCondLst>
                                        <p:cond delay="0"/>
                                      </p:stCondLst>
                                      <p:childTnLst>
                                        <p:set>
                                          <p:cBhvr>
                                            <p:cTn id="19" dur="1" fill="hold">
                                              <p:stCondLst>
                                                <p:cond delay="0"/>
                                              </p:stCondLst>
                                            </p:cTn>
                                            <p:tgtEl>
                                              <p:spTgt spid="32"/>
                                            </p:tgtEl>
                                            <p:attrNameLst>
                                              <p:attrName>style.visibility</p:attrName>
                                            </p:attrNameLst>
                                          </p:cBhvr>
                                          <p:to>
                                            <p:strVal val="visible"/>
                                          </p:to>
                                        </p:set>
                                        <p:anim calcmode="lin" valueType="num">
                                          <p:cBhvr additive="base">
                                            <p:cTn id="20" dur="300" fill="hold"/>
                                            <p:tgtEl>
                                              <p:spTgt spid="32"/>
                                            </p:tgtEl>
                                            <p:attrNameLst>
                                              <p:attrName>ppt_x</p:attrName>
                                            </p:attrNameLst>
                                          </p:cBhvr>
                                          <p:tavLst>
                                            <p:tav tm="0">
                                              <p:val>
                                                <p:strVal val="1+#ppt_w/2"/>
                                              </p:val>
                                            </p:tav>
                                            <p:tav tm="100000">
                                              <p:val>
                                                <p:strVal val="#ppt_x"/>
                                              </p:val>
                                            </p:tav>
                                          </p:tavLst>
                                        </p:anim>
                                        <p:anim calcmode="lin" valueType="num">
                                          <p:cBhvr additive="base">
                                            <p:cTn id="21" dur="300" fill="hold"/>
                                            <p:tgtEl>
                                              <p:spTgt spid="32"/>
                                            </p:tgtEl>
                                            <p:attrNameLst>
                                              <p:attrName>ppt_y</p:attrName>
                                            </p:attrNameLst>
                                          </p:cBhvr>
                                          <p:tavLst>
                                            <p:tav tm="0">
                                              <p:val>
                                                <p:strVal val="#ppt_y"/>
                                              </p:val>
                                            </p:tav>
                                            <p:tav tm="100000">
                                              <p:val>
                                                <p:strVal val="#ppt_y"/>
                                              </p:val>
                                            </p:tav>
                                          </p:tavLst>
                                        </p:anim>
                                      </p:childTnLst>
                                    </p:cTn>
                                  </p:par>
                                </p:childTnLst>
                              </p:cTn>
                            </p:par>
                            <p:par>
                              <p:cTn id="22" fill="hold">
                                <p:stCondLst>
                                  <p:cond delay="2000"/>
                                </p:stCondLst>
                                <p:childTnLst>
                                  <p:par>
                                    <p:cTn id="23" presetID="22" presetClass="entr" presetSubtype="8" fill="hold" grpId="0" nodeType="afterEffect">
                                      <p:stCondLst>
                                        <p:cond delay="0"/>
                                      </p:stCondLst>
                                      <p:childTnLst>
                                        <p:set>
                                          <p:cBhvr>
                                            <p:cTn id="24" dur="1" fill="hold">
                                              <p:stCondLst>
                                                <p:cond delay="0"/>
                                              </p:stCondLst>
                                            </p:cTn>
                                            <p:tgtEl>
                                              <p:spTgt spid="35"/>
                                            </p:tgtEl>
                                            <p:attrNameLst>
                                              <p:attrName>style.visibility</p:attrName>
                                            </p:attrNameLst>
                                          </p:cBhvr>
                                          <p:to>
                                            <p:strVal val="visible"/>
                                          </p:to>
                                        </p:set>
                                        <p:animEffect transition="in" filter="wipe(left)">
                                          <p:cBhvr>
                                            <p:cTn id="25" dur="500"/>
                                            <p:tgtEl>
                                              <p:spTgt spid="35"/>
                                            </p:tgtEl>
                                          </p:cBhvr>
                                        </p:animEffect>
                                      </p:childTnLst>
                                    </p:cTn>
                                  </p:par>
                                </p:childTnLst>
                              </p:cTn>
                            </p:par>
                            <p:par>
                              <p:cTn id="26" fill="hold">
                                <p:stCondLst>
                                  <p:cond delay="2500"/>
                                </p:stCondLst>
                                <p:childTnLst>
                                  <p:par>
                                    <p:cTn id="27" presetID="22" presetClass="entr" presetSubtype="8" fill="hold" grpId="0" nodeType="after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wipe(left)">
                                          <p:cBhvr>
                                            <p:cTn id="29" dur="500"/>
                                            <p:tgtEl>
                                              <p:spTgt spid="34"/>
                                            </p:tgtEl>
                                          </p:cBhvr>
                                        </p:animEffect>
                                      </p:childTnLst>
                                    </p:cTn>
                                  </p:par>
                                </p:childTnLst>
                              </p:cTn>
                            </p:par>
                            <p:par>
                              <p:cTn id="30" fill="hold">
                                <p:stCondLst>
                                  <p:cond delay="3000"/>
                                </p:stCondLst>
                                <p:childTnLst>
                                  <p:par>
                                    <p:cTn id="31" presetID="22" presetClass="entr" presetSubtype="8" fill="hold" grpId="0" nodeType="after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left)">
                                          <p:cBhvr>
                                            <p:cTn id="33" dur="500"/>
                                            <p:tgtEl>
                                              <p:spTgt spid="38"/>
                                            </p:tgtEl>
                                          </p:cBhvr>
                                        </p:animEffect>
                                      </p:childTnLst>
                                    </p:cTn>
                                  </p:par>
                                </p:childTnLst>
                              </p:cTn>
                            </p:par>
                            <p:par>
                              <p:cTn id="34" fill="hold">
                                <p:stCondLst>
                                  <p:cond delay="3500"/>
                                </p:stCondLst>
                                <p:childTnLst>
                                  <p:par>
                                    <p:cTn id="35" presetID="53" presetClass="entr" presetSubtype="16" fill="hold" grpId="0" nodeType="afterEffect">
                                      <p:stCondLst>
                                        <p:cond delay="0"/>
                                      </p:stCondLst>
                                      <p:childTnLst>
                                        <p:set>
                                          <p:cBhvr>
                                            <p:cTn id="36" dur="1" fill="hold">
                                              <p:stCondLst>
                                                <p:cond delay="0"/>
                                              </p:stCondLst>
                                            </p:cTn>
                                            <p:tgtEl>
                                              <p:spTgt spid="36"/>
                                            </p:tgtEl>
                                            <p:attrNameLst>
                                              <p:attrName>style.visibility</p:attrName>
                                            </p:attrNameLst>
                                          </p:cBhvr>
                                          <p:to>
                                            <p:strVal val="visible"/>
                                          </p:to>
                                        </p:set>
                                        <p:anim calcmode="lin" valueType="num">
                                          <p:cBhvr>
                                            <p:cTn id="37" dur="300" fill="hold"/>
                                            <p:tgtEl>
                                              <p:spTgt spid="36"/>
                                            </p:tgtEl>
                                            <p:attrNameLst>
                                              <p:attrName>ppt_w</p:attrName>
                                            </p:attrNameLst>
                                          </p:cBhvr>
                                          <p:tavLst>
                                            <p:tav tm="0">
                                              <p:val>
                                                <p:fltVal val="0"/>
                                              </p:val>
                                            </p:tav>
                                            <p:tav tm="100000">
                                              <p:val>
                                                <p:strVal val="#ppt_w"/>
                                              </p:val>
                                            </p:tav>
                                          </p:tavLst>
                                        </p:anim>
                                        <p:anim calcmode="lin" valueType="num">
                                          <p:cBhvr>
                                            <p:cTn id="38" dur="300" fill="hold"/>
                                            <p:tgtEl>
                                              <p:spTgt spid="36"/>
                                            </p:tgtEl>
                                            <p:attrNameLst>
                                              <p:attrName>ppt_h</p:attrName>
                                            </p:attrNameLst>
                                          </p:cBhvr>
                                          <p:tavLst>
                                            <p:tav tm="0">
                                              <p:val>
                                                <p:fltVal val="0"/>
                                              </p:val>
                                            </p:tav>
                                            <p:tav tm="100000">
                                              <p:val>
                                                <p:strVal val="#ppt_h"/>
                                              </p:val>
                                            </p:tav>
                                          </p:tavLst>
                                        </p:anim>
                                        <p:animEffect transition="in" filter="fade">
                                          <p:cBhvr>
                                            <p:cTn id="39" dur="300"/>
                                            <p:tgtEl>
                                              <p:spTgt spid="36"/>
                                            </p:tgtEl>
                                          </p:cBhvr>
                                        </p:animEffect>
                                      </p:childTnLst>
                                    </p:cTn>
                                  </p:par>
                                </p:childTnLst>
                              </p:cTn>
                            </p:par>
                            <p:par>
                              <p:cTn id="40" fill="hold">
                                <p:stCondLst>
                                  <p:cond delay="4000"/>
                                </p:stCondLst>
                                <p:childTnLst>
                                  <p:par>
                                    <p:cTn id="41" presetID="22" presetClass="entr" presetSubtype="8" fill="hold" grpId="0" nodeType="afterEffect">
                                      <p:stCondLst>
                                        <p:cond delay="0"/>
                                      </p:stCondLst>
                                      <p:childTnLst>
                                        <p:set>
                                          <p:cBhvr>
                                            <p:cTn id="42" dur="1" fill="hold">
                                              <p:stCondLst>
                                                <p:cond delay="0"/>
                                              </p:stCondLst>
                                            </p:cTn>
                                            <p:tgtEl>
                                              <p:spTgt spid="39"/>
                                            </p:tgtEl>
                                            <p:attrNameLst>
                                              <p:attrName>style.visibility</p:attrName>
                                            </p:attrNameLst>
                                          </p:cBhvr>
                                          <p:to>
                                            <p:strVal val="visible"/>
                                          </p:to>
                                        </p:set>
                                        <p:animEffect transition="in" filter="wipe(left)">
                                          <p:cBhvr>
                                            <p:cTn id="43" dur="500"/>
                                            <p:tgtEl>
                                              <p:spTgt spid="39"/>
                                            </p:tgtEl>
                                          </p:cBhvr>
                                        </p:animEffect>
                                      </p:childTnLst>
                                    </p:cTn>
                                  </p:par>
                                </p:childTnLst>
                              </p:cTn>
                            </p:par>
                            <p:par>
                              <p:cTn id="44" fill="hold">
                                <p:stCondLst>
                                  <p:cond delay="4500"/>
                                </p:stCondLst>
                                <p:childTnLst>
                                  <p:par>
                                    <p:cTn id="45" presetID="53" presetClass="entr" presetSubtype="16" fill="hold" grpId="0" nodeType="afterEffect">
                                      <p:stCondLst>
                                        <p:cond delay="0"/>
                                      </p:stCondLst>
                                      <p:childTnLst>
                                        <p:set>
                                          <p:cBhvr>
                                            <p:cTn id="46" dur="1" fill="hold">
                                              <p:stCondLst>
                                                <p:cond delay="0"/>
                                              </p:stCondLst>
                                            </p:cTn>
                                            <p:tgtEl>
                                              <p:spTgt spid="37"/>
                                            </p:tgtEl>
                                            <p:attrNameLst>
                                              <p:attrName>style.visibility</p:attrName>
                                            </p:attrNameLst>
                                          </p:cBhvr>
                                          <p:to>
                                            <p:strVal val="visible"/>
                                          </p:to>
                                        </p:set>
                                        <p:anim calcmode="lin" valueType="num">
                                          <p:cBhvr>
                                            <p:cTn id="47" dur="300" fill="hold"/>
                                            <p:tgtEl>
                                              <p:spTgt spid="37"/>
                                            </p:tgtEl>
                                            <p:attrNameLst>
                                              <p:attrName>ppt_w</p:attrName>
                                            </p:attrNameLst>
                                          </p:cBhvr>
                                          <p:tavLst>
                                            <p:tav tm="0">
                                              <p:val>
                                                <p:fltVal val="0"/>
                                              </p:val>
                                            </p:tav>
                                            <p:tav tm="100000">
                                              <p:val>
                                                <p:strVal val="#ppt_w"/>
                                              </p:val>
                                            </p:tav>
                                          </p:tavLst>
                                        </p:anim>
                                        <p:anim calcmode="lin" valueType="num">
                                          <p:cBhvr>
                                            <p:cTn id="48" dur="300" fill="hold"/>
                                            <p:tgtEl>
                                              <p:spTgt spid="37"/>
                                            </p:tgtEl>
                                            <p:attrNameLst>
                                              <p:attrName>ppt_h</p:attrName>
                                            </p:attrNameLst>
                                          </p:cBhvr>
                                          <p:tavLst>
                                            <p:tav tm="0">
                                              <p:val>
                                                <p:fltVal val="0"/>
                                              </p:val>
                                            </p:tav>
                                            <p:tav tm="100000">
                                              <p:val>
                                                <p:strVal val="#ppt_h"/>
                                              </p:val>
                                            </p:tav>
                                          </p:tavLst>
                                        </p:anim>
                                        <p:animEffect transition="in" filter="fade">
                                          <p:cBhvr>
                                            <p:cTn id="49" dur="300"/>
                                            <p:tgtEl>
                                              <p:spTgt spid="37"/>
                                            </p:tgtEl>
                                          </p:cBhvr>
                                        </p:animEffect>
                                      </p:childTnLst>
                                    </p:cTn>
                                  </p:par>
                                </p:childTnLst>
                              </p:cTn>
                            </p:par>
                            <p:par>
                              <p:cTn id="50" fill="hold">
                                <p:stCondLst>
                                  <p:cond delay="5000"/>
                                </p:stCondLst>
                                <p:childTnLst>
                                  <p:par>
                                    <p:cTn id="51" presetID="53" presetClass="entr" presetSubtype="16" fill="hold" grpId="0" nodeType="afterEffect">
                                      <p:stCondLst>
                                        <p:cond delay="0"/>
                                      </p:stCondLst>
                                      <p:childTnLst>
                                        <p:set>
                                          <p:cBhvr>
                                            <p:cTn id="52" dur="1" fill="hold">
                                              <p:stCondLst>
                                                <p:cond delay="0"/>
                                              </p:stCondLst>
                                            </p:cTn>
                                            <p:tgtEl>
                                              <p:spTgt spid="40"/>
                                            </p:tgtEl>
                                            <p:attrNameLst>
                                              <p:attrName>style.visibility</p:attrName>
                                            </p:attrNameLst>
                                          </p:cBhvr>
                                          <p:to>
                                            <p:strVal val="visible"/>
                                          </p:to>
                                        </p:set>
                                        <p:anim calcmode="lin" valueType="num">
                                          <p:cBhvr>
                                            <p:cTn id="53" dur="300" fill="hold"/>
                                            <p:tgtEl>
                                              <p:spTgt spid="40"/>
                                            </p:tgtEl>
                                            <p:attrNameLst>
                                              <p:attrName>ppt_w</p:attrName>
                                            </p:attrNameLst>
                                          </p:cBhvr>
                                          <p:tavLst>
                                            <p:tav tm="0">
                                              <p:val>
                                                <p:fltVal val="0"/>
                                              </p:val>
                                            </p:tav>
                                            <p:tav tm="100000">
                                              <p:val>
                                                <p:strVal val="#ppt_w"/>
                                              </p:val>
                                            </p:tav>
                                          </p:tavLst>
                                        </p:anim>
                                        <p:anim calcmode="lin" valueType="num">
                                          <p:cBhvr>
                                            <p:cTn id="54" dur="300" fill="hold"/>
                                            <p:tgtEl>
                                              <p:spTgt spid="40"/>
                                            </p:tgtEl>
                                            <p:attrNameLst>
                                              <p:attrName>ppt_h</p:attrName>
                                            </p:attrNameLst>
                                          </p:cBhvr>
                                          <p:tavLst>
                                            <p:tav tm="0">
                                              <p:val>
                                                <p:fltVal val="0"/>
                                              </p:val>
                                            </p:tav>
                                            <p:tav tm="100000">
                                              <p:val>
                                                <p:strVal val="#ppt_h"/>
                                              </p:val>
                                            </p:tav>
                                          </p:tavLst>
                                        </p:anim>
                                        <p:animEffect transition="in" filter="fade">
                                          <p:cBhvr>
                                            <p:cTn id="55" dur="300"/>
                                            <p:tgtEl>
                                              <p:spTgt spid="40"/>
                                            </p:tgtEl>
                                          </p:cBhvr>
                                        </p:animEffect>
                                      </p:childTnLst>
                                    </p:cTn>
                                  </p:par>
                                </p:childTnLst>
                              </p:cTn>
                            </p:par>
                            <p:par>
                              <p:cTn id="56" fill="hold">
                                <p:stCondLst>
                                  <p:cond delay="5500"/>
                                </p:stCondLst>
                                <p:childTnLst>
                                  <p:par>
                                    <p:cTn id="57" presetID="53" presetClass="entr" presetSubtype="16" fill="hold" grpId="0" nodeType="afterEffect">
                                      <p:stCondLst>
                                        <p:cond delay="0"/>
                                      </p:stCondLst>
                                      <p:childTnLst>
                                        <p:set>
                                          <p:cBhvr>
                                            <p:cTn id="58" dur="1" fill="hold">
                                              <p:stCondLst>
                                                <p:cond delay="0"/>
                                              </p:stCondLst>
                                            </p:cTn>
                                            <p:tgtEl>
                                              <p:spTgt spid="41"/>
                                            </p:tgtEl>
                                            <p:attrNameLst>
                                              <p:attrName>style.visibility</p:attrName>
                                            </p:attrNameLst>
                                          </p:cBhvr>
                                          <p:to>
                                            <p:strVal val="visible"/>
                                          </p:to>
                                        </p:set>
                                        <p:anim calcmode="lin" valueType="num">
                                          <p:cBhvr>
                                            <p:cTn id="59" dur="300" fill="hold"/>
                                            <p:tgtEl>
                                              <p:spTgt spid="41"/>
                                            </p:tgtEl>
                                            <p:attrNameLst>
                                              <p:attrName>ppt_w</p:attrName>
                                            </p:attrNameLst>
                                          </p:cBhvr>
                                          <p:tavLst>
                                            <p:tav tm="0">
                                              <p:val>
                                                <p:fltVal val="0"/>
                                              </p:val>
                                            </p:tav>
                                            <p:tav tm="100000">
                                              <p:val>
                                                <p:strVal val="#ppt_w"/>
                                              </p:val>
                                            </p:tav>
                                          </p:tavLst>
                                        </p:anim>
                                        <p:anim calcmode="lin" valueType="num">
                                          <p:cBhvr>
                                            <p:cTn id="60" dur="300" fill="hold"/>
                                            <p:tgtEl>
                                              <p:spTgt spid="41"/>
                                            </p:tgtEl>
                                            <p:attrNameLst>
                                              <p:attrName>ppt_h</p:attrName>
                                            </p:attrNameLst>
                                          </p:cBhvr>
                                          <p:tavLst>
                                            <p:tav tm="0">
                                              <p:val>
                                                <p:fltVal val="0"/>
                                              </p:val>
                                            </p:tav>
                                            <p:tav tm="100000">
                                              <p:val>
                                                <p:strVal val="#ppt_h"/>
                                              </p:val>
                                            </p:tav>
                                          </p:tavLst>
                                        </p:anim>
                                        <p:animEffect transition="in" filter="fade">
                                          <p:cBhvr>
                                            <p:cTn id="61" dur="300"/>
                                            <p:tgtEl>
                                              <p:spTgt spid="41"/>
                                            </p:tgtEl>
                                          </p:cBhvr>
                                        </p:animEffect>
                                      </p:childTnLst>
                                    </p:cTn>
                                  </p:par>
                                </p:childTnLst>
                              </p:cTn>
                            </p:par>
                            <p:par>
                              <p:cTn id="62" fill="hold">
                                <p:stCondLst>
                                  <p:cond delay="5800"/>
                                </p:stCondLst>
                                <p:childTnLst>
                                  <p:par>
                                    <p:cTn id="63" presetID="53" presetClass="entr" presetSubtype="16" fill="hold" grpId="0" nodeType="afterEffect">
                                      <p:stCondLst>
                                        <p:cond delay="0"/>
                                      </p:stCondLst>
                                      <p:childTnLst>
                                        <p:set>
                                          <p:cBhvr>
                                            <p:cTn id="64" dur="1" fill="hold">
                                              <p:stCondLst>
                                                <p:cond delay="0"/>
                                              </p:stCondLst>
                                            </p:cTn>
                                            <p:tgtEl>
                                              <p:spTgt spid="42"/>
                                            </p:tgtEl>
                                            <p:attrNameLst>
                                              <p:attrName>style.visibility</p:attrName>
                                            </p:attrNameLst>
                                          </p:cBhvr>
                                          <p:to>
                                            <p:strVal val="visible"/>
                                          </p:to>
                                        </p:set>
                                        <p:anim calcmode="lin" valueType="num">
                                          <p:cBhvr>
                                            <p:cTn id="65" dur="300" fill="hold"/>
                                            <p:tgtEl>
                                              <p:spTgt spid="42"/>
                                            </p:tgtEl>
                                            <p:attrNameLst>
                                              <p:attrName>ppt_w</p:attrName>
                                            </p:attrNameLst>
                                          </p:cBhvr>
                                          <p:tavLst>
                                            <p:tav tm="0">
                                              <p:val>
                                                <p:fltVal val="0"/>
                                              </p:val>
                                            </p:tav>
                                            <p:tav tm="100000">
                                              <p:val>
                                                <p:strVal val="#ppt_w"/>
                                              </p:val>
                                            </p:tav>
                                          </p:tavLst>
                                        </p:anim>
                                        <p:anim calcmode="lin" valueType="num">
                                          <p:cBhvr>
                                            <p:cTn id="66" dur="300" fill="hold"/>
                                            <p:tgtEl>
                                              <p:spTgt spid="42"/>
                                            </p:tgtEl>
                                            <p:attrNameLst>
                                              <p:attrName>ppt_h</p:attrName>
                                            </p:attrNameLst>
                                          </p:cBhvr>
                                          <p:tavLst>
                                            <p:tav tm="0">
                                              <p:val>
                                                <p:fltVal val="0"/>
                                              </p:val>
                                            </p:tav>
                                            <p:tav tm="100000">
                                              <p:val>
                                                <p:strVal val="#ppt_h"/>
                                              </p:val>
                                            </p:tav>
                                          </p:tavLst>
                                        </p:anim>
                                        <p:animEffect transition="in" filter="fade">
                                          <p:cBhvr>
                                            <p:cTn id="67" dur="300"/>
                                            <p:tgtEl>
                                              <p:spTgt spid="42"/>
                                            </p:tgtEl>
                                          </p:cBhvr>
                                        </p:animEffect>
                                      </p:childTnLst>
                                    </p:cTn>
                                  </p:par>
                                  <p:par>
                                    <p:cTn id="68" presetID="2" presetClass="entr" presetSubtype="1" fill="hold" grpId="0" nodeType="withEffect">
                                      <p:stCondLst>
                                        <p:cond delay="0"/>
                                      </p:stCondLst>
                                      <p:childTnLst>
                                        <p:set>
                                          <p:cBhvr>
                                            <p:cTn id="69" dur="1" fill="hold">
                                              <p:stCondLst>
                                                <p:cond delay="0"/>
                                              </p:stCondLst>
                                            </p:cTn>
                                            <p:tgtEl>
                                              <p:spTgt spid="45"/>
                                            </p:tgtEl>
                                            <p:attrNameLst>
                                              <p:attrName>style.visibility</p:attrName>
                                            </p:attrNameLst>
                                          </p:cBhvr>
                                          <p:to>
                                            <p:strVal val="visible"/>
                                          </p:to>
                                        </p:set>
                                        <p:anim calcmode="lin" valueType="num">
                                          <p:cBhvr additive="base">
                                            <p:cTn id="70" dur="1000" fill="hold"/>
                                            <p:tgtEl>
                                              <p:spTgt spid="45"/>
                                            </p:tgtEl>
                                            <p:attrNameLst>
                                              <p:attrName>ppt_x</p:attrName>
                                            </p:attrNameLst>
                                          </p:cBhvr>
                                          <p:tavLst>
                                            <p:tav tm="0">
                                              <p:val>
                                                <p:strVal val="#ppt_x"/>
                                              </p:val>
                                            </p:tav>
                                            <p:tav tm="100000">
                                              <p:val>
                                                <p:strVal val="#ppt_x"/>
                                              </p:val>
                                            </p:tav>
                                          </p:tavLst>
                                        </p:anim>
                                        <p:anim calcmode="lin" valueType="num">
                                          <p:cBhvr additive="base">
                                            <p:cTn id="71" dur="1000" fill="hold"/>
                                            <p:tgtEl>
                                              <p:spTgt spid="45"/>
                                            </p:tgtEl>
                                            <p:attrNameLst>
                                              <p:attrName>ppt_y</p:attrName>
                                            </p:attrNameLst>
                                          </p:cBhvr>
                                          <p:tavLst>
                                            <p:tav tm="0">
                                              <p:val>
                                                <p:strVal val="0-#ppt_h/2"/>
                                              </p:val>
                                            </p:tav>
                                            <p:tav tm="100000">
                                              <p:val>
                                                <p:strVal val="#ppt_y"/>
                                              </p:val>
                                            </p:tav>
                                          </p:tavLst>
                                        </p:anim>
                                      </p:childTnLst>
                                    </p:cTn>
                                  </p:par>
                                </p:childTnLst>
                              </p:cTn>
                            </p:par>
                            <p:par>
                              <p:cTn id="72" fill="hold">
                                <p:stCondLst>
                                  <p:cond delay="6800"/>
                                </p:stCondLst>
                                <p:childTnLst>
                                  <p:par>
                                    <p:cTn id="73" presetID="22" presetClass="entr" presetSubtype="8" fill="hold" nodeType="afterEffect">
                                      <p:stCondLst>
                                        <p:cond delay="0"/>
                                      </p:stCondLst>
                                      <p:childTnLst>
                                        <p:set>
                                          <p:cBhvr>
                                            <p:cTn id="74" dur="1" fill="hold">
                                              <p:stCondLst>
                                                <p:cond delay="0"/>
                                              </p:stCondLst>
                                            </p:cTn>
                                            <p:tgtEl>
                                              <p:spTgt spid="46"/>
                                            </p:tgtEl>
                                            <p:attrNameLst>
                                              <p:attrName>style.visibility</p:attrName>
                                            </p:attrNameLst>
                                          </p:cBhvr>
                                          <p:to>
                                            <p:strVal val="visible"/>
                                          </p:to>
                                        </p:set>
                                        <p:animEffect transition="in" filter="wipe(left)">
                                          <p:cBhvr>
                                            <p:cTn id="75"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animBg="1"/>
          <p:bldP spid="37" grpId="0" animBg="1"/>
          <p:bldP spid="38" grpId="0"/>
          <p:bldP spid="39" grpId="0"/>
          <p:bldP spid="40" grpId="0" animBg="1"/>
          <p:bldP spid="41" grpId="0" animBg="1"/>
          <p:bldP spid="42" grpId="0" animBg="1"/>
          <p:bldP spid="45" grpId="0"/>
        </p:bldLst>
      </p:timing>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99030" y="1809299"/>
            <a:ext cx="2009055" cy="2009056"/>
            <a:chOff x="3481448" y="2338049"/>
            <a:chExt cx="2181104" cy="2181104"/>
          </a:xfrm>
        </p:grpSpPr>
        <p:grpSp>
          <p:nvGrpSpPr>
            <p:cNvPr id="5" name="组合 4"/>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7" name="同心圆 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sp>
            <p:nvSpPr>
              <p:cNvPr id="8" name="椭圆 7"/>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grpSp>
        <p:sp>
          <p:nvSpPr>
            <p:cNvPr id="6" name="TextBox 55"/>
            <p:cNvSpPr txBox="1"/>
            <p:nvPr/>
          </p:nvSpPr>
          <p:spPr>
            <a:xfrm>
              <a:off x="3859415" y="3125467"/>
              <a:ext cx="1376909" cy="545473"/>
            </a:xfrm>
            <a:prstGeom prst="rect">
              <a:avLst/>
            </a:prstGeom>
            <a:noFill/>
          </p:spPr>
          <p:txBody>
            <a:bodyPr wrap="none" rtlCol="0">
              <a:spAutoFit/>
            </a:bodyPr>
            <a:lstStyle/>
            <a:p>
              <a:pPr defTabSz="1218565">
                <a:defRPr/>
              </a:pPr>
              <a:r>
                <a:rPr lang="zh-CN" altLang="en-US" sz="2665" kern="0" dirty="0">
                  <a:solidFill>
                    <a:schemeClr val="accent1">
                      <a:lumMod val="100000"/>
                    </a:schemeClr>
                  </a:solidFill>
                  <a:latin typeface="微软雅黑" panose="020B0503020204020204" pitchFamily="34" charset="-122"/>
                  <a:ea typeface="微软雅黑" panose="020B0503020204020204" pitchFamily="34" charset="-122"/>
                </a:rPr>
                <a:t>方案</a:t>
              </a:r>
              <a:r>
                <a:rPr lang="en-US" altLang="zh-CN" sz="2665" kern="0" dirty="0">
                  <a:solidFill>
                    <a:schemeClr val="accent1">
                      <a:lumMod val="100000"/>
                    </a:schemeClr>
                  </a:solidFill>
                  <a:latin typeface="微软雅黑" panose="020B0503020204020204" pitchFamily="34" charset="-122"/>
                  <a:ea typeface="微软雅黑" panose="020B0503020204020204" pitchFamily="34" charset="-122"/>
                </a:rPr>
                <a:t>01</a:t>
              </a:r>
              <a:endParaRPr lang="zh-CN" altLang="en-US" sz="2665" kern="0"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9" name="矩形 8"/>
          <p:cNvSpPr/>
          <p:nvPr/>
        </p:nvSpPr>
        <p:spPr>
          <a:xfrm>
            <a:off x="758755" y="4132681"/>
            <a:ext cx="2089612" cy="849001"/>
          </a:xfrm>
          <a:prstGeom prst="rect">
            <a:avLst/>
          </a:prstGeom>
          <a:noFill/>
          <a:ln>
            <a:noFill/>
          </a:ln>
        </p:spPr>
        <p:txBody>
          <a:bodyPr wrap="square" lIns="91428" tIns="45713" rIns="91428" bIns="45713">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2937323" y="4242033"/>
            <a:ext cx="631688" cy="636784"/>
            <a:chOff x="3041651" y="3326606"/>
            <a:chExt cx="631825" cy="636588"/>
          </a:xfrm>
        </p:grpSpPr>
        <p:sp>
          <p:nvSpPr>
            <p:cNvPr id="11" name="Oval 9"/>
            <p:cNvSpPr>
              <a:spLocks noChangeArrowheads="1"/>
            </p:cNvSpPr>
            <p:nvPr/>
          </p:nvSpPr>
          <p:spPr bwMode="auto">
            <a:xfrm>
              <a:off x="3041651" y="3326606"/>
              <a:ext cx="631825" cy="636588"/>
            </a:xfrm>
            <a:prstGeom prst="ellipse">
              <a:avLst/>
            </a:prstGeom>
            <a:solidFill>
              <a:schemeClr val="accent3">
                <a:lumMod val="75000"/>
              </a:schemeClr>
            </a:solidFill>
            <a:ln>
              <a:solidFill>
                <a:srgbClr val="FFFFFF"/>
              </a:solidFill>
            </a:ln>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 name="Freeform 10"/>
            <p:cNvSpPr/>
            <p:nvPr/>
          </p:nvSpPr>
          <p:spPr bwMode="auto">
            <a:xfrm>
              <a:off x="3378201" y="3469481"/>
              <a:ext cx="206375" cy="342900"/>
            </a:xfrm>
            <a:custGeom>
              <a:avLst/>
              <a:gdLst>
                <a:gd name="T0" fmla="*/ 216 w 252"/>
                <a:gd name="T1" fmla="*/ 252 h 418"/>
                <a:gd name="T2" fmla="*/ 136 w 252"/>
                <a:gd name="T3" fmla="*/ 321 h 418"/>
                <a:gd name="T4" fmla="*/ 58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5 w 252"/>
                <a:gd name="T19" fmla="*/ 19 h 418"/>
                <a:gd name="T20" fmla="*/ 136 w 252"/>
                <a:gd name="T21" fmla="*/ 88 h 418"/>
                <a:gd name="T22" fmla="*/ 213 w 252"/>
                <a:gd name="T23" fmla="*/ 154 h 418"/>
                <a:gd name="T24" fmla="*/ 216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 name="Freeform 11"/>
            <p:cNvSpPr/>
            <p:nvPr/>
          </p:nvSpPr>
          <p:spPr bwMode="auto">
            <a:xfrm>
              <a:off x="3182938"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3783203" y="1809299"/>
            <a:ext cx="2009056" cy="2009056"/>
            <a:chOff x="3481448" y="2338049"/>
            <a:chExt cx="2181104" cy="2181104"/>
          </a:xfrm>
        </p:grpSpPr>
        <p:grpSp>
          <p:nvGrpSpPr>
            <p:cNvPr id="15" name="组合 14"/>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17" name="同心圆 1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sp>
            <p:nvSpPr>
              <p:cNvPr id="18" name="椭圆 17"/>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grpSp>
        <p:sp>
          <p:nvSpPr>
            <p:cNvPr id="16" name="TextBox 65"/>
            <p:cNvSpPr txBox="1"/>
            <p:nvPr/>
          </p:nvSpPr>
          <p:spPr>
            <a:xfrm>
              <a:off x="3837372" y="3125467"/>
              <a:ext cx="1376908" cy="545821"/>
            </a:xfrm>
            <a:prstGeom prst="rect">
              <a:avLst/>
            </a:prstGeom>
            <a:noFill/>
          </p:spPr>
          <p:txBody>
            <a:bodyPr wrap="none" rtlCol="0">
              <a:spAutoFit/>
            </a:bodyPr>
            <a:lstStyle/>
            <a:p>
              <a:pPr defTabSz="1218565">
                <a:defRPr/>
              </a:pPr>
              <a:r>
                <a:rPr lang="zh-CN" altLang="en-US" sz="2665" kern="0" dirty="0">
                  <a:solidFill>
                    <a:schemeClr val="accent1">
                      <a:lumMod val="100000"/>
                    </a:schemeClr>
                  </a:solidFill>
                  <a:latin typeface="微软雅黑" panose="020B0503020204020204" pitchFamily="34" charset="-122"/>
                  <a:ea typeface="微软雅黑" panose="020B0503020204020204" pitchFamily="34" charset="-122"/>
                </a:rPr>
                <a:t>方案</a:t>
              </a:r>
              <a:r>
                <a:rPr lang="en-US" altLang="zh-CN" sz="2665" kern="0" dirty="0">
                  <a:solidFill>
                    <a:schemeClr val="accent1">
                      <a:lumMod val="100000"/>
                    </a:schemeClr>
                  </a:solidFill>
                  <a:latin typeface="微软雅黑" panose="020B0503020204020204" pitchFamily="34" charset="-122"/>
                  <a:ea typeface="微软雅黑" panose="020B0503020204020204" pitchFamily="34" charset="-122"/>
                </a:rPr>
                <a:t>02</a:t>
              </a:r>
              <a:endParaRPr lang="zh-CN" altLang="en-US" sz="2665" kern="0"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19" name="矩形 18"/>
          <p:cNvSpPr/>
          <p:nvPr/>
        </p:nvSpPr>
        <p:spPr>
          <a:xfrm>
            <a:off x="3702647" y="4132681"/>
            <a:ext cx="2089612" cy="849001"/>
          </a:xfrm>
          <a:prstGeom prst="rect">
            <a:avLst/>
          </a:prstGeom>
          <a:noFill/>
          <a:ln>
            <a:noFill/>
          </a:ln>
        </p:spPr>
        <p:txBody>
          <a:bodyPr wrap="square" lIns="91428" tIns="45713" rIns="91428" bIns="45713">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917589" y="4242033"/>
            <a:ext cx="631688" cy="636784"/>
            <a:chOff x="3041651" y="3326606"/>
            <a:chExt cx="631825" cy="636588"/>
          </a:xfrm>
        </p:grpSpPr>
        <p:sp>
          <p:nvSpPr>
            <p:cNvPr id="21" name="Oval 9"/>
            <p:cNvSpPr>
              <a:spLocks noChangeArrowheads="1"/>
            </p:cNvSpPr>
            <p:nvPr/>
          </p:nvSpPr>
          <p:spPr bwMode="auto">
            <a:xfrm>
              <a:off x="3041651" y="3326606"/>
              <a:ext cx="631825" cy="636588"/>
            </a:xfrm>
            <a:prstGeom prst="ellipse">
              <a:avLst/>
            </a:prstGeom>
            <a:solidFill>
              <a:schemeClr val="accent3">
                <a:lumMod val="75000"/>
              </a:schemeClr>
            </a:solidFill>
            <a:ln>
              <a:solidFill>
                <a:srgbClr val="FFFFFF"/>
              </a:solidFill>
            </a:ln>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Freeform 10"/>
            <p:cNvSpPr/>
            <p:nvPr/>
          </p:nvSpPr>
          <p:spPr bwMode="auto">
            <a:xfrm>
              <a:off x="3378201" y="3469481"/>
              <a:ext cx="206375" cy="342900"/>
            </a:xfrm>
            <a:custGeom>
              <a:avLst/>
              <a:gdLst>
                <a:gd name="T0" fmla="*/ 216 w 252"/>
                <a:gd name="T1" fmla="*/ 252 h 418"/>
                <a:gd name="T2" fmla="*/ 136 w 252"/>
                <a:gd name="T3" fmla="*/ 321 h 418"/>
                <a:gd name="T4" fmla="*/ 58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5 w 252"/>
                <a:gd name="T19" fmla="*/ 19 h 418"/>
                <a:gd name="T20" fmla="*/ 136 w 252"/>
                <a:gd name="T21" fmla="*/ 88 h 418"/>
                <a:gd name="T22" fmla="*/ 213 w 252"/>
                <a:gd name="T23" fmla="*/ 154 h 418"/>
                <a:gd name="T24" fmla="*/ 216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Freeform 11"/>
            <p:cNvSpPr/>
            <p:nvPr/>
          </p:nvSpPr>
          <p:spPr bwMode="auto">
            <a:xfrm>
              <a:off x="3182938"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6706659" y="1809299"/>
            <a:ext cx="2009056" cy="2009056"/>
            <a:chOff x="3481448" y="2338049"/>
            <a:chExt cx="2181104" cy="2181104"/>
          </a:xfrm>
        </p:grpSpPr>
        <p:grpSp>
          <p:nvGrpSpPr>
            <p:cNvPr id="25" name="组合 24"/>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27" name="同心圆 2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sp>
            <p:nvSpPr>
              <p:cNvPr id="28" name="椭圆 27"/>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grpSp>
        <p:sp>
          <p:nvSpPr>
            <p:cNvPr id="26" name="TextBox 75"/>
            <p:cNvSpPr txBox="1"/>
            <p:nvPr/>
          </p:nvSpPr>
          <p:spPr>
            <a:xfrm>
              <a:off x="3836211" y="3125467"/>
              <a:ext cx="1376908" cy="545821"/>
            </a:xfrm>
            <a:prstGeom prst="rect">
              <a:avLst/>
            </a:prstGeom>
            <a:noFill/>
          </p:spPr>
          <p:txBody>
            <a:bodyPr wrap="none" rtlCol="0">
              <a:spAutoFit/>
            </a:bodyPr>
            <a:lstStyle/>
            <a:p>
              <a:pPr defTabSz="1218565">
                <a:defRPr/>
              </a:pPr>
              <a:r>
                <a:rPr lang="zh-CN" altLang="en-US" sz="2665" kern="0" dirty="0">
                  <a:solidFill>
                    <a:schemeClr val="accent1">
                      <a:lumMod val="100000"/>
                    </a:schemeClr>
                  </a:solidFill>
                  <a:latin typeface="微软雅黑" panose="020B0503020204020204" pitchFamily="34" charset="-122"/>
                  <a:ea typeface="微软雅黑" panose="020B0503020204020204" pitchFamily="34" charset="-122"/>
                </a:rPr>
                <a:t>方案</a:t>
              </a:r>
              <a:r>
                <a:rPr lang="en-US" altLang="zh-CN" sz="2665" kern="0" dirty="0">
                  <a:solidFill>
                    <a:schemeClr val="accent1">
                      <a:lumMod val="100000"/>
                    </a:schemeClr>
                  </a:solidFill>
                  <a:latin typeface="微软雅黑" panose="020B0503020204020204" pitchFamily="34" charset="-122"/>
                  <a:ea typeface="微软雅黑" panose="020B0503020204020204" pitchFamily="34" charset="-122"/>
                </a:rPr>
                <a:t>03</a:t>
              </a:r>
              <a:endParaRPr lang="zh-CN" altLang="en-US" sz="2665" kern="0"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29" name="矩形 28"/>
          <p:cNvSpPr/>
          <p:nvPr/>
        </p:nvSpPr>
        <p:spPr>
          <a:xfrm>
            <a:off x="6605059" y="4132681"/>
            <a:ext cx="2089612" cy="849001"/>
          </a:xfrm>
          <a:prstGeom prst="rect">
            <a:avLst/>
          </a:prstGeom>
          <a:noFill/>
          <a:ln>
            <a:noFill/>
          </a:ln>
        </p:spPr>
        <p:txBody>
          <a:bodyPr wrap="square" lIns="91428" tIns="45713" rIns="91428" bIns="45713">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30" name="组合 29"/>
          <p:cNvGrpSpPr/>
          <p:nvPr/>
        </p:nvGrpSpPr>
        <p:grpSpPr>
          <a:xfrm>
            <a:off x="8802457" y="4242033"/>
            <a:ext cx="631688" cy="636784"/>
            <a:chOff x="3041651" y="3326606"/>
            <a:chExt cx="631825" cy="636588"/>
          </a:xfrm>
        </p:grpSpPr>
        <p:sp>
          <p:nvSpPr>
            <p:cNvPr id="31" name="Oval 9"/>
            <p:cNvSpPr>
              <a:spLocks noChangeArrowheads="1"/>
            </p:cNvSpPr>
            <p:nvPr/>
          </p:nvSpPr>
          <p:spPr bwMode="auto">
            <a:xfrm>
              <a:off x="3041651" y="3326606"/>
              <a:ext cx="631825" cy="636588"/>
            </a:xfrm>
            <a:prstGeom prst="ellipse">
              <a:avLst/>
            </a:prstGeom>
            <a:solidFill>
              <a:schemeClr val="accent3">
                <a:lumMod val="75000"/>
              </a:schemeClr>
            </a:solidFill>
            <a:ln>
              <a:solidFill>
                <a:srgbClr val="FFFFFF"/>
              </a:solidFill>
            </a:ln>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2" name="Freeform 10"/>
            <p:cNvSpPr/>
            <p:nvPr/>
          </p:nvSpPr>
          <p:spPr bwMode="auto">
            <a:xfrm>
              <a:off x="3378201" y="3469481"/>
              <a:ext cx="206375" cy="342900"/>
            </a:xfrm>
            <a:custGeom>
              <a:avLst/>
              <a:gdLst>
                <a:gd name="T0" fmla="*/ 216 w 252"/>
                <a:gd name="T1" fmla="*/ 252 h 418"/>
                <a:gd name="T2" fmla="*/ 136 w 252"/>
                <a:gd name="T3" fmla="*/ 321 h 418"/>
                <a:gd name="T4" fmla="*/ 58 w 252"/>
                <a:gd name="T5" fmla="*/ 388 h 418"/>
                <a:gd name="T6" fmla="*/ 0 w 252"/>
                <a:gd name="T7" fmla="*/ 350 h 418"/>
                <a:gd name="T8" fmla="*/ 34 w 252"/>
                <a:gd name="T9" fmla="*/ 321 h 418"/>
                <a:gd name="T10" fmla="*/ 115 w 252"/>
                <a:gd name="T11" fmla="*/ 252 h 418"/>
                <a:gd name="T12" fmla="*/ 112 w 252"/>
                <a:gd name="T13" fmla="*/ 154 h 418"/>
                <a:gd name="T14" fmla="*/ 34 w 252"/>
                <a:gd name="T15" fmla="*/ 88 h 418"/>
                <a:gd name="T16" fmla="*/ 0 w 252"/>
                <a:gd name="T17" fmla="*/ 58 h 418"/>
                <a:gd name="T18" fmla="*/ 55 w 252"/>
                <a:gd name="T19" fmla="*/ 19 h 418"/>
                <a:gd name="T20" fmla="*/ 136 w 252"/>
                <a:gd name="T21" fmla="*/ 88 h 418"/>
                <a:gd name="T22" fmla="*/ 213 w 252"/>
                <a:gd name="T23" fmla="*/ 154 h 418"/>
                <a:gd name="T24" fmla="*/ 216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6" y="252"/>
                  </a:moveTo>
                  <a:lnTo>
                    <a:pt x="136" y="321"/>
                  </a:lnTo>
                  <a:cubicBezTo>
                    <a:pt x="110" y="343"/>
                    <a:pt x="84" y="365"/>
                    <a:pt x="58" y="388"/>
                  </a:cubicBezTo>
                  <a:cubicBezTo>
                    <a:pt x="21" y="418"/>
                    <a:pt x="5" y="397"/>
                    <a:pt x="0" y="350"/>
                  </a:cubicBezTo>
                  <a:lnTo>
                    <a:pt x="34" y="321"/>
                  </a:lnTo>
                  <a:lnTo>
                    <a:pt x="115" y="252"/>
                  </a:lnTo>
                  <a:cubicBezTo>
                    <a:pt x="143" y="221"/>
                    <a:pt x="150" y="189"/>
                    <a:pt x="112" y="154"/>
                  </a:cubicBezTo>
                  <a:cubicBezTo>
                    <a:pt x="86" y="132"/>
                    <a:pt x="60" y="110"/>
                    <a:pt x="34" y="88"/>
                  </a:cubicBezTo>
                  <a:lnTo>
                    <a:pt x="0" y="58"/>
                  </a:lnTo>
                  <a:cubicBezTo>
                    <a:pt x="4" y="4"/>
                    <a:pt x="25" y="0"/>
                    <a:pt x="55" y="19"/>
                  </a:cubicBezTo>
                  <a:lnTo>
                    <a:pt x="136" y="88"/>
                  </a:lnTo>
                  <a:cubicBezTo>
                    <a:pt x="162" y="110"/>
                    <a:pt x="188" y="132"/>
                    <a:pt x="213" y="154"/>
                  </a:cubicBezTo>
                  <a:cubicBezTo>
                    <a:pt x="252" y="189"/>
                    <a:pt x="244" y="221"/>
                    <a:pt x="216"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Freeform 11"/>
            <p:cNvSpPr/>
            <p:nvPr/>
          </p:nvSpPr>
          <p:spPr bwMode="auto">
            <a:xfrm>
              <a:off x="3182938" y="3469481"/>
              <a:ext cx="206375" cy="342900"/>
            </a:xfrm>
            <a:custGeom>
              <a:avLst/>
              <a:gdLst>
                <a:gd name="T0" fmla="*/ 217 w 252"/>
                <a:gd name="T1" fmla="*/ 252 h 418"/>
                <a:gd name="T2" fmla="*/ 136 w 252"/>
                <a:gd name="T3" fmla="*/ 321 h 418"/>
                <a:gd name="T4" fmla="*/ 59 w 252"/>
                <a:gd name="T5" fmla="*/ 388 h 418"/>
                <a:gd name="T6" fmla="*/ 0 w 252"/>
                <a:gd name="T7" fmla="*/ 350 h 418"/>
                <a:gd name="T8" fmla="*/ 35 w 252"/>
                <a:gd name="T9" fmla="*/ 321 h 418"/>
                <a:gd name="T10" fmla="*/ 115 w 252"/>
                <a:gd name="T11" fmla="*/ 252 h 418"/>
                <a:gd name="T12" fmla="*/ 112 w 252"/>
                <a:gd name="T13" fmla="*/ 154 h 418"/>
                <a:gd name="T14" fmla="*/ 35 w 252"/>
                <a:gd name="T15" fmla="*/ 88 h 418"/>
                <a:gd name="T16" fmla="*/ 0 w 252"/>
                <a:gd name="T17" fmla="*/ 58 h 418"/>
                <a:gd name="T18" fmla="*/ 56 w 252"/>
                <a:gd name="T19" fmla="*/ 19 h 418"/>
                <a:gd name="T20" fmla="*/ 136 w 252"/>
                <a:gd name="T21" fmla="*/ 88 h 418"/>
                <a:gd name="T22" fmla="*/ 214 w 252"/>
                <a:gd name="T23" fmla="*/ 154 h 418"/>
                <a:gd name="T24" fmla="*/ 217 w 252"/>
                <a:gd name="T25" fmla="*/ 252 h 4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52" h="418">
                  <a:moveTo>
                    <a:pt x="217" y="252"/>
                  </a:moveTo>
                  <a:lnTo>
                    <a:pt x="136" y="321"/>
                  </a:lnTo>
                  <a:cubicBezTo>
                    <a:pt x="110" y="343"/>
                    <a:pt x="84" y="365"/>
                    <a:pt x="59" y="388"/>
                  </a:cubicBezTo>
                  <a:cubicBezTo>
                    <a:pt x="21" y="418"/>
                    <a:pt x="6" y="397"/>
                    <a:pt x="0" y="350"/>
                  </a:cubicBezTo>
                  <a:lnTo>
                    <a:pt x="35" y="321"/>
                  </a:lnTo>
                  <a:lnTo>
                    <a:pt x="115" y="252"/>
                  </a:lnTo>
                  <a:cubicBezTo>
                    <a:pt x="143" y="221"/>
                    <a:pt x="150" y="189"/>
                    <a:pt x="112" y="154"/>
                  </a:cubicBezTo>
                  <a:cubicBezTo>
                    <a:pt x="86" y="132"/>
                    <a:pt x="60" y="110"/>
                    <a:pt x="35" y="88"/>
                  </a:cubicBezTo>
                  <a:lnTo>
                    <a:pt x="0" y="58"/>
                  </a:lnTo>
                  <a:cubicBezTo>
                    <a:pt x="4" y="4"/>
                    <a:pt x="26" y="0"/>
                    <a:pt x="56" y="19"/>
                  </a:cubicBezTo>
                  <a:lnTo>
                    <a:pt x="136" y="88"/>
                  </a:lnTo>
                  <a:cubicBezTo>
                    <a:pt x="162" y="110"/>
                    <a:pt x="188" y="132"/>
                    <a:pt x="214" y="154"/>
                  </a:cubicBezTo>
                  <a:cubicBezTo>
                    <a:pt x="252" y="189"/>
                    <a:pt x="245" y="221"/>
                    <a:pt x="217" y="252"/>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4" name="组合 33"/>
          <p:cNvGrpSpPr/>
          <p:nvPr/>
        </p:nvGrpSpPr>
        <p:grpSpPr>
          <a:xfrm>
            <a:off x="9471321" y="1809299"/>
            <a:ext cx="2009056" cy="2009056"/>
            <a:chOff x="3481448" y="2338049"/>
            <a:chExt cx="2181104" cy="2181104"/>
          </a:xfrm>
        </p:grpSpPr>
        <p:grpSp>
          <p:nvGrpSpPr>
            <p:cNvPr id="35" name="组合 34"/>
            <p:cNvGrpSpPr/>
            <p:nvPr/>
          </p:nvGrpSpPr>
          <p:grpSpPr>
            <a:xfrm>
              <a:off x="3481448" y="2338049"/>
              <a:ext cx="2181104" cy="2181104"/>
              <a:chOff x="304800" y="673100"/>
              <a:chExt cx="4000500" cy="4000500"/>
            </a:xfrm>
            <a:effectLst>
              <a:outerShdw blurRad="444500" dist="254000" dir="8100000" algn="tr" rotWithShape="0">
                <a:prstClr val="black">
                  <a:alpha val="50000"/>
                </a:prstClr>
              </a:outerShdw>
            </a:effectLst>
          </p:grpSpPr>
          <p:sp>
            <p:nvSpPr>
              <p:cNvPr id="37" name="同心圆 3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sp>
            <p:nvSpPr>
              <p:cNvPr id="38" name="椭圆 37"/>
              <p:cNvSpPr/>
              <p:nvPr/>
            </p:nvSpPr>
            <p:spPr>
              <a:xfrm>
                <a:off x="392112" y="760412"/>
                <a:ext cx="3825873" cy="3825873"/>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accent3">
                      <a:lumMod val="50000"/>
                    </a:schemeClr>
                  </a:solidFill>
                  <a:latin typeface="微软雅黑" panose="020B0503020204020204" pitchFamily="34" charset="-122"/>
                  <a:ea typeface="微软雅黑" panose="020B0503020204020204" pitchFamily="34" charset="-122"/>
                </a:endParaRPr>
              </a:p>
            </p:txBody>
          </p:sp>
        </p:grpSp>
        <p:sp>
          <p:nvSpPr>
            <p:cNvPr id="36" name="TextBox 85"/>
            <p:cNvSpPr txBox="1"/>
            <p:nvPr/>
          </p:nvSpPr>
          <p:spPr>
            <a:xfrm>
              <a:off x="3835051" y="3125467"/>
              <a:ext cx="1390830" cy="545473"/>
            </a:xfrm>
            <a:prstGeom prst="rect">
              <a:avLst/>
            </a:prstGeom>
            <a:noFill/>
          </p:spPr>
          <p:txBody>
            <a:bodyPr wrap="none" rtlCol="0">
              <a:spAutoFit/>
            </a:bodyPr>
            <a:lstStyle/>
            <a:p>
              <a:pPr defTabSz="1218565">
                <a:defRPr/>
              </a:pPr>
              <a:r>
                <a:rPr lang="zh-CN" altLang="en-US" sz="2665" kern="0" dirty="0">
                  <a:solidFill>
                    <a:schemeClr val="accent1">
                      <a:lumMod val="100000"/>
                    </a:schemeClr>
                  </a:solidFill>
                  <a:latin typeface="微软雅黑" panose="020B0503020204020204" pitchFamily="34" charset="-122"/>
                  <a:ea typeface="微软雅黑" panose="020B0503020204020204" pitchFamily="34" charset="-122"/>
                </a:rPr>
                <a:t>方案</a:t>
              </a:r>
              <a:r>
                <a:rPr lang="en-US" altLang="zh-CN" sz="2665" kern="0" dirty="0">
                  <a:solidFill>
                    <a:schemeClr val="accent1">
                      <a:lumMod val="100000"/>
                    </a:schemeClr>
                  </a:solidFill>
                  <a:latin typeface="微软雅黑" panose="020B0503020204020204" pitchFamily="34" charset="-122"/>
                  <a:ea typeface="微软雅黑" panose="020B0503020204020204" pitchFamily="34" charset="-122"/>
                </a:rPr>
                <a:t>04</a:t>
              </a:r>
              <a:endParaRPr lang="zh-CN" altLang="en-US" sz="2665" kern="0" dirty="0">
                <a:solidFill>
                  <a:schemeClr val="accent1">
                    <a:lumMod val="100000"/>
                  </a:schemeClr>
                </a:solidFill>
                <a:latin typeface="微软雅黑" panose="020B0503020204020204" pitchFamily="34" charset="-122"/>
                <a:ea typeface="微软雅黑" panose="020B0503020204020204" pitchFamily="34" charset="-122"/>
              </a:endParaRPr>
            </a:p>
          </p:txBody>
        </p:sp>
      </p:grpSp>
      <p:sp>
        <p:nvSpPr>
          <p:cNvPr id="39" name="矩形 38"/>
          <p:cNvSpPr/>
          <p:nvPr/>
        </p:nvSpPr>
        <p:spPr>
          <a:xfrm>
            <a:off x="9524271" y="4132681"/>
            <a:ext cx="2089612" cy="849001"/>
          </a:xfrm>
          <a:prstGeom prst="rect">
            <a:avLst/>
          </a:prstGeom>
          <a:noFill/>
          <a:ln>
            <a:noFill/>
          </a:ln>
        </p:spPr>
        <p:txBody>
          <a:bodyPr wrap="square" lIns="91428" tIns="45713" rIns="91428" bIns="45713">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6" name="Text Box 4">
            <a:extLst>
              <a:ext uri="{FF2B5EF4-FFF2-40B4-BE49-F238E27FC236}">
                <a16:creationId xmlns:a16="http://schemas.microsoft.com/office/drawing/2014/main" id="{D48CDA03-4A93-D643-A2FD-423AFCFB239D}"/>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Half Frame 12">
            <a:extLst>
              <a:ext uri="{FF2B5EF4-FFF2-40B4-BE49-F238E27FC236}">
                <a16:creationId xmlns:a16="http://schemas.microsoft.com/office/drawing/2014/main" id="{CC8404B1-E313-074E-B47A-561F04C1B602}"/>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8" name="直线连接符 47">
            <a:extLst>
              <a:ext uri="{FF2B5EF4-FFF2-40B4-BE49-F238E27FC236}">
                <a16:creationId xmlns:a16="http://schemas.microsoft.com/office/drawing/2014/main" id="{2BF75E88-4D66-7F4A-A351-142FC3A529C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4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40000">
                                          <p:cBhvr additive="base">
                                            <p:cTn id="7" dur="500" fill="hold"/>
                                            <p:tgtEl>
                                              <p:spTgt spid="3"/>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par>
                              <p:cTn id="13" fill="hold">
                                <p:stCondLst>
                                  <p:cond delay="1000"/>
                                </p:stCondLst>
                                <p:childTnLst>
                                  <p:par>
                                    <p:cTn id="14" presetID="2" presetClass="entr" presetSubtype="8" fill="hold" nodeType="afterEffect" p14:presetBounceEnd="40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40000">
                                          <p:cBhvr additive="base">
                                            <p:cTn id="16" dur="500" fill="hold"/>
                                            <p:tgtEl>
                                              <p:spTgt spid="10"/>
                                            </p:tgtEl>
                                            <p:attrNameLst>
                                              <p:attrName>ppt_x</p:attrName>
                                            </p:attrNameLst>
                                          </p:cBhvr>
                                          <p:tavLst>
                                            <p:tav tm="0">
                                              <p:val>
                                                <p:strVal val="0-#ppt_w/2"/>
                                              </p:val>
                                            </p:tav>
                                            <p:tav tm="100000">
                                              <p:val>
                                                <p:strVal val="#ppt_x"/>
                                              </p:val>
                                            </p:tav>
                                          </p:tavLst>
                                        </p:anim>
                                        <p:anim calcmode="lin" valueType="num" p14:bounceEnd="40000">
                                          <p:cBhvr additive="base">
                                            <p:cTn id="17" dur="500" fill="hold"/>
                                            <p:tgtEl>
                                              <p:spTgt spid="1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1" fill="hold" nodeType="afterEffect" p14:presetBounceEnd="40000">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14:bounceEnd="40000">
                                          <p:cBhvr additive="base">
                                            <p:cTn id="21" dur="50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22" dur="500" fill="hold"/>
                                            <p:tgtEl>
                                              <p:spTgt spid="14"/>
                                            </p:tgtEl>
                                            <p:attrNameLst>
                                              <p:attrName>ppt_y</p:attrName>
                                            </p:attrNameLst>
                                          </p:cBhvr>
                                          <p:tavLst>
                                            <p:tav tm="0">
                                              <p:val>
                                                <p:strVal val="0-#ppt_h/2"/>
                                              </p:val>
                                            </p:tav>
                                            <p:tav tm="100000">
                                              <p:val>
                                                <p:strVal val="#ppt_y"/>
                                              </p:val>
                                            </p:tav>
                                          </p:tavLst>
                                        </p:anim>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up)">
                                          <p:cBhvr>
                                            <p:cTn id="26" dur="500"/>
                                            <p:tgtEl>
                                              <p:spTgt spid="19"/>
                                            </p:tgtEl>
                                          </p:cBhvr>
                                        </p:animEffect>
                                      </p:childTnLst>
                                    </p:cTn>
                                  </p:par>
                                </p:childTnLst>
                              </p:cTn>
                            </p:par>
                            <p:par>
                              <p:cTn id="27" fill="hold">
                                <p:stCondLst>
                                  <p:cond delay="2500"/>
                                </p:stCondLst>
                                <p:childTnLst>
                                  <p:par>
                                    <p:cTn id="28" presetID="2" presetClass="entr" presetSubtype="8" fill="hold" nodeType="afterEffect" p14:presetBounceEnd="40000">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14:bounceEnd="40000">
                                          <p:cBhvr additive="base">
                                            <p:cTn id="30" dur="500" fill="hold"/>
                                            <p:tgtEl>
                                              <p:spTgt spid="20"/>
                                            </p:tgtEl>
                                            <p:attrNameLst>
                                              <p:attrName>ppt_x</p:attrName>
                                            </p:attrNameLst>
                                          </p:cBhvr>
                                          <p:tavLst>
                                            <p:tav tm="0">
                                              <p:val>
                                                <p:strVal val="0-#ppt_w/2"/>
                                              </p:val>
                                            </p:tav>
                                            <p:tav tm="100000">
                                              <p:val>
                                                <p:strVal val="#ppt_x"/>
                                              </p:val>
                                            </p:tav>
                                          </p:tavLst>
                                        </p:anim>
                                        <p:anim calcmode="lin" valueType="num" p14:bounceEnd="40000">
                                          <p:cBhvr additive="base">
                                            <p:cTn id="31" dur="500" fill="hold"/>
                                            <p:tgtEl>
                                              <p:spTgt spid="20"/>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ID="2" presetClass="entr" presetSubtype="1" fill="hold" nodeType="afterEffect" p14:presetBounceEnd="40000">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14:bounceEnd="40000">
                                          <p:cBhvr additive="base">
                                            <p:cTn id="35" dur="500" fill="hold"/>
                                            <p:tgtEl>
                                              <p:spTgt spid="24"/>
                                            </p:tgtEl>
                                            <p:attrNameLst>
                                              <p:attrName>ppt_x</p:attrName>
                                            </p:attrNameLst>
                                          </p:cBhvr>
                                          <p:tavLst>
                                            <p:tav tm="0">
                                              <p:val>
                                                <p:strVal val="#ppt_x"/>
                                              </p:val>
                                            </p:tav>
                                            <p:tav tm="100000">
                                              <p:val>
                                                <p:strVal val="#ppt_x"/>
                                              </p:val>
                                            </p:tav>
                                          </p:tavLst>
                                        </p:anim>
                                        <p:anim calcmode="lin" valueType="num" p14:bounceEnd="40000">
                                          <p:cBhvr additive="base">
                                            <p:cTn id="36" dur="500" fill="hold"/>
                                            <p:tgtEl>
                                              <p:spTgt spid="24"/>
                                            </p:tgtEl>
                                            <p:attrNameLst>
                                              <p:attrName>ppt_y</p:attrName>
                                            </p:attrNameLst>
                                          </p:cBhvr>
                                          <p:tavLst>
                                            <p:tav tm="0">
                                              <p:val>
                                                <p:strVal val="0-#ppt_h/2"/>
                                              </p:val>
                                            </p:tav>
                                            <p:tav tm="100000">
                                              <p:val>
                                                <p:strVal val="#ppt_y"/>
                                              </p:val>
                                            </p:tav>
                                          </p:tavLst>
                                        </p:anim>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up)">
                                          <p:cBhvr>
                                            <p:cTn id="40" dur="500"/>
                                            <p:tgtEl>
                                              <p:spTgt spid="29"/>
                                            </p:tgtEl>
                                          </p:cBhvr>
                                        </p:animEffect>
                                      </p:childTnLst>
                                    </p:cTn>
                                  </p:par>
                                </p:childTnLst>
                              </p:cTn>
                            </p:par>
                            <p:par>
                              <p:cTn id="41" fill="hold">
                                <p:stCondLst>
                                  <p:cond delay="4000"/>
                                </p:stCondLst>
                                <p:childTnLst>
                                  <p:par>
                                    <p:cTn id="42" presetID="2" presetClass="entr" presetSubtype="8" fill="hold" nodeType="afterEffect" p14:presetBounceEnd="40000">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14:bounceEnd="40000">
                                          <p:cBhvr additive="base">
                                            <p:cTn id="44" dur="500" fill="hold"/>
                                            <p:tgtEl>
                                              <p:spTgt spid="30"/>
                                            </p:tgtEl>
                                            <p:attrNameLst>
                                              <p:attrName>ppt_x</p:attrName>
                                            </p:attrNameLst>
                                          </p:cBhvr>
                                          <p:tavLst>
                                            <p:tav tm="0">
                                              <p:val>
                                                <p:strVal val="0-#ppt_w/2"/>
                                              </p:val>
                                            </p:tav>
                                            <p:tav tm="100000">
                                              <p:val>
                                                <p:strVal val="#ppt_x"/>
                                              </p:val>
                                            </p:tav>
                                          </p:tavLst>
                                        </p:anim>
                                        <p:anim calcmode="lin" valueType="num" p14:bounceEnd="40000">
                                          <p:cBhvr additive="base">
                                            <p:cTn id="45" dur="500" fill="hold"/>
                                            <p:tgtEl>
                                              <p:spTgt spid="30"/>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1" fill="hold" nodeType="afterEffect" p14:presetBounceEnd="40000">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14:bounceEnd="40000">
                                          <p:cBhvr additive="base">
                                            <p:cTn id="49" dur="500" fill="hold"/>
                                            <p:tgtEl>
                                              <p:spTgt spid="34"/>
                                            </p:tgtEl>
                                            <p:attrNameLst>
                                              <p:attrName>ppt_x</p:attrName>
                                            </p:attrNameLst>
                                          </p:cBhvr>
                                          <p:tavLst>
                                            <p:tav tm="0">
                                              <p:val>
                                                <p:strVal val="#ppt_x"/>
                                              </p:val>
                                            </p:tav>
                                            <p:tav tm="100000">
                                              <p:val>
                                                <p:strVal val="#ppt_x"/>
                                              </p:val>
                                            </p:tav>
                                          </p:tavLst>
                                        </p:anim>
                                        <p:anim calcmode="lin" valueType="num" p14:bounceEnd="40000">
                                          <p:cBhvr additive="base">
                                            <p:cTn id="50" dur="500" fill="hold"/>
                                            <p:tgtEl>
                                              <p:spTgt spid="34"/>
                                            </p:tgtEl>
                                            <p:attrNameLst>
                                              <p:attrName>ppt_y</p:attrName>
                                            </p:attrNameLst>
                                          </p:cBhvr>
                                          <p:tavLst>
                                            <p:tav tm="0">
                                              <p:val>
                                                <p:strVal val="0-#ppt_h/2"/>
                                              </p:val>
                                            </p:tav>
                                            <p:tav tm="100000">
                                              <p:val>
                                                <p:strVal val="#ppt_y"/>
                                              </p:val>
                                            </p:tav>
                                          </p:tavLst>
                                        </p:anim>
                                      </p:childTnLst>
                                    </p:cTn>
                                  </p:par>
                                </p:childTnLst>
                              </p:cTn>
                            </p:par>
                            <p:par>
                              <p:cTn id="51" fill="hold">
                                <p:stCondLst>
                                  <p:cond delay="5000"/>
                                </p:stCondLst>
                                <p:childTnLst>
                                  <p:par>
                                    <p:cTn id="52" presetID="22" presetClass="entr" presetSubtype="1"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up)">
                                          <p:cBhvr>
                                            <p:cTn id="54" dur="500"/>
                                            <p:tgtEl>
                                              <p:spTgt spid="39"/>
                                            </p:tgtEl>
                                          </p:cBhvr>
                                        </p:animEffect>
                                      </p:childTnLst>
                                    </p:cTn>
                                  </p:par>
                                  <p:par>
                                    <p:cTn id="55" presetID="2" presetClass="entr" presetSubtype="1" fill="hold" grpId="0" nodeType="withEffect" p14:presetBounceEnd="81000">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14:bounceEnd="81000">
                                          <p:cBhvr additive="base">
                                            <p:cTn id="57" dur="1000" fill="hold"/>
                                            <p:tgtEl>
                                              <p:spTgt spid="46"/>
                                            </p:tgtEl>
                                            <p:attrNameLst>
                                              <p:attrName>ppt_x</p:attrName>
                                            </p:attrNameLst>
                                          </p:cBhvr>
                                          <p:tavLst>
                                            <p:tav tm="0">
                                              <p:val>
                                                <p:strVal val="#ppt_x"/>
                                              </p:val>
                                            </p:tav>
                                            <p:tav tm="100000">
                                              <p:val>
                                                <p:strVal val="#ppt_x"/>
                                              </p:val>
                                            </p:tav>
                                          </p:tavLst>
                                        </p:anim>
                                        <p:anim calcmode="lin" valueType="num" p14:bounceEnd="81000">
                                          <p:cBhvr additive="base">
                                            <p:cTn id="58" dur="1000" fill="hold"/>
                                            <p:tgtEl>
                                              <p:spTgt spid="46"/>
                                            </p:tgtEl>
                                            <p:attrNameLst>
                                              <p:attrName>ppt_y</p:attrName>
                                            </p:attrNameLst>
                                          </p:cBhvr>
                                          <p:tavLst>
                                            <p:tav tm="0">
                                              <p:val>
                                                <p:strVal val="0-#ppt_h/2"/>
                                              </p:val>
                                            </p:tav>
                                            <p:tav tm="100000">
                                              <p:val>
                                                <p:strVal val="#ppt_y"/>
                                              </p:val>
                                            </p:tav>
                                          </p:tavLst>
                                        </p:anim>
                                      </p:childTnLst>
                                    </p:cTn>
                                  </p:par>
                                </p:childTnLst>
                              </p:cTn>
                            </p:par>
                            <p:par>
                              <p:cTn id="59" fill="hold">
                                <p:stCondLst>
                                  <p:cond delay="6000"/>
                                </p:stCondLst>
                                <p:childTnLst>
                                  <p:par>
                                    <p:cTn id="60" presetID="22" presetClass="entr" presetSubtype="8" fill="hold" nodeType="after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wipe(left)">
                                          <p:cBhvr>
                                            <p:cTn id="6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9" grpId="0"/>
          <p:bldP spid="39" grpId="0"/>
          <p:bldP spid="4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1"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0-#ppt_w/2"/>
                                              </p:val>
                                            </p:tav>
                                            <p:tav tm="100000">
                                              <p:val>
                                                <p:strVal val="#ppt_x"/>
                                              </p:val>
                                            </p:tav>
                                          </p:tavLst>
                                        </p:anim>
                                        <p:anim calcmode="lin" valueType="num">
                                          <p:cBhvr additive="base">
                                            <p:cTn id="17" dur="500" fill="hold"/>
                                            <p:tgtEl>
                                              <p:spTgt spid="10"/>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 calcmode="lin" valueType="num">
                                          <p:cBhvr additive="base">
                                            <p:cTn id="21" dur="500" fill="hold"/>
                                            <p:tgtEl>
                                              <p:spTgt spid="14"/>
                                            </p:tgtEl>
                                            <p:attrNameLst>
                                              <p:attrName>ppt_x</p:attrName>
                                            </p:attrNameLst>
                                          </p:cBhvr>
                                          <p:tavLst>
                                            <p:tav tm="0">
                                              <p:val>
                                                <p:strVal val="#ppt_x"/>
                                              </p:val>
                                            </p:tav>
                                            <p:tav tm="100000">
                                              <p:val>
                                                <p:strVal val="#ppt_x"/>
                                              </p:val>
                                            </p:tav>
                                          </p:tavLst>
                                        </p:anim>
                                        <p:anim calcmode="lin" valueType="num">
                                          <p:cBhvr additive="base">
                                            <p:cTn id="22" dur="500" fill="hold"/>
                                            <p:tgtEl>
                                              <p:spTgt spid="14"/>
                                            </p:tgtEl>
                                            <p:attrNameLst>
                                              <p:attrName>ppt_y</p:attrName>
                                            </p:attrNameLst>
                                          </p:cBhvr>
                                          <p:tavLst>
                                            <p:tav tm="0">
                                              <p:val>
                                                <p:strVal val="0-#ppt_h/2"/>
                                              </p:val>
                                            </p:tav>
                                            <p:tav tm="100000">
                                              <p:val>
                                                <p:strVal val="#ppt_y"/>
                                              </p:val>
                                            </p:tav>
                                          </p:tavLst>
                                        </p:anim>
                                      </p:childTnLst>
                                    </p:cTn>
                                  </p:par>
                                </p:childTnLst>
                              </p:cTn>
                            </p:par>
                            <p:par>
                              <p:cTn id="23" fill="hold">
                                <p:stCondLst>
                                  <p:cond delay="2000"/>
                                </p:stCondLst>
                                <p:childTnLst>
                                  <p:par>
                                    <p:cTn id="24" presetID="22" presetClass="entr" presetSubtype="1" fill="hold" grpId="0" nodeType="after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up)">
                                          <p:cBhvr>
                                            <p:cTn id="26" dur="500"/>
                                            <p:tgtEl>
                                              <p:spTgt spid="19"/>
                                            </p:tgtEl>
                                          </p:cBhvr>
                                        </p:animEffect>
                                      </p:childTnLst>
                                    </p:cTn>
                                  </p:par>
                                </p:childTnLst>
                              </p:cTn>
                            </p:par>
                            <p:par>
                              <p:cTn id="27" fill="hold">
                                <p:stCondLst>
                                  <p:cond delay="2500"/>
                                </p:stCondLst>
                                <p:childTnLst>
                                  <p:par>
                                    <p:cTn id="28" presetID="2" presetClass="entr" presetSubtype="8"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 calcmode="lin" valueType="num">
                                          <p:cBhvr additive="base">
                                            <p:cTn id="30" dur="500" fill="hold"/>
                                            <p:tgtEl>
                                              <p:spTgt spid="20"/>
                                            </p:tgtEl>
                                            <p:attrNameLst>
                                              <p:attrName>ppt_x</p:attrName>
                                            </p:attrNameLst>
                                          </p:cBhvr>
                                          <p:tavLst>
                                            <p:tav tm="0">
                                              <p:val>
                                                <p:strVal val="0-#ppt_w/2"/>
                                              </p:val>
                                            </p:tav>
                                            <p:tav tm="100000">
                                              <p:val>
                                                <p:strVal val="#ppt_x"/>
                                              </p:val>
                                            </p:tav>
                                          </p:tavLst>
                                        </p:anim>
                                        <p:anim calcmode="lin" valueType="num">
                                          <p:cBhvr additive="base">
                                            <p:cTn id="31" dur="500" fill="hold"/>
                                            <p:tgtEl>
                                              <p:spTgt spid="20"/>
                                            </p:tgtEl>
                                            <p:attrNameLst>
                                              <p:attrName>ppt_y</p:attrName>
                                            </p:attrNameLst>
                                          </p:cBhvr>
                                          <p:tavLst>
                                            <p:tav tm="0">
                                              <p:val>
                                                <p:strVal val="#ppt_y"/>
                                              </p:val>
                                            </p:tav>
                                            <p:tav tm="100000">
                                              <p:val>
                                                <p:strVal val="#ppt_y"/>
                                              </p:val>
                                            </p:tav>
                                          </p:tavLst>
                                        </p:anim>
                                      </p:childTnLst>
                                    </p:cTn>
                                  </p:par>
                                </p:childTnLst>
                              </p:cTn>
                            </p:par>
                            <p:par>
                              <p:cTn id="32" fill="hold">
                                <p:stCondLst>
                                  <p:cond delay="3000"/>
                                </p:stCondLst>
                                <p:childTnLst>
                                  <p:par>
                                    <p:cTn id="33" presetID="2" presetClass="entr" presetSubtype="1" fill="hold" nodeType="afterEffect">
                                      <p:stCondLst>
                                        <p:cond delay="0"/>
                                      </p:stCondLst>
                                      <p:childTnLst>
                                        <p:set>
                                          <p:cBhvr>
                                            <p:cTn id="34" dur="1" fill="hold">
                                              <p:stCondLst>
                                                <p:cond delay="0"/>
                                              </p:stCondLst>
                                            </p:cTn>
                                            <p:tgtEl>
                                              <p:spTgt spid="24"/>
                                            </p:tgtEl>
                                            <p:attrNameLst>
                                              <p:attrName>style.visibility</p:attrName>
                                            </p:attrNameLst>
                                          </p:cBhvr>
                                          <p:to>
                                            <p:strVal val="visible"/>
                                          </p:to>
                                        </p:set>
                                        <p:anim calcmode="lin" valueType="num">
                                          <p:cBhvr additive="base">
                                            <p:cTn id="35" dur="500" fill="hold"/>
                                            <p:tgtEl>
                                              <p:spTgt spid="24"/>
                                            </p:tgtEl>
                                            <p:attrNameLst>
                                              <p:attrName>ppt_x</p:attrName>
                                            </p:attrNameLst>
                                          </p:cBhvr>
                                          <p:tavLst>
                                            <p:tav tm="0">
                                              <p:val>
                                                <p:strVal val="#ppt_x"/>
                                              </p:val>
                                            </p:tav>
                                            <p:tav tm="100000">
                                              <p:val>
                                                <p:strVal val="#ppt_x"/>
                                              </p:val>
                                            </p:tav>
                                          </p:tavLst>
                                        </p:anim>
                                        <p:anim calcmode="lin" valueType="num">
                                          <p:cBhvr additive="base">
                                            <p:cTn id="36" dur="500" fill="hold"/>
                                            <p:tgtEl>
                                              <p:spTgt spid="24"/>
                                            </p:tgtEl>
                                            <p:attrNameLst>
                                              <p:attrName>ppt_y</p:attrName>
                                            </p:attrNameLst>
                                          </p:cBhvr>
                                          <p:tavLst>
                                            <p:tav tm="0">
                                              <p:val>
                                                <p:strVal val="0-#ppt_h/2"/>
                                              </p:val>
                                            </p:tav>
                                            <p:tav tm="100000">
                                              <p:val>
                                                <p:strVal val="#ppt_y"/>
                                              </p:val>
                                            </p:tav>
                                          </p:tavLst>
                                        </p:anim>
                                      </p:childTnLst>
                                    </p:cTn>
                                  </p:par>
                                </p:childTnLst>
                              </p:cTn>
                            </p:par>
                            <p:par>
                              <p:cTn id="37" fill="hold">
                                <p:stCondLst>
                                  <p:cond delay="3500"/>
                                </p:stCondLst>
                                <p:childTnLst>
                                  <p:par>
                                    <p:cTn id="38" presetID="22" presetClass="entr" presetSubtype="1" fill="hold" grpId="0" nodeType="after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up)">
                                          <p:cBhvr>
                                            <p:cTn id="40" dur="500"/>
                                            <p:tgtEl>
                                              <p:spTgt spid="29"/>
                                            </p:tgtEl>
                                          </p:cBhvr>
                                        </p:animEffect>
                                      </p:childTnLst>
                                    </p:cTn>
                                  </p:par>
                                </p:childTnLst>
                              </p:cTn>
                            </p:par>
                            <p:par>
                              <p:cTn id="41" fill="hold">
                                <p:stCondLst>
                                  <p:cond delay="4000"/>
                                </p:stCondLst>
                                <p:childTnLst>
                                  <p:par>
                                    <p:cTn id="42" presetID="2" presetClass="entr" presetSubtype="8" fill="hold" nodeType="after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additive="base">
                                            <p:cTn id="44" dur="500" fill="hold"/>
                                            <p:tgtEl>
                                              <p:spTgt spid="30"/>
                                            </p:tgtEl>
                                            <p:attrNameLst>
                                              <p:attrName>ppt_x</p:attrName>
                                            </p:attrNameLst>
                                          </p:cBhvr>
                                          <p:tavLst>
                                            <p:tav tm="0">
                                              <p:val>
                                                <p:strVal val="0-#ppt_w/2"/>
                                              </p:val>
                                            </p:tav>
                                            <p:tav tm="100000">
                                              <p:val>
                                                <p:strVal val="#ppt_x"/>
                                              </p:val>
                                            </p:tav>
                                          </p:tavLst>
                                        </p:anim>
                                        <p:anim calcmode="lin" valueType="num">
                                          <p:cBhvr additive="base">
                                            <p:cTn id="45" dur="500" fill="hold"/>
                                            <p:tgtEl>
                                              <p:spTgt spid="30"/>
                                            </p:tgtEl>
                                            <p:attrNameLst>
                                              <p:attrName>ppt_y</p:attrName>
                                            </p:attrNameLst>
                                          </p:cBhvr>
                                          <p:tavLst>
                                            <p:tav tm="0">
                                              <p:val>
                                                <p:strVal val="#ppt_y"/>
                                              </p:val>
                                            </p:tav>
                                            <p:tav tm="100000">
                                              <p:val>
                                                <p:strVal val="#ppt_y"/>
                                              </p:val>
                                            </p:tav>
                                          </p:tavLst>
                                        </p:anim>
                                      </p:childTnLst>
                                    </p:cTn>
                                  </p:par>
                                </p:childTnLst>
                              </p:cTn>
                            </p:par>
                            <p:par>
                              <p:cTn id="46" fill="hold">
                                <p:stCondLst>
                                  <p:cond delay="4500"/>
                                </p:stCondLst>
                                <p:childTnLst>
                                  <p:par>
                                    <p:cTn id="47" presetID="2" presetClass="entr" presetSubtype="1" fill="hold" nodeType="after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ppt_x"/>
                                              </p:val>
                                            </p:tav>
                                            <p:tav tm="100000">
                                              <p:val>
                                                <p:strVal val="#ppt_x"/>
                                              </p:val>
                                            </p:tav>
                                          </p:tavLst>
                                        </p:anim>
                                        <p:anim calcmode="lin" valueType="num">
                                          <p:cBhvr additive="base">
                                            <p:cTn id="50" dur="500" fill="hold"/>
                                            <p:tgtEl>
                                              <p:spTgt spid="34"/>
                                            </p:tgtEl>
                                            <p:attrNameLst>
                                              <p:attrName>ppt_y</p:attrName>
                                            </p:attrNameLst>
                                          </p:cBhvr>
                                          <p:tavLst>
                                            <p:tav tm="0">
                                              <p:val>
                                                <p:strVal val="0-#ppt_h/2"/>
                                              </p:val>
                                            </p:tav>
                                            <p:tav tm="100000">
                                              <p:val>
                                                <p:strVal val="#ppt_y"/>
                                              </p:val>
                                            </p:tav>
                                          </p:tavLst>
                                        </p:anim>
                                      </p:childTnLst>
                                    </p:cTn>
                                  </p:par>
                                </p:childTnLst>
                              </p:cTn>
                            </p:par>
                            <p:par>
                              <p:cTn id="51" fill="hold">
                                <p:stCondLst>
                                  <p:cond delay="5000"/>
                                </p:stCondLst>
                                <p:childTnLst>
                                  <p:par>
                                    <p:cTn id="52" presetID="22" presetClass="entr" presetSubtype="1" fill="hold" grpId="0" nodeType="afterEffect">
                                      <p:stCondLst>
                                        <p:cond delay="0"/>
                                      </p:stCondLst>
                                      <p:childTnLst>
                                        <p:set>
                                          <p:cBhvr>
                                            <p:cTn id="53" dur="1" fill="hold">
                                              <p:stCondLst>
                                                <p:cond delay="0"/>
                                              </p:stCondLst>
                                            </p:cTn>
                                            <p:tgtEl>
                                              <p:spTgt spid="39"/>
                                            </p:tgtEl>
                                            <p:attrNameLst>
                                              <p:attrName>style.visibility</p:attrName>
                                            </p:attrNameLst>
                                          </p:cBhvr>
                                          <p:to>
                                            <p:strVal val="visible"/>
                                          </p:to>
                                        </p:set>
                                        <p:animEffect transition="in" filter="wipe(up)">
                                          <p:cBhvr>
                                            <p:cTn id="54" dur="500"/>
                                            <p:tgtEl>
                                              <p:spTgt spid="39"/>
                                            </p:tgtEl>
                                          </p:cBhvr>
                                        </p:animEffect>
                                      </p:childTnLst>
                                    </p:cTn>
                                  </p:par>
                                  <p:par>
                                    <p:cTn id="55" presetID="2" presetClass="entr" presetSubtype="1" fill="hold" grpId="0" nodeType="withEffect">
                                      <p:stCondLst>
                                        <p:cond delay="0"/>
                                      </p:stCondLst>
                                      <p:childTnLst>
                                        <p:set>
                                          <p:cBhvr>
                                            <p:cTn id="56" dur="1" fill="hold">
                                              <p:stCondLst>
                                                <p:cond delay="0"/>
                                              </p:stCondLst>
                                            </p:cTn>
                                            <p:tgtEl>
                                              <p:spTgt spid="46"/>
                                            </p:tgtEl>
                                            <p:attrNameLst>
                                              <p:attrName>style.visibility</p:attrName>
                                            </p:attrNameLst>
                                          </p:cBhvr>
                                          <p:to>
                                            <p:strVal val="visible"/>
                                          </p:to>
                                        </p:set>
                                        <p:anim calcmode="lin" valueType="num">
                                          <p:cBhvr additive="base">
                                            <p:cTn id="57" dur="1000" fill="hold"/>
                                            <p:tgtEl>
                                              <p:spTgt spid="46"/>
                                            </p:tgtEl>
                                            <p:attrNameLst>
                                              <p:attrName>ppt_x</p:attrName>
                                            </p:attrNameLst>
                                          </p:cBhvr>
                                          <p:tavLst>
                                            <p:tav tm="0">
                                              <p:val>
                                                <p:strVal val="#ppt_x"/>
                                              </p:val>
                                            </p:tav>
                                            <p:tav tm="100000">
                                              <p:val>
                                                <p:strVal val="#ppt_x"/>
                                              </p:val>
                                            </p:tav>
                                          </p:tavLst>
                                        </p:anim>
                                        <p:anim calcmode="lin" valueType="num">
                                          <p:cBhvr additive="base">
                                            <p:cTn id="58" dur="1000" fill="hold"/>
                                            <p:tgtEl>
                                              <p:spTgt spid="46"/>
                                            </p:tgtEl>
                                            <p:attrNameLst>
                                              <p:attrName>ppt_y</p:attrName>
                                            </p:attrNameLst>
                                          </p:cBhvr>
                                          <p:tavLst>
                                            <p:tav tm="0">
                                              <p:val>
                                                <p:strVal val="0-#ppt_h/2"/>
                                              </p:val>
                                            </p:tav>
                                            <p:tav tm="100000">
                                              <p:val>
                                                <p:strVal val="#ppt_y"/>
                                              </p:val>
                                            </p:tav>
                                          </p:tavLst>
                                        </p:anim>
                                      </p:childTnLst>
                                    </p:cTn>
                                  </p:par>
                                </p:childTnLst>
                              </p:cTn>
                            </p:par>
                            <p:par>
                              <p:cTn id="59" fill="hold">
                                <p:stCondLst>
                                  <p:cond delay="6000"/>
                                </p:stCondLst>
                                <p:childTnLst>
                                  <p:par>
                                    <p:cTn id="60" presetID="22" presetClass="entr" presetSubtype="8" fill="hold" nodeType="after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wipe(left)">
                                          <p:cBhvr>
                                            <p:cTn id="6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9" grpId="0"/>
          <p:bldP spid="29" grpId="0"/>
          <p:bldP spid="39" grpId="0"/>
          <p:bldP spid="46" grpId="0"/>
        </p:bldLst>
      </p:timing>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a:extLst>
              <a:ext uri="{FF2B5EF4-FFF2-40B4-BE49-F238E27FC236}">
                <a16:creationId xmlns:a16="http://schemas.microsoft.com/office/drawing/2014/main" id="{65D6A14D-7820-4FB5-A60C-365A8B2C73F2}"/>
              </a:ext>
            </a:extLst>
          </p:cNvPr>
          <p:cNvSpPr/>
          <p:nvPr/>
        </p:nvSpPr>
        <p:spPr>
          <a:xfrm>
            <a:off x="1068393" y="851994"/>
            <a:ext cx="10001627" cy="5225035"/>
          </a:xfrm>
          <a:prstGeom prst="roundRect">
            <a:avLst>
              <a:gd name="adj" fmla="val 5588"/>
            </a:avLst>
          </a:prstGeom>
          <a:ln w="28575">
            <a:gradFill>
              <a:gsLst>
                <a:gs pos="0">
                  <a:schemeClr val="accent1">
                    <a:lumMod val="60000"/>
                    <a:lumOff val="40000"/>
                  </a:schemeClr>
                </a:gs>
                <a:gs pos="100000">
                  <a:srgbClr val="73C4A8"/>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n-ea"/>
              <a:sym typeface="+mn-lt"/>
            </a:endParaRPr>
          </a:p>
        </p:txBody>
      </p:sp>
      <p:grpSp>
        <p:nvGrpSpPr>
          <p:cNvPr id="3" name="组合 2">
            <a:extLst>
              <a:ext uri="{FF2B5EF4-FFF2-40B4-BE49-F238E27FC236}">
                <a16:creationId xmlns:a16="http://schemas.microsoft.com/office/drawing/2014/main" id="{448E0BD4-D0F5-8343-8D04-EB94DD983E42}"/>
              </a:ext>
            </a:extLst>
          </p:cNvPr>
          <p:cNvGrpSpPr/>
          <p:nvPr/>
        </p:nvGrpSpPr>
        <p:grpSpPr>
          <a:xfrm>
            <a:off x="9545543" y="-1598156"/>
            <a:ext cx="4170152" cy="6281292"/>
            <a:chOff x="3717994" y="411408"/>
            <a:chExt cx="4170152" cy="6281292"/>
          </a:xfrm>
        </p:grpSpPr>
        <p:grpSp>
          <p:nvGrpSpPr>
            <p:cNvPr id="11" name="组合 10">
              <a:extLst>
                <a:ext uri="{FF2B5EF4-FFF2-40B4-BE49-F238E27FC236}">
                  <a16:creationId xmlns:a16="http://schemas.microsoft.com/office/drawing/2014/main" id="{5806B4EA-A4C8-CF48-8D7D-35FDF8D91047}"/>
                </a:ext>
              </a:extLst>
            </p:cNvPr>
            <p:cNvGrpSpPr/>
            <p:nvPr/>
          </p:nvGrpSpPr>
          <p:grpSpPr>
            <a:xfrm>
              <a:off x="3717994" y="411408"/>
              <a:ext cx="2370571" cy="2407036"/>
              <a:chOff x="4558086" y="3649207"/>
              <a:chExt cx="2153920" cy="2187052"/>
            </a:xfrm>
            <a:effectLst>
              <a:outerShdw blurRad="152400" dist="101600" dir="5400000" algn="t" rotWithShape="0">
                <a:prstClr val="black">
                  <a:alpha val="20000"/>
                </a:prstClr>
              </a:outerShdw>
            </a:effectLst>
          </p:grpSpPr>
          <p:sp>
            <p:nvSpPr>
              <p:cNvPr id="24" name="圆角矩形 23">
                <a:extLst>
                  <a:ext uri="{FF2B5EF4-FFF2-40B4-BE49-F238E27FC236}">
                    <a16:creationId xmlns:a16="http://schemas.microsoft.com/office/drawing/2014/main" id="{B9833350-1919-0348-A987-E13EE4532505}"/>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5" name="圆角矩形 24">
                <a:extLst>
                  <a:ext uri="{FF2B5EF4-FFF2-40B4-BE49-F238E27FC236}">
                    <a16:creationId xmlns:a16="http://schemas.microsoft.com/office/drawing/2014/main" id="{24857D40-F033-D04D-85D7-C1FAA8F382E2}"/>
                  </a:ext>
                </a:extLst>
              </p:cNvPr>
              <p:cNvSpPr/>
              <p:nvPr/>
            </p:nvSpPr>
            <p:spPr>
              <a:xfrm rot="2700000">
                <a:off x="4558086" y="3649207"/>
                <a:ext cx="2153920" cy="215392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3" name="圆角矩形 22">
              <a:extLst>
                <a:ext uri="{FF2B5EF4-FFF2-40B4-BE49-F238E27FC236}">
                  <a16:creationId xmlns:a16="http://schemas.microsoft.com/office/drawing/2014/main" id="{C60F0DF7-61DD-864D-920A-60F4DE837954}"/>
                </a:ext>
              </a:extLst>
            </p:cNvPr>
            <p:cNvSpPr/>
            <p:nvPr/>
          </p:nvSpPr>
          <p:spPr>
            <a:xfrm rot="2700000">
              <a:off x="3883957" y="3539586"/>
              <a:ext cx="1339705" cy="1339706"/>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4557" sy="104557" algn="ctr" rotWithShape="0">
                <a:srgbClr val="000000">
                  <a:alpha val="20792"/>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21" name="圆角矩形 20">
              <a:extLst>
                <a:ext uri="{FF2B5EF4-FFF2-40B4-BE49-F238E27FC236}">
                  <a16:creationId xmlns:a16="http://schemas.microsoft.com/office/drawing/2014/main" id="{49D9005B-5A9A-FA45-A743-D7C3C0A032E1}"/>
                </a:ext>
              </a:extLst>
            </p:cNvPr>
            <p:cNvSpPr/>
            <p:nvPr/>
          </p:nvSpPr>
          <p:spPr>
            <a:xfrm rot="2700000">
              <a:off x="5499828" y="4304382"/>
              <a:ext cx="2388318" cy="2388318"/>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6" name="圆角矩形 15">
              <a:extLst>
                <a:ext uri="{FF2B5EF4-FFF2-40B4-BE49-F238E27FC236}">
                  <a16:creationId xmlns:a16="http://schemas.microsoft.com/office/drawing/2014/main" id="{3869F244-6621-2548-A376-D0C871EF6C55}"/>
                </a:ext>
              </a:extLst>
            </p:cNvPr>
            <p:cNvSpPr/>
            <p:nvPr/>
          </p:nvSpPr>
          <p:spPr>
            <a:xfrm rot="2700000">
              <a:off x="4020030" y="1250573"/>
              <a:ext cx="926749" cy="926749"/>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5" name="圆角矩形 4">
            <a:extLst>
              <a:ext uri="{FF2B5EF4-FFF2-40B4-BE49-F238E27FC236}">
                <a16:creationId xmlns:a16="http://schemas.microsoft.com/office/drawing/2014/main" id="{0942832B-E97D-3540-A242-EF3FD3AC4A10}"/>
              </a:ext>
            </a:extLst>
          </p:cNvPr>
          <p:cNvSpPr/>
          <p:nvPr/>
        </p:nvSpPr>
        <p:spPr>
          <a:xfrm rot="2700000">
            <a:off x="11014408" y="1185396"/>
            <a:ext cx="1326000" cy="1326000"/>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6" name="圆角矩形 5">
            <a:extLst>
              <a:ext uri="{FF2B5EF4-FFF2-40B4-BE49-F238E27FC236}">
                <a16:creationId xmlns:a16="http://schemas.microsoft.com/office/drawing/2014/main" id="{7C6B43C2-7769-4E42-89A9-DE1266B20A61}"/>
              </a:ext>
            </a:extLst>
          </p:cNvPr>
          <p:cNvSpPr/>
          <p:nvPr/>
        </p:nvSpPr>
        <p:spPr>
          <a:xfrm rot="2700000">
            <a:off x="11542990" y="-1335952"/>
            <a:ext cx="2431927" cy="2431927"/>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7" name="圆角矩形 6">
            <a:extLst>
              <a:ext uri="{FF2B5EF4-FFF2-40B4-BE49-F238E27FC236}">
                <a16:creationId xmlns:a16="http://schemas.microsoft.com/office/drawing/2014/main" id="{0791EB3E-EE23-D64C-A704-5CA550A1B1A4}"/>
              </a:ext>
            </a:extLst>
          </p:cNvPr>
          <p:cNvSpPr/>
          <p:nvPr/>
        </p:nvSpPr>
        <p:spPr>
          <a:xfrm rot="2700000">
            <a:off x="10166618" y="115194"/>
            <a:ext cx="2006594" cy="200659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9" name="圆角矩形 8">
            <a:extLst>
              <a:ext uri="{FF2B5EF4-FFF2-40B4-BE49-F238E27FC236}">
                <a16:creationId xmlns:a16="http://schemas.microsoft.com/office/drawing/2014/main" id="{3390F99E-1B53-A542-A669-35903A2E61B1}"/>
              </a:ext>
            </a:extLst>
          </p:cNvPr>
          <p:cNvSpPr/>
          <p:nvPr/>
        </p:nvSpPr>
        <p:spPr>
          <a:xfrm rot="2700000">
            <a:off x="11127653" y="3390680"/>
            <a:ext cx="2343686" cy="234368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grpSp>
        <p:nvGrpSpPr>
          <p:cNvPr id="27" name="组合 26">
            <a:extLst>
              <a:ext uri="{FF2B5EF4-FFF2-40B4-BE49-F238E27FC236}">
                <a16:creationId xmlns:a16="http://schemas.microsoft.com/office/drawing/2014/main" id="{61B3724B-7D0C-6943-8357-3DADF754F7EE}"/>
              </a:ext>
            </a:extLst>
          </p:cNvPr>
          <p:cNvGrpSpPr/>
          <p:nvPr/>
        </p:nvGrpSpPr>
        <p:grpSpPr>
          <a:xfrm rot="10800000">
            <a:off x="-1980290" y="2447878"/>
            <a:ext cx="3792258" cy="5141347"/>
            <a:chOff x="3673964" y="514459"/>
            <a:chExt cx="4615688" cy="6257712"/>
          </a:xfrm>
        </p:grpSpPr>
        <p:sp>
          <p:nvSpPr>
            <p:cNvPr id="48" name="圆角矩形 47">
              <a:extLst>
                <a:ext uri="{FF2B5EF4-FFF2-40B4-BE49-F238E27FC236}">
                  <a16:creationId xmlns:a16="http://schemas.microsoft.com/office/drawing/2014/main" id="{5ADF889D-63D7-6B43-BC3F-D151F8A7D401}"/>
                </a:ext>
              </a:extLst>
            </p:cNvPr>
            <p:cNvSpPr/>
            <p:nvPr/>
          </p:nvSpPr>
          <p:spPr>
            <a:xfrm rot="2700000">
              <a:off x="3673964" y="514459"/>
              <a:ext cx="2370572" cy="2370571"/>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77" sy="105077" algn="ctr" rotWithShape="0">
                <a:srgbClr val="000000">
                  <a:alpha val="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nvGrpSpPr>
            <p:cNvPr id="35" name="组合 34">
              <a:extLst>
                <a:ext uri="{FF2B5EF4-FFF2-40B4-BE49-F238E27FC236}">
                  <a16:creationId xmlns:a16="http://schemas.microsoft.com/office/drawing/2014/main" id="{35B62E28-F5D5-3042-B362-EB17A85D09FC}"/>
                </a:ext>
              </a:extLst>
            </p:cNvPr>
            <p:cNvGrpSpPr/>
            <p:nvPr/>
          </p:nvGrpSpPr>
          <p:grpSpPr>
            <a:xfrm>
              <a:off x="3815824" y="3534755"/>
              <a:ext cx="1410936" cy="1426571"/>
              <a:chOff x="4558086" y="3542685"/>
              <a:chExt cx="2268440" cy="2293574"/>
            </a:xfrm>
            <a:effectLst>
              <a:outerShdw blurRad="152400" dist="101600" dir="5400000" algn="t" rotWithShape="0">
                <a:prstClr val="black">
                  <a:alpha val="20000"/>
                </a:prstClr>
              </a:outerShdw>
            </a:effectLst>
          </p:grpSpPr>
          <p:sp>
            <p:nvSpPr>
              <p:cNvPr id="45" name="圆角矩形 44">
                <a:extLst>
                  <a:ext uri="{FF2B5EF4-FFF2-40B4-BE49-F238E27FC236}">
                    <a16:creationId xmlns:a16="http://schemas.microsoft.com/office/drawing/2014/main" id="{A7B363CD-DF6C-6F45-82A8-F055C6CB06C3}"/>
                  </a:ext>
                </a:extLst>
              </p:cNvPr>
              <p:cNvSpPr/>
              <p:nvPr/>
            </p:nvSpPr>
            <p:spPr>
              <a:xfrm rot="2700000">
                <a:off x="4558086" y="3682339"/>
                <a:ext cx="2153920" cy="2153920"/>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46" name="圆角矩形 45">
                <a:extLst>
                  <a:ext uri="{FF2B5EF4-FFF2-40B4-BE49-F238E27FC236}">
                    <a16:creationId xmlns:a16="http://schemas.microsoft.com/office/drawing/2014/main" id="{0EA28BF5-583B-D942-AD64-7E91555AC44D}"/>
                  </a:ext>
                </a:extLst>
              </p:cNvPr>
              <p:cNvSpPr/>
              <p:nvPr/>
            </p:nvSpPr>
            <p:spPr>
              <a:xfrm rot="2700000">
                <a:off x="4672610" y="3542682"/>
                <a:ext cx="2153913" cy="21539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prstClr val="white"/>
                  </a:solidFill>
                  <a:cs typeface="+mn-ea"/>
                  <a:sym typeface="+mn-lt"/>
                </a:endParaRPr>
              </a:p>
            </p:txBody>
          </p:sp>
        </p:grpSp>
        <p:sp>
          <p:nvSpPr>
            <p:cNvPr id="44" name="圆角矩形 43">
              <a:extLst>
                <a:ext uri="{FF2B5EF4-FFF2-40B4-BE49-F238E27FC236}">
                  <a16:creationId xmlns:a16="http://schemas.microsoft.com/office/drawing/2014/main" id="{AADEFE12-BA18-9C49-A26F-3BF288469463}"/>
                </a:ext>
              </a:extLst>
            </p:cNvPr>
            <p:cNvSpPr/>
            <p:nvPr/>
          </p:nvSpPr>
          <p:spPr>
            <a:xfrm rot="2700000">
              <a:off x="5901333" y="4383852"/>
              <a:ext cx="2388319" cy="238831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a:effectLst>
              <a:outerShdw blurRad="50800" dist="50800" dir="5400000" sx="105000" sy="105000" algn="ctr" rotWithShape="0">
                <a:srgbClr val="000000">
                  <a:alpha val="14565"/>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9" name="圆角矩形 38">
              <a:extLst>
                <a:ext uri="{FF2B5EF4-FFF2-40B4-BE49-F238E27FC236}">
                  <a16:creationId xmlns:a16="http://schemas.microsoft.com/office/drawing/2014/main" id="{8992FD10-A975-F842-8FDB-9BA4EE6726FB}"/>
                </a:ext>
              </a:extLst>
            </p:cNvPr>
            <p:cNvSpPr/>
            <p:nvPr/>
          </p:nvSpPr>
          <p:spPr>
            <a:xfrm rot="2700000">
              <a:off x="4020030" y="1250572"/>
              <a:ext cx="926749" cy="926749"/>
            </a:xfrm>
            <a:prstGeom prst="roundRect">
              <a:avLst>
                <a:gd name="adj" fmla="val 7233"/>
              </a:avLst>
            </a:prstGeom>
            <a:gradFill flip="none" rotWithShape="1">
              <a:gsLst>
                <a:gs pos="100000">
                  <a:srgbClr val="73C4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grpSp>
      <p:sp>
        <p:nvSpPr>
          <p:cNvPr id="28" name="圆角矩形 27">
            <a:extLst>
              <a:ext uri="{FF2B5EF4-FFF2-40B4-BE49-F238E27FC236}">
                <a16:creationId xmlns:a16="http://schemas.microsoft.com/office/drawing/2014/main" id="{E652E02D-11F8-EA48-B81F-5BE9C8CD3FBC}"/>
              </a:ext>
            </a:extLst>
          </p:cNvPr>
          <p:cNvSpPr/>
          <p:nvPr/>
        </p:nvSpPr>
        <p:spPr>
          <a:xfrm rot="13500000">
            <a:off x="-461099" y="4260894"/>
            <a:ext cx="1089444" cy="1089444"/>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9" name="圆角矩形 28">
            <a:extLst>
              <a:ext uri="{FF2B5EF4-FFF2-40B4-BE49-F238E27FC236}">
                <a16:creationId xmlns:a16="http://schemas.microsoft.com/office/drawing/2014/main" id="{72F04FB4-12EC-294F-9412-C0E27973E90D}"/>
              </a:ext>
            </a:extLst>
          </p:cNvPr>
          <p:cNvSpPr/>
          <p:nvPr/>
        </p:nvSpPr>
        <p:spPr>
          <a:xfrm rot="13500000">
            <a:off x="-1804015" y="5423807"/>
            <a:ext cx="1998076" cy="1998076"/>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0" name="圆角矩形 29">
            <a:extLst>
              <a:ext uri="{FF2B5EF4-FFF2-40B4-BE49-F238E27FC236}">
                <a16:creationId xmlns:a16="http://schemas.microsoft.com/office/drawing/2014/main" id="{6189ABF2-A972-DF4B-9CBD-E6C0E89492C8}"/>
              </a:ext>
            </a:extLst>
          </p:cNvPr>
          <p:cNvSpPr/>
          <p:nvPr/>
        </p:nvSpPr>
        <p:spPr>
          <a:xfrm rot="13500000">
            <a:off x="-323730" y="4580997"/>
            <a:ext cx="1648621" cy="1648621"/>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32" name="圆角矩形 31">
            <a:extLst>
              <a:ext uri="{FF2B5EF4-FFF2-40B4-BE49-F238E27FC236}">
                <a16:creationId xmlns:a16="http://schemas.microsoft.com/office/drawing/2014/main" id="{37EF0788-3176-434D-B8D2-EC58B0543FB0}"/>
              </a:ext>
            </a:extLst>
          </p:cNvPr>
          <p:cNvSpPr/>
          <p:nvPr/>
        </p:nvSpPr>
        <p:spPr>
          <a:xfrm rot="13500000">
            <a:off x="-1390274" y="1612896"/>
            <a:ext cx="1925577" cy="1925577"/>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50" name="文本框 49">
            <a:extLst>
              <a:ext uri="{FF2B5EF4-FFF2-40B4-BE49-F238E27FC236}">
                <a16:creationId xmlns:a16="http://schemas.microsoft.com/office/drawing/2014/main" id="{3F78AFC1-2EA4-4486-B940-8D2113FF290B}"/>
              </a:ext>
            </a:extLst>
          </p:cNvPr>
          <p:cNvSpPr txBox="1"/>
          <p:nvPr/>
        </p:nvSpPr>
        <p:spPr>
          <a:xfrm>
            <a:off x="2990351" y="3309654"/>
            <a:ext cx="6215266" cy="830997"/>
          </a:xfrm>
          <a:prstGeom prst="rect">
            <a:avLst/>
          </a:prstGeom>
          <a:noFill/>
        </p:spPr>
        <p:txBody>
          <a:bodyPr wrap="square" rtlCol="0">
            <a:spAutoFit/>
          </a:bodyPr>
          <a:lstStyle/>
          <a:p>
            <a:pPr lvl="0" algn="dist"/>
            <a:r>
              <a:rPr kumimoji="1" lang="zh-CN" altLang="en-US" sz="4800" b="1" dirty="0">
                <a:solidFill>
                  <a:schemeClr val="accent3">
                    <a:lumMod val="75000"/>
                  </a:schemeClr>
                </a:solidFill>
                <a:latin typeface="微软雅黑" panose="020B0503020204020204" pitchFamily="34" charset="-122"/>
                <a:ea typeface="微软雅黑" panose="020B0503020204020204" pitchFamily="34" charset="-122"/>
                <a:cs typeface="+mn-ea"/>
                <a:sym typeface="+mn-lt"/>
              </a:rPr>
              <a:t>请在此输入您的标题</a:t>
            </a:r>
          </a:p>
        </p:txBody>
      </p:sp>
      <p:sp>
        <p:nvSpPr>
          <p:cNvPr id="51" name="文本框 50">
            <a:extLst>
              <a:ext uri="{FF2B5EF4-FFF2-40B4-BE49-F238E27FC236}">
                <a16:creationId xmlns:a16="http://schemas.microsoft.com/office/drawing/2014/main" id="{598D41A6-8E99-4C86-BC05-8B910FF55769}"/>
              </a:ext>
            </a:extLst>
          </p:cNvPr>
          <p:cNvSpPr txBox="1"/>
          <p:nvPr/>
        </p:nvSpPr>
        <p:spPr>
          <a:xfrm>
            <a:off x="3435412" y="4168024"/>
            <a:ext cx="5262979" cy="568810"/>
          </a:xfrm>
          <a:prstGeom prst="rect">
            <a:avLst/>
          </a:prstGeom>
          <a:noFill/>
        </p:spPr>
        <p:txBody>
          <a:bodyPr wrap="square" rtlCol="0">
            <a:spAutoFit/>
          </a:bodyPr>
          <a:lstStyle/>
          <a:p>
            <a:pPr lvl="0" algn="ctr">
              <a:lnSpc>
                <a:spcPct val="150000"/>
              </a:lnSpc>
            </a:pP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rPr>
              <a:t>Enter a text description related to the title Enter a text description related to the title Enter a text description related to the title</a:t>
            </a: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52" name="直接连接符 51">
            <a:extLst>
              <a:ext uri="{FF2B5EF4-FFF2-40B4-BE49-F238E27FC236}">
                <a16:creationId xmlns:a16="http://schemas.microsoft.com/office/drawing/2014/main" id="{92D5157D-1228-48CB-B16E-1E7B7F1C0E82}"/>
              </a:ext>
            </a:extLst>
          </p:cNvPr>
          <p:cNvCxnSpPr/>
          <p:nvPr/>
        </p:nvCxnSpPr>
        <p:spPr>
          <a:xfrm>
            <a:off x="4834114" y="2142760"/>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FD93070-3C32-406D-8AC4-67BC75634B70}"/>
              </a:ext>
            </a:extLst>
          </p:cNvPr>
          <p:cNvCxnSpPr/>
          <p:nvPr/>
        </p:nvCxnSpPr>
        <p:spPr>
          <a:xfrm>
            <a:off x="4825784" y="3047395"/>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C435523F-DD49-4C22-B084-A5F92DFA68A3}"/>
              </a:ext>
            </a:extLst>
          </p:cNvPr>
          <p:cNvSpPr txBox="1"/>
          <p:nvPr/>
        </p:nvSpPr>
        <p:spPr>
          <a:xfrm>
            <a:off x="4440643" y="2199875"/>
            <a:ext cx="3656343" cy="923330"/>
          </a:xfrm>
          <a:prstGeom prst="rect">
            <a:avLst/>
          </a:prstGeom>
          <a:noFill/>
        </p:spPr>
        <p:txBody>
          <a:bodyPr wrap="square" rtlCol="0">
            <a:spAutoFit/>
          </a:bodyPr>
          <a:lstStyle/>
          <a:p>
            <a:pPr lvl="0">
              <a:defRPr/>
            </a:pPr>
            <a:r>
              <a:rPr lang="en-US" altLang="zh-CN"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rPr>
              <a:t>PART   05</a:t>
            </a:r>
            <a:endParaRPr lang="zh-CN" altLang="en-US" sz="5400" b="1" dirty="0">
              <a:solidFill>
                <a:schemeClr val="tx1">
                  <a:lumMod val="85000"/>
                  <a:lumOff val="15000"/>
                </a:schemeClr>
              </a:solidFill>
              <a:latin typeface="思源黑体 CN Heavy" panose="020B0A00000000000000" pitchFamily="34" charset="-122"/>
              <a:ea typeface="思源黑体 CN Heavy" panose="020B0A00000000000000" pitchFamily="34" charset="-122"/>
              <a:cs typeface="+mn-ea"/>
              <a:sym typeface="+mn-lt"/>
            </a:endParaRPr>
          </a:p>
        </p:txBody>
      </p:sp>
    </p:spTree>
    <p:extLst>
      <p:ext uri="{BB962C8B-B14F-4D97-AF65-F5344CB8AC3E}">
        <p14:creationId xmlns:p14="http://schemas.microsoft.com/office/powerpoint/2010/main" val="2811402929"/>
      </p:ext>
    </p:extLst>
  </p:cSld>
  <p:clrMapOvr>
    <a:masterClrMapping/>
  </p:clrMapOvr>
  <p:transition spd="med" advTm="3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down)">
                                      <p:cBhvr>
                                        <p:cTn id="7" dur="500"/>
                                        <p:tgtEl>
                                          <p:spTgt spid="27"/>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down)">
                                      <p:cBhvr>
                                        <p:cTn id="10" dur="500"/>
                                        <p:tgtEl>
                                          <p:spTgt spid="28"/>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down)">
                                      <p:cBhvr>
                                        <p:cTn id="13" dur="500"/>
                                        <p:tgtEl>
                                          <p:spTgt spid="2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down)">
                                      <p:cBhvr>
                                        <p:cTn id="16" dur="500"/>
                                        <p:tgtEl>
                                          <p:spTgt spid="30"/>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down)">
                                      <p:cBhvr>
                                        <p:cTn id="19" dur="500"/>
                                        <p:tgtEl>
                                          <p:spTgt spid="32"/>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down)">
                                      <p:cBhvr>
                                        <p:cTn id="22" dur="500"/>
                                        <p:tgtEl>
                                          <p:spTgt spid="5"/>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00"/>
                                        <p:tgtEl>
                                          <p:spTgt spid="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wipe(down)">
                                      <p:cBhvr>
                                        <p:cTn id="31" dur="500"/>
                                        <p:tgtEl>
                                          <p:spTgt spid="9"/>
                                        </p:tgtEl>
                                      </p:cBhvr>
                                    </p:animEffect>
                                  </p:childTnLst>
                                </p:cTn>
                              </p:par>
                              <p:par>
                                <p:cTn id="32" presetID="22" presetClass="entr" presetSubtype="4"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wipe(down)">
                                      <p:cBhvr>
                                        <p:cTn id="34" dur="500"/>
                                        <p:tgtEl>
                                          <p:spTgt spid="3"/>
                                        </p:tgtEl>
                                      </p:cBhvr>
                                    </p:animEffect>
                                  </p:childTnLst>
                                </p:cTn>
                              </p:par>
                            </p:childTnLst>
                          </p:cTn>
                        </p:par>
                        <p:par>
                          <p:cTn id="35" fill="hold">
                            <p:stCondLst>
                              <p:cond delay="500"/>
                            </p:stCondLst>
                            <p:childTnLst>
                              <p:par>
                                <p:cTn id="36" presetID="22" presetClass="entr" presetSubtype="4" fill="hold" grpId="0" nodeType="after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par>
                                <p:cTn id="39" presetID="16" presetClass="entr" presetSubtype="37"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barn(outVertical)">
                                      <p:cBhvr>
                                        <p:cTn id="41" dur="500"/>
                                        <p:tgtEl>
                                          <p:spTgt spid="52"/>
                                        </p:tgtEl>
                                      </p:cBhvr>
                                    </p:animEffect>
                                  </p:childTnLst>
                                </p:cTn>
                              </p:par>
                              <p:par>
                                <p:cTn id="42" presetID="16" presetClass="entr" presetSubtype="37" fill="hold" nodeType="withEffect">
                                  <p:stCondLst>
                                    <p:cond delay="0"/>
                                  </p:stCondLst>
                                  <p:childTnLst>
                                    <p:set>
                                      <p:cBhvr>
                                        <p:cTn id="43" dur="1" fill="hold">
                                          <p:stCondLst>
                                            <p:cond delay="0"/>
                                          </p:stCondLst>
                                        </p:cTn>
                                        <p:tgtEl>
                                          <p:spTgt spid="53"/>
                                        </p:tgtEl>
                                        <p:attrNameLst>
                                          <p:attrName>style.visibility</p:attrName>
                                        </p:attrNameLst>
                                      </p:cBhvr>
                                      <p:to>
                                        <p:strVal val="visible"/>
                                      </p:to>
                                    </p:set>
                                    <p:animEffect transition="in" filter="barn(outVertical)">
                                      <p:cBhvr>
                                        <p:cTn id="44" dur="500"/>
                                        <p:tgtEl>
                                          <p:spTgt spid="53"/>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barn(inVertical)">
                                      <p:cBhvr>
                                        <p:cTn id="49" dur="500"/>
                                        <p:tgtEl>
                                          <p:spTgt spid="50"/>
                                        </p:tgtEl>
                                      </p:cBhvr>
                                    </p:animEffect>
                                  </p:childTnLst>
                                </p:cTn>
                              </p:par>
                            </p:childTnLst>
                          </p:cTn>
                        </p:par>
                        <p:par>
                          <p:cTn id="50" fill="hold">
                            <p:stCondLst>
                              <p:cond delay="500"/>
                            </p:stCondLst>
                            <p:childTnLst>
                              <p:par>
                                <p:cTn id="51" presetID="2" presetClass="entr" presetSubtype="4" fill="hold" grpId="0" nodeType="after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par>
                          <p:cTn id="55" fill="hold">
                            <p:stCondLst>
                              <p:cond delay="1000"/>
                            </p:stCondLst>
                            <p:childTnLst>
                              <p:par>
                                <p:cTn id="56" presetID="16" presetClass="entr" presetSubtype="37" fill="hold" grpId="0" nodeType="after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barn(outVertical)">
                                      <p:cBhvr>
                                        <p:cTn id="5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9" grpId="0" animBg="1"/>
      <p:bldP spid="28" grpId="0" animBg="1"/>
      <p:bldP spid="29" grpId="0" animBg="1"/>
      <p:bldP spid="30" grpId="0" animBg="1"/>
      <p:bldP spid="32" grpId="0" animBg="1"/>
      <p:bldP spid="50" grpId="0"/>
      <p:bldP spid="51" grpId="0"/>
      <p:bldP spid="3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组合 85"/>
          <p:cNvGrpSpPr/>
          <p:nvPr/>
        </p:nvGrpSpPr>
        <p:grpSpPr>
          <a:xfrm>
            <a:off x="3478029" y="2911250"/>
            <a:ext cx="688631" cy="2712799"/>
            <a:chOff x="2644154" y="1737427"/>
            <a:chExt cx="516473" cy="2034599"/>
          </a:xfrm>
        </p:grpSpPr>
        <p:sp>
          <p:nvSpPr>
            <p:cNvPr id="87" name="Line 134"/>
            <p:cNvSpPr>
              <a:spLocks noChangeShapeType="1"/>
            </p:cNvSpPr>
            <p:nvPr/>
          </p:nvSpPr>
          <p:spPr bwMode="auto">
            <a:xfrm flipV="1">
              <a:off x="2647410" y="2095413"/>
              <a:ext cx="501938" cy="329621"/>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130943" tIns="65472" rIns="130943" bIns="65472"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cxnSp>
          <p:nvCxnSpPr>
            <p:cNvPr id="88" name="Straight Connector 48"/>
            <p:cNvCxnSpPr/>
            <p:nvPr/>
          </p:nvCxnSpPr>
          <p:spPr>
            <a:xfrm flipH="1" flipV="1">
              <a:off x="2644154" y="1737427"/>
              <a:ext cx="516473" cy="347442"/>
            </a:xfrm>
            <a:prstGeom prst="line">
              <a:avLst/>
            </a:prstGeom>
            <a:noFill/>
            <a:ln w="12700" cap="flat" cmpd="sng" algn="ctr">
              <a:solidFill>
                <a:srgbClr val="000000"/>
              </a:solidFill>
              <a:prstDash val="solid"/>
            </a:ln>
            <a:effectLst/>
          </p:spPr>
        </p:cxnSp>
        <p:sp>
          <p:nvSpPr>
            <p:cNvPr id="89" name="Line 134"/>
            <p:cNvSpPr>
              <a:spLocks noChangeShapeType="1"/>
            </p:cNvSpPr>
            <p:nvPr/>
          </p:nvSpPr>
          <p:spPr bwMode="auto">
            <a:xfrm flipV="1">
              <a:off x="2647409" y="3405553"/>
              <a:ext cx="462619" cy="366473"/>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130943" tIns="65472" rIns="130943" bIns="65472"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cxnSp>
          <p:nvCxnSpPr>
            <p:cNvPr id="90" name="Straight Connector 40"/>
            <p:cNvCxnSpPr>
              <a:stCxn id="112" idx="2"/>
            </p:cNvCxnSpPr>
            <p:nvPr/>
          </p:nvCxnSpPr>
          <p:spPr>
            <a:xfrm flipH="1" flipV="1">
              <a:off x="2659249" y="3366243"/>
              <a:ext cx="450780" cy="259866"/>
            </a:xfrm>
            <a:prstGeom prst="line">
              <a:avLst/>
            </a:prstGeom>
            <a:noFill/>
            <a:ln w="12700" cap="flat" cmpd="sng" algn="ctr">
              <a:solidFill>
                <a:srgbClr val="000000"/>
              </a:solidFill>
              <a:prstDash val="solid"/>
            </a:ln>
            <a:effectLst/>
          </p:spPr>
        </p:cxnSp>
      </p:grpSp>
      <p:grpSp>
        <p:nvGrpSpPr>
          <p:cNvPr id="91" name="组合 90"/>
          <p:cNvGrpSpPr/>
          <p:nvPr/>
        </p:nvGrpSpPr>
        <p:grpSpPr>
          <a:xfrm>
            <a:off x="8027459" y="2933627"/>
            <a:ext cx="688631" cy="2690423"/>
            <a:chOff x="6131458" y="1754210"/>
            <a:chExt cx="516473" cy="2017817"/>
          </a:xfrm>
        </p:grpSpPr>
        <p:sp>
          <p:nvSpPr>
            <p:cNvPr id="92" name="Line 134"/>
            <p:cNvSpPr>
              <a:spLocks noChangeShapeType="1"/>
            </p:cNvSpPr>
            <p:nvPr/>
          </p:nvSpPr>
          <p:spPr bwMode="auto">
            <a:xfrm flipH="1" flipV="1">
              <a:off x="6142736" y="2095413"/>
              <a:ext cx="501938" cy="329621"/>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130943" tIns="65472" rIns="130943" bIns="65472" numCol="1" anchor="t" anchorCtr="0" compatLnSpc="1"/>
            <a:lstStyle/>
            <a:p>
              <a:pPr algn="ctr" fontAlgn="base">
                <a:spcBef>
                  <a:spcPct val="0"/>
                </a:spcBef>
                <a:spcAft>
                  <a:spcPct val="0"/>
                </a:spcAft>
                <a:defRPr/>
              </a:pPr>
              <a:endParaRPr lang="en-US" sz="2935" kern="0" dirty="0">
                <a:solidFill>
                  <a:srgbClr val="000000"/>
                </a:solidFill>
                <a:latin typeface="微软雅黑" panose="020B0503020204020204" pitchFamily="34" charset="-122"/>
                <a:ea typeface="微软雅黑" panose="020B0503020204020204" pitchFamily="34" charset="-122"/>
                <a:sym typeface="Gill Sans" charset="0"/>
              </a:endParaRPr>
            </a:p>
          </p:txBody>
        </p:sp>
        <p:cxnSp>
          <p:nvCxnSpPr>
            <p:cNvPr id="93" name="Straight Connector 180"/>
            <p:cNvCxnSpPr/>
            <p:nvPr/>
          </p:nvCxnSpPr>
          <p:spPr>
            <a:xfrm flipV="1">
              <a:off x="6131458" y="1754210"/>
              <a:ext cx="516473" cy="347442"/>
            </a:xfrm>
            <a:prstGeom prst="line">
              <a:avLst/>
            </a:prstGeom>
            <a:noFill/>
            <a:ln w="12700" cap="flat" cmpd="sng" algn="ctr">
              <a:solidFill>
                <a:srgbClr val="000000"/>
              </a:solidFill>
              <a:prstDash val="solid"/>
            </a:ln>
            <a:effectLst/>
          </p:spPr>
        </p:cxnSp>
        <p:sp>
          <p:nvSpPr>
            <p:cNvPr id="94" name="Line 134"/>
            <p:cNvSpPr>
              <a:spLocks noChangeShapeType="1"/>
            </p:cNvSpPr>
            <p:nvPr/>
          </p:nvSpPr>
          <p:spPr bwMode="auto">
            <a:xfrm flipH="1" flipV="1">
              <a:off x="6161986" y="3381828"/>
              <a:ext cx="482687" cy="390199"/>
            </a:xfrm>
            <a:prstGeom prst="line">
              <a:avLst/>
            </a:prstGeom>
            <a:noFill/>
            <a:ln w="12700">
              <a:solidFill>
                <a:srgbClr val="000000"/>
              </a:solidFill>
              <a:prstDash val="solid"/>
              <a:round/>
            </a:ln>
            <a:extLst>
              <a:ext uri="{909E8E84-426E-40DD-AFC4-6F175D3DCCD1}">
                <a14:hiddenFill xmlns:a14="http://schemas.microsoft.com/office/drawing/2010/main">
                  <a:noFill/>
                </a14:hiddenFill>
              </a:ext>
            </a:extLst>
          </p:spPr>
          <p:txBody>
            <a:bodyPr vert="horz" wrap="square" lIns="130943" tIns="65472" rIns="130943" bIns="65472" numCol="1" anchor="t" anchorCtr="0" compatLnSpc="1"/>
            <a:lstStyle/>
            <a:p>
              <a:pPr algn="ctr" fontAlgn="base">
                <a:spcBef>
                  <a:spcPct val="0"/>
                </a:spcBef>
                <a:spcAft>
                  <a:spcPct val="0"/>
                </a:spcAft>
                <a:defRPr/>
              </a:pPr>
              <a:endParaRPr lang="en-US" sz="2935" kern="0" dirty="0">
                <a:solidFill>
                  <a:srgbClr val="000000"/>
                </a:solidFill>
                <a:latin typeface="微软雅黑" panose="020B0503020204020204" pitchFamily="34" charset="-122"/>
                <a:ea typeface="微软雅黑" panose="020B0503020204020204" pitchFamily="34" charset="-122"/>
                <a:sym typeface="Gill Sans" charset="0"/>
              </a:endParaRPr>
            </a:p>
          </p:txBody>
        </p:sp>
        <p:cxnSp>
          <p:nvCxnSpPr>
            <p:cNvPr id="95" name="Straight Connector 182"/>
            <p:cNvCxnSpPr>
              <a:stCxn id="119" idx="6"/>
            </p:cNvCxnSpPr>
            <p:nvPr/>
          </p:nvCxnSpPr>
          <p:spPr>
            <a:xfrm flipV="1">
              <a:off x="6161987" y="3366243"/>
              <a:ext cx="485944" cy="256721"/>
            </a:xfrm>
            <a:prstGeom prst="line">
              <a:avLst/>
            </a:prstGeom>
            <a:noFill/>
            <a:ln w="12700" cap="flat" cmpd="sng" algn="ctr">
              <a:solidFill>
                <a:srgbClr val="000000"/>
              </a:solidFill>
              <a:prstDash val="solid"/>
            </a:ln>
            <a:effectLst/>
          </p:spPr>
        </p:cxnSp>
      </p:grpSp>
      <p:sp>
        <p:nvSpPr>
          <p:cNvPr id="96" name="文本框 46"/>
          <p:cNvSpPr txBox="1"/>
          <p:nvPr/>
        </p:nvSpPr>
        <p:spPr>
          <a:xfrm>
            <a:off x="611079" y="2500740"/>
            <a:ext cx="906018"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01</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grpSp>
        <p:nvGrpSpPr>
          <p:cNvPr id="97" name="组合 96"/>
          <p:cNvGrpSpPr/>
          <p:nvPr/>
        </p:nvGrpSpPr>
        <p:grpSpPr>
          <a:xfrm>
            <a:off x="4833179" y="3561105"/>
            <a:ext cx="859660" cy="1542680"/>
            <a:chOff x="3690210" y="2224819"/>
            <a:chExt cx="644745" cy="1157010"/>
          </a:xfrm>
        </p:grpSpPr>
        <p:cxnSp>
          <p:nvCxnSpPr>
            <p:cNvPr id="98" name="Straight Connector 42"/>
            <p:cNvCxnSpPr/>
            <p:nvPr/>
          </p:nvCxnSpPr>
          <p:spPr>
            <a:xfrm>
              <a:off x="3690210" y="2224819"/>
              <a:ext cx="630697" cy="362354"/>
            </a:xfrm>
            <a:prstGeom prst="line">
              <a:avLst/>
            </a:prstGeom>
            <a:noFill/>
            <a:ln w="12700" cap="flat" cmpd="sng" algn="ctr">
              <a:solidFill>
                <a:srgbClr val="000000"/>
              </a:solidFill>
              <a:prstDash val="solid"/>
            </a:ln>
            <a:effectLst/>
          </p:spPr>
        </p:cxnSp>
        <p:cxnSp>
          <p:nvCxnSpPr>
            <p:cNvPr id="99" name="Straight Connector 43"/>
            <p:cNvCxnSpPr/>
            <p:nvPr/>
          </p:nvCxnSpPr>
          <p:spPr>
            <a:xfrm flipV="1">
              <a:off x="3708625" y="3086060"/>
              <a:ext cx="626330" cy="295769"/>
            </a:xfrm>
            <a:prstGeom prst="line">
              <a:avLst/>
            </a:prstGeom>
            <a:noFill/>
            <a:ln w="12700" cap="flat" cmpd="sng" algn="ctr">
              <a:solidFill>
                <a:srgbClr val="000000"/>
              </a:solidFill>
              <a:prstDash val="solid"/>
            </a:ln>
            <a:effectLst/>
          </p:spPr>
        </p:cxnSp>
      </p:grpSp>
      <p:grpSp>
        <p:nvGrpSpPr>
          <p:cNvPr id="100" name="组合 99"/>
          <p:cNvGrpSpPr/>
          <p:nvPr/>
        </p:nvGrpSpPr>
        <p:grpSpPr>
          <a:xfrm>
            <a:off x="6576250" y="3561105"/>
            <a:ext cx="859660" cy="1537048"/>
            <a:chOff x="4997513" y="2224819"/>
            <a:chExt cx="644745" cy="1152786"/>
          </a:xfrm>
        </p:grpSpPr>
        <p:cxnSp>
          <p:nvCxnSpPr>
            <p:cNvPr id="101" name="Straight Connector 56"/>
            <p:cNvCxnSpPr/>
            <p:nvPr/>
          </p:nvCxnSpPr>
          <p:spPr>
            <a:xfrm flipH="1">
              <a:off x="5011561" y="2224819"/>
              <a:ext cx="630697" cy="358130"/>
            </a:xfrm>
            <a:prstGeom prst="line">
              <a:avLst/>
            </a:prstGeom>
            <a:noFill/>
            <a:ln w="12700" cap="flat" cmpd="sng" algn="ctr">
              <a:solidFill>
                <a:srgbClr val="000000"/>
              </a:solidFill>
              <a:prstDash val="solid"/>
            </a:ln>
            <a:effectLst/>
          </p:spPr>
        </p:cxnSp>
        <p:cxnSp>
          <p:nvCxnSpPr>
            <p:cNvPr id="102" name="Straight Connector 57"/>
            <p:cNvCxnSpPr/>
            <p:nvPr/>
          </p:nvCxnSpPr>
          <p:spPr>
            <a:xfrm flipH="1" flipV="1">
              <a:off x="4997513" y="3081836"/>
              <a:ext cx="626330" cy="295769"/>
            </a:xfrm>
            <a:prstGeom prst="line">
              <a:avLst/>
            </a:prstGeom>
            <a:noFill/>
            <a:ln w="12700" cap="flat" cmpd="sng" algn="ctr">
              <a:solidFill>
                <a:srgbClr val="000000"/>
              </a:solidFill>
              <a:prstDash val="solid"/>
            </a:ln>
            <a:effectLst/>
          </p:spPr>
        </p:cxnSp>
      </p:grpSp>
      <p:sp>
        <p:nvSpPr>
          <p:cNvPr id="103" name="Isosceles Triangle 14"/>
          <p:cNvSpPr/>
          <p:nvPr/>
        </p:nvSpPr>
        <p:spPr bwMode="auto">
          <a:xfrm rot="10800000">
            <a:off x="4033318" y="2094340"/>
            <a:ext cx="4229057" cy="1262329"/>
          </a:xfrm>
          <a:prstGeom prst="triangle">
            <a:avLst/>
          </a:prstGeom>
          <a:blipFill dpi="0" rotWithShape="1">
            <a:blip r:embed="rId3">
              <a:extLst>
                <a:ext uri="{28A0092B-C50C-407E-A947-70E740481C1C}">
                  <a14:useLocalDpi xmlns:a14="http://schemas.microsoft.com/office/drawing/2010/main" val="0"/>
                </a:ext>
              </a:extLst>
            </a:blip>
            <a:srcRect/>
            <a:stretch>
              <a:fillRect/>
            </a:stretch>
          </a:blipFill>
          <a:ln w="25400" cap="flat" cmpd="sng" algn="ctr">
            <a:noFill/>
            <a:prstDash val="solid"/>
            <a:round/>
            <a:headEnd type="none" w="med" len="med"/>
            <a:tailEnd type="none" w="med" len="med"/>
          </a:ln>
          <a:effectLst/>
        </p:spPr>
        <p:txBody>
          <a:bodyPr vert="horz" wrap="square" lIns="130943" tIns="65472" rIns="130943" bIns="65472" numCol="1" rtlCol="0" anchor="t" anchorCtr="0" compatLnSpc="1"/>
          <a:lstStyle/>
          <a:p>
            <a:pPr algn="ctr" defTabSz="1308735" fontAlgn="base">
              <a:spcBef>
                <a:spcPct val="0"/>
              </a:spcBef>
              <a:spcAft>
                <a:spcPct val="0"/>
              </a:spcAft>
            </a:pPr>
            <a:endParaRPr lang="en-US" sz="800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04" name="组合 103"/>
          <p:cNvGrpSpPr/>
          <p:nvPr/>
        </p:nvGrpSpPr>
        <p:grpSpPr>
          <a:xfrm>
            <a:off x="5110497" y="3352824"/>
            <a:ext cx="2022067" cy="2022067"/>
            <a:chOff x="304800" y="673100"/>
            <a:chExt cx="4000500" cy="4000500"/>
          </a:xfrm>
          <a:effectLst>
            <a:outerShdw blurRad="444500" dist="254000" dir="8100000" algn="tr" rotWithShape="0">
              <a:prstClr val="black">
                <a:alpha val="50000"/>
              </a:prstClr>
            </a:outerShdw>
          </a:effectLst>
        </p:grpSpPr>
        <p:sp>
          <p:nvSpPr>
            <p:cNvPr id="105" name="同心圆 104"/>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106" name="椭圆 105"/>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107" name="椭圆 106"/>
          <p:cNvSpPr/>
          <p:nvPr/>
        </p:nvSpPr>
        <p:spPr>
          <a:xfrm>
            <a:off x="5395552" y="3663764"/>
            <a:ext cx="1411648" cy="1411648"/>
          </a:xfrm>
          <a:prstGeom prst="ellipse">
            <a:avLst/>
          </a:prstGeom>
          <a:solidFill>
            <a:schemeClr val="accent1">
              <a:lumMod val="100000"/>
            </a:schemeClr>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nvGrpSpPr>
          <p:cNvPr id="108" name="组合 107"/>
          <p:cNvGrpSpPr/>
          <p:nvPr/>
        </p:nvGrpSpPr>
        <p:grpSpPr>
          <a:xfrm>
            <a:off x="4059605" y="3015979"/>
            <a:ext cx="818255" cy="818255"/>
            <a:chOff x="3029608" y="2044574"/>
            <a:chExt cx="613691" cy="613691"/>
          </a:xfrm>
        </p:grpSpPr>
        <p:sp>
          <p:nvSpPr>
            <p:cNvPr id="109" name="椭圆 108"/>
            <p:cNvSpPr/>
            <p:nvPr/>
          </p:nvSpPr>
          <p:spPr>
            <a:xfrm>
              <a:off x="3029608" y="2044574"/>
              <a:ext cx="613691" cy="613691"/>
            </a:xfrm>
            <a:prstGeom prst="ellipse">
              <a:avLst/>
            </a:prstGeom>
            <a:solidFill>
              <a:schemeClr val="accent1">
                <a:lumMod val="100000"/>
              </a:schemeClr>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sp>
          <p:nvSpPr>
            <p:cNvPr id="110" name="椭圆 109"/>
            <p:cNvSpPr/>
            <p:nvPr/>
          </p:nvSpPr>
          <p:spPr>
            <a:xfrm>
              <a:off x="3070159" y="2085975"/>
              <a:ext cx="524602" cy="524600"/>
            </a:xfrm>
            <a:prstGeom prst="ellipse">
              <a:avLst/>
            </a:prstGeom>
            <a:solidFill>
              <a:schemeClr val="accent1">
                <a:lumMod val="100000"/>
              </a:schemeClr>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11" name="组合 110"/>
          <p:cNvGrpSpPr/>
          <p:nvPr/>
        </p:nvGrpSpPr>
        <p:grpSpPr>
          <a:xfrm>
            <a:off x="4059605" y="4730485"/>
            <a:ext cx="818255" cy="818255"/>
            <a:chOff x="3029608" y="2044574"/>
            <a:chExt cx="613691" cy="613691"/>
          </a:xfrm>
        </p:grpSpPr>
        <p:sp>
          <p:nvSpPr>
            <p:cNvPr id="112" name="椭圆 111"/>
            <p:cNvSpPr/>
            <p:nvPr/>
          </p:nvSpPr>
          <p:spPr>
            <a:xfrm>
              <a:off x="3029608" y="2044574"/>
              <a:ext cx="613691" cy="613691"/>
            </a:xfrm>
            <a:prstGeom prst="ellipse">
              <a:avLst/>
            </a:prstGeom>
            <a:solidFill>
              <a:schemeClr val="accent1">
                <a:lumMod val="100000"/>
              </a:schemeClr>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sp>
          <p:nvSpPr>
            <p:cNvPr id="113" name="椭圆 112"/>
            <p:cNvSpPr/>
            <p:nvPr/>
          </p:nvSpPr>
          <p:spPr>
            <a:xfrm>
              <a:off x="3070159" y="2085975"/>
              <a:ext cx="524602" cy="524600"/>
            </a:xfrm>
            <a:prstGeom prst="ellipse">
              <a:avLst/>
            </a:prstGeom>
            <a:solidFill>
              <a:schemeClr val="accent1">
                <a:lumMod val="100000"/>
              </a:schemeClr>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14" name="组合 113"/>
          <p:cNvGrpSpPr/>
          <p:nvPr/>
        </p:nvGrpSpPr>
        <p:grpSpPr>
          <a:xfrm>
            <a:off x="7375345" y="3015979"/>
            <a:ext cx="818255" cy="818255"/>
            <a:chOff x="3029608" y="2044574"/>
            <a:chExt cx="613691" cy="613691"/>
          </a:xfrm>
        </p:grpSpPr>
        <p:sp>
          <p:nvSpPr>
            <p:cNvPr id="115" name="椭圆 114"/>
            <p:cNvSpPr/>
            <p:nvPr/>
          </p:nvSpPr>
          <p:spPr>
            <a:xfrm>
              <a:off x="3029608" y="2044574"/>
              <a:ext cx="613691" cy="613691"/>
            </a:xfrm>
            <a:prstGeom prst="ellipse">
              <a:avLst/>
            </a:prstGeom>
            <a:solidFill>
              <a:schemeClr val="accent1">
                <a:lumMod val="100000"/>
              </a:schemeClr>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sp>
          <p:nvSpPr>
            <p:cNvPr id="116" name="椭圆 115"/>
            <p:cNvSpPr/>
            <p:nvPr/>
          </p:nvSpPr>
          <p:spPr>
            <a:xfrm>
              <a:off x="3070159" y="2085975"/>
              <a:ext cx="524602" cy="524600"/>
            </a:xfrm>
            <a:prstGeom prst="ellipse">
              <a:avLst/>
            </a:prstGeom>
            <a:solidFill>
              <a:schemeClr val="accent1">
                <a:lumMod val="100000"/>
              </a:schemeClr>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17" name="组合 116"/>
          <p:cNvGrpSpPr/>
          <p:nvPr/>
        </p:nvGrpSpPr>
        <p:grpSpPr>
          <a:xfrm>
            <a:off x="7375345" y="4730485"/>
            <a:ext cx="818255" cy="818255"/>
            <a:chOff x="3029608" y="2044574"/>
            <a:chExt cx="613691" cy="613691"/>
          </a:xfrm>
        </p:grpSpPr>
        <p:sp>
          <p:nvSpPr>
            <p:cNvPr id="118" name="椭圆 117"/>
            <p:cNvSpPr/>
            <p:nvPr/>
          </p:nvSpPr>
          <p:spPr>
            <a:xfrm>
              <a:off x="3029608" y="2044574"/>
              <a:ext cx="613691" cy="613691"/>
            </a:xfrm>
            <a:prstGeom prst="ellipse">
              <a:avLst/>
            </a:prstGeom>
            <a:solidFill>
              <a:schemeClr val="accent1">
                <a:lumMod val="100000"/>
              </a:schemeClr>
            </a:solidFill>
            <a:ln w="25400" cap="flat" cmpd="sng" algn="ctr">
              <a:noFill/>
              <a:prstDash val="solid"/>
            </a:ln>
            <a:effectLst>
              <a:outerShdw blurRad="444500" dist="254000" dir="8100000" algn="tr" rotWithShape="0">
                <a:prstClr val="black">
                  <a:alpha val="50000"/>
                </a:prstClr>
              </a:outerShdw>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sp>
          <p:nvSpPr>
            <p:cNvPr id="119" name="椭圆 118"/>
            <p:cNvSpPr/>
            <p:nvPr/>
          </p:nvSpPr>
          <p:spPr>
            <a:xfrm>
              <a:off x="3070159" y="2085975"/>
              <a:ext cx="524602" cy="524600"/>
            </a:xfrm>
            <a:prstGeom prst="ellipse">
              <a:avLst/>
            </a:prstGeom>
            <a:solidFill>
              <a:schemeClr val="accent1">
                <a:lumMod val="100000"/>
              </a:schemeClr>
            </a:solidFill>
            <a:ln>
              <a:noFill/>
            </a:ln>
            <a:effectLst>
              <a:innerShdw blurRad="368300" dist="254000">
                <a:prstClr val="black">
                  <a:alpha val="22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grpSp>
        <p:nvGrpSpPr>
          <p:cNvPr id="120" name="组合 119"/>
          <p:cNvGrpSpPr/>
          <p:nvPr/>
        </p:nvGrpSpPr>
        <p:grpSpPr>
          <a:xfrm>
            <a:off x="3340322" y="2770582"/>
            <a:ext cx="326092" cy="326089"/>
            <a:chOff x="304800" y="673100"/>
            <a:chExt cx="4000500" cy="4000500"/>
          </a:xfrm>
          <a:effectLst>
            <a:outerShdw blurRad="139700" dist="152400" dir="8100000" sx="70000" sy="70000" algn="tr" rotWithShape="0">
              <a:prstClr val="black">
                <a:alpha val="66000"/>
              </a:prstClr>
            </a:outerShdw>
          </a:effectLst>
        </p:grpSpPr>
        <p:sp>
          <p:nvSpPr>
            <p:cNvPr id="121" name="同心圆 120"/>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2" name="椭圆 121"/>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23" name="组合 122"/>
          <p:cNvGrpSpPr/>
          <p:nvPr/>
        </p:nvGrpSpPr>
        <p:grpSpPr>
          <a:xfrm>
            <a:off x="3340322" y="3651116"/>
            <a:ext cx="326092" cy="326089"/>
            <a:chOff x="304800" y="673100"/>
            <a:chExt cx="4000500" cy="4000500"/>
          </a:xfrm>
          <a:effectLst>
            <a:outerShdw blurRad="139700" dist="152400" dir="8100000" sx="70000" sy="70000" algn="tr" rotWithShape="0">
              <a:prstClr val="black">
                <a:alpha val="66000"/>
              </a:prstClr>
            </a:outerShdw>
          </a:effectLst>
        </p:grpSpPr>
        <p:sp>
          <p:nvSpPr>
            <p:cNvPr id="124" name="同心圆 123"/>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5" name="椭圆 124"/>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26" name="组合 125"/>
          <p:cNvGrpSpPr/>
          <p:nvPr/>
        </p:nvGrpSpPr>
        <p:grpSpPr>
          <a:xfrm>
            <a:off x="3340322" y="4565516"/>
            <a:ext cx="326092" cy="326089"/>
            <a:chOff x="304800" y="673100"/>
            <a:chExt cx="4000500" cy="4000500"/>
          </a:xfrm>
          <a:effectLst>
            <a:outerShdw blurRad="139700" dist="152400" dir="8100000" sx="70000" sy="70000" algn="tr" rotWithShape="0">
              <a:prstClr val="black">
                <a:alpha val="66000"/>
              </a:prstClr>
            </a:outerShdw>
          </a:effectLst>
        </p:grpSpPr>
        <p:sp>
          <p:nvSpPr>
            <p:cNvPr id="127" name="同心圆 126"/>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8" name="椭圆 127"/>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29" name="组合 128"/>
          <p:cNvGrpSpPr/>
          <p:nvPr/>
        </p:nvGrpSpPr>
        <p:grpSpPr>
          <a:xfrm>
            <a:off x="3340322" y="5429116"/>
            <a:ext cx="326092" cy="326089"/>
            <a:chOff x="304800" y="673100"/>
            <a:chExt cx="4000500" cy="4000500"/>
          </a:xfrm>
          <a:effectLst>
            <a:outerShdw blurRad="139700" dist="152400" dir="8100000" sx="70000" sy="70000" algn="tr" rotWithShape="0">
              <a:prstClr val="black">
                <a:alpha val="66000"/>
              </a:prstClr>
            </a:outerShdw>
          </a:effectLst>
        </p:grpSpPr>
        <p:sp>
          <p:nvSpPr>
            <p:cNvPr id="130" name="同心圆 129"/>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31" name="椭圆 130"/>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32" name="组合 131"/>
          <p:cNvGrpSpPr/>
          <p:nvPr/>
        </p:nvGrpSpPr>
        <p:grpSpPr>
          <a:xfrm>
            <a:off x="8637059" y="2770582"/>
            <a:ext cx="326092" cy="326089"/>
            <a:chOff x="304800" y="673100"/>
            <a:chExt cx="4000500" cy="4000500"/>
          </a:xfrm>
          <a:effectLst>
            <a:outerShdw blurRad="139700" dist="152400" dir="8100000" sx="70000" sy="70000" algn="tr" rotWithShape="0">
              <a:prstClr val="black">
                <a:alpha val="66000"/>
              </a:prstClr>
            </a:outerShdw>
          </a:effectLst>
        </p:grpSpPr>
        <p:sp>
          <p:nvSpPr>
            <p:cNvPr id="133" name="同心圆 132"/>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134" name="椭圆 133"/>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grpSp>
      <p:grpSp>
        <p:nvGrpSpPr>
          <p:cNvPr id="135" name="组合 134"/>
          <p:cNvGrpSpPr/>
          <p:nvPr/>
        </p:nvGrpSpPr>
        <p:grpSpPr>
          <a:xfrm>
            <a:off x="8637059" y="3651116"/>
            <a:ext cx="326092" cy="326089"/>
            <a:chOff x="304800" y="673100"/>
            <a:chExt cx="4000500" cy="4000500"/>
          </a:xfrm>
          <a:effectLst>
            <a:outerShdw blurRad="139700" dist="152400" dir="8100000" sx="70000" sy="70000" algn="tr" rotWithShape="0">
              <a:prstClr val="black">
                <a:alpha val="66000"/>
              </a:prstClr>
            </a:outerShdw>
          </a:effectLst>
        </p:grpSpPr>
        <p:sp>
          <p:nvSpPr>
            <p:cNvPr id="136" name="同心圆 135"/>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137" name="椭圆 136"/>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grpSp>
      <p:grpSp>
        <p:nvGrpSpPr>
          <p:cNvPr id="138" name="组合 137"/>
          <p:cNvGrpSpPr/>
          <p:nvPr/>
        </p:nvGrpSpPr>
        <p:grpSpPr>
          <a:xfrm>
            <a:off x="8637059" y="4565516"/>
            <a:ext cx="326092" cy="326089"/>
            <a:chOff x="304800" y="673100"/>
            <a:chExt cx="4000500" cy="4000500"/>
          </a:xfrm>
          <a:effectLst>
            <a:outerShdw blurRad="139700" dist="152400" dir="8100000" sx="70000" sy="70000" algn="tr" rotWithShape="0">
              <a:prstClr val="black">
                <a:alpha val="66000"/>
              </a:prstClr>
            </a:outerShdw>
          </a:effectLst>
        </p:grpSpPr>
        <p:sp>
          <p:nvSpPr>
            <p:cNvPr id="139" name="同心圆 138"/>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140" name="椭圆 139"/>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grpSp>
      <p:grpSp>
        <p:nvGrpSpPr>
          <p:cNvPr id="141" name="组合 140"/>
          <p:cNvGrpSpPr/>
          <p:nvPr/>
        </p:nvGrpSpPr>
        <p:grpSpPr>
          <a:xfrm>
            <a:off x="8637059" y="5429116"/>
            <a:ext cx="326092" cy="326089"/>
            <a:chOff x="304800" y="673100"/>
            <a:chExt cx="4000500" cy="4000500"/>
          </a:xfrm>
          <a:effectLst>
            <a:outerShdw blurRad="139700" dist="152400" dir="8100000" sx="70000" sy="70000" algn="tr" rotWithShape="0">
              <a:prstClr val="black">
                <a:alpha val="66000"/>
              </a:prstClr>
            </a:outerShdw>
          </a:effectLst>
        </p:grpSpPr>
        <p:sp>
          <p:nvSpPr>
            <p:cNvPr id="142" name="同心圆 141"/>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ysClr val="windowText" lastClr="000000"/>
                </a:solidFill>
                <a:latin typeface="微软雅黑" panose="020B0503020204020204" pitchFamily="34" charset="-122"/>
                <a:ea typeface="微软雅黑" panose="020B0503020204020204" pitchFamily="34" charset="-122"/>
              </a:endParaRPr>
            </a:p>
          </p:txBody>
        </p:sp>
        <p:sp>
          <p:nvSpPr>
            <p:cNvPr id="143" name="椭圆 142"/>
            <p:cNvSpPr/>
            <p:nvPr/>
          </p:nvSpPr>
          <p:spPr>
            <a:xfrm>
              <a:off x="392113" y="760413"/>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ysClr val="window" lastClr="FFFFFF"/>
                </a:solidFill>
                <a:latin typeface="微软雅黑" panose="020B0503020204020204" pitchFamily="34" charset="-122"/>
                <a:ea typeface="微软雅黑" panose="020B0503020204020204" pitchFamily="34" charset="-122"/>
              </a:endParaRPr>
            </a:p>
          </p:txBody>
        </p:sp>
      </p:grpSp>
      <p:sp>
        <p:nvSpPr>
          <p:cNvPr id="144" name="TextBox 228"/>
          <p:cNvSpPr txBox="1"/>
          <p:nvPr/>
        </p:nvSpPr>
        <p:spPr>
          <a:xfrm>
            <a:off x="1345178" y="262798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45" name="文本框 46"/>
          <p:cNvSpPr txBox="1"/>
          <p:nvPr/>
        </p:nvSpPr>
        <p:spPr>
          <a:xfrm>
            <a:off x="611079" y="3415140"/>
            <a:ext cx="906018"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02</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sp>
        <p:nvSpPr>
          <p:cNvPr id="146" name="TextBox 230"/>
          <p:cNvSpPr txBox="1"/>
          <p:nvPr/>
        </p:nvSpPr>
        <p:spPr>
          <a:xfrm>
            <a:off x="1345178" y="355254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47" name="文本框 46"/>
          <p:cNvSpPr txBox="1"/>
          <p:nvPr/>
        </p:nvSpPr>
        <p:spPr>
          <a:xfrm>
            <a:off x="611079" y="4329540"/>
            <a:ext cx="906018"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03</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sp>
        <p:nvSpPr>
          <p:cNvPr id="148" name="TextBox 232"/>
          <p:cNvSpPr txBox="1"/>
          <p:nvPr/>
        </p:nvSpPr>
        <p:spPr>
          <a:xfrm>
            <a:off x="1345178" y="444662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49" name="文本框 46"/>
          <p:cNvSpPr txBox="1"/>
          <p:nvPr/>
        </p:nvSpPr>
        <p:spPr>
          <a:xfrm>
            <a:off x="611079" y="5243940"/>
            <a:ext cx="906018"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04</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sp>
        <p:nvSpPr>
          <p:cNvPr id="150" name="TextBox 234"/>
          <p:cNvSpPr txBox="1"/>
          <p:nvPr/>
        </p:nvSpPr>
        <p:spPr>
          <a:xfrm>
            <a:off x="1345178" y="537118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1" name="文本框 46"/>
          <p:cNvSpPr txBox="1"/>
          <p:nvPr/>
        </p:nvSpPr>
        <p:spPr>
          <a:xfrm>
            <a:off x="8840680" y="2500740"/>
            <a:ext cx="906018"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05</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sp>
        <p:nvSpPr>
          <p:cNvPr id="152" name="TextBox 236"/>
          <p:cNvSpPr txBox="1"/>
          <p:nvPr/>
        </p:nvSpPr>
        <p:spPr>
          <a:xfrm>
            <a:off x="9574778" y="262798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3" name="文本框 46"/>
          <p:cNvSpPr txBox="1"/>
          <p:nvPr/>
        </p:nvSpPr>
        <p:spPr>
          <a:xfrm>
            <a:off x="8840680" y="3415140"/>
            <a:ext cx="906018"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06</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sp>
        <p:nvSpPr>
          <p:cNvPr id="154" name="TextBox 238"/>
          <p:cNvSpPr txBox="1"/>
          <p:nvPr/>
        </p:nvSpPr>
        <p:spPr>
          <a:xfrm>
            <a:off x="9574778" y="355254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5" name="文本框 46"/>
          <p:cNvSpPr txBox="1"/>
          <p:nvPr/>
        </p:nvSpPr>
        <p:spPr>
          <a:xfrm>
            <a:off x="8840680" y="4329540"/>
            <a:ext cx="906017"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07</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sp>
        <p:nvSpPr>
          <p:cNvPr id="156" name="TextBox 240"/>
          <p:cNvSpPr txBox="1"/>
          <p:nvPr/>
        </p:nvSpPr>
        <p:spPr>
          <a:xfrm>
            <a:off x="9574778" y="444662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7" name="文本框 46"/>
          <p:cNvSpPr txBox="1"/>
          <p:nvPr/>
        </p:nvSpPr>
        <p:spPr>
          <a:xfrm>
            <a:off x="8840679" y="5243940"/>
            <a:ext cx="906018" cy="830997"/>
          </a:xfrm>
          <a:prstGeom prst="rect">
            <a:avLst/>
          </a:prstGeom>
          <a:noFill/>
        </p:spPr>
        <p:txBody>
          <a:bodyPr wrap="none" lIns="91440" tIns="45720" rIns="91440" bIns="45720" rtlCol="0">
            <a:spAutoFit/>
          </a:bodyPr>
          <a:lstStyle/>
          <a:p>
            <a:pPr algn="ctr"/>
            <a:r>
              <a:rPr lang="en-US" altLang="zh-CN"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rPr>
              <a:t>08</a:t>
            </a:r>
            <a:endParaRPr lang="zh-CN" altLang="en-US" sz="4800" dirty="0">
              <a:solidFill>
                <a:schemeClr val="tx1">
                  <a:lumMod val="95000"/>
                  <a:lumOff val="5000"/>
                </a:schemeClr>
              </a:solidFill>
              <a:latin typeface="微软雅黑" panose="020B0503020204020204" pitchFamily="34" charset="-122"/>
              <a:ea typeface="微软雅黑" panose="020B0503020204020204" pitchFamily="34" charset="-122"/>
              <a:cs typeface="Aharoni" panose="02010803020104030203" pitchFamily="2" charset="-79"/>
            </a:endParaRPr>
          </a:p>
        </p:txBody>
      </p:sp>
      <p:sp>
        <p:nvSpPr>
          <p:cNvPr id="158" name="TextBox 242"/>
          <p:cNvSpPr txBox="1"/>
          <p:nvPr/>
        </p:nvSpPr>
        <p:spPr>
          <a:xfrm>
            <a:off x="9574778" y="5371185"/>
            <a:ext cx="1907081" cy="590507"/>
          </a:xfrm>
          <a:prstGeom prst="rect">
            <a:avLst/>
          </a:prstGeom>
          <a:noFill/>
        </p:spPr>
        <p:txBody>
          <a:bodyPr wrap="square" lIns="91464" tIns="45732" rIns="91464" bIns="45732" rtlCol="0">
            <a:spAutoFit/>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9" name="矩形 3"/>
          <p:cNvSpPr>
            <a:spLocks noChangeArrowheads="1"/>
          </p:cNvSpPr>
          <p:nvPr/>
        </p:nvSpPr>
        <p:spPr bwMode="auto">
          <a:xfrm>
            <a:off x="5526973" y="4009613"/>
            <a:ext cx="1278820" cy="667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91443" tIns="45723" rIns="91443" bIns="45723">
            <a:spAutoFit/>
          </a:bodyPr>
          <a:lstStyle/>
          <a:p>
            <a:r>
              <a:rPr lang="zh-CN" altLang="en-US" sz="3735"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标题</a:t>
            </a:r>
          </a:p>
        </p:txBody>
      </p:sp>
      <p:sp>
        <p:nvSpPr>
          <p:cNvPr id="160" name="矩形 3"/>
          <p:cNvSpPr>
            <a:spLocks noChangeArrowheads="1"/>
          </p:cNvSpPr>
          <p:nvPr/>
        </p:nvSpPr>
        <p:spPr bwMode="auto">
          <a:xfrm>
            <a:off x="4139436" y="3200473"/>
            <a:ext cx="646338" cy="461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91443" tIns="45723" rIns="91443" bIns="45723">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关键词</a:t>
            </a:r>
            <a:endParaRPr lang="en-US" altLang="zh-CN"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设问</a:t>
            </a:r>
          </a:p>
        </p:txBody>
      </p:sp>
      <p:sp>
        <p:nvSpPr>
          <p:cNvPr id="161" name="矩形 3"/>
          <p:cNvSpPr>
            <a:spLocks noChangeArrowheads="1"/>
          </p:cNvSpPr>
          <p:nvPr/>
        </p:nvSpPr>
        <p:spPr bwMode="auto">
          <a:xfrm>
            <a:off x="4139436" y="4939139"/>
            <a:ext cx="646338" cy="461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91443" tIns="45723" rIns="91443" bIns="45723">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关键词</a:t>
            </a:r>
            <a:endParaRPr lang="en-US" altLang="zh-CN"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设问</a:t>
            </a:r>
          </a:p>
        </p:txBody>
      </p:sp>
      <p:sp>
        <p:nvSpPr>
          <p:cNvPr id="162" name="矩形 3"/>
          <p:cNvSpPr>
            <a:spLocks noChangeArrowheads="1"/>
          </p:cNvSpPr>
          <p:nvPr/>
        </p:nvSpPr>
        <p:spPr bwMode="auto">
          <a:xfrm>
            <a:off x="7479536" y="3200473"/>
            <a:ext cx="646338" cy="461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91443" tIns="45723" rIns="91443" bIns="45723">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关键词</a:t>
            </a:r>
            <a:endParaRPr lang="en-US" altLang="zh-CN"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设问</a:t>
            </a:r>
          </a:p>
        </p:txBody>
      </p:sp>
      <p:sp>
        <p:nvSpPr>
          <p:cNvPr id="163" name="矩形 3"/>
          <p:cNvSpPr>
            <a:spLocks noChangeArrowheads="1"/>
          </p:cNvSpPr>
          <p:nvPr/>
        </p:nvSpPr>
        <p:spPr bwMode="auto">
          <a:xfrm>
            <a:off x="7479536" y="4939139"/>
            <a:ext cx="646338" cy="461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none" lIns="91443" tIns="45723" rIns="91443" bIns="45723">
            <a:spAutoFit/>
          </a:bodyPr>
          <a:lstStyle/>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关键词</a:t>
            </a:r>
            <a:endParaRPr lang="en-US" altLang="zh-CN"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endParaRPr>
          </a:p>
          <a:p>
            <a:pPr algn="ctr"/>
            <a:r>
              <a:rPr lang="zh-CN" altLang="en-US" sz="1200" dirty="0">
                <a:solidFill>
                  <a:schemeClr val="bg1"/>
                </a:solidFill>
                <a:latin typeface="微软雅黑" panose="020B0503020204020204" pitchFamily="34" charset="-122"/>
                <a:ea typeface="微软雅黑" panose="020B0503020204020204" pitchFamily="34" charset="-122"/>
                <a:sym typeface="Arial" panose="020B0604020202020204" pitchFamily="34" charset="0"/>
              </a:rPr>
              <a:t>设问</a:t>
            </a:r>
          </a:p>
        </p:txBody>
      </p:sp>
      <p:sp>
        <p:nvSpPr>
          <p:cNvPr id="84" name="Text Box 4">
            <a:extLst>
              <a:ext uri="{FF2B5EF4-FFF2-40B4-BE49-F238E27FC236}">
                <a16:creationId xmlns:a16="http://schemas.microsoft.com/office/drawing/2014/main" id="{E69C0457-F3A4-114D-9691-D775AEF39F74}"/>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4" name="Half Frame 12">
            <a:extLst>
              <a:ext uri="{FF2B5EF4-FFF2-40B4-BE49-F238E27FC236}">
                <a16:creationId xmlns:a16="http://schemas.microsoft.com/office/drawing/2014/main" id="{4A02D9BD-1B6E-874D-BAB1-D1F7D2DD38A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165" name="直线连接符 164">
            <a:extLst>
              <a:ext uri="{FF2B5EF4-FFF2-40B4-BE49-F238E27FC236}">
                <a16:creationId xmlns:a16="http://schemas.microsoft.com/office/drawing/2014/main" id="{06400430-DB97-074E-9821-F92FE84A66F1}"/>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switch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700"/>
                                      </p:stCondLst>
                                      <p:childTnLst>
                                        <p:set>
                                          <p:cBhvr>
                                            <p:cTn id="6" dur="1" fill="hold">
                                              <p:stCondLst>
                                                <p:cond delay="0"/>
                                              </p:stCondLst>
                                            </p:cTn>
                                            <p:tgtEl>
                                              <p:spTgt spid="104"/>
                                            </p:tgtEl>
                                            <p:attrNameLst>
                                              <p:attrName>style.visibility</p:attrName>
                                            </p:attrNameLst>
                                          </p:cBhvr>
                                          <p:to>
                                            <p:strVal val="visible"/>
                                          </p:to>
                                        </p:set>
                                        <p:anim calcmode="lin" valueType="num">
                                          <p:cBhvr>
                                            <p:cTn id="7" dur="500" fill="hold"/>
                                            <p:tgtEl>
                                              <p:spTgt spid="104"/>
                                            </p:tgtEl>
                                            <p:attrNameLst>
                                              <p:attrName>ppt_w</p:attrName>
                                            </p:attrNameLst>
                                          </p:cBhvr>
                                          <p:tavLst>
                                            <p:tav tm="0">
                                              <p:val>
                                                <p:fltVal val="0"/>
                                              </p:val>
                                            </p:tav>
                                            <p:tav tm="100000">
                                              <p:val>
                                                <p:strVal val="#ppt_w"/>
                                              </p:val>
                                            </p:tav>
                                          </p:tavLst>
                                        </p:anim>
                                        <p:anim calcmode="lin" valueType="num">
                                          <p:cBhvr>
                                            <p:cTn id="8" dur="500" fill="hold"/>
                                            <p:tgtEl>
                                              <p:spTgt spid="104"/>
                                            </p:tgtEl>
                                            <p:attrNameLst>
                                              <p:attrName>ppt_h</p:attrName>
                                            </p:attrNameLst>
                                          </p:cBhvr>
                                          <p:tavLst>
                                            <p:tav tm="0">
                                              <p:val>
                                                <p:fltVal val="0"/>
                                              </p:val>
                                            </p:tav>
                                            <p:tav tm="100000">
                                              <p:val>
                                                <p:strVal val="#ppt_h"/>
                                              </p:val>
                                            </p:tav>
                                          </p:tavLst>
                                        </p:anim>
                                        <p:animEffect transition="in" filter="fade">
                                          <p:cBhvr>
                                            <p:cTn id="9" dur="500"/>
                                            <p:tgtEl>
                                              <p:spTgt spid="104"/>
                                            </p:tgtEl>
                                          </p:cBhvr>
                                        </p:animEffect>
                                      </p:childTnLst>
                                    </p:cTn>
                                  </p:par>
                                  <p:par>
                                    <p:cTn id="10" presetID="21" presetClass="entr" presetSubtype="1" fill="hold" grpId="0" nodeType="withEffect">
                                      <p:stCondLst>
                                        <p:cond delay="700"/>
                                      </p:stCondLst>
                                      <p:childTnLst>
                                        <p:set>
                                          <p:cBhvr>
                                            <p:cTn id="11" dur="1" fill="hold">
                                              <p:stCondLst>
                                                <p:cond delay="0"/>
                                              </p:stCondLst>
                                            </p:cTn>
                                            <p:tgtEl>
                                              <p:spTgt spid="107"/>
                                            </p:tgtEl>
                                            <p:attrNameLst>
                                              <p:attrName>style.visibility</p:attrName>
                                            </p:attrNameLst>
                                          </p:cBhvr>
                                          <p:to>
                                            <p:strVal val="visible"/>
                                          </p:to>
                                        </p:set>
                                        <p:animEffect transition="in" filter="wheel(1)">
                                          <p:cBhvr>
                                            <p:cTn id="12" dur="1000"/>
                                            <p:tgtEl>
                                              <p:spTgt spid="107"/>
                                            </p:tgtEl>
                                          </p:cBhvr>
                                        </p:animEffect>
                                      </p:childTnLst>
                                    </p:cTn>
                                  </p:par>
                                </p:childTnLst>
                              </p:cTn>
                            </p:par>
                            <p:par>
                              <p:cTn id="13" fill="hold">
                                <p:stCondLst>
                                  <p:cond delay="1700"/>
                                </p:stCondLst>
                                <p:childTnLst>
                                  <p:par>
                                    <p:cTn id="14" presetID="22" presetClass="entr" presetSubtype="8" fill="hold" grpId="0" nodeType="afterEffect">
                                      <p:stCondLst>
                                        <p:cond delay="0"/>
                                      </p:stCondLst>
                                      <p:childTnLst>
                                        <p:set>
                                          <p:cBhvr>
                                            <p:cTn id="15" dur="1" fill="hold">
                                              <p:stCondLst>
                                                <p:cond delay="0"/>
                                              </p:stCondLst>
                                            </p:cTn>
                                            <p:tgtEl>
                                              <p:spTgt spid="159"/>
                                            </p:tgtEl>
                                            <p:attrNameLst>
                                              <p:attrName>style.visibility</p:attrName>
                                            </p:attrNameLst>
                                          </p:cBhvr>
                                          <p:to>
                                            <p:strVal val="visible"/>
                                          </p:to>
                                        </p:set>
                                        <p:animEffect transition="in" filter="wipe(left)">
                                          <p:cBhvr>
                                            <p:cTn id="16" dur="500"/>
                                            <p:tgtEl>
                                              <p:spTgt spid="159"/>
                                            </p:tgtEl>
                                          </p:cBhvr>
                                        </p:animEffect>
                                      </p:childTnLst>
                                    </p:cTn>
                                  </p:par>
                                </p:childTnLst>
                              </p:cTn>
                            </p:par>
                            <p:par>
                              <p:cTn id="17" fill="hold">
                                <p:stCondLst>
                                  <p:cond delay="2200"/>
                                </p:stCondLst>
                                <p:childTnLst>
                                  <p:par>
                                    <p:cTn id="18" presetID="47" presetClass="entr" presetSubtype="0" fill="hold" grpId="0" nodeType="afterEffect">
                                      <p:stCondLst>
                                        <p:cond delay="0"/>
                                      </p:stCondLst>
                                      <p:childTnLst>
                                        <p:set>
                                          <p:cBhvr>
                                            <p:cTn id="19" dur="1" fill="hold">
                                              <p:stCondLst>
                                                <p:cond delay="0"/>
                                              </p:stCondLst>
                                            </p:cTn>
                                            <p:tgtEl>
                                              <p:spTgt spid="103"/>
                                            </p:tgtEl>
                                            <p:attrNameLst>
                                              <p:attrName>style.visibility</p:attrName>
                                            </p:attrNameLst>
                                          </p:cBhvr>
                                          <p:to>
                                            <p:strVal val="visible"/>
                                          </p:to>
                                        </p:set>
                                        <p:animEffect transition="in" filter="fade">
                                          <p:cBhvr>
                                            <p:cTn id="20" dur="300"/>
                                            <p:tgtEl>
                                              <p:spTgt spid="103"/>
                                            </p:tgtEl>
                                          </p:cBhvr>
                                        </p:animEffect>
                                        <p:anim calcmode="lin" valueType="num">
                                          <p:cBhvr>
                                            <p:cTn id="21" dur="300" fill="hold"/>
                                            <p:tgtEl>
                                              <p:spTgt spid="103"/>
                                            </p:tgtEl>
                                            <p:attrNameLst>
                                              <p:attrName>ppt_x</p:attrName>
                                            </p:attrNameLst>
                                          </p:cBhvr>
                                          <p:tavLst>
                                            <p:tav tm="0">
                                              <p:val>
                                                <p:strVal val="#ppt_x"/>
                                              </p:val>
                                            </p:tav>
                                            <p:tav tm="100000">
                                              <p:val>
                                                <p:strVal val="#ppt_x"/>
                                              </p:val>
                                            </p:tav>
                                          </p:tavLst>
                                        </p:anim>
                                        <p:anim calcmode="lin" valueType="num">
                                          <p:cBhvr>
                                            <p:cTn id="22" dur="300" fill="hold"/>
                                            <p:tgtEl>
                                              <p:spTgt spid="103"/>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22" presetClass="entr" presetSubtype="2" fill="hold" nodeType="afterEffect">
                                      <p:stCondLst>
                                        <p:cond delay="0"/>
                                      </p:stCondLst>
                                      <p:childTnLst>
                                        <p:set>
                                          <p:cBhvr>
                                            <p:cTn id="25" dur="1" fill="hold">
                                              <p:stCondLst>
                                                <p:cond delay="0"/>
                                              </p:stCondLst>
                                            </p:cTn>
                                            <p:tgtEl>
                                              <p:spTgt spid="97"/>
                                            </p:tgtEl>
                                            <p:attrNameLst>
                                              <p:attrName>style.visibility</p:attrName>
                                            </p:attrNameLst>
                                          </p:cBhvr>
                                          <p:to>
                                            <p:strVal val="visible"/>
                                          </p:to>
                                        </p:set>
                                        <p:animEffect transition="in" filter="wipe(right)">
                                          <p:cBhvr>
                                            <p:cTn id="26" dur="500"/>
                                            <p:tgtEl>
                                              <p:spTgt spid="97"/>
                                            </p:tgtEl>
                                          </p:cBhvr>
                                        </p:animEffect>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100"/>
                                            </p:tgtEl>
                                            <p:attrNameLst>
                                              <p:attrName>style.visibility</p:attrName>
                                            </p:attrNameLst>
                                          </p:cBhvr>
                                          <p:to>
                                            <p:strVal val="visible"/>
                                          </p:to>
                                        </p:set>
                                        <p:animEffect transition="in" filter="wipe(left)">
                                          <p:cBhvr>
                                            <p:cTn id="30" dur="500"/>
                                            <p:tgtEl>
                                              <p:spTgt spid="100"/>
                                            </p:tgtEl>
                                          </p:cBhvr>
                                        </p:animEffect>
                                      </p:childTnLst>
                                    </p:cTn>
                                  </p:par>
                                </p:childTnLst>
                              </p:cTn>
                            </p:par>
                            <p:par>
                              <p:cTn id="31" fill="hold">
                                <p:stCondLst>
                                  <p:cond delay="3500"/>
                                </p:stCondLst>
                                <p:childTnLst>
                                  <p:par>
                                    <p:cTn id="32" presetID="53" presetClass="entr" presetSubtype="16" fill="hold" nodeType="afterEffect">
                                      <p:stCondLst>
                                        <p:cond delay="0"/>
                                      </p:stCondLst>
                                      <p:childTnLst>
                                        <p:set>
                                          <p:cBhvr>
                                            <p:cTn id="33" dur="1" fill="hold">
                                              <p:stCondLst>
                                                <p:cond delay="0"/>
                                              </p:stCondLst>
                                            </p:cTn>
                                            <p:tgtEl>
                                              <p:spTgt spid="108"/>
                                            </p:tgtEl>
                                            <p:attrNameLst>
                                              <p:attrName>style.visibility</p:attrName>
                                            </p:attrNameLst>
                                          </p:cBhvr>
                                          <p:to>
                                            <p:strVal val="visible"/>
                                          </p:to>
                                        </p:set>
                                        <p:anim calcmode="lin" valueType="num">
                                          <p:cBhvr>
                                            <p:cTn id="34" dur="500" fill="hold"/>
                                            <p:tgtEl>
                                              <p:spTgt spid="108"/>
                                            </p:tgtEl>
                                            <p:attrNameLst>
                                              <p:attrName>ppt_w</p:attrName>
                                            </p:attrNameLst>
                                          </p:cBhvr>
                                          <p:tavLst>
                                            <p:tav tm="0">
                                              <p:val>
                                                <p:fltVal val="0"/>
                                              </p:val>
                                            </p:tav>
                                            <p:tav tm="100000">
                                              <p:val>
                                                <p:strVal val="#ppt_w"/>
                                              </p:val>
                                            </p:tav>
                                          </p:tavLst>
                                        </p:anim>
                                        <p:anim calcmode="lin" valueType="num">
                                          <p:cBhvr>
                                            <p:cTn id="35" dur="500" fill="hold"/>
                                            <p:tgtEl>
                                              <p:spTgt spid="108"/>
                                            </p:tgtEl>
                                            <p:attrNameLst>
                                              <p:attrName>ppt_h</p:attrName>
                                            </p:attrNameLst>
                                          </p:cBhvr>
                                          <p:tavLst>
                                            <p:tav tm="0">
                                              <p:val>
                                                <p:fltVal val="0"/>
                                              </p:val>
                                            </p:tav>
                                            <p:tav tm="100000">
                                              <p:val>
                                                <p:strVal val="#ppt_h"/>
                                              </p:val>
                                            </p:tav>
                                          </p:tavLst>
                                        </p:anim>
                                        <p:animEffect transition="in" filter="fade">
                                          <p:cBhvr>
                                            <p:cTn id="36" dur="500"/>
                                            <p:tgtEl>
                                              <p:spTgt spid="108"/>
                                            </p:tgtEl>
                                          </p:cBhvr>
                                        </p:animEffect>
                                      </p:childTnLst>
                                    </p:cTn>
                                  </p:par>
                                  <p:par>
                                    <p:cTn id="37" presetID="53" presetClass="entr" presetSubtype="16" fill="hold" nodeType="withEffect">
                                      <p:stCondLst>
                                        <p:cond delay="0"/>
                                      </p:stCondLst>
                                      <p:childTnLst>
                                        <p:set>
                                          <p:cBhvr>
                                            <p:cTn id="38" dur="1" fill="hold">
                                              <p:stCondLst>
                                                <p:cond delay="0"/>
                                              </p:stCondLst>
                                            </p:cTn>
                                            <p:tgtEl>
                                              <p:spTgt spid="111"/>
                                            </p:tgtEl>
                                            <p:attrNameLst>
                                              <p:attrName>style.visibility</p:attrName>
                                            </p:attrNameLst>
                                          </p:cBhvr>
                                          <p:to>
                                            <p:strVal val="visible"/>
                                          </p:to>
                                        </p:set>
                                        <p:anim calcmode="lin" valueType="num">
                                          <p:cBhvr>
                                            <p:cTn id="39" dur="500" fill="hold"/>
                                            <p:tgtEl>
                                              <p:spTgt spid="111"/>
                                            </p:tgtEl>
                                            <p:attrNameLst>
                                              <p:attrName>ppt_w</p:attrName>
                                            </p:attrNameLst>
                                          </p:cBhvr>
                                          <p:tavLst>
                                            <p:tav tm="0">
                                              <p:val>
                                                <p:fltVal val="0"/>
                                              </p:val>
                                            </p:tav>
                                            <p:tav tm="100000">
                                              <p:val>
                                                <p:strVal val="#ppt_w"/>
                                              </p:val>
                                            </p:tav>
                                          </p:tavLst>
                                        </p:anim>
                                        <p:anim calcmode="lin" valueType="num">
                                          <p:cBhvr>
                                            <p:cTn id="40" dur="500" fill="hold"/>
                                            <p:tgtEl>
                                              <p:spTgt spid="111"/>
                                            </p:tgtEl>
                                            <p:attrNameLst>
                                              <p:attrName>ppt_h</p:attrName>
                                            </p:attrNameLst>
                                          </p:cBhvr>
                                          <p:tavLst>
                                            <p:tav tm="0">
                                              <p:val>
                                                <p:fltVal val="0"/>
                                              </p:val>
                                            </p:tav>
                                            <p:tav tm="100000">
                                              <p:val>
                                                <p:strVal val="#ppt_h"/>
                                              </p:val>
                                            </p:tav>
                                          </p:tavLst>
                                        </p:anim>
                                        <p:animEffect transition="in" filter="fade">
                                          <p:cBhvr>
                                            <p:cTn id="41" dur="500"/>
                                            <p:tgtEl>
                                              <p:spTgt spid="111"/>
                                            </p:tgtEl>
                                          </p:cBhvr>
                                        </p:animEffect>
                                      </p:childTnLst>
                                    </p:cTn>
                                  </p:par>
                                  <p:par>
                                    <p:cTn id="42" presetID="53" presetClass="entr" presetSubtype="16" fill="hold" nodeType="withEffect">
                                      <p:stCondLst>
                                        <p:cond delay="0"/>
                                      </p:stCondLst>
                                      <p:childTnLst>
                                        <p:set>
                                          <p:cBhvr>
                                            <p:cTn id="43" dur="1" fill="hold">
                                              <p:stCondLst>
                                                <p:cond delay="0"/>
                                              </p:stCondLst>
                                            </p:cTn>
                                            <p:tgtEl>
                                              <p:spTgt spid="114"/>
                                            </p:tgtEl>
                                            <p:attrNameLst>
                                              <p:attrName>style.visibility</p:attrName>
                                            </p:attrNameLst>
                                          </p:cBhvr>
                                          <p:to>
                                            <p:strVal val="visible"/>
                                          </p:to>
                                        </p:set>
                                        <p:anim calcmode="lin" valueType="num">
                                          <p:cBhvr>
                                            <p:cTn id="44" dur="500" fill="hold"/>
                                            <p:tgtEl>
                                              <p:spTgt spid="114"/>
                                            </p:tgtEl>
                                            <p:attrNameLst>
                                              <p:attrName>ppt_w</p:attrName>
                                            </p:attrNameLst>
                                          </p:cBhvr>
                                          <p:tavLst>
                                            <p:tav tm="0">
                                              <p:val>
                                                <p:fltVal val="0"/>
                                              </p:val>
                                            </p:tav>
                                            <p:tav tm="100000">
                                              <p:val>
                                                <p:strVal val="#ppt_w"/>
                                              </p:val>
                                            </p:tav>
                                          </p:tavLst>
                                        </p:anim>
                                        <p:anim calcmode="lin" valueType="num">
                                          <p:cBhvr>
                                            <p:cTn id="45" dur="500" fill="hold"/>
                                            <p:tgtEl>
                                              <p:spTgt spid="114"/>
                                            </p:tgtEl>
                                            <p:attrNameLst>
                                              <p:attrName>ppt_h</p:attrName>
                                            </p:attrNameLst>
                                          </p:cBhvr>
                                          <p:tavLst>
                                            <p:tav tm="0">
                                              <p:val>
                                                <p:fltVal val="0"/>
                                              </p:val>
                                            </p:tav>
                                            <p:tav tm="100000">
                                              <p:val>
                                                <p:strVal val="#ppt_h"/>
                                              </p:val>
                                            </p:tav>
                                          </p:tavLst>
                                        </p:anim>
                                        <p:animEffect transition="in" filter="fade">
                                          <p:cBhvr>
                                            <p:cTn id="46" dur="500"/>
                                            <p:tgtEl>
                                              <p:spTgt spid="114"/>
                                            </p:tgtEl>
                                          </p:cBhvr>
                                        </p:animEffect>
                                      </p:childTnLst>
                                    </p:cTn>
                                  </p:par>
                                  <p:par>
                                    <p:cTn id="47" presetID="53" presetClass="entr" presetSubtype="16" fill="hold" nodeType="withEffect">
                                      <p:stCondLst>
                                        <p:cond delay="0"/>
                                      </p:stCondLst>
                                      <p:childTnLst>
                                        <p:set>
                                          <p:cBhvr>
                                            <p:cTn id="48" dur="1" fill="hold">
                                              <p:stCondLst>
                                                <p:cond delay="0"/>
                                              </p:stCondLst>
                                            </p:cTn>
                                            <p:tgtEl>
                                              <p:spTgt spid="117"/>
                                            </p:tgtEl>
                                            <p:attrNameLst>
                                              <p:attrName>style.visibility</p:attrName>
                                            </p:attrNameLst>
                                          </p:cBhvr>
                                          <p:to>
                                            <p:strVal val="visible"/>
                                          </p:to>
                                        </p:set>
                                        <p:anim calcmode="lin" valueType="num">
                                          <p:cBhvr>
                                            <p:cTn id="49" dur="500" fill="hold"/>
                                            <p:tgtEl>
                                              <p:spTgt spid="117"/>
                                            </p:tgtEl>
                                            <p:attrNameLst>
                                              <p:attrName>ppt_w</p:attrName>
                                            </p:attrNameLst>
                                          </p:cBhvr>
                                          <p:tavLst>
                                            <p:tav tm="0">
                                              <p:val>
                                                <p:fltVal val="0"/>
                                              </p:val>
                                            </p:tav>
                                            <p:tav tm="100000">
                                              <p:val>
                                                <p:strVal val="#ppt_w"/>
                                              </p:val>
                                            </p:tav>
                                          </p:tavLst>
                                        </p:anim>
                                        <p:anim calcmode="lin" valueType="num">
                                          <p:cBhvr>
                                            <p:cTn id="50" dur="500" fill="hold"/>
                                            <p:tgtEl>
                                              <p:spTgt spid="117"/>
                                            </p:tgtEl>
                                            <p:attrNameLst>
                                              <p:attrName>ppt_h</p:attrName>
                                            </p:attrNameLst>
                                          </p:cBhvr>
                                          <p:tavLst>
                                            <p:tav tm="0">
                                              <p:val>
                                                <p:fltVal val="0"/>
                                              </p:val>
                                            </p:tav>
                                            <p:tav tm="100000">
                                              <p:val>
                                                <p:strVal val="#ppt_h"/>
                                              </p:val>
                                            </p:tav>
                                          </p:tavLst>
                                        </p:anim>
                                        <p:animEffect transition="in" filter="fade">
                                          <p:cBhvr>
                                            <p:cTn id="51" dur="500"/>
                                            <p:tgtEl>
                                              <p:spTgt spid="117"/>
                                            </p:tgtEl>
                                          </p:cBhvr>
                                        </p:animEffect>
                                      </p:childTnLst>
                                    </p:cTn>
                                  </p:par>
                                </p:childTnLst>
                              </p:cTn>
                            </p:par>
                            <p:par>
                              <p:cTn id="52" fill="hold">
                                <p:stCondLst>
                                  <p:cond delay="4000"/>
                                </p:stCondLst>
                                <p:childTnLst>
                                  <p:par>
                                    <p:cTn id="53" presetID="22" presetClass="entr" presetSubtype="8" fill="hold" grpId="0" nodeType="afterEffect">
                                      <p:stCondLst>
                                        <p:cond delay="0"/>
                                      </p:stCondLst>
                                      <p:childTnLst>
                                        <p:set>
                                          <p:cBhvr>
                                            <p:cTn id="54" dur="1" fill="hold">
                                              <p:stCondLst>
                                                <p:cond delay="0"/>
                                              </p:stCondLst>
                                            </p:cTn>
                                            <p:tgtEl>
                                              <p:spTgt spid="160"/>
                                            </p:tgtEl>
                                            <p:attrNameLst>
                                              <p:attrName>style.visibility</p:attrName>
                                            </p:attrNameLst>
                                          </p:cBhvr>
                                          <p:to>
                                            <p:strVal val="visible"/>
                                          </p:to>
                                        </p:set>
                                        <p:animEffect transition="in" filter="wipe(left)">
                                          <p:cBhvr>
                                            <p:cTn id="55" dur="500"/>
                                            <p:tgtEl>
                                              <p:spTgt spid="16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61"/>
                                            </p:tgtEl>
                                            <p:attrNameLst>
                                              <p:attrName>style.visibility</p:attrName>
                                            </p:attrNameLst>
                                          </p:cBhvr>
                                          <p:to>
                                            <p:strVal val="visible"/>
                                          </p:to>
                                        </p:set>
                                        <p:animEffect transition="in" filter="wipe(left)">
                                          <p:cBhvr>
                                            <p:cTn id="58" dur="500"/>
                                            <p:tgtEl>
                                              <p:spTgt spid="16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62"/>
                                            </p:tgtEl>
                                            <p:attrNameLst>
                                              <p:attrName>style.visibility</p:attrName>
                                            </p:attrNameLst>
                                          </p:cBhvr>
                                          <p:to>
                                            <p:strVal val="visible"/>
                                          </p:to>
                                        </p:set>
                                        <p:animEffect transition="in" filter="wipe(left)">
                                          <p:cBhvr>
                                            <p:cTn id="61" dur="500"/>
                                            <p:tgtEl>
                                              <p:spTgt spid="162"/>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63"/>
                                            </p:tgtEl>
                                            <p:attrNameLst>
                                              <p:attrName>style.visibility</p:attrName>
                                            </p:attrNameLst>
                                          </p:cBhvr>
                                          <p:to>
                                            <p:strVal val="visible"/>
                                          </p:to>
                                        </p:set>
                                        <p:animEffect transition="in" filter="wipe(left)">
                                          <p:cBhvr>
                                            <p:cTn id="64" dur="500"/>
                                            <p:tgtEl>
                                              <p:spTgt spid="163"/>
                                            </p:tgtEl>
                                          </p:cBhvr>
                                        </p:animEffect>
                                      </p:childTnLst>
                                    </p:cTn>
                                  </p:par>
                                </p:childTnLst>
                              </p:cTn>
                            </p:par>
                            <p:par>
                              <p:cTn id="65" fill="hold">
                                <p:stCondLst>
                                  <p:cond delay="4500"/>
                                </p:stCondLst>
                                <p:childTnLst>
                                  <p:par>
                                    <p:cTn id="66" presetID="22" presetClass="entr" presetSubtype="2" fill="hold" nodeType="afterEffect">
                                      <p:stCondLst>
                                        <p:cond delay="0"/>
                                      </p:stCondLst>
                                      <p:childTnLst>
                                        <p:set>
                                          <p:cBhvr>
                                            <p:cTn id="67" dur="1" fill="hold">
                                              <p:stCondLst>
                                                <p:cond delay="0"/>
                                              </p:stCondLst>
                                            </p:cTn>
                                            <p:tgtEl>
                                              <p:spTgt spid="86"/>
                                            </p:tgtEl>
                                            <p:attrNameLst>
                                              <p:attrName>style.visibility</p:attrName>
                                            </p:attrNameLst>
                                          </p:cBhvr>
                                          <p:to>
                                            <p:strVal val="visible"/>
                                          </p:to>
                                        </p:set>
                                        <p:animEffect transition="in" filter="wipe(right)">
                                          <p:cBhvr>
                                            <p:cTn id="68" dur="500"/>
                                            <p:tgtEl>
                                              <p:spTgt spid="86"/>
                                            </p:tgtEl>
                                          </p:cBhvr>
                                        </p:animEffect>
                                      </p:childTnLst>
                                    </p:cTn>
                                  </p:par>
                                </p:childTnLst>
                              </p:cTn>
                            </p:par>
                            <p:par>
                              <p:cTn id="69" fill="hold">
                                <p:stCondLst>
                                  <p:cond delay="5000"/>
                                </p:stCondLst>
                                <p:childTnLst>
                                  <p:par>
                                    <p:cTn id="70" presetID="22" presetClass="entr" presetSubtype="8" fill="hold" nodeType="afterEffect">
                                      <p:stCondLst>
                                        <p:cond delay="0"/>
                                      </p:stCondLst>
                                      <p:childTnLst>
                                        <p:set>
                                          <p:cBhvr>
                                            <p:cTn id="71" dur="1" fill="hold">
                                              <p:stCondLst>
                                                <p:cond delay="0"/>
                                              </p:stCondLst>
                                            </p:cTn>
                                            <p:tgtEl>
                                              <p:spTgt spid="91"/>
                                            </p:tgtEl>
                                            <p:attrNameLst>
                                              <p:attrName>style.visibility</p:attrName>
                                            </p:attrNameLst>
                                          </p:cBhvr>
                                          <p:to>
                                            <p:strVal val="visible"/>
                                          </p:to>
                                        </p:set>
                                        <p:animEffect transition="in" filter="wipe(left)">
                                          <p:cBhvr>
                                            <p:cTn id="72" dur="500"/>
                                            <p:tgtEl>
                                              <p:spTgt spid="91"/>
                                            </p:tgtEl>
                                          </p:cBhvr>
                                        </p:animEffect>
                                      </p:childTnLst>
                                    </p:cTn>
                                  </p:par>
                                </p:childTnLst>
                              </p:cTn>
                            </p:par>
                            <p:par>
                              <p:cTn id="73" fill="hold">
                                <p:stCondLst>
                                  <p:cond delay="5500"/>
                                </p:stCondLst>
                                <p:childTnLst>
                                  <p:par>
                                    <p:cTn id="74" presetID="14" presetClass="entr" presetSubtype="10" fill="hold" nodeType="afterEffect">
                                      <p:stCondLst>
                                        <p:cond delay="0"/>
                                      </p:stCondLst>
                                      <p:childTnLst>
                                        <p:set>
                                          <p:cBhvr>
                                            <p:cTn id="75" dur="1" fill="hold">
                                              <p:stCondLst>
                                                <p:cond delay="0"/>
                                              </p:stCondLst>
                                            </p:cTn>
                                            <p:tgtEl>
                                              <p:spTgt spid="120"/>
                                            </p:tgtEl>
                                            <p:attrNameLst>
                                              <p:attrName>style.visibility</p:attrName>
                                            </p:attrNameLst>
                                          </p:cBhvr>
                                          <p:to>
                                            <p:strVal val="visible"/>
                                          </p:to>
                                        </p:set>
                                        <p:animEffect transition="in" filter="randombar(horizontal)">
                                          <p:cBhvr>
                                            <p:cTn id="76" dur="500"/>
                                            <p:tgtEl>
                                              <p:spTgt spid="120"/>
                                            </p:tgtEl>
                                          </p:cBhvr>
                                        </p:animEffect>
                                      </p:childTnLst>
                                    </p:cTn>
                                  </p:par>
                                  <p:par>
                                    <p:cTn id="77" presetID="14" presetClass="entr" presetSubtype="10" fill="hold" nodeType="withEffect">
                                      <p:stCondLst>
                                        <p:cond delay="0"/>
                                      </p:stCondLst>
                                      <p:childTnLst>
                                        <p:set>
                                          <p:cBhvr>
                                            <p:cTn id="78" dur="1" fill="hold">
                                              <p:stCondLst>
                                                <p:cond delay="0"/>
                                              </p:stCondLst>
                                            </p:cTn>
                                            <p:tgtEl>
                                              <p:spTgt spid="123"/>
                                            </p:tgtEl>
                                            <p:attrNameLst>
                                              <p:attrName>style.visibility</p:attrName>
                                            </p:attrNameLst>
                                          </p:cBhvr>
                                          <p:to>
                                            <p:strVal val="visible"/>
                                          </p:to>
                                        </p:set>
                                        <p:animEffect transition="in" filter="randombar(horizontal)">
                                          <p:cBhvr>
                                            <p:cTn id="79" dur="500"/>
                                            <p:tgtEl>
                                              <p:spTgt spid="123"/>
                                            </p:tgtEl>
                                          </p:cBhvr>
                                        </p:animEffect>
                                      </p:childTnLst>
                                    </p:cTn>
                                  </p:par>
                                  <p:par>
                                    <p:cTn id="80" presetID="14" presetClass="entr" presetSubtype="10" fill="hold" nodeType="withEffect">
                                      <p:stCondLst>
                                        <p:cond delay="0"/>
                                      </p:stCondLst>
                                      <p:childTnLst>
                                        <p:set>
                                          <p:cBhvr>
                                            <p:cTn id="81" dur="1" fill="hold">
                                              <p:stCondLst>
                                                <p:cond delay="0"/>
                                              </p:stCondLst>
                                            </p:cTn>
                                            <p:tgtEl>
                                              <p:spTgt spid="126"/>
                                            </p:tgtEl>
                                            <p:attrNameLst>
                                              <p:attrName>style.visibility</p:attrName>
                                            </p:attrNameLst>
                                          </p:cBhvr>
                                          <p:to>
                                            <p:strVal val="visible"/>
                                          </p:to>
                                        </p:set>
                                        <p:animEffect transition="in" filter="randombar(horizontal)">
                                          <p:cBhvr>
                                            <p:cTn id="82" dur="500"/>
                                            <p:tgtEl>
                                              <p:spTgt spid="126"/>
                                            </p:tgtEl>
                                          </p:cBhvr>
                                        </p:animEffect>
                                      </p:childTnLst>
                                    </p:cTn>
                                  </p:par>
                                  <p:par>
                                    <p:cTn id="83" presetID="14" presetClass="entr" presetSubtype="10" fill="hold" nodeType="withEffect">
                                      <p:stCondLst>
                                        <p:cond delay="0"/>
                                      </p:stCondLst>
                                      <p:childTnLst>
                                        <p:set>
                                          <p:cBhvr>
                                            <p:cTn id="84" dur="1" fill="hold">
                                              <p:stCondLst>
                                                <p:cond delay="0"/>
                                              </p:stCondLst>
                                            </p:cTn>
                                            <p:tgtEl>
                                              <p:spTgt spid="129"/>
                                            </p:tgtEl>
                                            <p:attrNameLst>
                                              <p:attrName>style.visibility</p:attrName>
                                            </p:attrNameLst>
                                          </p:cBhvr>
                                          <p:to>
                                            <p:strVal val="visible"/>
                                          </p:to>
                                        </p:set>
                                        <p:animEffect transition="in" filter="randombar(horizontal)">
                                          <p:cBhvr>
                                            <p:cTn id="85" dur="500"/>
                                            <p:tgtEl>
                                              <p:spTgt spid="129"/>
                                            </p:tgtEl>
                                          </p:cBhvr>
                                        </p:animEffect>
                                      </p:childTnLst>
                                    </p:cTn>
                                  </p:par>
                                  <p:par>
                                    <p:cTn id="86" presetID="14" presetClass="entr" presetSubtype="10" fill="hold" nodeType="withEffect">
                                      <p:stCondLst>
                                        <p:cond delay="0"/>
                                      </p:stCondLst>
                                      <p:childTnLst>
                                        <p:set>
                                          <p:cBhvr>
                                            <p:cTn id="87" dur="1" fill="hold">
                                              <p:stCondLst>
                                                <p:cond delay="0"/>
                                              </p:stCondLst>
                                            </p:cTn>
                                            <p:tgtEl>
                                              <p:spTgt spid="132"/>
                                            </p:tgtEl>
                                            <p:attrNameLst>
                                              <p:attrName>style.visibility</p:attrName>
                                            </p:attrNameLst>
                                          </p:cBhvr>
                                          <p:to>
                                            <p:strVal val="visible"/>
                                          </p:to>
                                        </p:set>
                                        <p:animEffect transition="in" filter="randombar(horizontal)">
                                          <p:cBhvr>
                                            <p:cTn id="88" dur="500"/>
                                            <p:tgtEl>
                                              <p:spTgt spid="132"/>
                                            </p:tgtEl>
                                          </p:cBhvr>
                                        </p:animEffect>
                                      </p:childTnLst>
                                    </p:cTn>
                                  </p:par>
                                  <p:par>
                                    <p:cTn id="89" presetID="14" presetClass="entr" presetSubtype="10" fill="hold" nodeType="withEffect">
                                      <p:stCondLst>
                                        <p:cond delay="0"/>
                                      </p:stCondLst>
                                      <p:childTnLst>
                                        <p:set>
                                          <p:cBhvr>
                                            <p:cTn id="90" dur="1" fill="hold">
                                              <p:stCondLst>
                                                <p:cond delay="0"/>
                                              </p:stCondLst>
                                            </p:cTn>
                                            <p:tgtEl>
                                              <p:spTgt spid="135"/>
                                            </p:tgtEl>
                                            <p:attrNameLst>
                                              <p:attrName>style.visibility</p:attrName>
                                            </p:attrNameLst>
                                          </p:cBhvr>
                                          <p:to>
                                            <p:strVal val="visible"/>
                                          </p:to>
                                        </p:set>
                                        <p:animEffect transition="in" filter="randombar(horizontal)">
                                          <p:cBhvr>
                                            <p:cTn id="91" dur="500"/>
                                            <p:tgtEl>
                                              <p:spTgt spid="135"/>
                                            </p:tgtEl>
                                          </p:cBhvr>
                                        </p:animEffect>
                                      </p:childTnLst>
                                    </p:cTn>
                                  </p:par>
                                  <p:par>
                                    <p:cTn id="92" presetID="14" presetClass="entr" presetSubtype="10" fill="hold" nodeType="withEffect">
                                      <p:stCondLst>
                                        <p:cond delay="0"/>
                                      </p:stCondLst>
                                      <p:childTnLst>
                                        <p:set>
                                          <p:cBhvr>
                                            <p:cTn id="93" dur="1" fill="hold">
                                              <p:stCondLst>
                                                <p:cond delay="0"/>
                                              </p:stCondLst>
                                            </p:cTn>
                                            <p:tgtEl>
                                              <p:spTgt spid="138"/>
                                            </p:tgtEl>
                                            <p:attrNameLst>
                                              <p:attrName>style.visibility</p:attrName>
                                            </p:attrNameLst>
                                          </p:cBhvr>
                                          <p:to>
                                            <p:strVal val="visible"/>
                                          </p:to>
                                        </p:set>
                                        <p:animEffect transition="in" filter="randombar(horizontal)">
                                          <p:cBhvr>
                                            <p:cTn id="94" dur="500"/>
                                            <p:tgtEl>
                                              <p:spTgt spid="138"/>
                                            </p:tgtEl>
                                          </p:cBhvr>
                                        </p:animEffect>
                                      </p:childTnLst>
                                    </p:cTn>
                                  </p:par>
                                  <p:par>
                                    <p:cTn id="95" presetID="14" presetClass="entr" presetSubtype="10" fill="hold" nodeType="withEffect">
                                      <p:stCondLst>
                                        <p:cond delay="0"/>
                                      </p:stCondLst>
                                      <p:childTnLst>
                                        <p:set>
                                          <p:cBhvr>
                                            <p:cTn id="96" dur="1" fill="hold">
                                              <p:stCondLst>
                                                <p:cond delay="0"/>
                                              </p:stCondLst>
                                            </p:cTn>
                                            <p:tgtEl>
                                              <p:spTgt spid="141"/>
                                            </p:tgtEl>
                                            <p:attrNameLst>
                                              <p:attrName>style.visibility</p:attrName>
                                            </p:attrNameLst>
                                          </p:cBhvr>
                                          <p:to>
                                            <p:strVal val="visible"/>
                                          </p:to>
                                        </p:set>
                                        <p:animEffect transition="in" filter="randombar(horizontal)">
                                          <p:cBhvr>
                                            <p:cTn id="97" dur="500"/>
                                            <p:tgtEl>
                                              <p:spTgt spid="141"/>
                                            </p:tgtEl>
                                          </p:cBhvr>
                                        </p:animEffect>
                                      </p:childTnLst>
                                    </p:cTn>
                                  </p:par>
                                </p:childTnLst>
                              </p:cTn>
                            </p:par>
                            <p:par>
                              <p:cTn id="98" fill="hold">
                                <p:stCondLst>
                                  <p:cond delay="6000"/>
                                </p:stCondLst>
                                <p:childTnLst>
                                  <p:par>
                                    <p:cTn id="99" presetID="16" presetClass="entr" presetSubtype="21" fill="hold" grpId="0" nodeType="afterEffect">
                                      <p:stCondLst>
                                        <p:cond delay="0"/>
                                      </p:stCondLst>
                                      <p:childTnLst>
                                        <p:set>
                                          <p:cBhvr>
                                            <p:cTn id="100" dur="1" fill="hold">
                                              <p:stCondLst>
                                                <p:cond delay="0"/>
                                              </p:stCondLst>
                                            </p:cTn>
                                            <p:tgtEl>
                                              <p:spTgt spid="96"/>
                                            </p:tgtEl>
                                            <p:attrNameLst>
                                              <p:attrName>style.visibility</p:attrName>
                                            </p:attrNameLst>
                                          </p:cBhvr>
                                          <p:to>
                                            <p:strVal val="visible"/>
                                          </p:to>
                                        </p:set>
                                        <p:animEffect transition="in" filter="barn(inVertical)">
                                          <p:cBhvr>
                                            <p:cTn id="101" dur="500"/>
                                            <p:tgtEl>
                                              <p:spTgt spid="96"/>
                                            </p:tgtEl>
                                          </p:cBhvr>
                                        </p:animEffect>
                                      </p:childTnLst>
                                    </p:cTn>
                                  </p:par>
                                  <p:par>
                                    <p:cTn id="102" presetID="14" presetClass="entr" presetSubtype="10" fill="hold" grpId="0" nodeType="withEffect">
                                      <p:stCondLst>
                                        <p:cond delay="0"/>
                                      </p:stCondLst>
                                      <p:childTnLst>
                                        <p:set>
                                          <p:cBhvr>
                                            <p:cTn id="103" dur="1" fill="hold">
                                              <p:stCondLst>
                                                <p:cond delay="0"/>
                                              </p:stCondLst>
                                            </p:cTn>
                                            <p:tgtEl>
                                              <p:spTgt spid="144"/>
                                            </p:tgtEl>
                                            <p:attrNameLst>
                                              <p:attrName>style.visibility</p:attrName>
                                            </p:attrNameLst>
                                          </p:cBhvr>
                                          <p:to>
                                            <p:strVal val="visible"/>
                                          </p:to>
                                        </p:set>
                                        <p:animEffect transition="in" filter="randombar(horizontal)">
                                          <p:cBhvr>
                                            <p:cTn id="104" dur="500"/>
                                            <p:tgtEl>
                                              <p:spTgt spid="144"/>
                                            </p:tgtEl>
                                          </p:cBhvr>
                                        </p:animEffect>
                                      </p:childTnLst>
                                    </p:cTn>
                                  </p:par>
                                </p:childTnLst>
                              </p:cTn>
                            </p:par>
                            <p:par>
                              <p:cTn id="105" fill="hold">
                                <p:stCondLst>
                                  <p:cond delay="6500"/>
                                </p:stCondLst>
                                <p:childTnLst>
                                  <p:par>
                                    <p:cTn id="106" presetID="16" presetClass="entr" presetSubtype="21" fill="hold" grpId="0" nodeType="afterEffect">
                                      <p:stCondLst>
                                        <p:cond delay="0"/>
                                      </p:stCondLst>
                                      <p:childTnLst>
                                        <p:set>
                                          <p:cBhvr>
                                            <p:cTn id="107" dur="1" fill="hold">
                                              <p:stCondLst>
                                                <p:cond delay="0"/>
                                              </p:stCondLst>
                                            </p:cTn>
                                            <p:tgtEl>
                                              <p:spTgt spid="145"/>
                                            </p:tgtEl>
                                            <p:attrNameLst>
                                              <p:attrName>style.visibility</p:attrName>
                                            </p:attrNameLst>
                                          </p:cBhvr>
                                          <p:to>
                                            <p:strVal val="visible"/>
                                          </p:to>
                                        </p:set>
                                        <p:animEffect transition="in" filter="barn(inVertical)">
                                          <p:cBhvr>
                                            <p:cTn id="108" dur="500"/>
                                            <p:tgtEl>
                                              <p:spTgt spid="145"/>
                                            </p:tgtEl>
                                          </p:cBhvr>
                                        </p:animEffect>
                                      </p:childTnLst>
                                    </p:cTn>
                                  </p:par>
                                  <p:par>
                                    <p:cTn id="109" presetID="14" presetClass="entr" presetSubtype="10" fill="hold" grpId="0" nodeType="withEffect">
                                      <p:stCondLst>
                                        <p:cond delay="0"/>
                                      </p:stCondLst>
                                      <p:childTnLst>
                                        <p:set>
                                          <p:cBhvr>
                                            <p:cTn id="110" dur="1" fill="hold">
                                              <p:stCondLst>
                                                <p:cond delay="0"/>
                                              </p:stCondLst>
                                            </p:cTn>
                                            <p:tgtEl>
                                              <p:spTgt spid="146"/>
                                            </p:tgtEl>
                                            <p:attrNameLst>
                                              <p:attrName>style.visibility</p:attrName>
                                            </p:attrNameLst>
                                          </p:cBhvr>
                                          <p:to>
                                            <p:strVal val="visible"/>
                                          </p:to>
                                        </p:set>
                                        <p:animEffect transition="in" filter="randombar(horizontal)">
                                          <p:cBhvr>
                                            <p:cTn id="111" dur="500"/>
                                            <p:tgtEl>
                                              <p:spTgt spid="146"/>
                                            </p:tgtEl>
                                          </p:cBhvr>
                                        </p:animEffect>
                                      </p:childTnLst>
                                    </p:cTn>
                                  </p:par>
                                </p:childTnLst>
                              </p:cTn>
                            </p:par>
                            <p:par>
                              <p:cTn id="112" fill="hold">
                                <p:stCondLst>
                                  <p:cond delay="7000"/>
                                </p:stCondLst>
                                <p:childTnLst>
                                  <p:par>
                                    <p:cTn id="113" presetID="16" presetClass="entr" presetSubtype="21" fill="hold" grpId="0" nodeType="afterEffect">
                                      <p:stCondLst>
                                        <p:cond delay="0"/>
                                      </p:stCondLst>
                                      <p:childTnLst>
                                        <p:set>
                                          <p:cBhvr>
                                            <p:cTn id="114" dur="1" fill="hold">
                                              <p:stCondLst>
                                                <p:cond delay="0"/>
                                              </p:stCondLst>
                                            </p:cTn>
                                            <p:tgtEl>
                                              <p:spTgt spid="147"/>
                                            </p:tgtEl>
                                            <p:attrNameLst>
                                              <p:attrName>style.visibility</p:attrName>
                                            </p:attrNameLst>
                                          </p:cBhvr>
                                          <p:to>
                                            <p:strVal val="visible"/>
                                          </p:to>
                                        </p:set>
                                        <p:animEffect transition="in" filter="barn(inVertical)">
                                          <p:cBhvr>
                                            <p:cTn id="115" dur="500"/>
                                            <p:tgtEl>
                                              <p:spTgt spid="147"/>
                                            </p:tgtEl>
                                          </p:cBhvr>
                                        </p:animEffect>
                                      </p:childTnLst>
                                    </p:cTn>
                                  </p:par>
                                  <p:par>
                                    <p:cTn id="116" presetID="14" presetClass="entr" presetSubtype="10" fill="hold" grpId="0" nodeType="withEffect">
                                      <p:stCondLst>
                                        <p:cond delay="0"/>
                                      </p:stCondLst>
                                      <p:childTnLst>
                                        <p:set>
                                          <p:cBhvr>
                                            <p:cTn id="117" dur="1" fill="hold">
                                              <p:stCondLst>
                                                <p:cond delay="0"/>
                                              </p:stCondLst>
                                            </p:cTn>
                                            <p:tgtEl>
                                              <p:spTgt spid="148"/>
                                            </p:tgtEl>
                                            <p:attrNameLst>
                                              <p:attrName>style.visibility</p:attrName>
                                            </p:attrNameLst>
                                          </p:cBhvr>
                                          <p:to>
                                            <p:strVal val="visible"/>
                                          </p:to>
                                        </p:set>
                                        <p:animEffect transition="in" filter="randombar(horizontal)">
                                          <p:cBhvr>
                                            <p:cTn id="118" dur="500"/>
                                            <p:tgtEl>
                                              <p:spTgt spid="148"/>
                                            </p:tgtEl>
                                          </p:cBhvr>
                                        </p:animEffect>
                                      </p:childTnLst>
                                    </p:cTn>
                                  </p:par>
                                </p:childTnLst>
                              </p:cTn>
                            </p:par>
                            <p:par>
                              <p:cTn id="119" fill="hold">
                                <p:stCondLst>
                                  <p:cond delay="7500"/>
                                </p:stCondLst>
                                <p:childTnLst>
                                  <p:par>
                                    <p:cTn id="120" presetID="16" presetClass="entr" presetSubtype="21" fill="hold" grpId="0" nodeType="afterEffect">
                                      <p:stCondLst>
                                        <p:cond delay="0"/>
                                      </p:stCondLst>
                                      <p:childTnLst>
                                        <p:set>
                                          <p:cBhvr>
                                            <p:cTn id="121" dur="1" fill="hold">
                                              <p:stCondLst>
                                                <p:cond delay="0"/>
                                              </p:stCondLst>
                                            </p:cTn>
                                            <p:tgtEl>
                                              <p:spTgt spid="149"/>
                                            </p:tgtEl>
                                            <p:attrNameLst>
                                              <p:attrName>style.visibility</p:attrName>
                                            </p:attrNameLst>
                                          </p:cBhvr>
                                          <p:to>
                                            <p:strVal val="visible"/>
                                          </p:to>
                                        </p:set>
                                        <p:animEffect transition="in" filter="barn(inVertical)">
                                          <p:cBhvr>
                                            <p:cTn id="122" dur="500"/>
                                            <p:tgtEl>
                                              <p:spTgt spid="149"/>
                                            </p:tgtEl>
                                          </p:cBhvr>
                                        </p:animEffect>
                                      </p:childTnLst>
                                    </p:cTn>
                                  </p:par>
                                  <p:par>
                                    <p:cTn id="123" presetID="14" presetClass="entr" presetSubtype="10" fill="hold" grpId="0" nodeType="withEffect">
                                      <p:stCondLst>
                                        <p:cond delay="0"/>
                                      </p:stCondLst>
                                      <p:childTnLst>
                                        <p:set>
                                          <p:cBhvr>
                                            <p:cTn id="124" dur="1" fill="hold">
                                              <p:stCondLst>
                                                <p:cond delay="0"/>
                                              </p:stCondLst>
                                            </p:cTn>
                                            <p:tgtEl>
                                              <p:spTgt spid="150"/>
                                            </p:tgtEl>
                                            <p:attrNameLst>
                                              <p:attrName>style.visibility</p:attrName>
                                            </p:attrNameLst>
                                          </p:cBhvr>
                                          <p:to>
                                            <p:strVal val="visible"/>
                                          </p:to>
                                        </p:set>
                                        <p:animEffect transition="in" filter="randombar(horizontal)">
                                          <p:cBhvr>
                                            <p:cTn id="125" dur="500"/>
                                            <p:tgtEl>
                                              <p:spTgt spid="150"/>
                                            </p:tgtEl>
                                          </p:cBhvr>
                                        </p:animEffect>
                                      </p:childTnLst>
                                    </p:cTn>
                                  </p:par>
                                </p:childTnLst>
                              </p:cTn>
                            </p:par>
                            <p:par>
                              <p:cTn id="126" fill="hold">
                                <p:stCondLst>
                                  <p:cond delay="8000"/>
                                </p:stCondLst>
                                <p:childTnLst>
                                  <p:par>
                                    <p:cTn id="127" presetID="16" presetClass="entr" presetSubtype="21" fill="hold" grpId="0" nodeType="afterEffect">
                                      <p:stCondLst>
                                        <p:cond delay="0"/>
                                      </p:stCondLst>
                                      <p:childTnLst>
                                        <p:set>
                                          <p:cBhvr>
                                            <p:cTn id="128" dur="1" fill="hold">
                                              <p:stCondLst>
                                                <p:cond delay="0"/>
                                              </p:stCondLst>
                                            </p:cTn>
                                            <p:tgtEl>
                                              <p:spTgt spid="151"/>
                                            </p:tgtEl>
                                            <p:attrNameLst>
                                              <p:attrName>style.visibility</p:attrName>
                                            </p:attrNameLst>
                                          </p:cBhvr>
                                          <p:to>
                                            <p:strVal val="visible"/>
                                          </p:to>
                                        </p:set>
                                        <p:animEffect transition="in" filter="barn(inVertical)">
                                          <p:cBhvr>
                                            <p:cTn id="129" dur="500"/>
                                            <p:tgtEl>
                                              <p:spTgt spid="151"/>
                                            </p:tgtEl>
                                          </p:cBhvr>
                                        </p:animEffect>
                                      </p:childTnLst>
                                    </p:cTn>
                                  </p:par>
                                  <p:par>
                                    <p:cTn id="130" presetID="14" presetClass="entr" presetSubtype="10" fill="hold" grpId="0" nodeType="withEffect">
                                      <p:stCondLst>
                                        <p:cond delay="0"/>
                                      </p:stCondLst>
                                      <p:childTnLst>
                                        <p:set>
                                          <p:cBhvr>
                                            <p:cTn id="131" dur="1" fill="hold">
                                              <p:stCondLst>
                                                <p:cond delay="0"/>
                                              </p:stCondLst>
                                            </p:cTn>
                                            <p:tgtEl>
                                              <p:spTgt spid="152"/>
                                            </p:tgtEl>
                                            <p:attrNameLst>
                                              <p:attrName>style.visibility</p:attrName>
                                            </p:attrNameLst>
                                          </p:cBhvr>
                                          <p:to>
                                            <p:strVal val="visible"/>
                                          </p:to>
                                        </p:set>
                                        <p:animEffect transition="in" filter="randombar(horizontal)">
                                          <p:cBhvr>
                                            <p:cTn id="132" dur="500"/>
                                            <p:tgtEl>
                                              <p:spTgt spid="152"/>
                                            </p:tgtEl>
                                          </p:cBhvr>
                                        </p:animEffect>
                                      </p:childTnLst>
                                    </p:cTn>
                                  </p:par>
                                </p:childTnLst>
                              </p:cTn>
                            </p:par>
                            <p:par>
                              <p:cTn id="133" fill="hold">
                                <p:stCondLst>
                                  <p:cond delay="8500"/>
                                </p:stCondLst>
                                <p:childTnLst>
                                  <p:par>
                                    <p:cTn id="134" presetID="16" presetClass="entr" presetSubtype="21" fill="hold" grpId="0" nodeType="afterEffect">
                                      <p:stCondLst>
                                        <p:cond delay="0"/>
                                      </p:stCondLst>
                                      <p:childTnLst>
                                        <p:set>
                                          <p:cBhvr>
                                            <p:cTn id="135" dur="1" fill="hold">
                                              <p:stCondLst>
                                                <p:cond delay="0"/>
                                              </p:stCondLst>
                                            </p:cTn>
                                            <p:tgtEl>
                                              <p:spTgt spid="153"/>
                                            </p:tgtEl>
                                            <p:attrNameLst>
                                              <p:attrName>style.visibility</p:attrName>
                                            </p:attrNameLst>
                                          </p:cBhvr>
                                          <p:to>
                                            <p:strVal val="visible"/>
                                          </p:to>
                                        </p:set>
                                        <p:animEffect transition="in" filter="barn(inVertical)">
                                          <p:cBhvr>
                                            <p:cTn id="136" dur="500"/>
                                            <p:tgtEl>
                                              <p:spTgt spid="153"/>
                                            </p:tgtEl>
                                          </p:cBhvr>
                                        </p:animEffect>
                                      </p:childTnLst>
                                    </p:cTn>
                                  </p:par>
                                  <p:par>
                                    <p:cTn id="137" presetID="14" presetClass="entr" presetSubtype="10" fill="hold" grpId="0" nodeType="withEffect">
                                      <p:stCondLst>
                                        <p:cond delay="0"/>
                                      </p:stCondLst>
                                      <p:childTnLst>
                                        <p:set>
                                          <p:cBhvr>
                                            <p:cTn id="138" dur="1" fill="hold">
                                              <p:stCondLst>
                                                <p:cond delay="0"/>
                                              </p:stCondLst>
                                            </p:cTn>
                                            <p:tgtEl>
                                              <p:spTgt spid="154"/>
                                            </p:tgtEl>
                                            <p:attrNameLst>
                                              <p:attrName>style.visibility</p:attrName>
                                            </p:attrNameLst>
                                          </p:cBhvr>
                                          <p:to>
                                            <p:strVal val="visible"/>
                                          </p:to>
                                        </p:set>
                                        <p:animEffect transition="in" filter="randombar(horizontal)">
                                          <p:cBhvr>
                                            <p:cTn id="139" dur="500"/>
                                            <p:tgtEl>
                                              <p:spTgt spid="154"/>
                                            </p:tgtEl>
                                          </p:cBhvr>
                                        </p:animEffect>
                                      </p:childTnLst>
                                    </p:cTn>
                                  </p:par>
                                </p:childTnLst>
                              </p:cTn>
                            </p:par>
                            <p:par>
                              <p:cTn id="140" fill="hold">
                                <p:stCondLst>
                                  <p:cond delay="9000"/>
                                </p:stCondLst>
                                <p:childTnLst>
                                  <p:par>
                                    <p:cTn id="141" presetID="16" presetClass="entr" presetSubtype="21" fill="hold" grpId="0" nodeType="afterEffect">
                                      <p:stCondLst>
                                        <p:cond delay="0"/>
                                      </p:stCondLst>
                                      <p:childTnLst>
                                        <p:set>
                                          <p:cBhvr>
                                            <p:cTn id="142" dur="1" fill="hold">
                                              <p:stCondLst>
                                                <p:cond delay="0"/>
                                              </p:stCondLst>
                                            </p:cTn>
                                            <p:tgtEl>
                                              <p:spTgt spid="155"/>
                                            </p:tgtEl>
                                            <p:attrNameLst>
                                              <p:attrName>style.visibility</p:attrName>
                                            </p:attrNameLst>
                                          </p:cBhvr>
                                          <p:to>
                                            <p:strVal val="visible"/>
                                          </p:to>
                                        </p:set>
                                        <p:animEffect transition="in" filter="barn(inVertical)">
                                          <p:cBhvr>
                                            <p:cTn id="143" dur="500"/>
                                            <p:tgtEl>
                                              <p:spTgt spid="155"/>
                                            </p:tgtEl>
                                          </p:cBhvr>
                                        </p:animEffect>
                                      </p:childTnLst>
                                    </p:cTn>
                                  </p:par>
                                  <p:par>
                                    <p:cTn id="144" presetID="14" presetClass="entr" presetSubtype="10" fill="hold" grpId="0" nodeType="withEffect">
                                      <p:stCondLst>
                                        <p:cond delay="0"/>
                                      </p:stCondLst>
                                      <p:childTnLst>
                                        <p:set>
                                          <p:cBhvr>
                                            <p:cTn id="145" dur="1" fill="hold">
                                              <p:stCondLst>
                                                <p:cond delay="0"/>
                                              </p:stCondLst>
                                            </p:cTn>
                                            <p:tgtEl>
                                              <p:spTgt spid="156"/>
                                            </p:tgtEl>
                                            <p:attrNameLst>
                                              <p:attrName>style.visibility</p:attrName>
                                            </p:attrNameLst>
                                          </p:cBhvr>
                                          <p:to>
                                            <p:strVal val="visible"/>
                                          </p:to>
                                        </p:set>
                                        <p:animEffect transition="in" filter="randombar(horizontal)">
                                          <p:cBhvr>
                                            <p:cTn id="146" dur="500"/>
                                            <p:tgtEl>
                                              <p:spTgt spid="156"/>
                                            </p:tgtEl>
                                          </p:cBhvr>
                                        </p:animEffect>
                                      </p:childTnLst>
                                    </p:cTn>
                                  </p:par>
                                </p:childTnLst>
                              </p:cTn>
                            </p:par>
                            <p:par>
                              <p:cTn id="147" fill="hold">
                                <p:stCondLst>
                                  <p:cond delay="9500"/>
                                </p:stCondLst>
                                <p:childTnLst>
                                  <p:par>
                                    <p:cTn id="148" presetID="16" presetClass="entr" presetSubtype="21" fill="hold" grpId="0" nodeType="afterEffect">
                                      <p:stCondLst>
                                        <p:cond delay="0"/>
                                      </p:stCondLst>
                                      <p:childTnLst>
                                        <p:set>
                                          <p:cBhvr>
                                            <p:cTn id="149" dur="1" fill="hold">
                                              <p:stCondLst>
                                                <p:cond delay="0"/>
                                              </p:stCondLst>
                                            </p:cTn>
                                            <p:tgtEl>
                                              <p:spTgt spid="157"/>
                                            </p:tgtEl>
                                            <p:attrNameLst>
                                              <p:attrName>style.visibility</p:attrName>
                                            </p:attrNameLst>
                                          </p:cBhvr>
                                          <p:to>
                                            <p:strVal val="visible"/>
                                          </p:to>
                                        </p:set>
                                        <p:animEffect transition="in" filter="barn(inVertical)">
                                          <p:cBhvr>
                                            <p:cTn id="150" dur="500"/>
                                            <p:tgtEl>
                                              <p:spTgt spid="157"/>
                                            </p:tgtEl>
                                          </p:cBhvr>
                                        </p:animEffect>
                                      </p:childTnLst>
                                    </p:cTn>
                                  </p:par>
                                  <p:par>
                                    <p:cTn id="151" presetID="14" presetClass="entr" presetSubtype="10" fill="hold" grpId="0" nodeType="withEffect">
                                      <p:stCondLst>
                                        <p:cond delay="0"/>
                                      </p:stCondLst>
                                      <p:childTnLst>
                                        <p:set>
                                          <p:cBhvr>
                                            <p:cTn id="152" dur="1" fill="hold">
                                              <p:stCondLst>
                                                <p:cond delay="0"/>
                                              </p:stCondLst>
                                            </p:cTn>
                                            <p:tgtEl>
                                              <p:spTgt spid="158"/>
                                            </p:tgtEl>
                                            <p:attrNameLst>
                                              <p:attrName>style.visibility</p:attrName>
                                            </p:attrNameLst>
                                          </p:cBhvr>
                                          <p:to>
                                            <p:strVal val="visible"/>
                                          </p:to>
                                        </p:set>
                                        <p:animEffect transition="in" filter="randombar(horizontal)">
                                          <p:cBhvr>
                                            <p:cTn id="153" dur="500"/>
                                            <p:tgtEl>
                                              <p:spTgt spid="158"/>
                                            </p:tgtEl>
                                          </p:cBhvr>
                                        </p:animEffect>
                                      </p:childTnLst>
                                    </p:cTn>
                                  </p:par>
                                  <p:par>
                                    <p:cTn id="154" presetID="2" presetClass="entr" presetSubtype="1" fill="hold" grpId="0" nodeType="withEffect" p14:presetBounceEnd="81000">
                                      <p:stCondLst>
                                        <p:cond delay="0"/>
                                      </p:stCondLst>
                                      <p:childTnLst>
                                        <p:set>
                                          <p:cBhvr>
                                            <p:cTn id="155" dur="1" fill="hold">
                                              <p:stCondLst>
                                                <p:cond delay="0"/>
                                              </p:stCondLst>
                                            </p:cTn>
                                            <p:tgtEl>
                                              <p:spTgt spid="84"/>
                                            </p:tgtEl>
                                            <p:attrNameLst>
                                              <p:attrName>style.visibility</p:attrName>
                                            </p:attrNameLst>
                                          </p:cBhvr>
                                          <p:to>
                                            <p:strVal val="visible"/>
                                          </p:to>
                                        </p:set>
                                        <p:anim calcmode="lin" valueType="num" p14:bounceEnd="81000">
                                          <p:cBhvr additive="base">
                                            <p:cTn id="156" dur="1000" fill="hold"/>
                                            <p:tgtEl>
                                              <p:spTgt spid="84"/>
                                            </p:tgtEl>
                                            <p:attrNameLst>
                                              <p:attrName>ppt_x</p:attrName>
                                            </p:attrNameLst>
                                          </p:cBhvr>
                                          <p:tavLst>
                                            <p:tav tm="0">
                                              <p:val>
                                                <p:strVal val="#ppt_x"/>
                                              </p:val>
                                            </p:tav>
                                            <p:tav tm="100000">
                                              <p:val>
                                                <p:strVal val="#ppt_x"/>
                                              </p:val>
                                            </p:tav>
                                          </p:tavLst>
                                        </p:anim>
                                        <p:anim calcmode="lin" valueType="num" p14:bounceEnd="81000">
                                          <p:cBhvr additive="base">
                                            <p:cTn id="157" dur="1000" fill="hold"/>
                                            <p:tgtEl>
                                              <p:spTgt spid="84"/>
                                            </p:tgtEl>
                                            <p:attrNameLst>
                                              <p:attrName>ppt_y</p:attrName>
                                            </p:attrNameLst>
                                          </p:cBhvr>
                                          <p:tavLst>
                                            <p:tav tm="0">
                                              <p:val>
                                                <p:strVal val="0-#ppt_h/2"/>
                                              </p:val>
                                            </p:tav>
                                            <p:tav tm="100000">
                                              <p:val>
                                                <p:strVal val="#ppt_y"/>
                                              </p:val>
                                            </p:tav>
                                          </p:tavLst>
                                        </p:anim>
                                      </p:childTnLst>
                                    </p:cTn>
                                  </p:par>
                                </p:childTnLst>
                              </p:cTn>
                            </p:par>
                            <p:par>
                              <p:cTn id="158" fill="hold">
                                <p:stCondLst>
                                  <p:cond delay="10500"/>
                                </p:stCondLst>
                                <p:childTnLst>
                                  <p:par>
                                    <p:cTn id="159" presetID="22" presetClass="entr" presetSubtype="8" fill="hold" nodeType="afterEffect">
                                      <p:stCondLst>
                                        <p:cond delay="0"/>
                                      </p:stCondLst>
                                      <p:childTnLst>
                                        <p:set>
                                          <p:cBhvr>
                                            <p:cTn id="160" dur="1" fill="hold">
                                              <p:stCondLst>
                                                <p:cond delay="0"/>
                                              </p:stCondLst>
                                            </p:cTn>
                                            <p:tgtEl>
                                              <p:spTgt spid="164"/>
                                            </p:tgtEl>
                                            <p:attrNameLst>
                                              <p:attrName>style.visibility</p:attrName>
                                            </p:attrNameLst>
                                          </p:cBhvr>
                                          <p:to>
                                            <p:strVal val="visible"/>
                                          </p:to>
                                        </p:set>
                                        <p:animEffect transition="in" filter="wipe(left)">
                                          <p:cBhvr>
                                            <p:cTn id="161"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103" grpId="0" animBg="1"/>
          <p:bldP spid="107" grpId="0" animBg="1"/>
          <p:bldP spid="144" grpId="0"/>
          <p:bldP spid="145" grpId="0"/>
          <p:bldP spid="146" grpId="0"/>
          <p:bldP spid="147" grpId="0"/>
          <p:bldP spid="148" grpId="0"/>
          <p:bldP spid="149" grpId="0"/>
          <p:bldP spid="150" grpId="0"/>
          <p:bldP spid="151" grpId="0"/>
          <p:bldP spid="152" grpId="0"/>
          <p:bldP spid="153" grpId="0"/>
          <p:bldP spid="154" grpId="0"/>
          <p:bldP spid="155" grpId="0"/>
          <p:bldP spid="156" grpId="0"/>
          <p:bldP spid="157" grpId="0"/>
          <p:bldP spid="158" grpId="0"/>
          <p:bldP spid="159" grpId="0"/>
          <p:bldP spid="160" grpId="0"/>
          <p:bldP spid="161" grpId="0"/>
          <p:bldP spid="162" grpId="0"/>
          <p:bldP spid="163" grpId="0"/>
          <p:bldP spid="8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700"/>
                                      </p:stCondLst>
                                      <p:childTnLst>
                                        <p:set>
                                          <p:cBhvr>
                                            <p:cTn id="6" dur="1" fill="hold">
                                              <p:stCondLst>
                                                <p:cond delay="0"/>
                                              </p:stCondLst>
                                            </p:cTn>
                                            <p:tgtEl>
                                              <p:spTgt spid="104"/>
                                            </p:tgtEl>
                                            <p:attrNameLst>
                                              <p:attrName>style.visibility</p:attrName>
                                            </p:attrNameLst>
                                          </p:cBhvr>
                                          <p:to>
                                            <p:strVal val="visible"/>
                                          </p:to>
                                        </p:set>
                                        <p:anim calcmode="lin" valueType="num">
                                          <p:cBhvr>
                                            <p:cTn id="7" dur="500" fill="hold"/>
                                            <p:tgtEl>
                                              <p:spTgt spid="104"/>
                                            </p:tgtEl>
                                            <p:attrNameLst>
                                              <p:attrName>ppt_w</p:attrName>
                                            </p:attrNameLst>
                                          </p:cBhvr>
                                          <p:tavLst>
                                            <p:tav tm="0">
                                              <p:val>
                                                <p:fltVal val="0"/>
                                              </p:val>
                                            </p:tav>
                                            <p:tav tm="100000">
                                              <p:val>
                                                <p:strVal val="#ppt_w"/>
                                              </p:val>
                                            </p:tav>
                                          </p:tavLst>
                                        </p:anim>
                                        <p:anim calcmode="lin" valueType="num">
                                          <p:cBhvr>
                                            <p:cTn id="8" dur="500" fill="hold"/>
                                            <p:tgtEl>
                                              <p:spTgt spid="104"/>
                                            </p:tgtEl>
                                            <p:attrNameLst>
                                              <p:attrName>ppt_h</p:attrName>
                                            </p:attrNameLst>
                                          </p:cBhvr>
                                          <p:tavLst>
                                            <p:tav tm="0">
                                              <p:val>
                                                <p:fltVal val="0"/>
                                              </p:val>
                                            </p:tav>
                                            <p:tav tm="100000">
                                              <p:val>
                                                <p:strVal val="#ppt_h"/>
                                              </p:val>
                                            </p:tav>
                                          </p:tavLst>
                                        </p:anim>
                                        <p:animEffect transition="in" filter="fade">
                                          <p:cBhvr>
                                            <p:cTn id="9" dur="500"/>
                                            <p:tgtEl>
                                              <p:spTgt spid="104"/>
                                            </p:tgtEl>
                                          </p:cBhvr>
                                        </p:animEffect>
                                      </p:childTnLst>
                                    </p:cTn>
                                  </p:par>
                                  <p:par>
                                    <p:cTn id="10" presetID="21" presetClass="entr" presetSubtype="1" fill="hold" grpId="0" nodeType="withEffect">
                                      <p:stCondLst>
                                        <p:cond delay="700"/>
                                      </p:stCondLst>
                                      <p:childTnLst>
                                        <p:set>
                                          <p:cBhvr>
                                            <p:cTn id="11" dur="1" fill="hold">
                                              <p:stCondLst>
                                                <p:cond delay="0"/>
                                              </p:stCondLst>
                                            </p:cTn>
                                            <p:tgtEl>
                                              <p:spTgt spid="107"/>
                                            </p:tgtEl>
                                            <p:attrNameLst>
                                              <p:attrName>style.visibility</p:attrName>
                                            </p:attrNameLst>
                                          </p:cBhvr>
                                          <p:to>
                                            <p:strVal val="visible"/>
                                          </p:to>
                                        </p:set>
                                        <p:animEffect transition="in" filter="wheel(1)">
                                          <p:cBhvr>
                                            <p:cTn id="12" dur="1000"/>
                                            <p:tgtEl>
                                              <p:spTgt spid="107"/>
                                            </p:tgtEl>
                                          </p:cBhvr>
                                        </p:animEffect>
                                      </p:childTnLst>
                                    </p:cTn>
                                  </p:par>
                                </p:childTnLst>
                              </p:cTn>
                            </p:par>
                            <p:par>
                              <p:cTn id="13" fill="hold">
                                <p:stCondLst>
                                  <p:cond delay="1700"/>
                                </p:stCondLst>
                                <p:childTnLst>
                                  <p:par>
                                    <p:cTn id="14" presetID="22" presetClass="entr" presetSubtype="8" fill="hold" grpId="0" nodeType="afterEffect">
                                      <p:stCondLst>
                                        <p:cond delay="0"/>
                                      </p:stCondLst>
                                      <p:childTnLst>
                                        <p:set>
                                          <p:cBhvr>
                                            <p:cTn id="15" dur="1" fill="hold">
                                              <p:stCondLst>
                                                <p:cond delay="0"/>
                                              </p:stCondLst>
                                            </p:cTn>
                                            <p:tgtEl>
                                              <p:spTgt spid="159"/>
                                            </p:tgtEl>
                                            <p:attrNameLst>
                                              <p:attrName>style.visibility</p:attrName>
                                            </p:attrNameLst>
                                          </p:cBhvr>
                                          <p:to>
                                            <p:strVal val="visible"/>
                                          </p:to>
                                        </p:set>
                                        <p:animEffect transition="in" filter="wipe(left)">
                                          <p:cBhvr>
                                            <p:cTn id="16" dur="500"/>
                                            <p:tgtEl>
                                              <p:spTgt spid="159"/>
                                            </p:tgtEl>
                                          </p:cBhvr>
                                        </p:animEffect>
                                      </p:childTnLst>
                                    </p:cTn>
                                  </p:par>
                                </p:childTnLst>
                              </p:cTn>
                            </p:par>
                            <p:par>
                              <p:cTn id="17" fill="hold">
                                <p:stCondLst>
                                  <p:cond delay="2200"/>
                                </p:stCondLst>
                                <p:childTnLst>
                                  <p:par>
                                    <p:cTn id="18" presetID="47" presetClass="entr" presetSubtype="0" fill="hold" grpId="0" nodeType="afterEffect">
                                      <p:stCondLst>
                                        <p:cond delay="0"/>
                                      </p:stCondLst>
                                      <p:childTnLst>
                                        <p:set>
                                          <p:cBhvr>
                                            <p:cTn id="19" dur="1" fill="hold">
                                              <p:stCondLst>
                                                <p:cond delay="0"/>
                                              </p:stCondLst>
                                            </p:cTn>
                                            <p:tgtEl>
                                              <p:spTgt spid="103"/>
                                            </p:tgtEl>
                                            <p:attrNameLst>
                                              <p:attrName>style.visibility</p:attrName>
                                            </p:attrNameLst>
                                          </p:cBhvr>
                                          <p:to>
                                            <p:strVal val="visible"/>
                                          </p:to>
                                        </p:set>
                                        <p:animEffect transition="in" filter="fade">
                                          <p:cBhvr>
                                            <p:cTn id="20" dur="300"/>
                                            <p:tgtEl>
                                              <p:spTgt spid="103"/>
                                            </p:tgtEl>
                                          </p:cBhvr>
                                        </p:animEffect>
                                        <p:anim calcmode="lin" valueType="num">
                                          <p:cBhvr>
                                            <p:cTn id="21" dur="300" fill="hold"/>
                                            <p:tgtEl>
                                              <p:spTgt spid="103"/>
                                            </p:tgtEl>
                                            <p:attrNameLst>
                                              <p:attrName>ppt_x</p:attrName>
                                            </p:attrNameLst>
                                          </p:cBhvr>
                                          <p:tavLst>
                                            <p:tav tm="0">
                                              <p:val>
                                                <p:strVal val="#ppt_x"/>
                                              </p:val>
                                            </p:tav>
                                            <p:tav tm="100000">
                                              <p:val>
                                                <p:strVal val="#ppt_x"/>
                                              </p:val>
                                            </p:tav>
                                          </p:tavLst>
                                        </p:anim>
                                        <p:anim calcmode="lin" valueType="num">
                                          <p:cBhvr>
                                            <p:cTn id="22" dur="300" fill="hold"/>
                                            <p:tgtEl>
                                              <p:spTgt spid="103"/>
                                            </p:tgtEl>
                                            <p:attrNameLst>
                                              <p:attrName>ppt_y</p:attrName>
                                            </p:attrNameLst>
                                          </p:cBhvr>
                                          <p:tavLst>
                                            <p:tav tm="0">
                                              <p:val>
                                                <p:strVal val="#ppt_y-.1"/>
                                              </p:val>
                                            </p:tav>
                                            <p:tav tm="100000">
                                              <p:val>
                                                <p:strVal val="#ppt_y"/>
                                              </p:val>
                                            </p:tav>
                                          </p:tavLst>
                                        </p:anim>
                                      </p:childTnLst>
                                    </p:cTn>
                                  </p:par>
                                </p:childTnLst>
                              </p:cTn>
                            </p:par>
                            <p:par>
                              <p:cTn id="23" fill="hold">
                                <p:stCondLst>
                                  <p:cond delay="2500"/>
                                </p:stCondLst>
                                <p:childTnLst>
                                  <p:par>
                                    <p:cTn id="24" presetID="22" presetClass="entr" presetSubtype="2" fill="hold" nodeType="afterEffect">
                                      <p:stCondLst>
                                        <p:cond delay="0"/>
                                      </p:stCondLst>
                                      <p:childTnLst>
                                        <p:set>
                                          <p:cBhvr>
                                            <p:cTn id="25" dur="1" fill="hold">
                                              <p:stCondLst>
                                                <p:cond delay="0"/>
                                              </p:stCondLst>
                                            </p:cTn>
                                            <p:tgtEl>
                                              <p:spTgt spid="97"/>
                                            </p:tgtEl>
                                            <p:attrNameLst>
                                              <p:attrName>style.visibility</p:attrName>
                                            </p:attrNameLst>
                                          </p:cBhvr>
                                          <p:to>
                                            <p:strVal val="visible"/>
                                          </p:to>
                                        </p:set>
                                        <p:animEffect transition="in" filter="wipe(right)">
                                          <p:cBhvr>
                                            <p:cTn id="26" dur="500"/>
                                            <p:tgtEl>
                                              <p:spTgt spid="97"/>
                                            </p:tgtEl>
                                          </p:cBhvr>
                                        </p:animEffect>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100"/>
                                            </p:tgtEl>
                                            <p:attrNameLst>
                                              <p:attrName>style.visibility</p:attrName>
                                            </p:attrNameLst>
                                          </p:cBhvr>
                                          <p:to>
                                            <p:strVal val="visible"/>
                                          </p:to>
                                        </p:set>
                                        <p:animEffect transition="in" filter="wipe(left)">
                                          <p:cBhvr>
                                            <p:cTn id="30" dur="500"/>
                                            <p:tgtEl>
                                              <p:spTgt spid="100"/>
                                            </p:tgtEl>
                                          </p:cBhvr>
                                        </p:animEffect>
                                      </p:childTnLst>
                                    </p:cTn>
                                  </p:par>
                                </p:childTnLst>
                              </p:cTn>
                            </p:par>
                            <p:par>
                              <p:cTn id="31" fill="hold">
                                <p:stCondLst>
                                  <p:cond delay="3500"/>
                                </p:stCondLst>
                                <p:childTnLst>
                                  <p:par>
                                    <p:cTn id="32" presetID="53" presetClass="entr" presetSubtype="16" fill="hold" nodeType="afterEffect">
                                      <p:stCondLst>
                                        <p:cond delay="0"/>
                                      </p:stCondLst>
                                      <p:childTnLst>
                                        <p:set>
                                          <p:cBhvr>
                                            <p:cTn id="33" dur="1" fill="hold">
                                              <p:stCondLst>
                                                <p:cond delay="0"/>
                                              </p:stCondLst>
                                            </p:cTn>
                                            <p:tgtEl>
                                              <p:spTgt spid="108"/>
                                            </p:tgtEl>
                                            <p:attrNameLst>
                                              <p:attrName>style.visibility</p:attrName>
                                            </p:attrNameLst>
                                          </p:cBhvr>
                                          <p:to>
                                            <p:strVal val="visible"/>
                                          </p:to>
                                        </p:set>
                                        <p:anim calcmode="lin" valueType="num">
                                          <p:cBhvr>
                                            <p:cTn id="34" dur="500" fill="hold"/>
                                            <p:tgtEl>
                                              <p:spTgt spid="108"/>
                                            </p:tgtEl>
                                            <p:attrNameLst>
                                              <p:attrName>ppt_w</p:attrName>
                                            </p:attrNameLst>
                                          </p:cBhvr>
                                          <p:tavLst>
                                            <p:tav tm="0">
                                              <p:val>
                                                <p:fltVal val="0"/>
                                              </p:val>
                                            </p:tav>
                                            <p:tav tm="100000">
                                              <p:val>
                                                <p:strVal val="#ppt_w"/>
                                              </p:val>
                                            </p:tav>
                                          </p:tavLst>
                                        </p:anim>
                                        <p:anim calcmode="lin" valueType="num">
                                          <p:cBhvr>
                                            <p:cTn id="35" dur="500" fill="hold"/>
                                            <p:tgtEl>
                                              <p:spTgt spid="108"/>
                                            </p:tgtEl>
                                            <p:attrNameLst>
                                              <p:attrName>ppt_h</p:attrName>
                                            </p:attrNameLst>
                                          </p:cBhvr>
                                          <p:tavLst>
                                            <p:tav tm="0">
                                              <p:val>
                                                <p:fltVal val="0"/>
                                              </p:val>
                                            </p:tav>
                                            <p:tav tm="100000">
                                              <p:val>
                                                <p:strVal val="#ppt_h"/>
                                              </p:val>
                                            </p:tav>
                                          </p:tavLst>
                                        </p:anim>
                                        <p:animEffect transition="in" filter="fade">
                                          <p:cBhvr>
                                            <p:cTn id="36" dur="500"/>
                                            <p:tgtEl>
                                              <p:spTgt spid="108"/>
                                            </p:tgtEl>
                                          </p:cBhvr>
                                        </p:animEffect>
                                      </p:childTnLst>
                                    </p:cTn>
                                  </p:par>
                                  <p:par>
                                    <p:cTn id="37" presetID="53" presetClass="entr" presetSubtype="16" fill="hold" nodeType="withEffect">
                                      <p:stCondLst>
                                        <p:cond delay="0"/>
                                      </p:stCondLst>
                                      <p:childTnLst>
                                        <p:set>
                                          <p:cBhvr>
                                            <p:cTn id="38" dur="1" fill="hold">
                                              <p:stCondLst>
                                                <p:cond delay="0"/>
                                              </p:stCondLst>
                                            </p:cTn>
                                            <p:tgtEl>
                                              <p:spTgt spid="111"/>
                                            </p:tgtEl>
                                            <p:attrNameLst>
                                              <p:attrName>style.visibility</p:attrName>
                                            </p:attrNameLst>
                                          </p:cBhvr>
                                          <p:to>
                                            <p:strVal val="visible"/>
                                          </p:to>
                                        </p:set>
                                        <p:anim calcmode="lin" valueType="num">
                                          <p:cBhvr>
                                            <p:cTn id="39" dur="500" fill="hold"/>
                                            <p:tgtEl>
                                              <p:spTgt spid="111"/>
                                            </p:tgtEl>
                                            <p:attrNameLst>
                                              <p:attrName>ppt_w</p:attrName>
                                            </p:attrNameLst>
                                          </p:cBhvr>
                                          <p:tavLst>
                                            <p:tav tm="0">
                                              <p:val>
                                                <p:fltVal val="0"/>
                                              </p:val>
                                            </p:tav>
                                            <p:tav tm="100000">
                                              <p:val>
                                                <p:strVal val="#ppt_w"/>
                                              </p:val>
                                            </p:tav>
                                          </p:tavLst>
                                        </p:anim>
                                        <p:anim calcmode="lin" valueType="num">
                                          <p:cBhvr>
                                            <p:cTn id="40" dur="500" fill="hold"/>
                                            <p:tgtEl>
                                              <p:spTgt spid="111"/>
                                            </p:tgtEl>
                                            <p:attrNameLst>
                                              <p:attrName>ppt_h</p:attrName>
                                            </p:attrNameLst>
                                          </p:cBhvr>
                                          <p:tavLst>
                                            <p:tav tm="0">
                                              <p:val>
                                                <p:fltVal val="0"/>
                                              </p:val>
                                            </p:tav>
                                            <p:tav tm="100000">
                                              <p:val>
                                                <p:strVal val="#ppt_h"/>
                                              </p:val>
                                            </p:tav>
                                          </p:tavLst>
                                        </p:anim>
                                        <p:animEffect transition="in" filter="fade">
                                          <p:cBhvr>
                                            <p:cTn id="41" dur="500"/>
                                            <p:tgtEl>
                                              <p:spTgt spid="111"/>
                                            </p:tgtEl>
                                          </p:cBhvr>
                                        </p:animEffect>
                                      </p:childTnLst>
                                    </p:cTn>
                                  </p:par>
                                  <p:par>
                                    <p:cTn id="42" presetID="53" presetClass="entr" presetSubtype="16" fill="hold" nodeType="withEffect">
                                      <p:stCondLst>
                                        <p:cond delay="0"/>
                                      </p:stCondLst>
                                      <p:childTnLst>
                                        <p:set>
                                          <p:cBhvr>
                                            <p:cTn id="43" dur="1" fill="hold">
                                              <p:stCondLst>
                                                <p:cond delay="0"/>
                                              </p:stCondLst>
                                            </p:cTn>
                                            <p:tgtEl>
                                              <p:spTgt spid="114"/>
                                            </p:tgtEl>
                                            <p:attrNameLst>
                                              <p:attrName>style.visibility</p:attrName>
                                            </p:attrNameLst>
                                          </p:cBhvr>
                                          <p:to>
                                            <p:strVal val="visible"/>
                                          </p:to>
                                        </p:set>
                                        <p:anim calcmode="lin" valueType="num">
                                          <p:cBhvr>
                                            <p:cTn id="44" dur="500" fill="hold"/>
                                            <p:tgtEl>
                                              <p:spTgt spid="114"/>
                                            </p:tgtEl>
                                            <p:attrNameLst>
                                              <p:attrName>ppt_w</p:attrName>
                                            </p:attrNameLst>
                                          </p:cBhvr>
                                          <p:tavLst>
                                            <p:tav tm="0">
                                              <p:val>
                                                <p:fltVal val="0"/>
                                              </p:val>
                                            </p:tav>
                                            <p:tav tm="100000">
                                              <p:val>
                                                <p:strVal val="#ppt_w"/>
                                              </p:val>
                                            </p:tav>
                                          </p:tavLst>
                                        </p:anim>
                                        <p:anim calcmode="lin" valueType="num">
                                          <p:cBhvr>
                                            <p:cTn id="45" dur="500" fill="hold"/>
                                            <p:tgtEl>
                                              <p:spTgt spid="114"/>
                                            </p:tgtEl>
                                            <p:attrNameLst>
                                              <p:attrName>ppt_h</p:attrName>
                                            </p:attrNameLst>
                                          </p:cBhvr>
                                          <p:tavLst>
                                            <p:tav tm="0">
                                              <p:val>
                                                <p:fltVal val="0"/>
                                              </p:val>
                                            </p:tav>
                                            <p:tav tm="100000">
                                              <p:val>
                                                <p:strVal val="#ppt_h"/>
                                              </p:val>
                                            </p:tav>
                                          </p:tavLst>
                                        </p:anim>
                                        <p:animEffect transition="in" filter="fade">
                                          <p:cBhvr>
                                            <p:cTn id="46" dur="500"/>
                                            <p:tgtEl>
                                              <p:spTgt spid="114"/>
                                            </p:tgtEl>
                                          </p:cBhvr>
                                        </p:animEffect>
                                      </p:childTnLst>
                                    </p:cTn>
                                  </p:par>
                                  <p:par>
                                    <p:cTn id="47" presetID="53" presetClass="entr" presetSubtype="16" fill="hold" nodeType="withEffect">
                                      <p:stCondLst>
                                        <p:cond delay="0"/>
                                      </p:stCondLst>
                                      <p:childTnLst>
                                        <p:set>
                                          <p:cBhvr>
                                            <p:cTn id="48" dur="1" fill="hold">
                                              <p:stCondLst>
                                                <p:cond delay="0"/>
                                              </p:stCondLst>
                                            </p:cTn>
                                            <p:tgtEl>
                                              <p:spTgt spid="117"/>
                                            </p:tgtEl>
                                            <p:attrNameLst>
                                              <p:attrName>style.visibility</p:attrName>
                                            </p:attrNameLst>
                                          </p:cBhvr>
                                          <p:to>
                                            <p:strVal val="visible"/>
                                          </p:to>
                                        </p:set>
                                        <p:anim calcmode="lin" valueType="num">
                                          <p:cBhvr>
                                            <p:cTn id="49" dur="500" fill="hold"/>
                                            <p:tgtEl>
                                              <p:spTgt spid="117"/>
                                            </p:tgtEl>
                                            <p:attrNameLst>
                                              <p:attrName>ppt_w</p:attrName>
                                            </p:attrNameLst>
                                          </p:cBhvr>
                                          <p:tavLst>
                                            <p:tav tm="0">
                                              <p:val>
                                                <p:fltVal val="0"/>
                                              </p:val>
                                            </p:tav>
                                            <p:tav tm="100000">
                                              <p:val>
                                                <p:strVal val="#ppt_w"/>
                                              </p:val>
                                            </p:tav>
                                          </p:tavLst>
                                        </p:anim>
                                        <p:anim calcmode="lin" valueType="num">
                                          <p:cBhvr>
                                            <p:cTn id="50" dur="500" fill="hold"/>
                                            <p:tgtEl>
                                              <p:spTgt spid="117"/>
                                            </p:tgtEl>
                                            <p:attrNameLst>
                                              <p:attrName>ppt_h</p:attrName>
                                            </p:attrNameLst>
                                          </p:cBhvr>
                                          <p:tavLst>
                                            <p:tav tm="0">
                                              <p:val>
                                                <p:fltVal val="0"/>
                                              </p:val>
                                            </p:tav>
                                            <p:tav tm="100000">
                                              <p:val>
                                                <p:strVal val="#ppt_h"/>
                                              </p:val>
                                            </p:tav>
                                          </p:tavLst>
                                        </p:anim>
                                        <p:animEffect transition="in" filter="fade">
                                          <p:cBhvr>
                                            <p:cTn id="51" dur="500"/>
                                            <p:tgtEl>
                                              <p:spTgt spid="117"/>
                                            </p:tgtEl>
                                          </p:cBhvr>
                                        </p:animEffect>
                                      </p:childTnLst>
                                    </p:cTn>
                                  </p:par>
                                </p:childTnLst>
                              </p:cTn>
                            </p:par>
                            <p:par>
                              <p:cTn id="52" fill="hold">
                                <p:stCondLst>
                                  <p:cond delay="4000"/>
                                </p:stCondLst>
                                <p:childTnLst>
                                  <p:par>
                                    <p:cTn id="53" presetID="22" presetClass="entr" presetSubtype="8" fill="hold" grpId="0" nodeType="afterEffect">
                                      <p:stCondLst>
                                        <p:cond delay="0"/>
                                      </p:stCondLst>
                                      <p:childTnLst>
                                        <p:set>
                                          <p:cBhvr>
                                            <p:cTn id="54" dur="1" fill="hold">
                                              <p:stCondLst>
                                                <p:cond delay="0"/>
                                              </p:stCondLst>
                                            </p:cTn>
                                            <p:tgtEl>
                                              <p:spTgt spid="160"/>
                                            </p:tgtEl>
                                            <p:attrNameLst>
                                              <p:attrName>style.visibility</p:attrName>
                                            </p:attrNameLst>
                                          </p:cBhvr>
                                          <p:to>
                                            <p:strVal val="visible"/>
                                          </p:to>
                                        </p:set>
                                        <p:animEffect transition="in" filter="wipe(left)">
                                          <p:cBhvr>
                                            <p:cTn id="55" dur="500"/>
                                            <p:tgtEl>
                                              <p:spTgt spid="16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161"/>
                                            </p:tgtEl>
                                            <p:attrNameLst>
                                              <p:attrName>style.visibility</p:attrName>
                                            </p:attrNameLst>
                                          </p:cBhvr>
                                          <p:to>
                                            <p:strVal val="visible"/>
                                          </p:to>
                                        </p:set>
                                        <p:animEffect transition="in" filter="wipe(left)">
                                          <p:cBhvr>
                                            <p:cTn id="58" dur="500"/>
                                            <p:tgtEl>
                                              <p:spTgt spid="161"/>
                                            </p:tgtEl>
                                          </p:cBhvr>
                                        </p:animEffect>
                                      </p:childTnLst>
                                    </p:cTn>
                                  </p:par>
                                  <p:par>
                                    <p:cTn id="59" presetID="22" presetClass="entr" presetSubtype="8" fill="hold" grpId="0" nodeType="withEffect">
                                      <p:stCondLst>
                                        <p:cond delay="0"/>
                                      </p:stCondLst>
                                      <p:childTnLst>
                                        <p:set>
                                          <p:cBhvr>
                                            <p:cTn id="60" dur="1" fill="hold">
                                              <p:stCondLst>
                                                <p:cond delay="0"/>
                                              </p:stCondLst>
                                            </p:cTn>
                                            <p:tgtEl>
                                              <p:spTgt spid="162"/>
                                            </p:tgtEl>
                                            <p:attrNameLst>
                                              <p:attrName>style.visibility</p:attrName>
                                            </p:attrNameLst>
                                          </p:cBhvr>
                                          <p:to>
                                            <p:strVal val="visible"/>
                                          </p:to>
                                        </p:set>
                                        <p:animEffect transition="in" filter="wipe(left)">
                                          <p:cBhvr>
                                            <p:cTn id="61" dur="500"/>
                                            <p:tgtEl>
                                              <p:spTgt spid="162"/>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163"/>
                                            </p:tgtEl>
                                            <p:attrNameLst>
                                              <p:attrName>style.visibility</p:attrName>
                                            </p:attrNameLst>
                                          </p:cBhvr>
                                          <p:to>
                                            <p:strVal val="visible"/>
                                          </p:to>
                                        </p:set>
                                        <p:animEffect transition="in" filter="wipe(left)">
                                          <p:cBhvr>
                                            <p:cTn id="64" dur="500"/>
                                            <p:tgtEl>
                                              <p:spTgt spid="163"/>
                                            </p:tgtEl>
                                          </p:cBhvr>
                                        </p:animEffect>
                                      </p:childTnLst>
                                    </p:cTn>
                                  </p:par>
                                </p:childTnLst>
                              </p:cTn>
                            </p:par>
                            <p:par>
                              <p:cTn id="65" fill="hold">
                                <p:stCondLst>
                                  <p:cond delay="4500"/>
                                </p:stCondLst>
                                <p:childTnLst>
                                  <p:par>
                                    <p:cTn id="66" presetID="22" presetClass="entr" presetSubtype="2" fill="hold" nodeType="afterEffect">
                                      <p:stCondLst>
                                        <p:cond delay="0"/>
                                      </p:stCondLst>
                                      <p:childTnLst>
                                        <p:set>
                                          <p:cBhvr>
                                            <p:cTn id="67" dur="1" fill="hold">
                                              <p:stCondLst>
                                                <p:cond delay="0"/>
                                              </p:stCondLst>
                                            </p:cTn>
                                            <p:tgtEl>
                                              <p:spTgt spid="86"/>
                                            </p:tgtEl>
                                            <p:attrNameLst>
                                              <p:attrName>style.visibility</p:attrName>
                                            </p:attrNameLst>
                                          </p:cBhvr>
                                          <p:to>
                                            <p:strVal val="visible"/>
                                          </p:to>
                                        </p:set>
                                        <p:animEffect transition="in" filter="wipe(right)">
                                          <p:cBhvr>
                                            <p:cTn id="68" dur="500"/>
                                            <p:tgtEl>
                                              <p:spTgt spid="86"/>
                                            </p:tgtEl>
                                          </p:cBhvr>
                                        </p:animEffect>
                                      </p:childTnLst>
                                    </p:cTn>
                                  </p:par>
                                </p:childTnLst>
                              </p:cTn>
                            </p:par>
                            <p:par>
                              <p:cTn id="69" fill="hold">
                                <p:stCondLst>
                                  <p:cond delay="5000"/>
                                </p:stCondLst>
                                <p:childTnLst>
                                  <p:par>
                                    <p:cTn id="70" presetID="22" presetClass="entr" presetSubtype="8" fill="hold" nodeType="afterEffect">
                                      <p:stCondLst>
                                        <p:cond delay="0"/>
                                      </p:stCondLst>
                                      <p:childTnLst>
                                        <p:set>
                                          <p:cBhvr>
                                            <p:cTn id="71" dur="1" fill="hold">
                                              <p:stCondLst>
                                                <p:cond delay="0"/>
                                              </p:stCondLst>
                                            </p:cTn>
                                            <p:tgtEl>
                                              <p:spTgt spid="91"/>
                                            </p:tgtEl>
                                            <p:attrNameLst>
                                              <p:attrName>style.visibility</p:attrName>
                                            </p:attrNameLst>
                                          </p:cBhvr>
                                          <p:to>
                                            <p:strVal val="visible"/>
                                          </p:to>
                                        </p:set>
                                        <p:animEffect transition="in" filter="wipe(left)">
                                          <p:cBhvr>
                                            <p:cTn id="72" dur="500"/>
                                            <p:tgtEl>
                                              <p:spTgt spid="91"/>
                                            </p:tgtEl>
                                          </p:cBhvr>
                                        </p:animEffect>
                                      </p:childTnLst>
                                    </p:cTn>
                                  </p:par>
                                </p:childTnLst>
                              </p:cTn>
                            </p:par>
                            <p:par>
                              <p:cTn id="73" fill="hold">
                                <p:stCondLst>
                                  <p:cond delay="5500"/>
                                </p:stCondLst>
                                <p:childTnLst>
                                  <p:par>
                                    <p:cTn id="74" presetID="14" presetClass="entr" presetSubtype="10" fill="hold" nodeType="afterEffect">
                                      <p:stCondLst>
                                        <p:cond delay="0"/>
                                      </p:stCondLst>
                                      <p:childTnLst>
                                        <p:set>
                                          <p:cBhvr>
                                            <p:cTn id="75" dur="1" fill="hold">
                                              <p:stCondLst>
                                                <p:cond delay="0"/>
                                              </p:stCondLst>
                                            </p:cTn>
                                            <p:tgtEl>
                                              <p:spTgt spid="120"/>
                                            </p:tgtEl>
                                            <p:attrNameLst>
                                              <p:attrName>style.visibility</p:attrName>
                                            </p:attrNameLst>
                                          </p:cBhvr>
                                          <p:to>
                                            <p:strVal val="visible"/>
                                          </p:to>
                                        </p:set>
                                        <p:animEffect transition="in" filter="randombar(horizontal)">
                                          <p:cBhvr>
                                            <p:cTn id="76" dur="500"/>
                                            <p:tgtEl>
                                              <p:spTgt spid="120"/>
                                            </p:tgtEl>
                                          </p:cBhvr>
                                        </p:animEffect>
                                      </p:childTnLst>
                                    </p:cTn>
                                  </p:par>
                                  <p:par>
                                    <p:cTn id="77" presetID="14" presetClass="entr" presetSubtype="10" fill="hold" nodeType="withEffect">
                                      <p:stCondLst>
                                        <p:cond delay="0"/>
                                      </p:stCondLst>
                                      <p:childTnLst>
                                        <p:set>
                                          <p:cBhvr>
                                            <p:cTn id="78" dur="1" fill="hold">
                                              <p:stCondLst>
                                                <p:cond delay="0"/>
                                              </p:stCondLst>
                                            </p:cTn>
                                            <p:tgtEl>
                                              <p:spTgt spid="123"/>
                                            </p:tgtEl>
                                            <p:attrNameLst>
                                              <p:attrName>style.visibility</p:attrName>
                                            </p:attrNameLst>
                                          </p:cBhvr>
                                          <p:to>
                                            <p:strVal val="visible"/>
                                          </p:to>
                                        </p:set>
                                        <p:animEffect transition="in" filter="randombar(horizontal)">
                                          <p:cBhvr>
                                            <p:cTn id="79" dur="500"/>
                                            <p:tgtEl>
                                              <p:spTgt spid="123"/>
                                            </p:tgtEl>
                                          </p:cBhvr>
                                        </p:animEffect>
                                      </p:childTnLst>
                                    </p:cTn>
                                  </p:par>
                                  <p:par>
                                    <p:cTn id="80" presetID="14" presetClass="entr" presetSubtype="10" fill="hold" nodeType="withEffect">
                                      <p:stCondLst>
                                        <p:cond delay="0"/>
                                      </p:stCondLst>
                                      <p:childTnLst>
                                        <p:set>
                                          <p:cBhvr>
                                            <p:cTn id="81" dur="1" fill="hold">
                                              <p:stCondLst>
                                                <p:cond delay="0"/>
                                              </p:stCondLst>
                                            </p:cTn>
                                            <p:tgtEl>
                                              <p:spTgt spid="126"/>
                                            </p:tgtEl>
                                            <p:attrNameLst>
                                              <p:attrName>style.visibility</p:attrName>
                                            </p:attrNameLst>
                                          </p:cBhvr>
                                          <p:to>
                                            <p:strVal val="visible"/>
                                          </p:to>
                                        </p:set>
                                        <p:animEffect transition="in" filter="randombar(horizontal)">
                                          <p:cBhvr>
                                            <p:cTn id="82" dur="500"/>
                                            <p:tgtEl>
                                              <p:spTgt spid="126"/>
                                            </p:tgtEl>
                                          </p:cBhvr>
                                        </p:animEffect>
                                      </p:childTnLst>
                                    </p:cTn>
                                  </p:par>
                                  <p:par>
                                    <p:cTn id="83" presetID="14" presetClass="entr" presetSubtype="10" fill="hold" nodeType="withEffect">
                                      <p:stCondLst>
                                        <p:cond delay="0"/>
                                      </p:stCondLst>
                                      <p:childTnLst>
                                        <p:set>
                                          <p:cBhvr>
                                            <p:cTn id="84" dur="1" fill="hold">
                                              <p:stCondLst>
                                                <p:cond delay="0"/>
                                              </p:stCondLst>
                                            </p:cTn>
                                            <p:tgtEl>
                                              <p:spTgt spid="129"/>
                                            </p:tgtEl>
                                            <p:attrNameLst>
                                              <p:attrName>style.visibility</p:attrName>
                                            </p:attrNameLst>
                                          </p:cBhvr>
                                          <p:to>
                                            <p:strVal val="visible"/>
                                          </p:to>
                                        </p:set>
                                        <p:animEffect transition="in" filter="randombar(horizontal)">
                                          <p:cBhvr>
                                            <p:cTn id="85" dur="500"/>
                                            <p:tgtEl>
                                              <p:spTgt spid="129"/>
                                            </p:tgtEl>
                                          </p:cBhvr>
                                        </p:animEffect>
                                      </p:childTnLst>
                                    </p:cTn>
                                  </p:par>
                                  <p:par>
                                    <p:cTn id="86" presetID="14" presetClass="entr" presetSubtype="10" fill="hold" nodeType="withEffect">
                                      <p:stCondLst>
                                        <p:cond delay="0"/>
                                      </p:stCondLst>
                                      <p:childTnLst>
                                        <p:set>
                                          <p:cBhvr>
                                            <p:cTn id="87" dur="1" fill="hold">
                                              <p:stCondLst>
                                                <p:cond delay="0"/>
                                              </p:stCondLst>
                                            </p:cTn>
                                            <p:tgtEl>
                                              <p:spTgt spid="132"/>
                                            </p:tgtEl>
                                            <p:attrNameLst>
                                              <p:attrName>style.visibility</p:attrName>
                                            </p:attrNameLst>
                                          </p:cBhvr>
                                          <p:to>
                                            <p:strVal val="visible"/>
                                          </p:to>
                                        </p:set>
                                        <p:animEffect transition="in" filter="randombar(horizontal)">
                                          <p:cBhvr>
                                            <p:cTn id="88" dur="500"/>
                                            <p:tgtEl>
                                              <p:spTgt spid="132"/>
                                            </p:tgtEl>
                                          </p:cBhvr>
                                        </p:animEffect>
                                      </p:childTnLst>
                                    </p:cTn>
                                  </p:par>
                                  <p:par>
                                    <p:cTn id="89" presetID="14" presetClass="entr" presetSubtype="10" fill="hold" nodeType="withEffect">
                                      <p:stCondLst>
                                        <p:cond delay="0"/>
                                      </p:stCondLst>
                                      <p:childTnLst>
                                        <p:set>
                                          <p:cBhvr>
                                            <p:cTn id="90" dur="1" fill="hold">
                                              <p:stCondLst>
                                                <p:cond delay="0"/>
                                              </p:stCondLst>
                                            </p:cTn>
                                            <p:tgtEl>
                                              <p:spTgt spid="135"/>
                                            </p:tgtEl>
                                            <p:attrNameLst>
                                              <p:attrName>style.visibility</p:attrName>
                                            </p:attrNameLst>
                                          </p:cBhvr>
                                          <p:to>
                                            <p:strVal val="visible"/>
                                          </p:to>
                                        </p:set>
                                        <p:animEffect transition="in" filter="randombar(horizontal)">
                                          <p:cBhvr>
                                            <p:cTn id="91" dur="500"/>
                                            <p:tgtEl>
                                              <p:spTgt spid="135"/>
                                            </p:tgtEl>
                                          </p:cBhvr>
                                        </p:animEffect>
                                      </p:childTnLst>
                                    </p:cTn>
                                  </p:par>
                                  <p:par>
                                    <p:cTn id="92" presetID="14" presetClass="entr" presetSubtype="10" fill="hold" nodeType="withEffect">
                                      <p:stCondLst>
                                        <p:cond delay="0"/>
                                      </p:stCondLst>
                                      <p:childTnLst>
                                        <p:set>
                                          <p:cBhvr>
                                            <p:cTn id="93" dur="1" fill="hold">
                                              <p:stCondLst>
                                                <p:cond delay="0"/>
                                              </p:stCondLst>
                                            </p:cTn>
                                            <p:tgtEl>
                                              <p:spTgt spid="138"/>
                                            </p:tgtEl>
                                            <p:attrNameLst>
                                              <p:attrName>style.visibility</p:attrName>
                                            </p:attrNameLst>
                                          </p:cBhvr>
                                          <p:to>
                                            <p:strVal val="visible"/>
                                          </p:to>
                                        </p:set>
                                        <p:animEffect transition="in" filter="randombar(horizontal)">
                                          <p:cBhvr>
                                            <p:cTn id="94" dur="500"/>
                                            <p:tgtEl>
                                              <p:spTgt spid="138"/>
                                            </p:tgtEl>
                                          </p:cBhvr>
                                        </p:animEffect>
                                      </p:childTnLst>
                                    </p:cTn>
                                  </p:par>
                                  <p:par>
                                    <p:cTn id="95" presetID="14" presetClass="entr" presetSubtype="10" fill="hold" nodeType="withEffect">
                                      <p:stCondLst>
                                        <p:cond delay="0"/>
                                      </p:stCondLst>
                                      <p:childTnLst>
                                        <p:set>
                                          <p:cBhvr>
                                            <p:cTn id="96" dur="1" fill="hold">
                                              <p:stCondLst>
                                                <p:cond delay="0"/>
                                              </p:stCondLst>
                                            </p:cTn>
                                            <p:tgtEl>
                                              <p:spTgt spid="141"/>
                                            </p:tgtEl>
                                            <p:attrNameLst>
                                              <p:attrName>style.visibility</p:attrName>
                                            </p:attrNameLst>
                                          </p:cBhvr>
                                          <p:to>
                                            <p:strVal val="visible"/>
                                          </p:to>
                                        </p:set>
                                        <p:animEffect transition="in" filter="randombar(horizontal)">
                                          <p:cBhvr>
                                            <p:cTn id="97" dur="500"/>
                                            <p:tgtEl>
                                              <p:spTgt spid="141"/>
                                            </p:tgtEl>
                                          </p:cBhvr>
                                        </p:animEffect>
                                      </p:childTnLst>
                                    </p:cTn>
                                  </p:par>
                                </p:childTnLst>
                              </p:cTn>
                            </p:par>
                            <p:par>
                              <p:cTn id="98" fill="hold">
                                <p:stCondLst>
                                  <p:cond delay="6000"/>
                                </p:stCondLst>
                                <p:childTnLst>
                                  <p:par>
                                    <p:cTn id="99" presetID="16" presetClass="entr" presetSubtype="21" fill="hold" grpId="0" nodeType="afterEffect">
                                      <p:stCondLst>
                                        <p:cond delay="0"/>
                                      </p:stCondLst>
                                      <p:childTnLst>
                                        <p:set>
                                          <p:cBhvr>
                                            <p:cTn id="100" dur="1" fill="hold">
                                              <p:stCondLst>
                                                <p:cond delay="0"/>
                                              </p:stCondLst>
                                            </p:cTn>
                                            <p:tgtEl>
                                              <p:spTgt spid="96"/>
                                            </p:tgtEl>
                                            <p:attrNameLst>
                                              <p:attrName>style.visibility</p:attrName>
                                            </p:attrNameLst>
                                          </p:cBhvr>
                                          <p:to>
                                            <p:strVal val="visible"/>
                                          </p:to>
                                        </p:set>
                                        <p:animEffect transition="in" filter="barn(inVertical)">
                                          <p:cBhvr>
                                            <p:cTn id="101" dur="500"/>
                                            <p:tgtEl>
                                              <p:spTgt spid="96"/>
                                            </p:tgtEl>
                                          </p:cBhvr>
                                        </p:animEffect>
                                      </p:childTnLst>
                                    </p:cTn>
                                  </p:par>
                                  <p:par>
                                    <p:cTn id="102" presetID="14" presetClass="entr" presetSubtype="10" fill="hold" grpId="0" nodeType="withEffect">
                                      <p:stCondLst>
                                        <p:cond delay="0"/>
                                      </p:stCondLst>
                                      <p:childTnLst>
                                        <p:set>
                                          <p:cBhvr>
                                            <p:cTn id="103" dur="1" fill="hold">
                                              <p:stCondLst>
                                                <p:cond delay="0"/>
                                              </p:stCondLst>
                                            </p:cTn>
                                            <p:tgtEl>
                                              <p:spTgt spid="144"/>
                                            </p:tgtEl>
                                            <p:attrNameLst>
                                              <p:attrName>style.visibility</p:attrName>
                                            </p:attrNameLst>
                                          </p:cBhvr>
                                          <p:to>
                                            <p:strVal val="visible"/>
                                          </p:to>
                                        </p:set>
                                        <p:animEffect transition="in" filter="randombar(horizontal)">
                                          <p:cBhvr>
                                            <p:cTn id="104" dur="500"/>
                                            <p:tgtEl>
                                              <p:spTgt spid="144"/>
                                            </p:tgtEl>
                                          </p:cBhvr>
                                        </p:animEffect>
                                      </p:childTnLst>
                                    </p:cTn>
                                  </p:par>
                                </p:childTnLst>
                              </p:cTn>
                            </p:par>
                            <p:par>
                              <p:cTn id="105" fill="hold">
                                <p:stCondLst>
                                  <p:cond delay="6500"/>
                                </p:stCondLst>
                                <p:childTnLst>
                                  <p:par>
                                    <p:cTn id="106" presetID="16" presetClass="entr" presetSubtype="21" fill="hold" grpId="0" nodeType="afterEffect">
                                      <p:stCondLst>
                                        <p:cond delay="0"/>
                                      </p:stCondLst>
                                      <p:childTnLst>
                                        <p:set>
                                          <p:cBhvr>
                                            <p:cTn id="107" dur="1" fill="hold">
                                              <p:stCondLst>
                                                <p:cond delay="0"/>
                                              </p:stCondLst>
                                            </p:cTn>
                                            <p:tgtEl>
                                              <p:spTgt spid="145"/>
                                            </p:tgtEl>
                                            <p:attrNameLst>
                                              <p:attrName>style.visibility</p:attrName>
                                            </p:attrNameLst>
                                          </p:cBhvr>
                                          <p:to>
                                            <p:strVal val="visible"/>
                                          </p:to>
                                        </p:set>
                                        <p:animEffect transition="in" filter="barn(inVertical)">
                                          <p:cBhvr>
                                            <p:cTn id="108" dur="500"/>
                                            <p:tgtEl>
                                              <p:spTgt spid="145"/>
                                            </p:tgtEl>
                                          </p:cBhvr>
                                        </p:animEffect>
                                      </p:childTnLst>
                                    </p:cTn>
                                  </p:par>
                                  <p:par>
                                    <p:cTn id="109" presetID="14" presetClass="entr" presetSubtype="10" fill="hold" grpId="0" nodeType="withEffect">
                                      <p:stCondLst>
                                        <p:cond delay="0"/>
                                      </p:stCondLst>
                                      <p:childTnLst>
                                        <p:set>
                                          <p:cBhvr>
                                            <p:cTn id="110" dur="1" fill="hold">
                                              <p:stCondLst>
                                                <p:cond delay="0"/>
                                              </p:stCondLst>
                                            </p:cTn>
                                            <p:tgtEl>
                                              <p:spTgt spid="146"/>
                                            </p:tgtEl>
                                            <p:attrNameLst>
                                              <p:attrName>style.visibility</p:attrName>
                                            </p:attrNameLst>
                                          </p:cBhvr>
                                          <p:to>
                                            <p:strVal val="visible"/>
                                          </p:to>
                                        </p:set>
                                        <p:animEffect transition="in" filter="randombar(horizontal)">
                                          <p:cBhvr>
                                            <p:cTn id="111" dur="500"/>
                                            <p:tgtEl>
                                              <p:spTgt spid="146"/>
                                            </p:tgtEl>
                                          </p:cBhvr>
                                        </p:animEffect>
                                      </p:childTnLst>
                                    </p:cTn>
                                  </p:par>
                                </p:childTnLst>
                              </p:cTn>
                            </p:par>
                            <p:par>
                              <p:cTn id="112" fill="hold">
                                <p:stCondLst>
                                  <p:cond delay="7000"/>
                                </p:stCondLst>
                                <p:childTnLst>
                                  <p:par>
                                    <p:cTn id="113" presetID="16" presetClass="entr" presetSubtype="21" fill="hold" grpId="0" nodeType="afterEffect">
                                      <p:stCondLst>
                                        <p:cond delay="0"/>
                                      </p:stCondLst>
                                      <p:childTnLst>
                                        <p:set>
                                          <p:cBhvr>
                                            <p:cTn id="114" dur="1" fill="hold">
                                              <p:stCondLst>
                                                <p:cond delay="0"/>
                                              </p:stCondLst>
                                            </p:cTn>
                                            <p:tgtEl>
                                              <p:spTgt spid="147"/>
                                            </p:tgtEl>
                                            <p:attrNameLst>
                                              <p:attrName>style.visibility</p:attrName>
                                            </p:attrNameLst>
                                          </p:cBhvr>
                                          <p:to>
                                            <p:strVal val="visible"/>
                                          </p:to>
                                        </p:set>
                                        <p:animEffect transition="in" filter="barn(inVertical)">
                                          <p:cBhvr>
                                            <p:cTn id="115" dur="500"/>
                                            <p:tgtEl>
                                              <p:spTgt spid="147"/>
                                            </p:tgtEl>
                                          </p:cBhvr>
                                        </p:animEffect>
                                      </p:childTnLst>
                                    </p:cTn>
                                  </p:par>
                                  <p:par>
                                    <p:cTn id="116" presetID="14" presetClass="entr" presetSubtype="10" fill="hold" grpId="0" nodeType="withEffect">
                                      <p:stCondLst>
                                        <p:cond delay="0"/>
                                      </p:stCondLst>
                                      <p:childTnLst>
                                        <p:set>
                                          <p:cBhvr>
                                            <p:cTn id="117" dur="1" fill="hold">
                                              <p:stCondLst>
                                                <p:cond delay="0"/>
                                              </p:stCondLst>
                                            </p:cTn>
                                            <p:tgtEl>
                                              <p:spTgt spid="148"/>
                                            </p:tgtEl>
                                            <p:attrNameLst>
                                              <p:attrName>style.visibility</p:attrName>
                                            </p:attrNameLst>
                                          </p:cBhvr>
                                          <p:to>
                                            <p:strVal val="visible"/>
                                          </p:to>
                                        </p:set>
                                        <p:animEffect transition="in" filter="randombar(horizontal)">
                                          <p:cBhvr>
                                            <p:cTn id="118" dur="500"/>
                                            <p:tgtEl>
                                              <p:spTgt spid="148"/>
                                            </p:tgtEl>
                                          </p:cBhvr>
                                        </p:animEffect>
                                      </p:childTnLst>
                                    </p:cTn>
                                  </p:par>
                                </p:childTnLst>
                              </p:cTn>
                            </p:par>
                            <p:par>
                              <p:cTn id="119" fill="hold">
                                <p:stCondLst>
                                  <p:cond delay="7500"/>
                                </p:stCondLst>
                                <p:childTnLst>
                                  <p:par>
                                    <p:cTn id="120" presetID="16" presetClass="entr" presetSubtype="21" fill="hold" grpId="0" nodeType="afterEffect">
                                      <p:stCondLst>
                                        <p:cond delay="0"/>
                                      </p:stCondLst>
                                      <p:childTnLst>
                                        <p:set>
                                          <p:cBhvr>
                                            <p:cTn id="121" dur="1" fill="hold">
                                              <p:stCondLst>
                                                <p:cond delay="0"/>
                                              </p:stCondLst>
                                            </p:cTn>
                                            <p:tgtEl>
                                              <p:spTgt spid="149"/>
                                            </p:tgtEl>
                                            <p:attrNameLst>
                                              <p:attrName>style.visibility</p:attrName>
                                            </p:attrNameLst>
                                          </p:cBhvr>
                                          <p:to>
                                            <p:strVal val="visible"/>
                                          </p:to>
                                        </p:set>
                                        <p:animEffect transition="in" filter="barn(inVertical)">
                                          <p:cBhvr>
                                            <p:cTn id="122" dur="500"/>
                                            <p:tgtEl>
                                              <p:spTgt spid="149"/>
                                            </p:tgtEl>
                                          </p:cBhvr>
                                        </p:animEffect>
                                      </p:childTnLst>
                                    </p:cTn>
                                  </p:par>
                                  <p:par>
                                    <p:cTn id="123" presetID="14" presetClass="entr" presetSubtype="10" fill="hold" grpId="0" nodeType="withEffect">
                                      <p:stCondLst>
                                        <p:cond delay="0"/>
                                      </p:stCondLst>
                                      <p:childTnLst>
                                        <p:set>
                                          <p:cBhvr>
                                            <p:cTn id="124" dur="1" fill="hold">
                                              <p:stCondLst>
                                                <p:cond delay="0"/>
                                              </p:stCondLst>
                                            </p:cTn>
                                            <p:tgtEl>
                                              <p:spTgt spid="150"/>
                                            </p:tgtEl>
                                            <p:attrNameLst>
                                              <p:attrName>style.visibility</p:attrName>
                                            </p:attrNameLst>
                                          </p:cBhvr>
                                          <p:to>
                                            <p:strVal val="visible"/>
                                          </p:to>
                                        </p:set>
                                        <p:animEffect transition="in" filter="randombar(horizontal)">
                                          <p:cBhvr>
                                            <p:cTn id="125" dur="500"/>
                                            <p:tgtEl>
                                              <p:spTgt spid="150"/>
                                            </p:tgtEl>
                                          </p:cBhvr>
                                        </p:animEffect>
                                      </p:childTnLst>
                                    </p:cTn>
                                  </p:par>
                                </p:childTnLst>
                              </p:cTn>
                            </p:par>
                            <p:par>
                              <p:cTn id="126" fill="hold">
                                <p:stCondLst>
                                  <p:cond delay="8000"/>
                                </p:stCondLst>
                                <p:childTnLst>
                                  <p:par>
                                    <p:cTn id="127" presetID="16" presetClass="entr" presetSubtype="21" fill="hold" grpId="0" nodeType="afterEffect">
                                      <p:stCondLst>
                                        <p:cond delay="0"/>
                                      </p:stCondLst>
                                      <p:childTnLst>
                                        <p:set>
                                          <p:cBhvr>
                                            <p:cTn id="128" dur="1" fill="hold">
                                              <p:stCondLst>
                                                <p:cond delay="0"/>
                                              </p:stCondLst>
                                            </p:cTn>
                                            <p:tgtEl>
                                              <p:spTgt spid="151"/>
                                            </p:tgtEl>
                                            <p:attrNameLst>
                                              <p:attrName>style.visibility</p:attrName>
                                            </p:attrNameLst>
                                          </p:cBhvr>
                                          <p:to>
                                            <p:strVal val="visible"/>
                                          </p:to>
                                        </p:set>
                                        <p:animEffect transition="in" filter="barn(inVertical)">
                                          <p:cBhvr>
                                            <p:cTn id="129" dur="500"/>
                                            <p:tgtEl>
                                              <p:spTgt spid="151"/>
                                            </p:tgtEl>
                                          </p:cBhvr>
                                        </p:animEffect>
                                      </p:childTnLst>
                                    </p:cTn>
                                  </p:par>
                                  <p:par>
                                    <p:cTn id="130" presetID="14" presetClass="entr" presetSubtype="10" fill="hold" grpId="0" nodeType="withEffect">
                                      <p:stCondLst>
                                        <p:cond delay="0"/>
                                      </p:stCondLst>
                                      <p:childTnLst>
                                        <p:set>
                                          <p:cBhvr>
                                            <p:cTn id="131" dur="1" fill="hold">
                                              <p:stCondLst>
                                                <p:cond delay="0"/>
                                              </p:stCondLst>
                                            </p:cTn>
                                            <p:tgtEl>
                                              <p:spTgt spid="152"/>
                                            </p:tgtEl>
                                            <p:attrNameLst>
                                              <p:attrName>style.visibility</p:attrName>
                                            </p:attrNameLst>
                                          </p:cBhvr>
                                          <p:to>
                                            <p:strVal val="visible"/>
                                          </p:to>
                                        </p:set>
                                        <p:animEffect transition="in" filter="randombar(horizontal)">
                                          <p:cBhvr>
                                            <p:cTn id="132" dur="500"/>
                                            <p:tgtEl>
                                              <p:spTgt spid="152"/>
                                            </p:tgtEl>
                                          </p:cBhvr>
                                        </p:animEffect>
                                      </p:childTnLst>
                                    </p:cTn>
                                  </p:par>
                                </p:childTnLst>
                              </p:cTn>
                            </p:par>
                            <p:par>
                              <p:cTn id="133" fill="hold">
                                <p:stCondLst>
                                  <p:cond delay="8500"/>
                                </p:stCondLst>
                                <p:childTnLst>
                                  <p:par>
                                    <p:cTn id="134" presetID="16" presetClass="entr" presetSubtype="21" fill="hold" grpId="0" nodeType="afterEffect">
                                      <p:stCondLst>
                                        <p:cond delay="0"/>
                                      </p:stCondLst>
                                      <p:childTnLst>
                                        <p:set>
                                          <p:cBhvr>
                                            <p:cTn id="135" dur="1" fill="hold">
                                              <p:stCondLst>
                                                <p:cond delay="0"/>
                                              </p:stCondLst>
                                            </p:cTn>
                                            <p:tgtEl>
                                              <p:spTgt spid="153"/>
                                            </p:tgtEl>
                                            <p:attrNameLst>
                                              <p:attrName>style.visibility</p:attrName>
                                            </p:attrNameLst>
                                          </p:cBhvr>
                                          <p:to>
                                            <p:strVal val="visible"/>
                                          </p:to>
                                        </p:set>
                                        <p:animEffect transition="in" filter="barn(inVertical)">
                                          <p:cBhvr>
                                            <p:cTn id="136" dur="500"/>
                                            <p:tgtEl>
                                              <p:spTgt spid="153"/>
                                            </p:tgtEl>
                                          </p:cBhvr>
                                        </p:animEffect>
                                      </p:childTnLst>
                                    </p:cTn>
                                  </p:par>
                                  <p:par>
                                    <p:cTn id="137" presetID="14" presetClass="entr" presetSubtype="10" fill="hold" grpId="0" nodeType="withEffect">
                                      <p:stCondLst>
                                        <p:cond delay="0"/>
                                      </p:stCondLst>
                                      <p:childTnLst>
                                        <p:set>
                                          <p:cBhvr>
                                            <p:cTn id="138" dur="1" fill="hold">
                                              <p:stCondLst>
                                                <p:cond delay="0"/>
                                              </p:stCondLst>
                                            </p:cTn>
                                            <p:tgtEl>
                                              <p:spTgt spid="154"/>
                                            </p:tgtEl>
                                            <p:attrNameLst>
                                              <p:attrName>style.visibility</p:attrName>
                                            </p:attrNameLst>
                                          </p:cBhvr>
                                          <p:to>
                                            <p:strVal val="visible"/>
                                          </p:to>
                                        </p:set>
                                        <p:animEffect transition="in" filter="randombar(horizontal)">
                                          <p:cBhvr>
                                            <p:cTn id="139" dur="500"/>
                                            <p:tgtEl>
                                              <p:spTgt spid="154"/>
                                            </p:tgtEl>
                                          </p:cBhvr>
                                        </p:animEffect>
                                      </p:childTnLst>
                                    </p:cTn>
                                  </p:par>
                                </p:childTnLst>
                              </p:cTn>
                            </p:par>
                            <p:par>
                              <p:cTn id="140" fill="hold">
                                <p:stCondLst>
                                  <p:cond delay="9000"/>
                                </p:stCondLst>
                                <p:childTnLst>
                                  <p:par>
                                    <p:cTn id="141" presetID="16" presetClass="entr" presetSubtype="21" fill="hold" grpId="0" nodeType="afterEffect">
                                      <p:stCondLst>
                                        <p:cond delay="0"/>
                                      </p:stCondLst>
                                      <p:childTnLst>
                                        <p:set>
                                          <p:cBhvr>
                                            <p:cTn id="142" dur="1" fill="hold">
                                              <p:stCondLst>
                                                <p:cond delay="0"/>
                                              </p:stCondLst>
                                            </p:cTn>
                                            <p:tgtEl>
                                              <p:spTgt spid="155"/>
                                            </p:tgtEl>
                                            <p:attrNameLst>
                                              <p:attrName>style.visibility</p:attrName>
                                            </p:attrNameLst>
                                          </p:cBhvr>
                                          <p:to>
                                            <p:strVal val="visible"/>
                                          </p:to>
                                        </p:set>
                                        <p:animEffect transition="in" filter="barn(inVertical)">
                                          <p:cBhvr>
                                            <p:cTn id="143" dur="500"/>
                                            <p:tgtEl>
                                              <p:spTgt spid="155"/>
                                            </p:tgtEl>
                                          </p:cBhvr>
                                        </p:animEffect>
                                      </p:childTnLst>
                                    </p:cTn>
                                  </p:par>
                                  <p:par>
                                    <p:cTn id="144" presetID="14" presetClass="entr" presetSubtype="10" fill="hold" grpId="0" nodeType="withEffect">
                                      <p:stCondLst>
                                        <p:cond delay="0"/>
                                      </p:stCondLst>
                                      <p:childTnLst>
                                        <p:set>
                                          <p:cBhvr>
                                            <p:cTn id="145" dur="1" fill="hold">
                                              <p:stCondLst>
                                                <p:cond delay="0"/>
                                              </p:stCondLst>
                                            </p:cTn>
                                            <p:tgtEl>
                                              <p:spTgt spid="156"/>
                                            </p:tgtEl>
                                            <p:attrNameLst>
                                              <p:attrName>style.visibility</p:attrName>
                                            </p:attrNameLst>
                                          </p:cBhvr>
                                          <p:to>
                                            <p:strVal val="visible"/>
                                          </p:to>
                                        </p:set>
                                        <p:animEffect transition="in" filter="randombar(horizontal)">
                                          <p:cBhvr>
                                            <p:cTn id="146" dur="500"/>
                                            <p:tgtEl>
                                              <p:spTgt spid="156"/>
                                            </p:tgtEl>
                                          </p:cBhvr>
                                        </p:animEffect>
                                      </p:childTnLst>
                                    </p:cTn>
                                  </p:par>
                                </p:childTnLst>
                              </p:cTn>
                            </p:par>
                            <p:par>
                              <p:cTn id="147" fill="hold">
                                <p:stCondLst>
                                  <p:cond delay="9500"/>
                                </p:stCondLst>
                                <p:childTnLst>
                                  <p:par>
                                    <p:cTn id="148" presetID="16" presetClass="entr" presetSubtype="21" fill="hold" grpId="0" nodeType="afterEffect">
                                      <p:stCondLst>
                                        <p:cond delay="0"/>
                                      </p:stCondLst>
                                      <p:childTnLst>
                                        <p:set>
                                          <p:cBhvr>
                                            <p:cTn id="149" dur="1" fill="hold">
                                              <p:stCondLst>
                                                <p:cond delay="0"/>
                                              </p:stCondLst>
                                            </p:cTn>
                                            <p:tgtEl>
                                              <p:spTgt spid="157"/>
                                            </p:tgtEl>
                                            <p:attrNameLst>
                                              <p:attrName>style.visibility</p:attrName>
                                            </p:attrNameLst>
                                          </p:cBhvr>
                                          <p:to>
                                            <p:strVal val="visible"/>
                                          </p:to>
                                        </p:set>
                                        <p:animEffect transition="in" filter="barn(inVertical)">
                                          <p:cBhvr>
                                            <p:cTn id="150" dur="500"/>
                                            <p:tgtEl>
                                              <p:spTgt spid="157"/>
                                            </p:tgtEl>
                                          </p:cBhvr>
                                        </p:animEffect>
                                      </p:childTnLst>
                                    </p:cTn>
                                  </p:par>
                                  <p:par>
                                    <p:cTn id="151" presetID="14" presetClass="entr" presetSubtype="10" fill="hold" grpId="0" nodeType="withEffect">
                                      <p:stCondLst>
                                        <p:cond delay="0"/>
                                      </p:stCondLst>
                                      <p:childTnLst>
                                        <p:set>
                                          <p:cBhvr>
                                            <p:cTn id="152" dur="1" fill="hold">
                                              <p:stCondLst>
                                                <p:cond delay="0"/>
                                              </p:stCondLst>
                                            </p:cTn>
                                            <p:tgtEl>
                                              <p:spTgt spid="158"/>
                                            </p:tgtEl>
                                            <p:attrNameLst>
                                              <p:attrName>style.visibility</p:attrName>
                                            </p:attrNameLst>
                                          </p:cBhvr>
                                          <p:to>
                                            <p:strVal val="visible"/>
                                          </p:to>
                                        </p:set>
                                        <p:animEffect transition="in" filter="randombar(horizontal)">
                                          <p:cBhvr>
                                            <p:cTn id="153" dur="500"/>
                                            <p:tgtEl>
                                              <p:spTgt spid="158"/>
                                            </p:tgtEl>
                                          </p:cBhvr>
                                        </p:animEffect>
                                      </p:childTnLst>
                                    </p:cTn>
                                  </p:par>
                                  <p:par>
                                    <p:cTn id="154" presetID="2" presetClass="entr" presetSubtype="1" fill="hold" grpId="0" nodeType="withEffect">
                                      <p:stCondLst>
                                        <p:cond delay="0"/>
                                      </p:stCondLst>
                                      <p:childTnLst>
                                        <p:set>
                                          <p:cBhvr>
                                            <p:cTn id="155" dur="1" fill="hold">
                                              <p:stCondLst>
                                                <p:cond delay="0"/>
                                              </p:stCondLst>
                                            </p:cTn>
                                            <p:tgtEl>
                                              <p:spTgt spid="84"/>
                                            </p:tgtEl>
                                            <p:attrNameLst>
                                              <p:attrName>style.visibility</p:attrName>
                                            </p:attrNameLst>
                                          </p:cBhvr>
                                          <p:to>
                                            <p:strVal val="visible"/>
                                          </p:to>
                                        </p:set>
                                        <p:anim calcmode="lin" valueType="num">
                                          <p:cBhvr additive="base">
                                            <p:cTn id="156" dur="1000" fill="hold"/>
                                            <p:tgtEl>
                                              <p:spTgt spid="84"/>
                                            </p:tgtEl>
                                            <p:attrNameLst>
                                              <p:attrName>ppt_x</p:attrName>
                                            </p:attrNameLst>
                                          </p:cBhvr>
                                          <p:tavLst>
                                            <p:tav tm="0">
                                              <p:val>
                                                <p:strVal val="#ppt_x"/>
                                              </p:val>
                                            </p:tav>
                                            <p:tav tm="100000">
                                              <p:val>
                                                <p:strVal val="#ppt_x"/>
                                              </p:val>
                                            </p:tav>
                                          </p:tavLst>
                                        </p:anim>
                                        <p:anim calcmode="lin" valueType="num">
                                          <p:cBhvr additive="base">
                                            <p:cTn id="157" dur="1000" fill="hold"/>
                                            <p:tgtEl>
                                              <p:spTgt spid="84"/>
                                            </p:tgtEl>
                                            <p:attrNameLst>
                                              <p:attrName>ppt_y</p:attrName>
                                            </p:attrNameLst>
                                          </p:cBhvr>
                                          <p:tavLst>
                                            <p:tav tm="0">
                                              <p:val>
                                                <p:strVal val="0-#ppt_h/2"/>
                                              </p:val>
                                            </p:tav>
                                            <p:tav tm="100000">
                                              <p:val>
                                                <p:strVal val="#ppt_y"/>
                                              </p:val>
                                            </p:tav>
                                          </p:tavLst>
                                        </p:anim>
                                      </p:childTnLst>
                                    </p:cTn>
                                  </p:par>
                                </p:childTnLst>
                              </p:cTn>
                            </p:par>
                            <p:par>
                              <p:cTn id="158" fill="hold">
                                <p:stCondLst>
                                  <p:cond delay="10500"/>
                                </p:stCondLst>
                                <p:childTnLst>
                                  <p:par>
                                    <p:cTn id="159" presetID="22" presetClass="entr" presetSubtype="8" fill="hold" nodeType="afterEffect">
                                      <p:stCondLst>
                                        <p:cond delay="0"/>
                                      </p:stCondLst>
                                      <p:childTnLst>
                                        <p:set>
                                          <p:cBhvr>
                                            <p:cTn id="160" dur="1" fill="hold">
                                              <p:stCondLst>
                                                <p:cond delay="0"/>
                                              </p:stCondLst>
                                            </p:cTn>
                                            <p:tgtEl>
                                              <p:spTgt spid="164"/>
                                            </p:tgtEl>
                                            <p:attrNameLst>
                                              <p:attrName>style.visibility</p:attrName>
                                            </p:attrNameLst>
                                          </p:cBhvr>
                                          <p:to>
                                            <p:strVal val="visible"/>
                                          </p:to>
                                        </p:set>
                                        <p:animEffect transition="in" filter="wipe(left)">
                                          <p:cBhvr>
                                            <p:cTn id="161"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103" grpId="0" animBg="1"/>
          <p:bldP spid="107" grpId="0" animBg="1"/>
          <p:bldP spid="144" grpId="0"/>
          <p:bldP spid="145" grpId="0"/>
          <p:bldP spid="146" grpId="0"/>
          <p:bldP spid="147" grpId="0"/>
          <p:bldP spid="148" grpId="0"/>
          <p:bldP spid="149" grpId="0"/>
          <p:bldP spid="150" grpId="0"/>
          <p:bldP spid="151" grpId="0"/>
          <p:bldP spid="152" grpId="0"/>
          <p:bldP spid="153" grpId="0"/>
          <p:bldP spid="154" grpId="0"/>
          <p:bldP spid="155" grpId="0"/>
          <p:bldP spid="156" grpId="0"/>
          <p:bldP spid="157" grpId="0"/>
          <p:bldP spid="158" grpId="0"/>
          <p:bldP spid="159" grpId="0"/>
          <p:bldP spid="160" grpId="0"/>
          <p:bldP spid="161" grpId="0"/>
          <p:bldP spid="162" grpId="0"/>
          <p:bldP spid="163" grpId="0"/>
          <p:bldP spid="84" grpId="0"/>
        </p:bldLst>
      </p:timing>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7"/>
          <p:cNvSpPr/>
          <p:nvPr/>
        </p:nvSpPr>
        <p:spPr bwMode="auto">
          <a:xfrm>
            <a:off x="4182367" y="1760817"/>
            <a:ext cx="1340759" cy="4233108"/>
          </a:xfrm>
          <a:custGeom>
            <a:avLst/>
            <a:gdLst>
              <a:gd name="T0" fmla="*/ 1750 w 1750"/>
              <a:gd name="T1" fmla="*/ 272 h 5527"/>
              <a:gd name="T2" fmla="*/ 314 w 1750"/>
              <a:gd name="T3" fmla="*/ 2778 h 5527"/>
              <a:gd name="T4" fmla="*/ 1699 w 1750"/>
              <a:gd name="T5" fmla="*/ 5254 h 5527"/>
              <a:gd name="T6" fmla="*/ 1542 w 1750"/>
              <a:gd name="T7" fmla="*/ 5527 h 5527"/>
              <a:gd name="T8" fmla="*/ 0 w 1750"/>
              <a:gd name="T9" fmla="*/ 2778 h 5527"/>
              <a:gd name="T10" fmla="*/ 1593 w 1750"/>
              <a:gd name="T11" fmla="*/ 0 h 5527"/>
              <a:gd name="T12" fmla="*/ 1750 w 1750"/>
              <a:gd name="T13" fmla="*/ 272 h 5527"/>
            </a:gdLst>
            <a:ahLst/>
            <a:cxnLst>
              <a:cxn ang="0">
                <a:pos x="T0" y="T1"/>
              </a:cxn>
              <a:cxn ang="0">
                <a:pos x="T2" y="T3"/>
              </a:cxn>
              <a:cxn ang="0">
                <a:pos x="T4" y="T5"/>
              </a:cxn>
              <a:cxn ang="0">
                <a:pos x="T6" y="T7"/>
              </a:cxn>
              <a:cxn ang="0">
                <a:pos x="T8" y="T9"/>
              </a:cxn>
              <a:cxn ang="0">
                <a:pos x="T10" y="T11"/>
              </a:cxn>
              <a:cxn ang="0">
                <a:pos x="T12" y="T13"/>
              </a:cxn>
            </a:cxnLst>
            <a:rect l="0" t="0" r="r" b="b"/>
            <a:pathLst>
              <a:path w="1750" h="5527">
                <a:moveTo>
                  <a:pt x="1750" y="272"/>
                </a:moveTo>
                <a:cubicBezTo>
                  <a:pt x="891" y="777"/>
                  <a:pt x="314" y="1710"/>
                  <a:pt x="314" y="2778"/>
                </a:cubicBezTo>
                <a:cubicBezTo>
                  <a:pt x="314" y="3825"/>
                  <a:pt x="868" y="4743"/>
                  <a:pt x="1699" y="5254"/>
                </a:cubicBezTo>
                <a:lnTo>
                  <a:pt x="1542" y="5527"/>
                </a:lnTo>
                <a:cubicBezTo>
                  <a:pt x="617" y="4961"/>
                  <a:pt x="0" y="3942"/>
                  <a:pt x="0" y="2778"/>
                </a:cubicBezTo>
                <a:cubicBezTo>
                  <a:pt x="0" y="1594"/>
                  <a:pt x="640" y="559"/>
                  <a:pt x="1593" y="0"/>
                </a:cubicBezTo>
                <a:lnTo>
                  <a:pt x="1750" y="272"/>
                </a:lnTo>
                <a:close/>
              </a:path>
            </a:pathLst>
          </a:custGeom>
          <a:solidFill>
            <a:schemeClr val="tx1">
              <a:lumMod val="50000"/>
              <a:lumOff val="50000"/>
            </a:schemeClr>
          </a:solidFill>
          <a:ln>
            <a:noFill/>
          </a:ln>
        </p:spPr>
        <p:txBody>
          <a:bodyPr vert="horz" wrap="square" lIns="121920" tIns="60960" rIns="121920" bIns="60960" numCol="1" anchor="t" anchorCtr="0" compatLnSpc="1"/>
          <a:lstStyle/>
          <a:p>
            <a:endParaRPr lang="zh-CN" altLang="en-US" sz="2400" dirty="0">
              <a:latin typeface="微软雅黑" panose="020B0503020204020204" pitchFamily="34" charset="-122"/>
              <a:ea typeface="微软雅黑" panose="020B0503020204020204" pitchFamily="34" charset="-122"/>
            </a:endParaRPr>
          </a:p>
        </p:txBody>
      </p:sp>
      <p:grpSp>
        <p:nvGrpSpPr>
          <p:cNvPr id="6" name="组合 5"/>
          <p:cNvGrpSpPr/>
          <p:nvPr/>
        </p:nvGrpSpPr>
        <p:grpSpPr>
          <a:xfrm>
            <a:off x="4182155" y="1443171"/>
            <a:ext cx="1532987" cy="1532987"/>
            <a:chOff x="2342140" y="893355"/>
            <a:chExt cx="1149740" cy="1149740"/>
          </a:xfrm>
        </p:grpSpPr>
        <p:grpSp>
          <p:nvGrpSpPr>
            <p:cNvPr id="7" name="组合 6"/>
            <p:cNvGrpSpPr/>
            <p:nvPr/>
          </p:nvGrpSpPr>
          <p:grpSpPr>
            <a:xfrm>
              <a:off x="2342140" y="893355"/>
              <a:ext cx="1149740" cy="1149740"/>
              <a:chOff x="304800" y="673100"/>
              <a:chExt cx="4000500" cy="4000500"/>
            </a:xfrm>
            <a:effectLst>
              <a:outerShdw blurRad="444500" dist="2540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10" name="椭圆 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8" name="KSO_Shape"/>
            <p:cNvSpPr/>
            <p:nvPr/>
          </p:nvSpPr>
          <p:spPr bwMode="auto">
            <a:xfrm>
              <a:off x="2678413" y="1165965"/>
              <a:ext cx="489748" cy="569476"/>
            </a:xfrm>
            <a:custGeom>
              <a:avLst/>
              <a:gdLst>
                <a:gd name="T0" fmla="*/ 2147483646 w 5822"/>
                <a:gd name="T1" fmla="*/ 2147483646 h 6759"/>
                <a:gd name="T2" fmla="*/ 2147483646 w 5822"/>
                <a:gd name="T3" fmla="*/ 2147483646 h 6759"/>
                <a:gd name="T4" fmla="*/ 2147483646 w 5822"/>
                <a:gd name="T5" fmla="*/ 2147483646 h 6759"/>
                <a:gd name="T6" fmla="*/ 2147483646 w 5822"/>
                <a:gd name="T7" fmla="*/ 2147483646 h 6759"/>
                <a:gd name="T8" fmla="*/ 2147483646 w 5822"/>
                <a:gd name="T9" fmla="*/ 2147483646 h 6759"/>
                <a:gd name="T10" fmla="*/ 2147483646 w 5822"/>
                <a:gd name="T11" fmla="*/ 1253760573 h 6759"/>
                <a:gd name="T12" fmla="*/ 2147483646 w 5822"/>
                <a:gd name="T13" fmla="*/ 2147483646 h 6759"/>
                <a:gd name="T14" fmla="*/ 2147483646 w 5822"/>
                <a:gd name="T15" fmla="*/ 2147483646 h 6759"/>
                <a:gd name="T16" fmla="*/ 2147483646 w 5822"/>
                <a:gd name="T17" fmla="*/ 2147483646 h 6759"/>
                <a:gd name="T18" fmla="*/ 2147483646 w 5822"/>
                <a:gd name="T19" fmla="*/ 2147483646 h 6759"/>
                <a:gd name="T20" fmla="*/ 2147483646 w 5822"/>
                <a:gd name="T21" fmla="*/ 2147483646 h 6759"/>
                <a:gd name="T22" fmla="*/ 2147483646 w 5822"/>
                <a:gd name="T23" fmla="*/ 2147483646 h 6759"/>
                <a:gd name="T24" fmla="*/ 2147483646 w 5822"/>
                <a:gd name="T25" fmla="*/ 2147483646 h 6759"/>
                <a:gd name="T26" fmla="*/ 2147483646 w 5822"/>
                <a:gd name="T27" fmla="*/ 2147483646 h 6759"/>
                <a:gd name="T28" fmla="*/ 2147483646 w 5822"/>
                <a:gd name="T29" fmla="*/ 2147483646 h 6759"/>
                <a:gd name="T30" fmla="*/ 2147483646 w 5822"/>
                <a:gd name="T31" fmla="*/ 2147483646 h 6759"/>
                <a:gd name="T32" fmla="*/ 2147483646 w 5822"/>
                <a:gd name="T33" fmla="*/ 2147483646 h 6759"/>
                <a:gd name="T34" fmla="*/ 2147483646 w 5822"/>
                <a:gd name="T35" fmla="*/ 2147483646 h 6759"/>
                <a:gd name="T36" fmla="*/ 2147483646 w 5822"/>
                <a:gd name="T37" fmla="*/ 2147483646 h 6759"/>
                <a:gd name="T38" fmla="*/ 2147483646 w 5822"/>
                <a:gd name="T39" fmla="*/ 2147483646 h 6759"/>
                <a:gd name="T40" fmla="*/ 0 w 5822"/>
                <a:gd name="T41" fmla="*/ 2147483646 h 6759"/>
                <a:gd name="T42" fmla="*/ 2147483646 w 5822"/>
                <a:gd name="T43" fmla="*/ 2147483646 h 6759"/>
                <a:gd name="T44" fmla="*/ 2147483646 w 5822"/>
                <a:gd name="T45" fmla="*/ 2147483646 h 6759"/>
                <a:gd name="T46" fmla="*/ 2147483646 w 5822"/>
                <a:gd name="T47" fmla="*/ 2147483646 h 6759"/>
                <a:gd name="T48" fmla="*/ 2147483646 w 5822"/>
                <a:gd name="T49" fmla="*/ 2147483646 h 6759"/>
                <a:gd name="T50" fmla="*/ 2147483646 w 5822"/>
                <a:gd name="T51" fmla="*/ 2147483646 h 6759"/>
                <a:gd name="T52" fmla="*/ 2147483646 w 5822"/>
                <a:gd name="T53" fmla="*/ 2147483646 h 6759"/>
                <a:gd name="T54" fmla="*/ 2147483646 w 5822"/>
                <a:gd name="T55" fmla="*/ 2147483646 h 6759"/>
                <a:gd name="T56" fmla="*/ 2147483646 w 5822"/>
                <a:gd name="T57" fmla="*/ 2147483646 h 6759"/>
                <a:gd name="T58" fmla="*/ 2147483646 w 5822"/>
                <a:gd name="T59" fmla="*/ 2147483646 h 6759"/>
                <a:gd name="T60" fmla="*/ 2147483646 w 5822"/>
                <a:gd name="T61" fmla="*/ 2147483646 h 6759"/>
                <a:gd name="T62" fmla="*/ 2147483646 w 5822"/>
                <a:gd name="T63" fmla="*/ 2147483646 h 6759"/>
                <a:gd name="T64" fmla="*/ 2147483646 w 5822"/>
                <a:gd name="T65" fmla="*/ 2147483646 h 6759"/>
                <a:gd name="T66" fmla="*/ 2147483646 w 5822"/>
                <a:gd name="T67" fmla="*/ 2147483646 h 6759"/>
                <a:gd name="T68" fmla="*/ 2147483646 w 5822"/>
                <a:gd name="T69" fmla="*/ 2147483646 h 6759"/>
                <a:gd name="T70" fmla="*/ 2147483646 w 5822"/>
                <a:gd name="T71" fmla="*/ 2147483646 h 6759"/>
                <a:gd name="T72" fmla="*/ 2147483646 w 5822"/>
                <a:gd name="T73" fmla="*/ 2147483646 h 6759"/>
                <a:gd name="T74" fmla="*/ 2147483646 w 5822"/>
                <a:gd name="T75" fmla="*/ 2147483646 h 6759"/>
                <a:gd name="T76" fmla="*/ 2147483646 w 5822"/>
                <a:gd name="T77" fmla="*/ 2147483646 h 6759"/>
                <a:gd name="T78" fmla="*/ 2147483646 w 5822"/>
                <a:gd name="T79" fmla="*/ 2147483646 h 6759"/>
                <a:gd name="T80" fmla="*/ 2147483646 w 5822"/>
                <a:gd name="T81" fmla="*/ 2147483646 h 6759"/>
                <a:gd name="T82" fmla="*/ 2147483646 w 5822"/>
                <a:gd name="T83" fmla="*/ 2147483646 h 6759"/>
                <a:gd name="T84" fmla="*/ 2147483646 w 5822"/>
                <a:gd name="T85" fmla="*/ 2147483646 h 6759"/>
                <a:gd name="T86" fmla="*/ 2147483646 w 5822"/>
                <a:gd name="T87" fmla="*/ 2147483646 h 6759"/>
                <a:gd name="T88" fmla="*/ 2147483646 w 5822"/>
                <a:gd name="T89" fmla="*/ 2147483646 h 6759"/>
                <a:gd name="T90" fmla="*/ 2147483646 w 5822"/>
                <a:gd name="T91" fmla="*/ 2147483646 h 6759"/>
                <a:gd name="T92" fmla="*/ 2147483646 w 5822"/>
                <a:gd name="T93" fmla="*/ 2147483646 h 6759"/>
                <a:gd name="T94" fmla="*/ 2147483646 w 5822"/>
                <a:gd name="T95" fmla="*/ 2147483646 h 6759"/>
                <a:gd name="T96" fmla="*/ 2147483646 w 5822"/>
                <a:gd name="T97" fmla="*/ 2147483646 h 675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822" h="6759">
                  <a:moveTo>
                    <a:pt x="0" y="6351"/>
                  </a:moveTo>
                  <a:lnTo>
                    <a:pt x="129" y="6351"/>
                  </a:lnTo>
                  <a:lnTo>
                    <a:pt x="129" y="3057"/>
                  </a:lnTo>
                  <a:lnTo>
                    <a:pt x="129" y="2914"/>
                  </a:lnTo>
                  <a:lnTo>
                    <a:pt x="266" y="2865"/>
                  </a:lnTo>
                  <a:lnTo>
                    <a:pt x="1775" y="2337"/>
                  </a:lnTo>
                  <a:lnTo>
                    <a:pt x="1775" y="1515"/>
                  </a:lnTo>
                  <a:lnTo>
                    <a:pt x="1775" y="1386"/>
                  </a:lnTo>
                  <a:lnTo>
                    <a:pt x="1892" y="1331"/>
                  </a:lnTo>
                  <a:lnTo>
                    <a:pt x="4422" y="137"/>
                  </a:lnTo>
                  <a:lnTo>
                    <a:pt x="4714" y="0"/>
                  </a:lnTo>
                  <a:lnTo>
                    <a:pt x="4714" y="56"/>
                  </a:lnTo>
                  <a:lnTo>
                    <a:pt x="5511" y="532"/>
                  </a:lnTo>
                  <a:lnTo>
                    <a:pt x="5511" y="6326"/>
                  </a:lnTo>
                  <a:lnTo>
                    <a:pt x="5822" y="6326"/>
                  </a:lnTo>
                  <a:lnTo>
                    <a:pt x="5822" y="6734"/>
                  </a:lnTo>
                  <a:lnTo>
                    <a:pt x="4510" y="6734"/>
                  </a:lnTo>
                  <a:lnTo>
                    <a:pt x="4305" y="6734"/>
                  </a:lnTo>
                  <a:lnTo>
                    <a:pt x="4305" y="6529"/>
                  </a:lnTo>
                  <a:lnTo>
                    <a:pt x="4305" y="643"/>
                  </a:lnTo>
                  <a:lnTo>
                    <a:pt x="2183" y="1644"/>
                  </a:lnTo>
                  <a:lnTo>
                    <a:pt x="2183" y="2194"/>
                  </a:lnTo>
                  <a:lnTo>
                    <a:pt x="2798" y="1979"/>
                  </a:lnTo>
                  <a:lnTo>
                    <a:pt x="3035" y="1895"/>
                  </a:lnTo>
                  <a:lnTo>
                    <a:pt x="3035" y="1889"/>
                  </a:lnTo>
                  <a:lnTo>
                    <a:pt x="3042" y="1892"/>
                  </a:lnTo>
                  <a:lnTo>
                    <a:pt x="3068" y="1884"/>
                  </a:lnTo>
                  <a:lnTo>
                    <a:pt x="3068" y="1909"/>
                  </a:lnTo>
                  <a:lnTo>
                    <a:pt x="3862" y="2381"/>
                  </a:lnTo>
                  <a:lnTo>
                    <a:pt x="3862" y="6313"/>
                  </a:lnTo>
                  <a:lnTo>
                    <a:pt x="4177" y="6313"/>
                  </a:lnTo>
                  <a:lnTo>
                    <a:pt x="4177" y="6722"/>
                  </a:lnTo>
                  <a:lnTo>
                    <a:pt x="2865" y="6722"/>
                  </a:lnTo>
                  <a:lnTo>
                    <a:pt x="2661" y="6722"/>
                  </a:lnTo>
                  <a:lnTo>
                    <a:pt x="2661" y="6517"/>
                  </a:lnTo>
                  <a:lnTo>
                    <a:pt x="2661" y="2458"/>
                  </a:lnTo>
                  <a:lnTo>
                    <a:pt x="538" y="3202"/>
                  </a:lnTo>
                  <a:lnTo>
                    <a:pt x="538" y="6556"/>
                  </a:lnTo>
                  <a:lnTo>
                    <a:pt x="538" y="6759"/>
                  </a:lnTo>
                  <a:lnTo>
                    <a:pt x="334" y="6759"/>
                  </a:lnTo>
                  <a:lnTo>
                    <a:pt x="0" y="6759"/>
                  </a:lnTo>
                  <a:lnTo>
                    <a:pt x="0" y="6351"/>
                  </a:lnTo>
                  <a:close/>
                  <a:moveTo>
                    <a:pt x="776" y="6707"/>
                  </a:moveTo>
                  <a:lnTo>
                    <a:pt x="776" y="6707"/>
                  </a:lnTo>
                  <a:lnTo>
                    <a:pt x="1501" y="6707"/>
                  </a:lnTo>
                  <a:lnTo>
                    <a:pt x="2348" y="6707"/>
                  </a:lnTo>
                  <a:lnTo>
                    <a:pt x="2348" y="5989"/>
                  </a:lnTo>
                  <a:lnTo>
                    <a:pt x="1501" y="6044"/>
                  </a:lnTo>
                  <a:lnTo>
                    <a:pt x="776" y="6092"/>
                  </a:lnTo>
                  <a:lnTo>
                    <a:pt x="776" y="6707"/>
                  </a:lnTo>
                  <a:close/>
                  <a:moveTo>
                    <a:pt x="776" y="4048"/>
                  </a:moveTo>
                  <a:lnTo>
                    <a:pt x="776" y="4048"/>
                  </a:lnTo>
                  <a:lnTo>
                    <a:pt x="1501" y="3842"/>
                  </a:lnTo>
                  <a:lnTo>
                    <a:pt x="2348" y="3604"/>
                  </a:lnTo>
                  <a:lnTo>
                    <a:pt x="2348" y="2883"/>
                  </a:lnTo>
                  <a:lnTo>
                    <a:pt x="1501" y="3178"/>
                  </a:lnTo>
                  <a:lnTo>
                    <a:pt x="776" y="3431"/>
                  </a:lnTo>
                  <a:lnTo>
                    <a:pt x="776" y="4048"/>
                  </a:lnTo>
                  <a:close/>
                  <a:moveTo>
                    <a:pt x="776" y="4926"/>
                  </a:moveTo>
                  <a:lnTo>
                    <a:pt x="776" y="4926"/>
                  </a:lnTo>
                  <a:lnTo>
                    <a:pt x="1501" y="4788"/>
                  </a:lnTo>
                  <a:lnTo>
                    <a:pt x="2348" y="4628"/>
                  </a:lnTo>
                  <a:lnTo>
                    <a:pt x="2348" y="3909"/>
                  </a:lnTo>
                  <a:lnTo>
                    <a:pt x="1501" y="4124"/>
                  </a:lnTo>
                  <a:lnTo>
                    <a:pt x="776" y="4310"/>
                  </a:lnTo>
                  <a:lnTo>
                    <a:pt x="776" y="4926"/>
                  </a:lnTo>
                  <a:close/>
                  <a:moveTo>
                    <a:pt x="776" y="5811"/>
                  </a:moveTo>
                  <a:lnTo>
                    <a:pt x="776" y="5811"/>
                  </a:lnTo>
                  <a:lnTo>
                    <a:pt x="1501" y="5741"/>
                  </a:lnTo>
                  <a:lnTo>
                    <a:pt x="2348" y="5661"/>
                  </a:lnTo>
                  <a:lnTo>
                    <a:pt x="2348" y="4942"/>
                  </a:lnTo>
                  <a:lnTo>
                    <a:pt x="1501" y="5078"/>
                  </a:lnTo>
                  <a:lnTo>
                    <a:pt x="776" y="5194"/>
                  </a:lnTo>
                  <a:lnTo>
                    <a:pt x="776" y="5811"/>
                  </a:lnTo>
                  <a:close/>
                </a:path>
              </a:pathLst>
            </a:custGeom>
            <a:solidFill>
              <a:schemeClr val="accent1">
                <a:lumMod val="100000"/>
              </a:schemeClr>
            </a:solidFill>
            <a:ln>
              <a:noFill/>
            </a:ln>
          </p:spPr>
          <p:txBody>
            <a:bodyPr anchor="ctr">
              <a:scene3d>
                <a:camera prst="orthographicFront"/>
                <a:lightRig rig="threePt" dir="t"/>
              </a:scene3d>
              <a:sp3d>
                <a:contourClr>
                  <a:srgbClr val="FFFFFF"/>
                </a:contourClr>
              </a:sp3d>
            </a:bodyPr>
            <a:lstStyle/>
            <a:p>
              <a:pPr algn="ctr">
                <a:defRPr/>
              </a:pPr>
              <a:endParaRPr lang="zh-CN" altLang="en-US" sz="2400" dirty="0">
                <a:solidFill>
                  <a:srgbClr val="FFFFFF"/>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3506896" y="3200975"/>
            <a:ext cx="1532987" cy="1532987"/>
            <a:chOff x="1835696" y="2211710"/>
            <a:chExt cx="1149740" cy="1149740"/>
          </a:xfrm>
        </p:grpSpPr>
        <p:grpSp>
          <p:nvGrpSpPr>
            <p:cNvPr id="12" name="组合 11"/>
            <p:cNvGrpSpPr/>
            <p:nvPr/>
          </p:nvGrpSpPr>
          <p:grpSpPr>
            <a:xfrm>
              <a:off x="1835696" y="2211710"/>
              <a:ext cx="1149740" cy="1149740"/>
              <a:chOff x="304800" y="673100"/>
              <a:chExt cx="4000500" cy="4000500"/>
            </a:xfrm>
            <a:effectLst>
              <a:outerShdw blurRad="444500" dist="254000" dir="8100000" algn="tr" rotWithShape="0">
                <a:prstClr val="black">
                  <a:alpha val="50000"/>
                </a:prstClr>
              </a:outerShdw>
            </a:effectLst>
          </p:grpSpPr>
          <p:sp>
            <p:nvSpPr>
              <p:cNvPr id="14" name="同心圆 1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椭圆 14"/>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3" name="KSO_Shape"/>
            <p:cNvSpPr/>
            <p:nvPr/>
          </p:nvSpPr>
          <p:spPr bwMode="auto">
            <a:xfrm>
              <a:off x="2089100" y="2562390"/>
              <a:ext cx="649486" cy="486031"/>
            </a:xfrm>
            <a:custGeom>
              <a:avLst/>
              <a:gdLst>
                <a:gd name="T0" fmla="*/ 151004 w 5185"/>
                <a:gd name="T1" fmla="*/ 1065477 h 3880"/>
                <a:gd name="T2" fmla="*/ 1873403 w 5185"/>
                <a:gd name="T3" fmla="*/ 1297678 h 3880"/>
                <a:gd name="T4" fmla="*/ 751713 w 5185"/>
                <a:gd name="T5" fmla="*/ 1241832 h 3880"/>
                <a:gd name="T6" fmla="*/ 1108464 w 5185"/>
                <a:gd name="T7" fmla="*/ 1148144 h 3880"/>
                <a:gd name="T8" fmla="*/ 751713 w 5185"/>
                <a:gd name="T9" fmla="*/ 1241832 h 3880"/>
                <a:gd name="T10" fmla="*/ 1726808 w 5185"/>
                <a:gd name="T11" fmla="*/ 1012203 h 3880"/>
                <a:gd name="T12" fmla="*/ 1726073 w 5185"/>
                <a:gd name="T13" fmla="*/ 1007794 h 3880"/>
                <a:gd name="T14" fmla="*/ 1726808 w 5185"/>
                <a:gd name="T15" fmla="*/ 44089 h 3880"/>
                <a:gd name="T16" fmla="*/ 1726441 w 5185"/>
                <a:gd name="T17" fmla="*/ 39680 h 3880"/>
                <a:gd name="T18" fmla="*/ 1724604 w 5185"/>
                <a:gd name="T19" fmla="*/ 30862 h 3880"/>
                <a:gd name="T20" fmla="*/ 1721297 w 5185"/>
                <a:gd name="T21" fmla="*/ 23147 h 3880"/>
                <a:gd name="T22" fmla="*/ 1716888 w 5185"/>
                <a:gd name="T23" fmla="*/ 15798 h 3880"/>
                <a:gd name="T24" fmla="*/ 1711010 w 5185"/>
                <a:gd name="T25" fmla="*/ 9920 h 3880"/>
                <a:gd name="T26" fmla="*/ 1703662 w 5185"/>
                <a:gd name="T27" fmla="*/ 5144 h 3880"/>
                <a:gd name="T28" fmla="*/ 1695946 w 5185"/>
                <a:gd name="T29" fmla="*/ 1837 h 3880"/>
                <a:gd name="T30" fmla="*/ 1687128 w 5185"/>
                <a:gd name="T31" fmla="*/ 367 h 3880"/>
                <a:gd name="T32" fmla="*/ 222281 w 5185"/>
                <a:gd name="T33" fmla="*/ 0 h 3880"/>
                <a:gd name="T34" fmla="*/ 217872 w 5185"/>
                <a:gd name="T35" fmla="*/ 367 h 3880"/>
                <a:gd name="T36" fmla="*/ 209054 w 5185"/>
                <a:gd name="T37" fmla="*/ 1837 h 3880"/>
                <a:gd name="T38" fmla="*/ 201338 w 5185"/>
                <a:gd name="T39" fmla="*/ 5144 h 3880"/>
                <a:gd name="T40" fmla="*/ 194358 w 5185"/>
                <a:gd name="T41" fmla="*/ 9920 h 3880"/>
                <a:gd name="T42" fmla="*/ 188112 w 5185"/>
                <a:gd name="T43" fmla="*/ 15798 h 3880"/>
                <a:gd name="T44" fmla="*/ 183336 w 5185"/>
                <a:gd name="T45" fmla="*/ 23147 h 3880"/>
                <a:gd name="T46" fmla="*/ 180029 w 5185"/>
                <a:gd name="T47" fmla="*/ 30862 h 3880"/>
                <a:gd name="T48" fmla="*/ 178559 w 5185"/>
                <a:gd name="T49" fmla="*/ 39680 h 3880"/>
                <a:gd name="T50" fmla="*/ 178192 w 5185"/>
                <a:gd name="T51" fmla="*/ 1003386 h 3880"/>
                <a:gd name="T52" fmla="*/ 178559 w 5185"/>
                <a:gd name="T53" fmla="*/ 1007794 h 3880"/>
                <a:gd name="T54" fmla="*/ 178192 w 5185"/>
                <a:gd name="T55" fmla="*/ 1012203 h 3880"/>
                <a:gd name="T56" fmla="*/ 1727176 w 5185"/>
                <a:gd name="T57" fmla="*/ 1012571 h 3880"/>
                <a:gd name="T58" fmla="*/ 1616954 w 5185"/>
                <a:gd name="T59" fmla="*/ 937620 h 3880"/>
                <a:gd name="T60" fmla="*/ 288046 w 5185"/>
                <a:gd name="T61" fmla="*/ 109854 h 3880"/>
                <a:gd name="T62" fmla="*/ 1616954 w 5185"/>
                <a:gd name="T63" fmla="*/ 937620 h 3880"/>
                <a:gd name="T64" fmla="*/ 4409 w 5185"/>
                <a:gd name="T65" fmla="*/ 1350584 h 3880"/>
                <a:gd name="T66" fmla="*/ 0 w 5185"/>
                <a:gd name="T67" fmla="*/ 1359402 h 3880"/>
                <a:gd name="T68" fmla="*/ 735 w 5185"/>
                <a:gd name="T69" fmla="*/ 1369322 h 3880"/>
                <a:gd name="T70" fmla="*/ 3307 w 5185"/>
                <a:gd name="T71" fmla="*/ 1379977 h 3880"/>
                <a:gd name="T72" fmla="*/ 7348 w 5185"/>
                <a:gd name="T73" fmla="*/ 1390999 h 3880"/>
                <a:gd name="T74" fmla="*/ 13227 w 5185"/>
                <a:gd name="T75" fmla="*/ 1401654 h 3880"/>
                <a:gd name="T76" fmla="*/ 19473 w 5185"/>
                <a:gd name="T77" fmla="*/ 1411206 h 3880"/>
                <a:gd name="T78" fmla="*/ 26821 w 5185"/>
                <a:gd name="T79" fmla="*/ 1418554 h 3880"/>
                <a:gd name="T80" fmla="*/ 35271 w 5185"/>
                <a:gd name="T81" fmla="*/ 1423698 h 3880"/>
                <a:gd name="T82" fmla="*/ 41884 w 5185"/>
                <a:gd name="T83" fmla="*/ 1425168 h 3880"/>
                <a:gd name="T84" fmla="*/ 1860911 w 5185"/>
                <a:gd name="T85" fmla="*/ 1425535 h 3880"/>
                <a:gd name="T86" fmla="*/ 1863116 w 5185"/>
                <a:gd name="T87" fmla="*/ 1425168 h 3880"/>
                <a:gd name="T88" fmla="*/ 1869729 w 5185"/>
                <a:gd name="T89" fmla="*/ 1423698 h 3880"/>
                <a:gd name="T90" fmla="*/ 1878179 w 5185"/>
                <a:gd name="T91" fmla="*/ 1418554 h 3880"/>
                <a:gd name="T92" fmla="*/ 1885527 w 5185"/>
                <a:gd name="T93" fmla="*/ 1411206 h 3880"/>
                <a:gd name="T94" fmla="*/ 1892141 w 5185"/>
                <a:gd name="T95" fmla="*/ 1401654 h 3880"/>
                <a:gd name="T96" fmla="*/ 1897652 w 5185"/>
                <a:gd name="T97" fmla="*/ 1390999 h 3880"/>
                <a:gd name="T98" fmla="*/ 1901693 w 5185"/>
                <a:gd name="T99" fmla="*/ 1379977 h 3880"/>
                <a:gd name="T100" fmla="*/ 1903898 w 5185"/>
                <a:gd name="T101" fmla="*/ 1369322 h 3880"/>
                <a:gd name="T102" fmla="*/ 1905000 w 5185"/>
                <a:gd name="T103" fmla="*/ 1359402 h 388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185" h="3880">
                  <a:moveTo>
                    <a:pt x="4775" y="2900"/>
                  </a:moveTo>
                  <a:lnTo>
                    <a:pt x="411" y="2900"/>
                  </a:lnTo>
                  <a:lnTo>
                    <a:pt x="87" y="3532"/>
                  </a:lnTo>
                  <a:lnTo>
                    <a:pt x="5099" y="3532"/>
                  </a:lnTo>
                  <a:lnTo>
                    <a:pt x="4775" y="2900"/>
                  </a:lnTo>
                  <a:close/>
                  <a:moveTo>
                    <a:pt x="2046" y="3380"/>
                  </a:moveTo>
                  <a:lnTo>
                    <a:pt x="2181" y="3125"/>
                  </a:lnTo>
                  <a:lnTo>
                    <a:pt x="3017" y="3125"/>
                  </a:lnTo>
                  <a:lnTo>
                    <a:pt x="3139" y="3380"/>
                  </a:lnTo>
                  <a:lnTo>
                    <a:pt x="2046" y="3380"/>
                  </a:lnTo>
                  <a:close/>
                  <a:moveTo>
                    <a:pt x="4700" y="2755"/>
                  </a:moveTo>
                  <a:lnTo>
                    <a:pt x="4700" y="2755"/>
                  </a:lnTo>
                  <a:lnTo>
                    <a:pt x="4698" y="2743"/>
                  </a:lnTo>
                  <a:lnTo>
                    <a:pt x="4700" y="2731"/>
                  </a:lnTo>
                  <a:lnTo>
                    <a:pt x="4700" y="120"/>
                  </a:lnTo>
                  <a:lnTo>
                    <a:pt x="4699" y="108"/>
                  </a:lnTo>
                  <a:lnTo>
                    <a:pt x="4697" y="95"/>
                  </a:lnTo>
                  <a:lnTo>
                    <a:pt x="4694" y="84"/>
                  </a:lnTo>
                  <a:lnTo>
                    <a:pt x="4690" y="73"/>
                  </a:lnTo>
                  <a:lnTo>
                    <a:pt x="4685" y="63"/>
                  </a:lnTo>
                  <a:lnTo>
                    <a:pt x="4680" y="53"/>
                  </a:lnTo>
                  <a:lnTo>
                    <a:pt x="4673" y="43"/>
                  </a:lnTo>
                  <a:lnTo>
                    <a:pt x="4665" y="34"/>
                  </a:lnTo>
                  <a:lnTo>
                    <a:pt x="4657" y="27"/>
                  </a:lnTo>
                  <a:lnTo>
                    <a:pt x="4647" y="20"/>
                  </a:lnTo>
                  <a:lnTo>
                    <a:pt x="4637" y="14"/>
                  </a:lnTo>
                  <a:lnTo>
                    <a:pt x="4627" y="9"/>
                  </a:lnTo>
                  <a:lnTo>
                    <a:pt x="4616" y="5"/>
                  </a:lnTo>
                  <a:lnTo>
                    <a:pt x="4605" y="2"/>
                  </a:lnTo>
                  <a:lnTo>
                    <a:pt x="4592" y="1"/>
                  </a:lnTo>
                  <a:lnTo>
                    <a:pt x="4580" y="0"/>
                  </a:lnTo>
                  <a:lnTo>
                    <a:pt x="605" y="0"/>
                  </a:lnTo>
                  <a:lnTo>
                    <a:pt x="593" y="1"/>
                  </a:lnTo>
                  <a:lnTo>
                    <a:pt x="581" y="2"/>
                  </a:lnTo>
                  <a:lnTo>
                    <a:pt x="569" y="5"/>
                  </a:lnTo>
                  <a:lnTo>
                    <a:pt x="558" y="9"/>
                  </a:lnTo>
                  <a:lnTo>
                    <a:pt x="548" y="14"/>
                  </a:lnTo>
                  <a:lnTo>
                    <a:pt x="538" y="20"/>
                  </a:lnTo>
                  <a:lnTo>
                    <a:pt x="529" y="27"/>
                  </a:lnTo>
                  <a:lnTo>
                    <a:pt x="521" y="34"/>
                  </a:lnTo>
                  <a:lnTo>
                    <a:pt x="512" y="43"/>
                  </a:lnTo>
                  <a:lnTo>
                    <a:pt x="505" y="53"/>
                  </a:lnTo>
                  <a:lnTo>
                    <a:pt x="499" y="63"/>
                  </a:lnTo>
                  <a:lnTo>
                    <a:pt x="494" y="73"/>
                  </a:lnTo>
                  <a:lnTo>
                    <a:pt x="490" y="84"/>
                  </a:lnTo>
                  <a:lnTo>
                    <a:pt x="488" y="95"/>
                  </a:lnTo>
                  <a:lnTo>
                    <a:pt x="486" y="108"/>
                  </a:lnTo>
                  <a:lnTo>
                    <a:pt x="485" y="120"/>
                  </a:lnTo>
                  <a:lnTo>
                    <a:pt x="485" y="2731"/>
                  </a:lnTo>
                  <a:lnTo>
                    <a:pt x="486" y="2743"/>
                  </a:lnTo>
                  <a:lnTo>
                    <a:pt x="485" y="2755"/>
                  </a:lnTo>
                  <a:lnTo>
                    <a:pt x="484" y="2756"/>
                  </a:lnTo>
                  <a:lnTo>
                    <a:pt x="4701" y="2756"/>
                  </a:lnTo>
                  <a:lnTo>
                    <a:pt x="4700" y="2755"/>
                  </a:lnTo>
                  <a:close/>
                  <a:moveTo>
                    <a:pt x="4401" y="2552"/>
                  </a:moveTo>
                  <a:lnTo>
                    <a:pt x="784" y="2552"/>
                  </a:lnTo>
                  <a:lnTo>
                    <a:pt x="784" y="299"/>
                  </a:lnTo>
                  <a:lnTo>
                    <a:pt x="4401" y="299"/>
                  </a:lnTo>
                  <a:lnTo>
                    <a:pt x="4401" y="2552"/>
                  </a:lnTo>
                  <a:close/>
                  <a:moveTo>
                    <a:pt x="5172" y="3676"/>
                  </a:moveTo>
                  <a:lnTo>
                    <a:pt x="12" y="3676"/>
                  </a:lnTo>
                  <a:lnTo>
                    <a:pt x="0" y="3700"/>
                  </a:lnTo>
                  <a:lnTo>
                    <a:pt x="1" y="3713"/>
                  </a:lnTo>
                  <a:lnTo>
                    <a:pt x="2" y="3727"/>
                  </a:lnTo>
                  <a:lnTo>
                    <a:pt x="5" y="3741"/>
                  </a:lnTo>
                  <a:lnTo>
                    <a:pt x="9" y="3756"/>
                  </a:lnTo>
                  <a:lnTo>
                    <a:pt x="14" y="3771"/>
                  </a:lnTo>
                  <a:lnTo>
                    <a:pt x="20" y="3786"/>
                  </a:lnTo>
                  <a:lnTo>
                    <a:pt x="28" y="3801"/>
                  </a:lnTo>
                  <a:lnTo>
                    <a:pt x="36" y="3815"/>
                  </a:lnTo>
                  <a:lnTo>
                    <a:pt x="44" y="3828"/>
                  </a:lnTo>
                  <a:lnTo>
                    <a:pt x="53" y="3841"/>
                  </a:lnTo>
                  <a:lnTo>
                    <a:pt x="63" y="3852"/>
                  </a:lnTo>
                  <a:lnTo>
                    <a:pt x="73" y="3861"/>
                  </a:lnTo>
                  <a:lnTo>
                    <a:pt x="85" y="3869"/>
                  </a:lnTo>
                  <a:lnTo>
                    <a:pt x="96" y="3875"/>
                  </a:lnTo>
                  <a:lnTo>
                    <a:pt x="108" y="3878"/>
                  </a:lnTo>
                  <a:lnTo>
                    <a:pt x="114" y="3879"/>
                  </a:lnTo>
                  <a:lnTo>
                    <a:pt x="120" y="3880"/>
                  </a:lnTo>
                  <a:lnTo>
                    <a:pt x="5065" y="3880"/>
                  </a:lnTo>
                  <a:lnTo>
                    <a:pt x="5071" y="3879"/>
                  </a:lnTo>
                  <a:lnTo>
                    <a:pt x="5077" y="3878"/>
                  </a:lnTo>
                  <a:lnTo>
                    <a:pt x="5089" y="3875"/>
                  </a:lnTo>
                  <a:lnTo>
                    <a:pt x="5101" y="3869"/>
                  </a:lnTo>
                  <a:lnTo>
                    <a:pt x="5112" y="3861"/>
                  </a:lnTo>
                  <a:lnTo>
                    <a:pt x="5122" y="3852"/>
                  </a:lnTo>
                  <a:lnTo>
                    <a:pt x="5132" y="3841"/>
                  </a:lnTo>
                  <a:lnTo>
                    <a:pt x="5141" y="3828"/>
                  </a:lnTo>
                  <a:lnTo>
                    <a:pt x="5150" y="3815"/>
                  </a:lnTo>
                  <a:lnTo>
                    <a:pt x="5158" y="3801"/>
                  </a:lnTo>
                  <a:lnTo>
                    <a:pt x="5165" y="3786"/>
                  </a:lnTo>
                  <a:lnTo>
                    <a:pt x="5171" y="3771"/>
                  </a:lnTo>
                  <a:lnTo>
                    <a:pt x="5176" y="3756"/>
                  </a:lnTo>
                  <a:lnTo>
                    <a:pt x="5180" y="3741"/>
                  </a:lnTo>
                  <a:lnTo>
                    <a:pt x="5182" y="3727"/>
                  </a:lnTo>
                  <a:lnTo>
                    <a:pt x="5184" y="3713"/>
                  </a:lnTo>
                  <a:lnTo>
                    <a:pt x="5185" y="3700"/>
                  </a:lnTo>
                  <a:lnTo>
                    <a:pt x="5172" y="3676"/>
                  </a:lnTo>
                  <a:close/>
                </a:path>
              </a:pathLst>
            </a:custGeom>
            <a:solidFill>
              <a:schemeClr val="accent1">
                <a:lumMod val="100000"/>
              </a:schemeClr>
            </a:solidFill>
            <a:ln>
              <a:noFill/>
            </a:ln>
          </p:spPr>
          <p:txBody>
            <a:bodyPr bIns="480000" anchor="ctr">
              <a:scene3d>
                <a:camera prst="orthographicFront"/>
                <a:lightRig rig="threePt" dir="t"/>
              </a:scene3d>
              <a:sp3d>
                <a:contourClr>
                  <a:srgbClr val="FFFFFF"/>
                </a:contourClr>
              </a:sp3d>
            </a:bodyPr>
            <a:lstStyle/>
            <a:p>
              <a:pPr algn="ctr">
                <a:defRPr/>
              </a:pP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6" name="组合 15"/>
          <p:cNvGrpSpPr/>
          <p:nvPr/>
        </p:nvGrpSpPr>
        <p:grpSpPr>
          <a:xfrm>
            <a:off x="4370992" y="4833159"/>
            <a:ext cx="1532987" cy="1532987"/>
            <a:chOff x="2483768" y="3435846"/>
            <a:chExt cx="1149740" cy="1149740"/>
          </a:xfrm>
        </p:grpSpPr>
        <p:grpSp>
          <p:nvGrpSpPr>
            <p:cNvPr id="17" name="组合 16"/>
            <p:cNvGrpSpPr/>
            <p:nvPr/>
          </p:nvGrpSpPr>
          <p:grpSpPr>
            <a:xfrm>
              <a:off x="2483768" y="3435846"/>
              <a:ext cx="1149740" cy="1149740"/>
              <a:chOff x="304800" y="673100"/>
              <a:chExt cx="4000500" cy="4000500"/>
            </a:xfrm>
            <a:effectLst>
              <a:outerShdw blurRad="444500" dist="254000" dir="8100000" algn="tr" rotWithShape="0">
                <a:prstClr val="black">
                  <a:alpha val="50000"/>
                </a:prstClr>
              </a:outerShdw>
            </a:effectLst>
          </p:grpSpPr>
          <p:sp>
            <p:nvSpPr>
              <p:cNvPr id="19" name="同心圆 1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solidFill>
                  <a:latin typeface="微软雅黑" panose="020B0503020204020204" pitchFamily="34" charset="-122"/>
                  <a:ea typeface="微软雅黑" panose="020B0503020204020204" pitchFamily="34" charset="-122"/>
                </a:endParaRPr>
              </a:p>
            </p:txBody>
          </p:sp>
          <p:sp>
            <p:nvSpPr>
              <p:cNvPr id="20" name="椭圆 19"/>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微软雅黑" panose="020B0503020204020204" pitchFamily="34" charset="-122"/>
                  <a:ea typeface="微软雅黑" panose="020B0503020204020204" pitchFamily="34" charset="-122"/>
                </a:endParaRPr>
              </a:p>
            </p:txBody>
          </p:sp>
        </p:grpSp>
        <p:sp>
          <p:nvSpPr>
            <p:cNvPr id="18" name="KSO_Shape"/>
            <p:cNvSpPr/>
            <p:nvPr/>
          </p:nvSpPr>
          <p:spPr bwMode="auto">
            <a:xfrm>
              <a:off x="2802446" y="3812214"/>
              <a:ext cx="521267" cy="439601"/>
            </a:xfrm>
            <a:custGeom>
              <a:avLst/>
              <a:gdLst>
                <a:gd name="T0" fmla="*/ 332222 w 2301876"/>
                <a:gd name="T1" fmla="*/ 1410232 h 1941513"/>
                <a:gd name="T2" fmla="*/ 321717 w 2301876"/>
                <a:gd name="T3" fmla="*/ 1470415 h 1941513"/>
                <a:gd name="T4" fmla="*/ 382384 w 2301876"/>
                <a:gd name="T5" fmla="*/ 1525343 h 1941513"/>
                <a:gd name="T6" fmla="*/ 696485 w 2301876"/>
                <a:gd name="T7" fmla="*/ 1509573 h 1941513"/>
                <a:gd name="T8" fmla="*/ 723010 w 2301876"/>
                <a:gd name="T9" fmla="*/ 1444398 h 1941513"/>
                <a:gd name="T10" fmla="*/ 671273 w 2301876"/>
                <a:gd name="T11" fmla="*/ 1380797 h 1941513"/>
                <a:gd name="T12" fmla="*/ 1348867 w 2301876"/>
                <a:gd name="T13" fmla="*/ 1247408 h 1941513"/>
                <a:gd name="T14" fmla="*/ 1327043 w 2301876"/>
                <a:gd name="T15" fmla="*/ 1320445 h 1941513"/>
                <a:gd name="T16" fmla="*/ 1593934 w 2301876"/>
                <a:gd name="T17" fmla="*/ 1356438 h 1941513"/>
                <a:gd name="T18" fmla="*/ 1647838 w 2301876"/>
                <a:gd name="T19" fmla="*/ 1303105 h 1941513"/>
                <a:gd name="T20" fmla="*/ 1606030 w 2301876"/>
                <a:gd name="T21" fmla="*/ 1239789 h 1941513"/>
                <a:gd name="T22" fmla="*/ 1529191 w 2301876"/>
                <a:gd name="T23" fmla="*/ 516517 h 1941513"/>
                <a:gd name="T24" fmla="*/ 1584982 w 2301876"/>
                <a:gd name="T25" fmla="*/ 576970 h 1941513"/>
                <a:gd name="T26" fmla="*/ 1601035 w 2301876"/>
                <a:gd name="T27" fmla="*/ 667649 h 1941513"/>
                <a:gd name="T28" fmla="*/ 1640510 w 2301876"/>
                <a:gd name="T29" fmla="*/ 716799 h 1941513"/>
                <a:gd name="T30" fmla="*/ 1583140 w 2301876"/>
                <a:gd name="T31" fmla="*/ 840071 h 1941513"/>
                <a:gd name="T32" fmla="*/ 1691827 w 2301876"/>
                <a:gd name="T33" fmla="*/ 916820 h 1941513"/>
                <a:gd name="T34" fmla="*/ 1229710 w 2301876"/>
                <a:gd name="T35" fmla="*/ 1106063 h 1941513"/>
                <a:gd name="T36" fmla="*/ 1284448 w 2301876"/>
                <a:gd name="T37" fmla="*/ 909460 h 1941513"/>
                <a:gd name="T38" fmla="*/ 1396556 w 2301876"/>
                <a:gd name="T39" fmla="*/ 836654 h 1941513"/>
                <a:gd name="T40" fmla="*/ 1335239 w 2301876"/>
                <a:gd name="T41" fmla="*/ 712857 h 1941513"/>
                <a:gd name="T42" fmla="*/ 1370240 w 2301876"/>
                <a:gd name="T43" fmla="*/ 660815 h 1941513"/>
                <a:gd name="T44" fmla="*/ 1388398 w 2301876"/>
                <a:gd name="T45" fmla="*/ 571451 h 1941513"/>
                <a:gd name="T46" fmla="*/ 1446031 w 2301876"/>
                <a:gd name="T47" fmla="*/ 514152 h 1941513"/>
                <a:gd name="T48" fmla="*/ 570227 w 2301876"/>
                <a:gd name="T49" fmla="*/ 477627 h 1941513"/>
                <a:gd name="T50" fmla="*/ 641756 w 2301876"/>
                <a:gd name="T51" fmla="*/ 549062 h 1941513"/>
                <a:gd name="T52" fmla="*/ 661216 w 2301876"/>
                <a:gd name="T53" fmla="*/ 657005 h 1941513"/>
                <a:gd name="T54" fmla="*/ 633078 w 2301876"/>
                <a:gd name="T55" fmla="*/ 739471 h 1941513"/>
                <a:gd name="T56" fmla="*/ 574697 w 2301876"/>
                <a:gd name="T57" fmla="*/ 792786 h 1941513"/>
                <a:gd name="T58" fmla="*/ 708552 w 2301876"/>
                <a:gd name="T59" fmla="*/ 915697 h 1941513"/>
                <a:gd name="T60" fmla="*/ 815320 w 2301876"/>
                <a:gd name="T61" fmla="*/ 1036508 h 1941513"/>
                <a:gd name="T62" fmla="*/ 222836 w 2301876"/>
                <a:gd name="T63" fmla="*/ 1047276 h 1941513"/>
                <a:gd name="T64" fmla="*/ 324870 w 2301876"/>
                <a:gd name="T65" fmla="*/ 922526 h 1941513"/>
                <a:gd name="T66" fmla="*/ 473189 w 2301876"/>
                <a:gd name="T67" fmla="*/ 794886 h 1941513"/>
                <a:gd name="T68" fmla="*/ 413493 w 2301876"/>
                <a:gd name="T69" fmla="*/ 744461 h 1941513"/>
                <a:gd name="T70" fmla="*/ 382462 w 2301876"/>
                <a:gd name="T71" fmla="*/ 663570 h 1941513"/>
                <a:gd name="T72" fmla="*/ 397978 w 2301876"/>
                <a:gd name="T73" fmla="*/ 556154 h 1941513"/>
                <a:gd name="T74" fmla="*/ 466878 w 2301876"/>
                <a:gd name="T75" fmla="*/ 480778 h 1941513"/>
                <a:gd name="T76" fmla="*/ 140242 w 2301876"/>
                <a:gd name="T77" fmla="*/ 134558 h 1941513"/>
                <a:gd name="T78" fmla="*/ 133677 w 2301876"/>
                <a:gd name="T79" fmla="*/ 1210760 h 1941513"/>
                <a:gd name="T80" fmla="*/ 198545 w 2301876"/>
                <a:gd name="T81" fmla="*/ 1290654 h 1941513"/>
                <a:gd name="T82" fmla="*/ 905010 w 2301876"/>
                <a:gd name="T83" fmla="*/ 1223901 h 1941513"/>
                <a:gd name="T84" fmla="*/ 906061 w 2301876"/>
                <a:gd name="T85" fmla="*/ 137186 h 1941513"/>
                <a:gd name="T86" fmla="*/ 1795088 w 2301876"/>
                <a:gd name="T87" fmla="*/ 130835 h 1941513"/>
                <a:gd name="T88" fmla="*/ 1869239 w 2301876"/>
                <a:gd name="T89" fmla="*/ 166040 h 1941513"/>
                <a:gd name="T90" fmla="*/ 1904211 w 2301876"/>
                <a:gd name="T91" fmla="*/ 240391 h 1941513"/>
                <a:gd name="T92" fmla="*/ 1879757 w 2301876"/>
                <a:gd name="T93" fmla="*/ 1330166 h 1941513"/>
                <a:gd name="T94" fmla="*/ 1769057 w 2301876"/>
                <a:gd name="T95" fmla="*/ 1410033 h 1941513"/>
                <a:gd name="T96" fmla="*/ 1237904 w 2301876"/>
                <a:gd name="T97" fmla="*/ 1415550 h 1941513"/>
                <a:gd name="T98" fmla="*/ 1189785 w 2301876"/>
                <a:gd name="T99" fmla="*/ 1139429 h 1941513"/>
                <a:gd name="T100" fmla="*/ 1756435 w 2301876"/>
                <a:gd name="T101" fmla="*/ 1159921 h 1941513"/>
                <a:gd name="T102" fmla="*/ 1799821 w 2301876"/>
                <a:gd name="T103" fmla="*/ 1088198 h 1941513"/>
                <a:gd name="T104" fmla="*/ 898445 w 2301876"/>
                <a:gd name="T105" fmla="*/ 262 h 1941513"/>
                <a:gd name="T106" fmla="*/ 992990 w 2301876"/>
                <a:gd name="T107" fmla="*/ 39421 h 1941513"/>
                <a:gd name="T108" fmla="*/ 1041313 w 2301876"/>
                <a:gd name="T109" fmla="*/ 129302 h 1941513"/>
                <a:gd name="T110" fmla="*/ 1017414 w 2301876"/>
                <a:gd name="T111" fmla="*/ 1483030 h 1941513"/>
                <a:gd name="T112" fmla="*/ 887939 w 2301876"/>
                <a:gd name="T113" fmla="*/ 1588417 h 1941513"/>
                <a:gd name="T114" fmla="*/ 200909 w 2301876"/>
                <a:gd name="T115" fmla="*/ 1599454 h 1941513"/>
                <a:gd name="T116" fmla="*/ 45959 w 2301876"/>
                <a:gd name="T117" fmla="*/ 1513779 h 1941513"/>
                <a:gd name="T118" fmla="*/ 0 w 2301876"/>
                <a:gd name="T119" fmla="*/ 152429 h 1941513"/>
                <a:gd name="T120" fmla="*/ 34667 w 2301876"/>
                <a:gd name="T121" fmla="*/ 55452 h 1941513"/>
                <a:gd name="T122" fmla="*/ 121596 w 2301876"/>
                <a:gd name="T123" fmla="*/ 2891 h 194151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01876" h="1941513">
                  <a:moveTo>
                    <a:pt x="475693" y="1664563"/>
                  </a:moveTo>
                  <a:lnTo>
                    <a:pt x="471250" y="1664880"/>
                  </a:lnTo>
                  <a:lnTo>
                    <a:pt x="466490" y="1665198"/>
                  </a:lnTo>
                  <a:lnTo>
                    <a:pt x="462047" y="1665515"/>
                  </a:lnTo>
                  <a:lnTo>
                    <a:pt x="457605" y="1666468"/>
                  </a:lnTo>
                  <a:lnTo>
                    <a:pt x="453162" y="1667421"/>
                  </a:lnTo>
                  <a:lnTo>
                    <a:pt x="449354" y="1668691"/>
                  </a:lnTo>
                  <a:lnTo>
                    <a:pt x="440786" y="1671550"/>
                  </a:lnTo>
                  <a:lnTo>
                    <a:pt x="433170" y="1675679"/>
                  </a:lnTo>
                  <a:lnTo>
                    <a:pt x="425553" y="1680125"/>
                  </a:lnTo>
                  <a:lnTo>
                    <a:pt x="418572" y="1685207"/>
                  </a:lnTo>
                  <a:lnTo>
                    <a:pt x="412542" y="1691241"/>
                  </a:lnTo>
                  <a:lnTo>
                    <a:pt x="406513" y="1697276"/>
                  </a:lnTo>
                  <a:lnTo>
                    <a:pt x="401435" y="1704263"/>
                  </a:lnTo>
                  <a:lnTo>
                    <a:pt x="396993" y="1711886"/>
                  </a:lnTo>
                  <a:lnTo>
                    <a:pt x="392867" y="1719508"/>
                  </a:lnTo>
                  <a:lnTo>
                    <a:pt x="390011" y="1728083"/>
                  </a:lnTo>
                  <a:lnTo>
                    <a:pt x="388742" y="1732212"/>
                  </a:lnTo>
                  <a:lnTo>
                    <a:pt x="387790" y="1736341"/>
                  </a:lnTo>
                  <a:lnTo>
                    <a:pt x="386838" y="1740787"/>
                  </a:lnTo>
                  <a:lnTo>
                    <a:pt x="386203" y="1745552"/>
                  </a:lnTo>
                  <a:lnTo>
                    <a:pt x="385886" y="1749998"/>
                  </a:lnTo>
                  <a:lnTo>
                    <a:pt x="385886" y="1754444"/>
                  </a:lnTo>
                  <a:lnTo>
                    <a:pt x="385886" y="1759209"/>
                  </a:lnTo>
                  <a:lnTo>
                    <a:pt x="386203" y="1763655"/>
                  </a:lnTo>
                  <a:lnTo>
                    <a:pt x="386838" y="1768419"/>
                  </a:lnTo>
                  <a:lnTo>
                    <a:pt x="387790" y="1772865"/>
                  </a:lnTo>
                  <a:lnTo>
                    <a:pt x="388742" y="1776994"/>
                  </a:lnTo>
                  <a:lnTo>
                    <a:pt x="390011" y="1781441"/>
                  </a:lnTo>
                  <a:lnTo>
                    <a:pt x="392867" y="1789698"/>
                  </a:lnTo>
                  <a:lnTo>
                    <a:pt x="396993" y="1797639"/>
                  </a:lnTo>
                  <a:lnTo>
                    <a:pt x="401435" y="1804943"/>
                  </a:lnTo>
                  <a:lnTo>
                    <a:pt x="406513" y="1812248"/>
                  </a:lnTo>
                  <a:lnTo>
                    <a:pt x="412542" y="1818283"/>
                  </a:lnTo>
                  <a:lnTo>
                    <a:pt x="418572" y="1824317"/>
                  </a:lnTo>
                  <a:lnTo>
                    <a:pt x="425553" y="1829399"/>
                  </a:lnTo>
                  <a:lnTo>
                    <a:pt x="433170" y="1833845"/>
                  </a:lnTo>
                  <a:lnTo>
                    <a:pt x="440786" y="1837657"/>
                  </a:lnTo>
                  <a:lnTo>
                    <a:pt x="449354" y="1840515"/>
                  </a:lnTo>
                  <a:lnTo>
                    <a:pt x="453162" y="1842103"/>
                  </a:lnTo>
                  <a:lnTo>
                    <a:pt x="457605" y="1842738"/>
                  </a:lnTo>
                  <a:lnTo>
                    <a:pt x="462047" y="1843374"/>
                  </a:lnTo>
                  <a:lnTo>
                    <a:pt x="466490" y="1844326"/>
                  </a:lnTo>
                  <a:lnTo>
                    <a:pt x="471250" y="1844644"/>
                  </a:lnTo>
                  <a:lnTo>
                    <a:pt x="475693" y="1844644"/>
                  </a:lnTo>
                  <a:lnTo>
                    <a:pt x="784465" y="1844644"/>
                  </a:lnTo>
                  <a:lnTo>
                    <a:pt x="788908" y="1844644"/>
                  </a:lnTo>
                  <a:lnTo>
                    <a:pt x="793668" y="1844326"/>
                  </a:lnTo>
                  <a:lnTo>
                    <a:pt x="798111" y="1843374"/>
                  </a:lnTo>
                  <a:lnTo>
                    <a:pt x="802553" y="1842738"/>
                  </a:lnTo>
                  <a:lnTo>
                    <a:pt x="806996" y="1842103"/>
                  </a:lnTo>
                  <a:lnTo>
                    <a:pt x="811122" y="1840515"/>
                  </a:lnTo>
                  <a:lnTo>
                    <a:pt x="819690" y="1837657"/>
                  </a:lnTo>
                  <a:lnTo>
                    <a:pt x="827306" y="1833845"/>
                  </a:lnTo>
                  <a:lnTo>
                    <a:pt x="834605" y="1829399"/>
                  </a:lnTo>
                  <a:lnTo>
                    <a:pt x="841586" y="1824317"/>
                  </a:lnTo>
                  <a:lnTo>
                    <a:pt x="847933" y="1818283"/>
                  </a:lnTo>
                  <a:lnTo>
                    <a:pt x="853963" y="1812248"/>
                  </a:lnTo>
                  <a:lnTo>
                    <a:pt x="859040" y="1804943"/>
                  </a:lnTo>
                  <a:lnTo>
                    <a:pt x="863483" y="1797639"/>
                  </a:lnTo>
                  <a:lnTo>
                    <a:pt x="867608" y="1789698"/>
                  </a:lnTo>
                  <a:lnTo>
                    <a:pt x="870464" y="1781441"/>
                  </a:lnTo>
                  <a:lnTo>
                    <a:pt x="871734" y="1776994"/>
                  </a:lnTo>
                  <a:lnTo>
                    <a:pt x="872686" y="1772865"/>
                  </a:lnTo>
                  <a:lnTo>
                    <a:pt x="873320" y="1768419"/>
                  </a:lnTo>
                  <a:lnTo>
                    <a:pt x="873638" y="1763655"/>
                  </a:lnTo>
                  <a:lnTo>
                    <a:pt x="874272" y="1759209"/>
                  </a:lnTo>
                  <a:lnTo>
                    <a:pt x="874590" y="1754444"/>
                  </a:lnTo>
                  <a:lnTo>
                    <a:pt x="874272" y="1749998"/>
                  </a:lnTo>
                  <a:lnTo>
                    <a:pt x="873638" y="1745552"/>
                  </a:lnTo>
                  <a:lnTo>
                    <a:pt x="873320" y="1740787"/>
                  </a:lnTo>
                  <a:lnTo>
                    <a:pt x="872686" y="1736341"/>
                  </a:lnTo>
                  <a:lnTo>
                    <a:pt x="871734" y="1732212"/>
                  </a:lnTo>
                  <a:lnTo>
                    <a:pt x="870464" y="1728083"/>
                  </a:lnTo>
                  <a:lnTo>
                    <a:pt x="867608" y="1719508"/>
                  </a:lnTo>
                  <a:lnTo>
                    <a:pt x="863483" y="1711886"/>
                  </a:lnTo>
                  <a:lnTo>
                    <a:pt x="859040" y="1704263"/>
                  </a:lnTo>
                  <a:lnTo>
                    <a:pt x="853963" y="1697276"/>
                  </a:lnTo>
                  <a:lnTo>
                    <a:pt x="847933" y="1691241"/>
                  </a:lnTo>
                  <a:lnTo>
                    <a:pt x="841586" y="1685207"/>
                  </a:lnTo>
                  <a:lnTo>
                    <a:pt x="834605" y="1680125"/>
                  </a:lnTo>
                  <a:lnTo>
                    <a:pt x="827306" y="1675679"/>
                  </a:lnTo>
                  <a:lnTo>
                    <a:pt x="819690" y="1671550"/>
                  </a:lnTo>
                  <a:lnTo>
                    <a:pt x="811122" y="1668691"/>
                  </a:lnTo>
                  <a:lnTo>
                    <a:pt x="806996" y="1667421"/>
                  </a:lnTo>
                  <a:lnTo>
                    <a:pt x="802553" y="1666468"/>
                  </a:lnTo>
                  <a:lnTo>
                    <a:pt x="798111" y="1665515"/>
                  </a:lnTo>
                  <a:lnTo>
                    <a:pt x="793668" y="1665198"/>
                  </a:lnTo>
                  <a:lnTo>
                    <a:pt x="788908" y="1664880"/>
                  </a:lnTo>
                  <a:lnTo>
                    <a:pt x="784465" y="1664563"/>
                  </a:lnTo>
                  <a:lnTo>
                    <a:pt x="475693" y="1664563"/>
                  </a:lnTo>
                  <a:close/>
                  <a:moveTo>
                    <a:pt x="1670551" y="1495108"/>
                  </a:moveTo>
                  <a:lnTo>
                    <a:pt x="1662926" y="1495425"/>
                  </a:lnTo>
                  <a:lnTo>
                    <a:pt x="1655936" y="1496695"/>
                  </a:lnTo>
                  <a:lnTo>
                    <a:pt x="1648946" y="1498283"/>
                  </a:lnTo>
                  <a:lnTo>
                    <a:pt x="1642274" y="1500823"/>
                  </a:lnTo>
                  <a:lnTo>
                    <a:pt x="1636237" y="1503998"/>
                  </a:lnTo>
                  <a:lnTo>
                    <a:pt x="1629882" y="1507490"/>
                  </a:lnTo>
                  <a:lnTo>
                    <a:pt x="1624481" y="1511618"/>
                  </a:lnTo>
                  <a:lnTo>
                    <a:pt x="1619080" y="1516380"/>
                  </a:lnTo>
                  <a:lnTo>
                    <a:pt x="1614631" y="1521778"/>
                  </a:lnTo>
                  <a:lnTo>
                    <a:pt x="1610183" y="1527175"/>
                  </a:lnTo>
                  <a:lnTo>
                    <a:pt x="1606688" y="1533208"/>
                  </a:lnTo>
                  <a:lnTo>
                    <a:pt x="1603511" y="1539240"/>
                  </a:lnTo>
                  <a:lnTo>
                    <a:pt x="1601605" y="1545908"/>
                  </a:lnTo>
                  <a:lnTo>
                    <a:pt x="1599698" y="1552893"/>
                  </a:lnTo>
                  <a:lnTo>
                    <a:pt x="1598427" y="1559878"/>
                  </a:lnTo>
                  <a:lnTo>
                    <a:pt x="1598110" y="1567498"/>
                  </a:lnTo>
                  <a:lnTo>
                    <a:pt x="1598427" y="1574800"/>
                  </a:lnTo>
                  <a:lnTo>
                    <a:pt x="1599698" y="1582103"/>
                  </a:lnTo>
                  <a:lnTo>
                    <a:pt x="1601605" y="1589088"/>
                  </a:lnTo>
                  <a:lnTo>
                    <a:pt x="1603511" y="1595755"/>
                  </a:lnTo>
                  <a:lnTo>
                    <a:pt x="1606688" y="1602105"/>
                  </a:lnTo>
                  <a:lnTo>
                    <a:pt x="1610183" y="1607820"/>
                  </a:lnTo>
                  <a:lnTo>
                    <a:pt x="1614631" y="1613535"/>
                  </a:lnTo>
                  <a:lnTo>
                    <a:pt x="1619080" y="1618615"/>
                  </a:lnTo>
                  <a:lnTo>
                    <a:pt x="1624481" y="1623378"/>
                  </a:lnTo>
                  <a:lnTo>
                    <a:pt x="1629882" y="1627505"/>
                  </a:lnTo>
                  <a:lnTo>
                    <a:pt x="1636237" y="1630998"/>
                  </a:lnTo>
                  <a:lnTo>
                    <a:pt x="1642274" y="1634173"/>
                  </a:lnTo>
                  <a:lnTo>
                    <a:pt x="1648946" y="1636713"/>
                  </a:lnTo>
                  <a:lnTo>
                    <a:pt x="1655936" y="1638300"/>
                  </a:lnTo>
                  <a:lnTo>
                    <a:pt x="1662926" y="1639253"/>
                  </a:lnTo>
                  <a:lnTo>
                    <a:pt x="1670551" y="1639570"/>
                  </a:lnTo>
                  <a:lnTo>
                    <a:pt x="1918697" y="1639570"/>
                  </a:lnTo>
                  <a:lnTo>
                    <a:pt x="1926004" y="1639253"/>
                  </a:lnTo>
                  <a:lnTo>
                    <a:pt x="1933630" y="1638300"/>
                  </a:lnTo>
                  <a:lnTo>
                    <a:pt x="1940620" y="1636713"/>
                  </a:lnTo>
                  <a:lnTo>
                    <a:pt x="1947292" y="1634173"/>
                  </a:lnTo>
                  <a:lnTo>
                    <a:pt x="1953329" y="1630998"/>
                  </a:lnTo>
                  <a:lnTo>
                    <a:pt x="1959366" y="1627505"/>
                  </a:lnTo>
                  <a:lnTo>
                    <a:pt x="1964767" y="1623378"/>
                  </a:lnTo>
                  <a:lnTo>
                    <a:pt x="1970168" y="1618615"/>
                  </a:lnTo>
                  <a:lnTo>
                    <a:pt x="1974934" y="1613535"/>
                  </a:lnTo>
                  <a:lnTo>
                    <a:pt x="1979065" y="1607820"/>
                  </a:lnTo>
                  <a:lnTo>
                    <a:pt x="1982560" y="1602105"/>
                  </a:lnTo>
                  <a:lnTo>
                    <a:pt x="1985419" y="1595755"/>
                  </a:lnTo>
                  <a:lnTo>
                    <a:pt x="1988279" y="1589088"/>
                  </a:lnTo>
                  <a:lnTo>
                    <a:pt x="1989868" y="1582103"/>
                  </a:lnTo>
                  <a:lnTo>
                    <a:pt x="1991138" y="1574800"/>
                  </a:lnTo>
                  <a:lnTo>
                    <a:pt x="1991456" y="1567498"/>
                  </a:lnTo>
                  <a:lnTo>
                    <a:pt x="1991138" y="1559878"/>
                  </a:lnTo>
                  <a:lnTo>
                    <a:pt x="1989868" y="1552893"/>
                  </a:lnTo>
                  <a:lnTo>
                    <a:pt x="1988279" y="1545908"/>
                  </a:lnTo>
                  <a:lnTo>
                    <a:pt x="1985419" y="1539240"/>
                  </a:lnTo>
                  <a:lnTo>
                    <a:pt x="1982560" y="1533208"/>
                  </a:lnTo>
                  <a:lnTo>
                    <a:pt x="1979065" y="1527175"/>
                  </a:lnTo>
                  <a:lnTo>
                    <a:pt x="1974934" y="1521778"/>
                  </a:lnTo>
                  <a:lnTo>
                    <a:pt x="1970168" y="1516380"/>
                  </a:lnTo>
                  <a:lnTo>
                    <a:pt x="1964767" y="1511618"/>
                  </a:lnTo>
                  <a:lnTo>
                    <a:pt x="1959366" y="1507490"/>
                  </a:lnTo>
                  <a:lnTo>
                    <a:pt x="1953329" y="1503998"/>
                  </a:lnTo>
                  <a:lnTo>
                    <a:pt x="1947292" y="1500823"/>
                  </a:lnTo>
                  <a:lnTo>
                    <a:pt x="1940620" y="1498283"/>
                  </a:lnTo>
                  <a:lnTo>
                    <a:pt x="1933630" y="1496695"/>
                  </a:lnTo>
                  <a:lnTo>
                    <a:pt x="1926004" y="1495425"/>
                  </a:lnTo>
                  <a:lnTo>
                    <a:pt x="1918697" y="1495108"/>
                  </a:lnTo>
                  <a:lnTo>
                    <a:pt x="1670551" y="1495108"/>
                  </a:lnTo>
                  <a:close/>
                  <a:moveTo>
                    <a:pt x="1787673" y="611187"/>
                  </a:moveTo>
                  <a:lnTo>
                    <a:pt x="1794669" y="611187"/>
                  </a:lnTo>
                  <a:lnTo>
                    <a:pt x="1801665" y="611187"/>
                  </a:lnTo>
                  <a:lnTo>
                    <a:pt x="1808661" y="612140"/>
                  </a:lnTo>
                  <a:lnTo>
                    <a:pt x="1815338" y="613093"/>
                  </a:lnTo>
                  <a:lnTo>
                    <a:pt x="1822016" y="614681"/>
                  </a:lnTo>
                  <a:lnTo>
                    <a:pt x="1828694" y="616587"/>
                  </a:lnTo>
                  <a:lnTo>
                    <a:pt x="1835372" y="618810"/>
                  </a:lnTo>
                  <a:lnTo>
                    <a:pt x="1841732" y="621352"/>
                  </a:lnTo>
                  <a:lnTo>
                    <a:pt x="1847773" y="624210"/>
                  </a:lnTo>
                  <a:lnTo>
                    <a:pt x="1853815" y="627387"/>
                  </a:lnTo>
                  <a:lnTo>
                    <a:pt x="1859539" y="631198"/>
                  </a:lnTo>
                  <a:lnTo>
                    <a:pt x="1865581" y="635010"/>
                  </a:lnTo>
                  <a:lnTo>
                    <a:pt x="1870987" y="639457"/>
                  </a:lnTo>
                  <a:lnTo>
                    <a:pt x="1876393" y="643904"/>
                  </a:lnTo>
                  <a:lnTo>
                    <a:pt x="1881480" y="648986"/>
                  </a:lnTo>
                  <a:lnTo>
                    <a:pt x="1886568" y="654068"/>
                  </a:lnTo>
                  <a:lnTo>
                    <a:pt x="1891338" y="659151"/>
                  </a:lnTo>
                  <a:lnTo>
                    <a:pt x="1895790" y="665186"/>
                  </a:lnTo>
                  <a:lnTo>
                    <a:pt x="1900242" y="670903"/>
                  </a:lnTo>
                  <a:lnTo>
                    <a:pt x="1904376" y="677256"/>
                  </a:lnTo>
                  <a:lnTo>
                    <a:pt x="1908192" y="683609"/>
                  </a:lnTo>
                  <a:lnTo>
                    <a:pt x="1911690" y="690597"/>
                  </a:lnTo>
                  <a:lnTo>
                    <a:pt x="1915188" y="697267"/>
                  </a:lnTo>
                  <a:lnTo>
                    <a:pt x="1918049" y="704255"/>
                  </a:lnTo>
                  <a:lnTo>
                    <a:pt x="1920593" y="711561"/>
                  </a:lnTo>
                  <a:lnTo>
                    <a:pt x="1923137" y="718867"/>
                  </a:lnTo>
                  <a:lnTo>
                    <a:pt x="1925363" y="726808"/>
                  </a:lnTo>
                  <a:lnTo>
                    <a:pt x="1927271" y="734431"/>
                  </a:lnTo>
                  <a:lnTo>
                    <a:pt x="1928861" y="742690"/>
                  </a:lnTo>
                  <a:lnTo>
                    <a:pt x="1929815" y="750631"/>
                  </a:lnTo>
                  <a:lnTo>
                    <a:pt x="1930451" y="758889"/>
                  </a:lnTo>
                  <a:lnTo>
                    <a:pt x="1931405" y="767466"/>
                  </a:lnTo>
                  <a:lnTo>
                    <a:pt x="1931405" y="775724"/>
                  </a:lnTo>
                  <a:lnTo>
                    <a:pt x="1931723" y="784301"/>
                  </a:lnTo>
                  <a:lnTo>
                    <a:pt x="1932359" y="791924"/>
                  </a:lnTo>
                  <a:lnTo>
                    <a:pt x="1933313" y="799865"/>
                  </a:lnTo>
                  <a:lnTo>
                    <a:pt x="1934585" y="806853"/>
                  </a:lnTo>
                  <a:lnTo>
                    <a:pt x="1936175" y="813206"/>
                  </a:lnTo>
                  <a:lnTo>
                    <a:pt x="1938401" y="819241"/>
                  </a:lnTo>
                  <a:lnTo>
                    <a:pt x="1940627" y="824958"/>
                  </a:lnTo>
                  <a:lnTo>
                    <a:pt x="1943171" y="830041"/>
                  </a:lnTo>
                  <a:lnTo>
                    <a:pt x="1945715" y="834805"/>
                  </a:lnTo>
                  <a:lnTo>
                    <a:pt x="1948576" y="839252"/>
                  </a:lnTo>
                  <a:lnTo>
                    <a:pt x="1951756" y="843381"/>
                  </a:lnTo>
                  <a:lnTo>
                    <a:pt x="1954936" y="846875"/>
                  </a:lnTo>
                  <a:lnTo>
                    <a:pt x="1958116" y="850687"/>
                  </a:lnTo>
                  <a:lnTo>
                    <a:pt x="1961614" y="853546"/>
                  </a:lnTo>
                  <a:lnTo>
                    <a:pt x="1965430" y="856087"/>
                  </a:lnTo>
                  <a:lnTo>
                    <a:pt x="1968610" y="858946"/>
                  </a:lnTo>
                  <a:lnTo>
                    <a:pt x="1975606" y="862757"/>
                  </a:lnTo>
                  <a:lnTo>
                    <a:pt x="1982284" y="866251"/>
                  </a:lnTo>
                  <a:lnTo>
                    <a:pt x="1988643" y="868475"/>
                  </a:lnTo>
                  <a:lnTo>
                    <a:pt x="1994049" y="869745"/>
                  </a:lnTo>
                  <a:lnTo>
                    <a:pt x="1998819" y="871016"/>
                  </a:lnTo>
                  <a:lnTo>
                    <a:pt x="2002635" y="871334"/>
                  </a:lnTo>
                  <a:lnTo>
                    <a:pt x="2005815" y="871651"/>
                  </a:lnTo>
                  <a:lnTo>
                    <a:pt x="2005815" y="932320"/>
                  </a:lnTo>
                  <a:lnTo>
                    <a:pt x="1841096" y="932320"/>
                  </a:lnTo>
                  <a:lnTo>
                    <a:pt x="1841096" y="997119"/>
                  </a:lnTo>
                  <a:lnTo>
                    <a:pt x="1853815" y="999025"/>
                  </a:lnTo>
                  <a:lnTo>
                    <a:pt x="1865899" y="1001566"/>
                  </a:lnTo>
                  <a:lnTo>
                    <a:pt x="1877983" y="1004107"/>
                  </a:lnTo>
                  <a:lnTo>
                    <a:pt x="1890066" y="1007601"/>
                  </a:lnTo>
                  <a:lnTo>
                    <a:pt x="1901514" y="1011095"/>
                  </a:lnTo>
                  <a:lnTo>
                    <a:pt x="1912962" y="1015224"/>
                  </a:lnTo>
                  <a:lnTo>
                    <a:pt x="1923773" y="1019354"/>
                  </a:lnTo>
                  <a:lnTo>
                    <a:pt x="1934903" y="1024118"/>
                  </a:lnTo>
                  <a:lnTo>
                    <a:pt x="1945715" y="1029200"/>
                  </a:lnTo>
                  <a:lnTo>
                    <a:pt x="1956208" y="1034918"/>
                  </a:lnTo>
                  <a:lnTo>
                    <a:pt x="1966384" y="1040635"/>
                  </a:lnTo>
                  <a:lnTo>
                    <a:pt x="1976242" y="1046988"/>
                  </a:lnTo>
                  <a:lnTo>
                    <a:pt x="1986099" y="1053659"/>
                  </a:lnTo>
                  <a:lnTo>
                    <a:pt x="1995321" y="1060329"/>
                  </a:lnTo>
                  <a:lnTo>
                    <a:pt x="2003907" y="1067635"/>
                  </a:lnTo>
                  <a:lnTo>
                    <a:pt x="2012811" y="1074940"/>
                  </a:lnTo>
                  <a:lnTo>
                    <a:pt x="2021396" y="1082881"/>
                  </a:lnTo>
                  <a:lnTo>
                    <a:pt x="2029028" y="1090822"/>
                  </a:lnTo>
                  <a:lnTo>
                    <a:pt x="2036978" y="1099081"/>
                  </a:lnTo>
                  <a:lnTo>
                    <a:pt x="2044292" y="1107975"/>
                  </a:lnTo>
                  <a:lnTo>
                    <a:pt x="2051288" y="1116551"/>
                  </a:lnTo>
                  <a:lnTo>
                    <a:pt x="2057965" y="1125445"/>
                  </a:lnTo>
                  <a:lnTo>
                    <a:pt x="2064325" y="1135292"/>
                  </a:lnTo>
                  <a:lnTo>
                    <a:pt x="2069731" y="1144821"/>
                  </a:lnTo>
                  <a:lnTo>
                    <a:pt x="2075455" y="1154350"/>
                  </a:lnTo>
                  <a:lnTo>
                    <a:pt x="2080225" y="1164515"/>
                  </a:lnTo>
                  <a:lnTo>
                    <a:pt x="2084995" y="1174679"/>
                  </a:lnTo>
                  <a:lnTo>
                    <a:pt x="2089128" y="1185161"/>
                  </a:lnTo>
                  <a:lnTo>
                    <a:pt x="2092626" y="1195643"/>
                  </a:lnTo>
                  <a:lnTo>
                    <a:pt x="2095488" y="1206761"/>
                  </a:lnTo>
                  <a:lnTo>
                    <a:pt x="2098668" y="1217560"/>
                  </a:lnTo>
                  <a:lnTo>
                    <a:pt x="2100894" y="1228995"/>
                  </a:lnTo>
                  <a:lnTo>
                    <a:pt x="2103438" y="1336675"/>
                  </a:lnTo>
                  <a:lnTo>
                    <a:pt x="1485900" y="1336675"/>
                  </a:lnTo>
                  <a:lnTo>
                    <a:pt x="1488444" y="1228995"/>
                  </a:lnTo>
                  <a:lnTo>
                    <a:pt x="1490670" y="1217560"/>
                  </a:lnTo>
                  <a:lnTo>
                    <a:pt x="1493214" y="1206761"/>
                  </a:lnTo>
                  <a:lnTo>
                    <a:pt x="1496712" y="1195643"/>
                  </a:lnTo>
                  <a:lnTo>
                    <a:pt x="1500210" y="1185161"/>
                  </a:lnTo>
                  <a:lnTo>
                    <a:pt x="1504343" y="1174679"/>
                  </a:lnTo>
                  <a:lnTo>
                    <a:pt x="1508795" y="1164515"/>
                  </a:lnTo>
                  <a:lnTo>
                    <a:pt x="1513565" y="1154350"/>
                  </a:lnTo>
                  <a:lnTo>
                    <a:pt x="1519289" y="1144821"/>
                  </a:lnTo>
                  <a:lnTo>
                    <a:pt x="1525013" y="1135292"/>
                  </a:lnTo>
                  <a:lnTo>
                    <a:pt x="1531055" y="1125763"/>
                  </a:lnTo>
                  <a:lnTo>
                    <a:pt x="1537732" y="1116551"/>
                  </a:lnTo>
                  <a:lnTo>
                    <a:pt x="1544728" y="1107975"/>
                  </a:lnTo>
                  <a:lnTo>
                    <a:pt x="1552042" y="1099081"/>
                  </a:lnTo>
                  <a:lnTo>
                    <a:pt x="1559674" y="1090822"/>
                  </a:lnTo>
                  <a:lnTo>
                    <a:pt x="1567942" y="1082881"/>
                  </a:lnTo>
                  <a:lnTo>
                    <a:pt x="1576209" y="1074940"/>
                  </a:lnTo>
                  <a:lnTo>
                    <a:pt x="1584795" y="1067635"/>
                  </a:lnTo>
                  <a:lnTo>
                    <a:pt x="1593699" y="1060329"/>
                  </a:lnTo>
                  <a:lnTo>
                    <a:pt x="1603239" y="1053659"/>
                  </a:lnTo>
                  <a:lnTo>
                    <a:pt x="1613096" y="1046988"/>
                  </a:lnTo>
                  <a:lnTo>
                    <a:pt x="1622954" y="1040635"/>
                  </a:lnTo>
                  <a:lnTo>
                    <a:pt x="1632812" y="1034918"/>
                  </a:lnTo>
                  <a:lnTo>
                    <a:pt x="1643305" y="1029200"/>
                  </a:lnTo>
                  <a:lnTo>
                    <a:pt x="1654117" y="1024118"/>
                  </a:lnTo>
                  <a:lnTo>
                    <a:pt x="1664929" y="1019671"/>
                  </a:lnTo>
                  <a:lnTo>
                    <a:pt x="1676058" y="1015224"/>
                  </a:lnTo>
                  <a:lnTo>
                    <a:pt x="1687506" y="1011095"/>
                  </a:lnTo>
                  <a:lnTo>
                    <a:pt x="1699272" y="1007601"/>
                  </a:lnTo>
                  <a:lnTo>
                    <a:pt x="1711355" y="1004107"/>
                  </a:lnTo>
                  <a:lnTo>
                    <a:pt x="1723439" y="1001566"/>
                  </a:lnTo>
                  <a:lnTo>
                    <a:pt x="1735523" y="999025"/>
                  </a:lnTo>
                  <a:lnTo>
                    <a:pt x="1747924" y="997119"/>
                  </a:lnTo>
                  <a:lnTo>
                    <a:pt x="1747924" y="932320"/>
                  </a:lnTo>
                  <a:lnTo>
                    <a:pt x="1583205" y="932320"/>
                  </a:lnTo>
                  <a:lnTo>
                    <a:pt x="1583205" y="871651"/>
                  </a:lnTo>
                  <a:lnTo>
                    <a:pt x="1586385" y="871334"/>
                  </a:lnTo>
                  <a:lnTo>
                    <a:pt x="1590201" y="870698"/>
                  </a:lnTo>
                  <a:lnTo>
                    <a:pt x="1594971" y="869110"/>
                  </a:lnTo>
                  <a:lnTo>
                    <a:pt x="1600377" y="867204"/>
                  </a:lnTo>
                  <a:lnTo>
                    <a:pt x="1606736" y="864663"/>
                  </a:lnTo>
                  <a:lnTo>
                    <a:pt x="1613414" y="861487"/>
                  </a:lnTo>
                  <a:lnTo>
                    <a:pt x="1620410" y="857358"/>
                  </a:lnTo>
                  <a:lnTo>
                    <a:pt x="1624226" y="854816"/>
                  </a:lnTo>
                  <a:lnTo>
                    <a:pt x="1627406" y="851958"/>
                  </a:lnTo>
                  <a:lnTo>
                    <a:pt x="1630586" y="848464"/>
                  </a:lnTo>
                  <a:lnTo>
                    <a:pt x="1634084" y="845287"/>
                  </a:lnTo>
                  <a:lnTo>
                    <a:pt x="1637264" y="841476"/>
                  </a:lnTo>
                  <a:lnTo>
                    <a:pt x="1640444" y="837346"/>
                  </a:lnTo>
                  <a:lnTo>
                    <a:pt x="1643305" y="832899"/>
                  </a:lnTo>
                  <a:lnTo>
                    <a:pt x="1646167" y="828135"/>
                  </a:lnTo>
                  <a:lnTo>
                    <a:pt x="1648393" y="823052"/>
                  </a:lnTo>
                  <a:lnTo>
                    <a:pt x="1650619" y="817653"/>
                  </a:lnTo>
                  <a:lnTo>
                    <a:pt x="1652845" y="811617"/>
                  </a:lnTo>
                  <a:lnTo>
                    <a:pt x="1654435" y="805265"/>
                  </a:lnTo>
                  <a:lnTo>
                    <a:pt x="1655707" y="798594"/>
                  </a:lnTo>
                  <a:lnTo>
                    <a:pt x="1656979" y="791289"/>
                  </a:lnTo>
                  <a:lnTo>
                    <a:pt x="1657297" y="783983"/>
                  </a:lnTo>
                  <a:lnTo>
                    <a:pt x="1657615" y="775724"/>
                  </a:lnTo>
                  <a:lnTo>
                    <a:pt x="1657933" y="767466"/>
                  </a:lnTo>
                  <a:lnTo>
                    <a:pt x="1658569" y="758889"/>
                  </a:lnTo>
                  <a:lnTo>
                    <a:pt x="1659205" y="750631"/>
                  </a:lnTo>
                  <a:lnTo>
                    <a:pt x="1660477" y="742690"/>
                  </a:lnTo>
                  <a:lnTo>
                    <a:pt x="1662067" y="734431"/>
                  </a:lnTo>
                  <a:lnTo>
                    <a:pt x="1663975" y="726808"/>
                  </a:lnTo>
                  <a:lnTo>
                    <a:pt x="1666201" y="718867"/>
                  </a:lnTo>
                  <a:lnTo>
                    <a:pt x="1668427" y="711561"/>
                  </a:lnTo>
                  <a:lnTo>
                    <a:pt x="1671289" y="704255"/>
                  </a:lnTo>
                  <a:lnTo>
                    <a:pt x="1674151" y="697267"/>
                  </a:lnTo>
                  <a:lnTo>
                    <a:pt x="1677648" y="690597"/>
                  </a:lnTo>
                  <a:lnTo>
                    <a:pt x="1680828" y="683609"/>
                  </a:lnTo>
                  <a:lnTo>
                    <a:pt x="1684962" y="677256"/>
                  </a:lnTo>
                  <a:lnTo>
                    <a:pt x="1689096" y="670903"/>
                  </a:lnTo>
                  <a:lnTo>
                    <a:pt x="1693230" y="665186"/>
                  </a:lnTo>
                  <a:lnTo>
                    <a:pt x="1698000" y="659151"/>
                  </a:lnTo>
                  <a:lnTo>
                    <a:pt x="1702770" y="654068"/>
                  </a:lnTo>
                  <a:lnTo>
                    <a:pt x="1707540" y="648986"/>
                  </a:lnTo>
                  <a:lnTo>
                    <a:pt x="1712627" y="643904"/>
                  </a:lnTo>
                  <a:lnTo>
                    <a:pt x="1718351" y="639457"/>
                  </a:lnTo>
                  <a:lnTo>
                    <a:pt x="1723757" y="635010"/>
                  </a:lnTo>
                  <a:lnTo>
                    <a:pt x="1729163" y="631198"/>
                  </a:lnTo>
                  <a:lnTo>
                    <a:pt x="1735205" y="627387"/>
                  </a:lnTo>
                  <a:lnTo>
                    <a:pt x="1741565" y="624210"/>
                  </a:lnTo>
                  <a:lnTo>
                    <a:pt x="1747288" y="621352"/>
                  </a:lnTo>
                  <a:lnTo>
                    <a:pt x="1753966" y="618810"/>
                  </a:lnTo>
                  <a:lnTo>
                    <a:pt x="1760326" y="616587"/>
                  </a:lnTo>
                  <a:lnTo>
                    <a:pt x="1767004" y="614681"/>
                  </a:lnTo>
                  <a:lnTo>
                    <a:pt x="1773682" y="613093"/>
                  </a:lnTo>
                  <a:lnTo>
                    <a:pt x="1780677" y="612140"/>
                  </a:lnTo>
                  <a:lnTo>
                    <a:pt x="1787673" y="611187"/>
                  </a:lnTo>
                  <a:close/>
                  <a:moveTo>
                    <a:pt x="630238" y="565150"/>
                  </a:moveTo>
                  <a:lnTo>
                    <a:pt x="639136" y="565468"/>
                  </a:lnTo>
                  <a:lnTo>
                    <a:pt x="647397" y="566420"/>
                  </a:lnTo>
                  <a:lnTo>
                    <a:pt x="655977" y="567372"/>
                  </a:lnTo>
                  <a:lnTo>
                    <a:pt x="664557" y="569276"/>
                  </a:lnTo>
                  <a:lnTo>
                    <a:pt x="672501" y="571498"/>
                  </a:lnTo>
                  <a:lnTo>
                    <a:pt x="680762" y="574354"/>
                  </a:lnTo>
                  <a:lnTo>
                    <a:pt x="689024" y="577211"/>
                  </a:lnTo>
                  <a:lnTo>
                    <a:pt x="696333" y="581020"/>
                  </a:lnTo>
                  <a:lnTo>
                    <a:pt x="703959" y="585463"/>
                  </a:lnTo>
                  <a:lnTo>
                    <a:pt x="711268" y="589907"/>
                  </a:lnTo>
                  <a:lnTo>
                    <a:pt x="718258" y="594667"/>
                  </a:lnTo>
                  <a:lnTo>
                    <a:pt x="725249" y="600063"/>
                  </a:lnTo>
                  <a:lnTo>
                    <a:pt x="731922" y="605776"/>
                  </a:lnTo>
                  <a:lnTo>
                    <a:pt x="738278" y="611489"/>
                  </a:lnTo>
                  <a:lnTo>
                    <a:pt x="744633" y="618154"/>
                  </a:lnTo>
                  <a:lnTo>
                    <a:pt x="750353" y="624820"/>
                  </a:lnTo>
                  <a:lnTo>
                    <a:pt x="756072" y="632437"/>
                  </a:lnTo>
                  <a:lnTo>
                    <a:pt x="761474" y="639737"/>
                  </a:lnTo>
                  <a:lnTo>
                    <a:pt x="766241" y="647354"/>
                  </a:lnTo>
                  <a:lnTo>
                    <a:pt x="771007" y="655289"/>
                  </a:lnTo>
                  <a:lnTo>
                    <a:pt x="775456" y="663541"/>
                  </a:lnTo>
                  <a:lnTo>
                    <a:pt x="779587" y="672111"/>
                  </a:lnTo>
                  <a:lnTo>
                    <a:pt x="783400" y="680998"/>
                  </a:lnTo>
                  <a:lnTo>
                    <a:pt x="786895" y="690202"/>
                  </a:lnTo>
                  <a:lnTo>
                    <a:pt x="790073" y="699406"/>
                  </a:lnTo>
                  <a:lnTo>
                    <a:pt x="792615" y="708611"/>
                  </a:lnTo>
                  <a:lnTo>
                    <a:pt x="794839" y="718450"/>
                  </a:lnTo>
                  <a:lnTo>
                    <a:pt x="796746" y="728606"/>
                  </a:lnTo>
                  <a:lnTo>
                    <a:pt x="798017" y="738445"/>
                  </a:lnTo>
                  <a:lnTo>
                    <a:pt x="799288" y="748919"/>
                  </a:lnTo>
                  <a:lnTo>
                    <a:pt x="799923" y="759076"/>
                  </a:lnTo>
                  <a:lnTo>
                    <a:pt x="800241" y="769550"/>
                  </a:lnTo>
                  <a:lnTo>
                    <a:pt x="799923" y="777802"/>
                  </a:lnTo>
                  <a:lnTo>
                    <a:pt x="799606" y="786054"/>
                  </a:lnTo>
                  <a:lnTo>
                    <a:pt x="798970" y="793989"/>
                  </a:lnTo>
                  <a:lnTo>
                    <a:pt x="798017" y="801923"/>
                  </a:lnTo>
                  <a:lnTo>
                    <a:pt x="797064" y="809541"/>
                  </a:lnTo>
                  <a:lnTo>
                    <a:pt x="795475" y="817476"/>
                  </a:lnTo>
                  <a:lnTo>
                    <a:pt x="793568" y="825093"/>
                  </a:lnTo>
                  <a:lnTo>
                    <a:pt x="791979" y="832710"/>
                  </a:lnTo>
                  <a:lnTo>
                    <a:pt x="789755" y="840328"/>
                  </a:lnTo>
                  <a:lnTo>
                    <a:pt x="787531" y="847310"/>
                  </a:lnTo>
                  <a:lnTo>
                    <a:pt x="784671" y="854293"/>
                  </a:lnTo>
                  <a:lnTo>
                    <a:pt x="781811" y="861276"/>
                  </a:lnTo>
                  <a:lnTo>
                    <a:pt x="778951" y="868258"/>
                  </a:lnTo>
                  <a:lnTo>
                    <a:pt x="775456" y="874923"/>
                  </a:lnTo>
                  <a:lnTo>
                    <a:pt x="772278" y="880954"/>
                  </a:lnTo>
                  <a:lnTo>
                    <a:pt x="768465" y="887619"/>
                  </a:lnTo>
                  <a:lnTo>
                    <a:pt x="764970" y="893649"/>
                  </a:lnTo>
                  <a:lnTo>
                    <a:pt x="760839" y="899680"/>
                  </a:lnTo>
                  <a:lnTo>
                    <a:pt x="756708" y="905393"/>
                  </a:lnTo>
                  <a:lnTo>
                    <a:pt x="752259" y="911106"/>
                  </a:lnTo>
                  <a:lnTo>
                    <a:pt x="747810" y="916501"/>
                  </a:lnTo>
                  <a:lnTo>
                    <a:pt x="743044" y="921580"/>
                  </a:lnTo>
                  <a:lnTo>
                    <a:pt x="738278" y="926341"/>
                  </a:lnTo>
                  <a:lnTo>
                    <a:pt x="733193" y="931101"/>
                  </a:lnTo>
                  <a:lnTo>
                    <a:pt x="728109" y="936180"/>
                  </a:lnTo>
                  <a:lnTo>
                    <a:pt x="722707" y="939988"/>
                  </a:lnTo>
                  <a:lnTo>
                    <a:pt x="717305" y="944114"/>
                  </a:lnTo>
                  <a:lnTo>
                    <a:pt x="711903" y="948241"/>
                  </a:lnTo>
                  <a:lnTo>
                    <a:pt x="706183" y="951414"/>
                  </a:lnTo>
                  <a:lnTo>
                    <a:pt x="700464" y="954906"/>
                  </a:lnTo>
                  <a:lnTo>
                    <a:pt x="694426" y="958080"/>
                  </a:lnTo>
                  <a:lnTo>
                    <a:pt x="688071" y="960619"/>
                  </a:lnTo>
                  <a:lnTo>
                    <a:pt x="688071" y="1044727"/>
                  </a:lnTo>
                  <a:lnTo>
                    <a:pt x="703641" y="1047266"/>
                  </a:lnTo>
                  <a:lnTo>
                    <a:pt x="718894" y="1050440"/>
                  </a:lnTo>
                  <a:lnTo>
                    <a:pt x="733829" y="1053614"/>
                  </a:lnTo>
                  <a:lnTo>
                    <a:pt x="748764" y="1057740"/>
                  </a:lnTo>
                  <a:lnTo>
                    <a:pt x="763063" y="1062184"/>
                  </a:lnTo>
                  <a:lnTo>
                    <a:pt x="777045" y="1066945"/>
                  </a:lnTo>
                  <a:lnTo>
                    <a:pt x="791026" y="1072340"/>
                  </a:lnTo>
                  <a:lnTo>
                    <a:pt x="804690" y="1078371"/>
                  </a:lnTo>
                  <a:lnTo>
                    <a:pt x="818036" y="1085036"/>
                  </a:lnTo>
                  <a:lnTo>
                    <a:pt x="831064" y="1091701"/>
                  </a:lnTo>
                  <a:lnTo>
                    <a:pt x="843775" y="1099001"/>
                  </a:lnTo>
                  <a:lnTo>
                    <a:pt x="856167" y="1106618"/>
                  </a:lnTo>
                  <a:lnTo>
                    <a:pt x="867925" y="1114871"/>
                  </a:lnTo>
                  <a:lnTo>
                    <a:pt x="879682" y="1123440"/>
                  </a:lnTo>
                  <a:lnTo>
                    <a:pt x="890804" y="1132010"/>
                  </a:lnTo>
                  <a:lnTo>
                    <a:pt x="901925" y="1141214"/>
                  </a:lnTo>
                  <a:lnTo>
                    <a:pt x="912094" y="1151370"/>
                  </a:lnTo>
                  <a:lnTo>
                    <a:pt x="921944" y="1161210"/>
                  </a:lnTo>
                  <a:lnTo>
                    <a:pt x="931795" y="1171683"/>
                  </a:lnTo>
                  <a:lnTo>
                    <a:pt x="940692" y="1182157"/>
                  </a:lnTo>
                  <a:lnTo>
                    <a:pt x="949272" y="1193266"/>
                  </a:lnTo>
                  <a:lnTo>
                    <a:pt x="957534" y="1204692"/>
                  </a:lnTo>
                  <a:lnTo>
                    <a:pt x="965160" y="1216118"/>
                  </a:lnTo>
                  <a:lnTo>
                    <a:pt x="972151" y="1227862"/>
                  </a:lnTo>
                  <a:lnTo>
                    <a:pt x="979142" y="1240557"/>
                  </a:lnTo>
                  <a:lnTo>
                    <a:pt x="985179" y="1252618"/>
                  </a:lnTo>
                  <a:lnTo>
                    <a:pt x="991217" y="1265631"/>
                  </a:lnTo>
                  <a:lnTo>
                    <a:pt x="995983" y="1278327"/>
                  </a:lnTo>
                  <a:lnTo>
                    <a:pt x="1000749" y="1291657"/>
                  </a:lnTo>
                  <a:lnTo>
                    <a:pt x="1004880" y="1304988"/>
                  </a:lnTo>
                  <a:lnTo>
                    <a:pt x="1008058" y="1318635"/>
                  </a:lnTo>
                  <a:lnTo>
                    <a:pt x="1010600" y="1332600"/>
                  </a:lnTo>
                  <a:lnTo>
                    <a:pt x="1014413" y="1484313"/>
                  </a:lnTo>
                  <a:lnTo>
                    <a:pt x="246063" y="1484313"/>
                  </a:lnTo>
                  <a:lnTo>
                    <a:pt x="249876" y="1332600"/>
                  </a:lnTo>
                  <a:lnTo>
                    <a:pt x="252419" y="1318635"/>
                  </a:lnTo>
                  <a:lnTo>
                    <a:pt x="255596" y="1304988"/>
                  </a:lnTo>
                  <a:lnTo>
                    <a:pt x="259727" y="1291657"/>
                  </a:lnTo>
                  <a:lnTo>
                    <a:pt x="264176" y="1278327"/>
                  </a:lnTo>
                  <a:lnTo>
                    <a:pt x="269260" y="1265631"/>
                  </a:lnTo>
                  <a:lnTo>
                    <a:pt x="275297" y="1252618"/>
                  </a:lnTo>
                  <a:lnTo>
                    <a:pt x="281017" y="1240557"/>
                  </a:lnTo>
                  <a:lnTo>
                    <a:pt x="288008" y="1227862"/>
                  </a:lnTo>
                  <a:lnTo>
                    <a:pt x="294999" y="1216118"/>
                  </a:lnTo>
                  <a:lnTo>
                    <a:pt x="302943" y="1204692"/>
                  </a:lnTo>
                  <a:lnTo>
                    <a:pt x="310887" y="1193266"/>
                  </a:lnTo>
                  <a:lnTo>
                    <a:pt x="319784" y="1182157"/>
                  </a:lnTo>
                  <a:lnTo>
                    <a:pt x="328682" y="1171683"/>
                  </a:lnTo>
                  <a:lnTo>
                    <a:pt x="338214" y="1161210"/>
                  </a:lnTo>
                  <a:lnTo>
                    <a:pt x="348383" y="1151370"/>
                  </a:lnTo>
                  <a:lnTo>
                    <a:pt x="358869" y="1141214"/>
                  </a:lnTo>
                  <a:lnTo>
                    <a:pt x="369673" y="1132010"/>
                  </a:lnTo>
                  <a:lnTo>
                    <a:pt x="380795" y="1123440"/>
                  </a:lnTo>
                  <a:lnTo>
                    <a:pt x="392552" y="1114871"/>
                  </a:lnTo>
                  <a:lnTo>
                    <a:pt x="404309" y="1106618"/>
                  </a:lnTo>
                  <a:lnTo>
                    <a:pt x="417020" y="1099001"/>
                  </a:lnTo>
                  <a:lnTo>
                    <a:pt x="429412" y="1091701"/>
                  </a:lnTo>
                  <a:lnTo>
                    <a:pt x="442441" y="1085036"/>
                  </a:lnTo>
                  <a:lnTo>
                    <a:pt x="455787" y="1078371"/>
                  </a:lnTo>
                  <a:lnTo>
                    <a:pt x="469450" y="1072340"/>
                  </a:lnTo>
                  <a:lnTo>
                    <a:pt x="483432" y="1066945"/>
                  </a:lnTo>
                  <a:lnTo>
                    <a:pt x="497413" y="1062184"/>
                  </a:lnTo>
                  <a:lnTo>
                    <a:pt x="511713" y="1057740"/>
                  </a:lnTo>
                  <a:lnTo>
                    <a:pt x="526648" y="1053614"/>
                  </a:lnTo>
                  <a:lnTo>
                    <a:pt x="541582" y="1050440"/>
                  </a:lnTo>
                  <a:lnTo>
                    <a:pt x="556835" y="1047266"/>
                  </a:lnTo>
                  <a:lnTo>
                    <a:pt x="571770" y="1044727"/>
                  </a:lnTo>
                  <a:lnTo>
                    <a:pt x="571770" y="960619"/>
                  </a:lnTo>
                  <a:lnTo>
                    <a:pt x="566050" y="958080"/>
                  </a:lnTo>
                  <a:lnTo>
                    <a:pt x="560013" y="954906"/>
                  </a:lnTo>
                  <a:lnTo>
                    <a:pt x="554293" y="951414"/>
                  </a:lnTo>
                  <a:lnTo>
                    <a:pt x="548573" y="948241"/>
                  </a:lnTo>
                  <a:lnTo>
                    <a:pt x="543171" y="944114"/>
                  </a:lnTo>
                  <a:lnTo>
                    <a:pt x="537452" y="939988"/>
                  </a:lnTo>
                  <a:lnTo>
                    <a:pt x="532367" y="935545"/>
                  </a:lnTo>
                  <a:lnTo>
                    <a:pt x="527283" y="931101"/>
                  </a:lnTo>
                  <a:lnTo>
                    <a:pt x="522199" y="926341"/>
                  </a:lnTo>
                  <a:lnTo>
                    <a:pt x="517433" y="921580"/>
                  </a:lnTo>
                  <a:lnTo>
                    <a:pt x="512348" y="916501"/>
                  </a:lnTo>
                  <a:lnTo>
                    <a:pt x="507900" y="911106"/>
                  </a:lnTo>
                  <a:lnTo>
                    <a:pt x="503769" y="905393"/>
                  </a:lnTo>
                  <a:lnTo>
                    <a:pt x="499638" y="899680"/>
                  </a:lnTo>
                  <a:lnTo>
                    <a:pt x="495507" y="893649"/>
                  </a:lnTo>
                  <a:lnTo>
                    <a:pt x="491694" y="887302"/>
                  </a:lnTo>
                  <a:lnTo>
                    <a:pt x="488198" y="880954"/>
                  </a:lnTo>
                  <a:lnTo>
                    <a:pt x="484385" y="874923"/>
                  </a:lnTo>
                  <a:lnTo>
                    <a:pt x="481525" y="868258"/>
                  </a:lnTo>
                  <a:lnTo>
                    <a:pt x="478665" y="861276"/>
                  </a:lnTo>
                  <a:lnTo>
                    <a:pt x="475488" y="854293"/>
                  </a:lnTo>
                  <a:lnTo>
                    <a:pt x="472946" y="847310"/>
                  </a:lnTo>
                  <a:lnTo>
                    <a:pt x="470404" y="839693"/>
                  </a:lnTo>
                  <a:lnTo>
                    <a:pt x="468497" y="832393"/>
                  </a:lnTo>
                  <a:lnTo>
                    <a:pt x="466273" y="825093"/>
                  </a:lnTo>
                  <a:lnTo>
                    <a:pt x="465002" y="817476"/>
                  </a:lnTo>
                  <a:lnTo>
                    <a:pt x="463413" y="809541"/>
                  </a:lnTo>
                  <a:lnTo>
                    <a:pt x="462142" y="801923"/>
                  </a:lnTo>
                  <a:lnTo>
                    <a:pt x="461189" y="793989"/>
                  </a:lnTo>
                  <a:lnTo>
                    <a:pt x="460871" y="786054"/>
                  </a:lnTo>
                  <a:lnTo>
                    <a:pt x="460235" y="777802"/>
                  </a:lnTo>
                  <a:lnTo>
                    <a:pt x="460235" y="769550"/>
                  </a:lnTo>
                  <a:lnTo>
                    <a:pt x="460553" y="759076"/>
                  </a:lnTo>
                  <a:lnTo>
                    <a:pt x="460871" y="748919"/>
                  </a:lnTo>
                  <a:lnTo>
                    <a:pt x="461824" y="738445"/>
                  </a:lnTo>
                  <a:lnTo>
                    <a:pt x="463413" y="728606"/>
                  </a:lnTo>
                  <a:lnTo>
                    <a:pt x="465637" y="718450"/>
                  </a:lnTo>
                  <a:lnTo>
                    <a:pt x="467862" y="708611"/>
                  </a:lnTo>
                  <a:lnTo>
                    <a:pt x="470404" y="699406"/>
                  </a:lnTo>
                  <a:lnTo>
                    <a:pt x="473264" y="690202"/>
                  </a:lnTo>
                  <a:lnTo>
                    <a:pt x="477077" y="680998"/>
                  </a:lnTo>
                  <a:lnTo>
                    <a:pt x="480890" y="672111"/>
                  </a:lnTo>
                  <a:lnTo>
                    <a:pt x="484703" y="663541"/>
                  </a:lnTo>
                  <a:lnTo>
                    <a:pt x="489152" y="655289"/>
                  </a:lnTo>
                  <a:lnTo>
                    <a:pt x="493918" y="647354"/>
                  </a:lnTo>
                  <a:lnTo>
                    <a:pt x="498685" y="639737"/>
                  </a:lnTo>
                  <a:lnTo>
                    <a:pt x="504404" y="632437"/>
                  </a:lnTo>
                  <a:lnTo>
                    <a:pt x="509806" y="624820"/>
                  </a:lnTo>
                  <a:lnTo>
                    <a:pt x="515844" y="618154"/>
                  </a:lnTo>
                  <a:lnTo>
                    <a:pt x="522199" y="611489"/>
                  </a:lnTo>
                  <a:lnTo>
                    <a:pt x="528236" y="605776"/>
                  </a:lnTo>
                  <a:lnTo>
                    <a:pt x="534909" y="600063"/>
                  </a:lnTo>
                  <a:lnTo>
                    <a:pt x="541900" y="594667"/>
                  </a:lnTo>
                  <a:lnTo>
                    <a:pt x="548891" y="589907"/>
                  </a:lnTo>
                  <a:lnTo>
                    <a:pt x="556517" y="585463"/>
                  </a:lnTo>
                  <a:lnTo>
                    <a:pt x="564144" y="581020"/>
                  </a:lnTo>
                  <a:lnTo>
                    <a:pt x="571770" y="577211"/>
                  </a:lnTo>
                  <a:lnTo>
                    <a:pt x="579714" y="574354"/>
                  </a:lnTo>
                  <a:lnTo>
                    <a:pt x="587658" y="571498"/>
                  </a:lnTo>
                  <a:lnTo>
                    <a:pt x="595920" y="569276"/>
                  </a:lnTo>
                  <a:lnTo>
                    <a:pt x="604499" y="567372"/>
                  </a:lnTo>
                  <a:lnTo>
                    <a:pt x="612761" y="566420"/>
                  </a:lnTo>
                  <a:lnTo>
                    <a:pt x="621659" y="565468"/>
                  </a:lnTo>
                  <a:lnTo>
                    <a:pt x="630238" y="565150"/>
                  </a:lnTo>
                  <a:close/>
                  <a:moveTo>
                    <a:pt x="181836" y="158167"/>
                  </a:moveTo>
                  <a:lnTo>
                    <a:pt x="178980" y="158484"/>
                  </a:lnTo>
                  <a:lnTo>
                    <a:pt x="176441" y="159119"/>
                  </a:lnTo>
                  <a:lnTo>
                    <a:pt x="173902" y="160390"/>
                  </a:lnTo>
                  <a:lnTo>
                    <a:pt x="171681" y="161343"/>
                  </a:lnTo>
                  <a:lnTo>
                    <a:pt x="169459" y="162613"/>
                  </a:lnTo>
                  <a:lnTo>
                    <a:pt x="167238" y="163884"/>
                  </a:lnTo>
                  <a:lnTo>
                    <a:pt x="165651" y="165789"/>
                  </a:lnTo>
                  <a:lnTo>
                    <a:pt x="164065" y="167695"/>
                  </a:lnTo>
                  <a:lnTo>
                    <a:pt x="162478" y="169918"/>
                  </a:lnTo>
                  <a:lnTo>
                    <a:pt x="161209" y="171824"/>
                  </a:lnTo>
                  <a:lnTo>
                    <a:pt x="159939" y="174364"/>
                  </a:lnTo>
                  <a:lnTo>
                    <a:pt x="159305" y="176588"/>
                  </a:lnTo>
                  <a:lnTo>
                    <a:pt x="158352" y="179128"/>
                  </a:lnTo>
                  <a:lnTo>
                    <a:pt x="158035" y="181669"/>
                  </a:lnTo>
                  <a:lnTo>
                    <a:pt x="157718" y="184210"/>
                  </a:lnTo>
                  <a:lnTo>
                    <a:pt x="157718" y="1440334"/>
                  </a:lnTo>
                  <a:lnTo>
                    <a:pt x="158352" y="1447639"/>
                  </a:lnTo>
                  <a:lnTo>
                    <a:pt x="159622" y="1454944"/>
                  </a:lnTo>
                  <a:lnTo>
                    <a:pt x="161526" y="1463202"/>
                  </a:lnTo>
                  <a:lnTo>
                    <a:pt x="164065" y="1471142"/>
                  </a:lnTo>
                  <a:lnTo>
                    <a:pt x="167238" y="1479717"/>
                  </a:lnTo>
                  <a:lnTo>
                    <a:pt x="171363" y="1488610"/>
                  </a:lnTo>
                  <a:lnTo>
                    <a:pt x="175806" y="1497185"/>
                  </a:lnTo>
                  <a:lnTo>
                    <a:pt x="181201" y="1506078"/>
                  </a:lnTo>
                  <a:lnTo>
                    <a:pt x="187230" y="1514336"/>
                  </a:lnTo>
                  <a:lnTo>
                    <a:pt x="193577" y="1522594"/>
                  </a:lnTo>
                  <a:lnTo>
                    <a:pt x="200876" y="1530534"/>
                  </a:lnTo>
                  <a:lnTo>
                    <a:pt x="208492" y="1538156"/>
                  </a:lnTo>
                  <a:lnTo>
                    <a:pt x="216743" y="1545143"/>
                  </a:lnTo>
                  <a:lnTo>
                    <a:pt x="225629" y="1551178"/>
                  </a:lnTo>
                  <a:lnTo>
                    <a:pt x="230389" y="1554354"/>
                  </a:lnTo>
                  <a:lnTo>
                    <a:pt x="235149" y="1557212"/>
                  </a:lnTo>
                  <a:lnTo>
                    <a:pt x="239909" y="1559753"/>
                  </a:lnTo>
                  <a:lnTo>
                    <a:pt x="244669" y="1561976"/>
                  </a:lnTo>
                  <a:lnTo>
                    <a:pt x="1018979" y="1561976"/>
                  </a:lnTo>
                  <a:lnTo>
                    <a:pt x="1018979" y="1559436"/>
                  </a:lnTo>
                  <a:lnTo>
                    <a:pt x="1028182" y="1554354"/>
                  </a:lnTo>
                  <a:lnTo>
                    <a:pt x="1037068" y="1548637"/>
                  </a:lnTo>
                  <a:lnTo>
                    <a:pt x="1045636" y="1542603"/>
                  </a:lnTo>
                  <a:lnTo>
                    <a:pt x="1053252" y="1535298"/>
                  </a:lnTo>
                  <a:lnTo>
                    <a:pt x="1060551" y="1527993"/>
                  </a:lnTo>
                  <a:lnTo>
                    <a:pt x="1067532" y="1520370"/>
                  </a:lnTo>
                  <a:lnTo>
                    <a:pt x="1073879" y="1512113"/>
                  </a:lnTo>
                  <a:lnTo>
                    <a:pt x="1079908" y="1504173"/>
                  </a:lnTo>
                  <a:lnTo>
                    <a:pt x="1084986" y="1495597"/>
                  </a:lnTo>
                  <a:lnTo>
                    <a:pt x="1089429" y="1487022"/>
                  </a:lnTo>
                  <a:lnTo>
                    <a:pt x="1093554" y="1479082"/>
                  </a:lnTo>
                  <a:lnTo>
                    <a:pt x="1096728" y="1470507"/>
                  </a:lnTo>
                  <a:lnTo>
                    <a:pt x="1099266" y="1462884"/>
                  </a:lnTo>
                  <a:lnTo>
                    <a:pt x="1101170" y="1454626"/>
                  </a:lnTo>
                  <a:lnTo>
                    <a:pt x="1102122" y="1447321"/>
                  </a:lnTo>
                  <a:lnTo>
                    <a:pt x="1102757" y="1440334"/>
                  </a:lnTo>
                  <a:lnTo>
                    <a:pt x="1102757" y="184210"/>
                  </a:lnTo>
                  <a:lnTo>
                    <a:pt x="1102122" y="181669"/>
                  </a:lnTo>
                  <a:lnTo>
                    <a:pt x="1101805" y="179128"/>
                  </a:lnTo>
                  <a:lnTo>
                    <a:pt x="1101170" y="176588"/>
                  </a:lnTo>
                  <a:lnTo>
                    <a:pt x="1100536" y="174364"/>
                  </a:lnTo>
                  <a:lnTo>
                    <a:pt x="1099266" y="171824"/>
                  </a:lnTo>
                  <a:lnTo>
                    <a:pt x="1097997" y="169918"/>
                  </a:lnTo>
                  <a:lnTo>
                    <a:pt x="1096410" y="167695"/>
                  </a:lnTo>
                  <a:lnTo>
                    <a:pt x="1094824" y="165789"/>
                  </a:lnTo>
                  <a:lnTo>
                    <a:pt x="1092919" y="163884"/>
                  </a:lnTo>
                  <a:lnTo>
                    <a:pt x="1090698" y="162613"/>
                  </a:lnTo>
                  <a:lnTo>
                    <a:pt x="1088794" y="161343"/>
                  </a:lnTo>
                  <a:lnTo>
                    <a:pt x="1086573" y="160390"/>
                  </a:lnTo>
                  <a:lnTo>
                    <a:pt x="1083716" y="159119"/>
                  </a:lnTo>
                  <a:lnTo>
                    <a:pt x="1081178" y="158484"/>
                  </a:lnTo>
                  <a:lnTo>
                    <a:pt x="1078639" y="158167"/>
                  </a:lnTo>
                  <a:lnTo>
                    <a:pt x="1076100" y="158167"/>
                  </a:lnTo>
                  <a:lnTo>
                    <a:pt x="184374" y="158167"/>
                  </a:lnTo>
                  <a:lnTo>
                    <a:pt x="181836" y="158167"/>
                  </a:lnTo>
                  <a:close/>
                  <a:moveTo>
                    <a:pt x="1414463" y="157162"/>
                  </a:moveTo>
                  <a:lnTo>
                    <a:pt x="2153497" y="157162"/>
                  </a:lnTo>
                  <a:lnTo>
                    <a:pt x="2161123" y="157162"/>
                  </a:lnTo>
                  <a:lnTo>
                    <a:pt x="2169066" y="158114"/>
                  </a:lnTo>
                  <a:lnTo>
                    <a:pt x="2176374" y="158749"/>
                  </a:lnTo>
                  <a:lnTo>
                    <a:pt x="2183364" y="160337"/>
                  </a:lnTo>
                  <a:lnTo>
                    <a:pt x="2190671" y="161924"/>
                  </a:lnTo>
                  <a:lnTo>
                    <a:pt x="2197661" y="163829"/>
                  </a:lnTo>
                  <a:lnTo>
                    <a:pt x="2204651" y="166052"/>
                  </a:lnTo>
                  <a:lnTo>
                    <a:pt x="2211324" y="168909"/>
                  </a:lnTo>
                  <a:lnTo>
                    <a:pt x="2217996" y="172084"/>
                  </a:lnTo>
                  <a:lnTo>
                    <a:pt x="2224350" y="174942"/>
                  </a:lnTo>
                  <a:lnTo>
                    <a:pt x="2230387" y="178752"/>
                  </a:lnTo>
                  <a:lnTo>
                    <a:pt x="2236424" y="182562"/>
                  </a:lnTo>
                  <a:lnTo>
                    <a:pt x="2242461" y="186689"/>
                  </a:lnTo>
                  <a:lnTo>
                    <a:pt x="2247862" y="191134"/>
                  </a:lnTo>
                  <a:lnTo>
                    <a:pt x="2253264" y="195579"/>
                  </a:lnTo>
                  <a:lnTo>
                    <a:pt x="2258665" y="200659"/>
                  </a:lnTo>
                  <a:lnTo>
                    <a:pt x="2263431" y="206057"/>
                  </a:lnTo>
                  <a:lnTo>
                    <a:pt x="2268197" y="211137"/>
                  </a:lnTo>
                  <a:lnTo>
                    <a:pt x="2272645" y="216852"/>
                  </a:lnTo>
                  <a:lnTo>
                    <a:pt x="2276776" y="222567"/>
                  </a:lnTo>
                  <a:lnTo>
                    <a:pt x="2280270" y="228917"/>
                  </a:lnTo>
                  <a:lnTo>
                    <a:pt x="2284083" y="234949"/>
                  </a:lnTo>
                  <a:lnTo>
                    <a:pt x="2287261" y="241299"/>
                  </a:lnTo>
                  <a:lnTo>
                    <a:pt x="2290438" y="247967"/>
                  </a:lnTo>
                  <a:lnTo>
                    <a:pt x="2292980" y="254634"/>
                  </a:lnTo>
                  <a:lnTo>
                    <a:pt x="2295204" y="261619"/>
                  </a:lnTo>
                  <a:lnTo>
                    <a:pt x="2297428" y="268604"/>
                  </a:lnTo>
                  <a:lnTo>
                    <a:pt x="2298699" y="275589"/>
                  </a:lnTo>
                  <a:lnTo>
                    <a:pt x="2300287" y="282892"/>
                  </a:lnTo>
                  <a:lnTo>
                    <a:pt x="2300923" y="290512"/>
                  </a:lnTo>
                  <a:lnTo>
                    <a:pt x="2301876" y="297814"/>
                  </a:lnTo>
                  <a:lnTo>
                    <a:pt x="2301876" y="305434"/>
                  </a:lnTo>
                  <a:lnTo>
                    <a:pt x="2301876" y="1484630"/>
                  </a:lnTo>
                  <a:lnTo>
                    <a:pt x="2301876" y="1497013"/>
                  </a:lnTo>
                  <a:lnTo>
                    <a:pt x="2300923" y="1509078"/>
                  </a:lnTo>
                  <a:lnTo>
                    <a:pt x="2299652" y="1521143"/>
                  </a:lnTo>
                  <a:lnTo>
                    <a:pt x="2298063" y="1533208"/>
                  </a:lnTo>
                  <a:lnTo>
                    <a:pt x="2295839" y="1544638"/>
                  </a:lnTo>
                  <a:lnTo>
                    <a:pt x="2292980" y="1555433"/>
                  </a:lnTo>
                  <a:lnTo>
                    <a:pt x="2289802" y="1566545"/>
                  </a:lnTo>
                  <a:lnTo>
                    <a:pt x="2285990" y="1577340"/>
                  </a:lnTo>
                  <a:lnTo>
                    <a:pt x="2281859" y="1587500"/>
                  </a:lnTo>
                  <a:lnTo>
                    <a:pt x="2277093" y="1597660"/>
                  </a:lnTo>
                  <a:lnTo>
                    <a:pt x="2271374" y="1607503"/>
                  </a:lnTo>
                  <a:lnTo>
                    <a:pt x="2265655" y="1616710"/>
                  </a:lnTo>
                  <a:lnTo>
                    <a:pt x="2259300" y="1625918"/>
                  </a:lnTo>
                  <a:lnTo>
                    <a:pt x="2252310" y="1634808"/>
                  </a:lnTo>
                  <a:lnTo>
                    <a:pt x="2244685" y="1643063"/>
                  </a:lnTo>
                  <a:lnTo>
                    <a:pt x="2236424" y="1651000"/>
                  </a:lnTo>
                  <a:lnTo>
                    <a:pt x="2227846" y="1658938"/>
                  </a:lnTo>
                  <a:lnTo>
                    <a:pt x="2218631" y="1665923"/>
                  </a:lnTo>
                  <a:lnTo>
                    <a:pt x="2208782" y="1672908"/>
                  </a:lnTo>
                  <a:lnTo>
                    <a:pt x="2198297" y="1678940"/>
                  </a:lnTo>
                  <a:lnTo>
                    <a:pt x="2187494" y="1684973"/>
                  </a:lnTo>
                  <a:lnTo>
                    <a:pt x="2176056" y="1690370"/>
                  </a:lnTo>
                  <a:lnTo>
                    <a:pt x="2163664" y="1695450"/>
                  </a:lnTo>
                  <a:lnTo>
                    <a:pt x="2150955" y="1700213"/>
                  </a:lnTo>
                  <a:lnTo>
                    <a:pt x="2137611" y="1704023"/>
                  </a:lnTo>
                  <a:lnTo>
                    <a:pt x="2123631" y="1707515"/>
                  </a:lnTo>
                  <a:lnTo>
                    <a:pt x="2108698" y="1710373"/>
                  </a:lnTo>
                  <a:lnTo>
                    <a:pt x="2093764" y="1712913"/>
                  </a:lnTo>
                  <a:lnTo>
                    <a:pt x="2077878" y="1715135"/>
                  </a:lnTo>
                  <a:lnTo>
                    <a:pt x="2061038" y="1716405"/>
                  </a:lnTo>
                  <a:lnTo>
                    <a:pt x="2044199" y="1717358"/>
                  </a:lnTo>
                  <a:lnTo>
                    <a:pt x="2026406" y="1717675"/>
                  </a:lnTo>
                  <a:lnTo>
                    <a:pt x="1563159" y="1717675"/>
                  </a:lnTo>
                  <a:lnTo>
                    <a:pt x="1551721" y="1717358"/>
                  </a:lnTo>
                  <a:lnTo>
                    <a:pt x="1540601" y="1716723"/>
                  </a:lnTo>
                  <a:lnTo>
                    <a:pt x="1529163" y="1715453"/>
                  </a:lnTo>
                  <a:lnTo>
                    <a:pt x="1518042" y="1714500"/>
                  </a:lnTo>
                  <a:lnTo>
                    <a:pt x="1506922" y="1712913"/>
                  </a:lnTo>
                  <a:lnTo>
                    <a:pt x="1495801" y="1710690"/>
                  </a:lnTo>
                  <a:lnTo>
                    <a:pt x="1485634" y="1709103"/>
                  </a:lnTo>
                  <a:lnTo>
                    <a:pt x="1475149" y="1706880"/>
                  </a:lnTo>
                  <a:lnTo>
                    <a:pt x="1456085" y="1701800"/>
                  </a:lnTo>
                  <a:lnTo>
                    <a:pt x="1439246" y="1697038"/>
                  </a:lnTo>
                  <a:lnTo>
                    <a:pt x="1424948" y="1692593"/>
                  </a:lnTo>
                  <a:lnTo>
                    <a:pt x="1414463" y="1688783"/>
                  </a:lnTo>
                  <a:lnTo>
                    <a:pt x="1414463" y="1342708"/>
                  </a:lnTo>
                  <a:lnTo>
                    <a:pt x="1416687" y="1347470"/>
                  </a:lnTo>
                  <a:lnTo>
                    <a:pt x="1419229" y="1352233"/>
                  </a:lnTo>
                  <a:lnTo>
                    <a:pt x="1422088" y="1357630"/>
                  </a:lnTo>
                  <a:lnTo>
                    <a:pt x="1425583" y="1362393"/>
                  </a:lnTo>
                  <a:lnTo>
                    <a:pt x="1429078" y="1367473"/>
                  </a:lnTo>
                  <a:lnTo>
                    <a:pt x="1433209" y="1372235"/>
                  </a:lnTo>
                  <a:lnTo>
                    <a:pt x="1437657" y="1376998"/>
                  </a:lnTo>
                  <a:lnTo>
                    <a:pt x="1442105" y="1381760"/>
                  </a:lnTo>
                  <a:lnTo>
                    <a:pt x="1446871" y="1386523"/>
                  </a:lnTo>
                  <a:lnTo>
                    <a:pt x="1451637" y="1390968"/>
                  </a:lnTo>
                  <a:lnTo>
                    <a:pt x="1456721" y="1395413"/>
                  </a:lnTo>
                  <a:lnTo>
                    <a:pt x="1462440" y="1399540"/>
                  </a:lnTo>
                  <a:lnTo>
                    <a:pt x="1467523" y="1403350"/>
                  </a:lnTo>
                  <a:lnTo>
                    <a:pt x="1472925" y="1406525"/>
                  </a:lnTo>
                  <a:lnTo>
                    <a:pt x="1478644" y="1410018"/>
                  </a:lnTo>
                  <a:lnTo>
                    <a:pt x="1484045" y="1412558"/>
                  </a:lnTo>
                  <a:lnTo>
                    <a:pt x="1484045" y="1413510"/>
                  </a:lnTo>
                  <a:lnTo>
                    <a:pt x="2108062" y="1413510"/>
                  </a:lnTo>
                  <a:lnTo>
                    <a:pt x="2108062" y="1410335"/>
                  </a:lnTo>
                  <a:lnTo>
                    <a:pt x="2115370" y="1406208"/>
                  </a:lnTo>
                  <a:lnTo>
                    <a:pt x="2122360" y="1401763"/>
                  </a:lnTo>
                  <a:lnTo>
                    <a:pt x="2129032" y="1396683"/>
                  </a:lnTo>
                  <a:lnTo>
                    <a:pt x="2135387" y="1390968"/>
                  </a:lnTo>
                  <a:lnTo>
                    <a:pt x="2141106" y="1385253"/>
                  </a:lnTo>
                  <a:lnTo>
                    <a:pt x="2146825" y="1378903"/>
                  </a:lnTo>
                  <a:lnTo>
                    <a:pt x="2151909" y="1372235"/>
                  </a:lnTo>
                  <a:lnTo>
                    <a:pt x="2156357" y="1365568"/>
                  </a:lnTo>
                  <a:lnTo>
                    <a:pt x="2160805" y="1358900"/>
                  </a:lnTo>
                  <a:lnTo>
                    <a:pt x="2163982" y="1352233"/>
                  </a:lnTo>
                  <a:lnTo>
                    <a:pt x="2167477" y="1345883"/>
                  </a:lnTo>
                  <a:lnTo>
                    <a:pt x="2170019" y="1339215"/>
                  </a:lnTo>
                  <a:lnTo>
                    <a:pt x="2172243" y="1332865"/>
                  </a:lnTo>
                  <a:lnTo>
                    <a:pt x="2173832" y="1326515"/>
                  </a:lnTo>
                  <a:lnTo>
                    <a:pt x="2174467" y="1320800"/>
                  </a:lnTo>
                  <a:lnTo>
                    <a:pt x="2174785" y="1315085"/>
                  </a:lnTo>
                  <a:lnTo>
                    <a:pt x="2174785" y="305434"/>
                  </a:lnTo>
                  <a:lnTo>
                    <a:pt x="2174467" y="301307"/>
                  </a:lnTo>
                  <a:lnTo>
                    <a:pt x="2172879" y="297497"/>
                  </a:lnTo>
                  <a:lnTo>
                    <a:pt x="2171290" y="293687"/>
                  </a:lnTo>
                  <a:lnTo>
                    <a:pt x="2168430" y="290829"/>
                  </a:lnTo>
                  <a:lnTo>
                    <a:pt x="2165571" y="288289"/>
                  </a:lnTo>
                  <a:lnTo>
                    <a:pt x="2162076" y="286067"/>
                  </a:lnTo>
                  <a:lnTo>
                    <a:pt x="2157945" y="284797"/>
                  </a:lnTo>
                  <a:lnTo>
                    <a:pt x="2153497" y="284479"/>
                  </a:lnTo>
                  <a:lnTo>
                    <a:pt x="1414463" y="284479"/>
                  </a:lnTo>
                  <a:lnTo>
                    <a:pt x="1414463" y="157162"/>
                  </a:lnTo>
                  <a:close/>
                  <a:moveTo>
                    <a:pt x="184374" y="0"/>
                  </a:moveTo>
                  <a:lnTo>
                    <a:pt x="1076100" y="0"/>
                  </a:lnTo>
                  <a:lnTo>
                    <a:pt x="1085621" y="317"/>
                  </a:lnTo>
                  <a:lnTo>
                    <a:pt x="1094824" y="953"/>
                  </a:lnTo>
                  <a:lnTo>
                    <a:pt x="1104026" y="1905"/>
                  </a:lnTo>
                  <a:lnTo>
                    <a:pt x="1113229" y="3494"/>
                  </a:lnTo>
                  <a:lnTo>
                    <a:pt x="1122115" y="5717"/>
                  </a:lnTo>
                  <a:lnTo>
                    <a:pt x="1131000" y="8258"/>
                  </a:lnTo>
                  <a:lnTo>
                    <a:pt x="1139568" y="11434"/>
                  </a:lnTo>
                  <a:lnTo>
                    <a:pt x="1147502" y="14610"/>
                  </a:lnTo>
                  <a:lnTo>
                    <a:pt x="1156070" y="18421"/>
                  </a:lnTo>
                  <a:lnTo>
                    <a:pt x="1163686" y="22232"/>
                  </a:lnTo>
                  <a:lnTo>
                    <a:pt x="1171620" y="26679"/>
                  </a:lnTo>
                  <a:lnTo>
                    <a:pt x="1178919" y="31443"/>
                  </a:lnTo>
                  <a:lnTo>
                    <a:pt x="1186217" y="36842"/>
                  </a:lnTo>
                  <a:lnTo>
                    <a:pt x="1193199" y="42241"/>
                  </a:lnTo>
                  <a:lnTo>
                    <a:pt x="1199863" y="47640"/>
                  </a:lnTo>
                  <a:lnTo>
                    <a:pt x="1206210" y="53993"/>
                  </a:lnTo>
                  <a:lnTo>
                    <a:pt x="1212557" y="60345"/>
                  </a:lnTo>
                  <a:lnTo>
                    <a:pt x="1218269" y="67014"/>
                  </a:lnTo>
                  <a:lnTo>
                    <a:pt x="1223981" y="74002"/>
                  </a:lnTo>
                  <a:lnTo>
                    <a:pt x="1229058" y="81306"/>
                  </a:lnTo>
                  <a:lnTo>
                    <a:pt x="1233818" y="88611"/>
                  </a:lnTo>
                  <a:lnTo>
                    <a:pt x="1238261" y="96551"/>
                  </a:lnTo>
                  <a:lnTo>
                    <a:pt x="1242387" y="104492"/>
                  </a:lnTo>
                  <a:lnTo>
                    <a:pt x="1245877" y="112749"/>
                  </a:lnTo>
                  <a:lnTo>
                    <a:pt x="1249368" y="121325"/>
                  </a:lnTo>
                  <a:lnTo>
                    <a:pt x="1252224" y="129582"/>
                  </a:lnTo>
                  <a:lnTo>
                    <a:pt x="1254446" y="138475"/>
                  </a:lnTo>
                  <a:lnTo>
                    <a:pt x="1256667" y="147368"/>
                  </a:lnTo>
                  <a:lnTo>
                    <a:pt x="1258254" y="156261"/>
                  </a:lnTo>
                  <a:lnTo>
                    <a:pt x="1259523" y="165472"/>
                  </a:lnTo>
                  <a:lnTo>
                    <a:pt x="1259840" y="175000"/>
                  </a:lnTo>
                  <a:lnTo>
                    <a:pt x="1260475" y="184210"/>
                  </a:lnTo>
                  <a:lnTo>
                    <a:pt x="1260475" y="1651541"/>
                  </a:lnTo>
                  <a:lnTo>
                    <a:pt x="1259840" y="1667103"/>
                  </a:lnTo>
                  <a:lnTo>
                    <a:pt x="1259206" y="1682348"/>
                  </a:lnTo>
                  <a:lnTo>
                    <a:pt x="1257936" y="1696958"/>
                  </a:lnTo>
                  <a:lnTo>
                    <a:pt x="1255715" y="1711886"/>
                  </a:lnTo>
                  <a:lnTo>
                    <a:pt x="1252542" y="1725860"/>
                  </a:lnTo>
                  <a:lnTo>
                    <a:pt x="1249368" y="1739835"/>
                  </a:lnTo>
                  <a:lnTo>
                    <a:pt x="1245243" y="1753492"/>
                  </a:lnTo>
                  <a:lnTo>
                    <a:pt x="1240483" y="1766831"/>
                  </a:lnTo>
                  <a:lnTo>
                    <a:pt x="1235405" y="1779535"/>
                  </a:lnTo>
                  <a:lnTo>
                    <a:pt x="1229376" y="1792239"/>
                  </a:lnTo>
                  <a:lnTo>
                    <a:pt x="1222712" y="1804308"/>
                  </a:lnTo>
                  <a:lnTo>
                    <a:pt x="1215413" y="1816060"/>
                  </a:lnTo>
                  <a:lnTo>
                    <a:pt x="1207162" y="1827493"/>
                  </a:lnTo>
                  <a:lnTo>
                    <a:pt x="1198594" y="1838292"/>
                  </a:lnTo>
                  <a:lnTo>
                    <a:pt x="1189391" y="1848773"/>
                  </a:lnTo>
                  <a:lnTo>
                    <a:pt x="1179236" y="1858619"/>
                  </a:lnTo>
                  <a:lnTo>
                    <a:pt x="1168129" y="1868147"/>
                  </a:lnTo>
                  <a:lnTo>
                    <a:pt x="1156705" y="1877040"/>
                  </a:lnTo>
                  <a:lnTo>
                    <a:pt x="1144646" y="1885615"/>
                  </a:lnTo>
                  <a:lnTo>
                    <a:pt x="1131635" y="1893555"/>
                  </a:lnTo>
                  <a:lnTo>
                    <a:pt x="1117989" y="1900860"/>
                  </a:lnTo>
                  <a:lnTo>
                    <a:pt x="1103709" y="1907530"/>
                  </a:lnTo>
                  <a:lnTo>
                    <a:pt x="1088794" y="1913882"/>
                  </a:lnTo>
                  <a:lnTo>
                    <a:pt x="1072927" y="1919599"/>
                  </a:lnTo>
                  <a:lnTo>
                    <a:pt x="1056108" y="1924680"/>
                  </a:lnTo>
                  <a:lnTo>
                    <a:pt x="1038654" y="1929127"/>
                  </a:lnTo>
                  <a:lnTo>
                    <a:pt x="1020566" y="1932620"/>
                  </a:lnTo>
                  <a:lnTo>
                    <a:pt x="1001526" y="1936114"/>
                  </a:lnTo>
                  <a:lnTo>
                    <a:pt x="981851" y="1938337"/>
                  </a:lnTo>
                  <a:lnTo>
                    <a:pt x="961541" y="1940243"/>
                  </a:lnTo>
                  <a:lnTo>
                    <a:pt x="940279" y="1941196"/>
                  </a:lnTo>
                  <a:lnTo>
                    <a:pt x="918065" y="1941513"/>
                  </a:lnTo>
                  <a:lnTo>
                    <a:pt x="342410" y="1941513"/>
                  </a:lnTo>
                  <a:lnTo>
                    <a:pt x="321148" y="1941196"/>
                  </a:lnTo>
                  <a:lnTo>
                    <a:pt x="300839" y="1940243"/>
                  </a:lnTo>
                  <a:lnTo>
                    <a:pt x="280846" y="1938337"/>
                  </a:lnTo>
                  <a:lnTo>
                    <a:pt x="261806" y="1936114"/>
                  </a:lnTo>
                  <a:lnTo>
                    <a:pt x="242765" y="1932938"/>
                  </a:lnTo>
                  <a:lnTo>
                    <a:pt x="225311" y="1929444"/>
                  </a:lnTo>
                  <a:lnTo>
                    <a:pt x="208175" y="1924998"/>
                  </a:lnTo>
                  <a:lnTo>
                    <a:pt x="191673" y="1920234"/>
                  </a:lnTo>
                  <a:lnTo>
                    <a:pt x="175806" y="1914517"/>
                  </a:lnTo>
                  <a:lnTo>
                    <a:pt x="160574" y="1908800"/>
                  </a:lnTo>
                  <a:lnTo>
                    <a:pt x="146294" y="1902130"/>
                  </a:lnTo>
                  <a:lnTo>
                    <a:pt x="132648" y="1894825"/>
                  </a:lnTo>
                  <a:lnTo>
                    <a:pt x="119954" y="1886885"/>
                  </a:lnTo>
                  <a:lnTo>
                    <a:pt x="107261" y="1878628"/>
                  </a:lnTo>
                  <a:lnTo>
                    <a:pt x="95836" y="1869735"/>
                  </a:lnTo>
                  <a:lnTo>
                    <a:pt x="84730" y="1860524"/>
                  </a:lnTo>
                  <a:lnTo>
                    <a:pt x="74575" y="1850361"/>
                  </a:lnTo>
                  <a:lnTo>
                    <a:pt x="64737" y="1840198"/>
                  </a:lnTo>
                  <a:lnTo>
                    <a:pt x="55534" y="1829399"/>
                  </a:lnTo>
                  <a:lnTo>
                    <a:pt x="47601" y="1817965"/>
                  </a:lnTo>
                  <a:lnTo>
                    <a:pt x="39985" y="1806532"/>
                  </a:lnTo>
                  <a:lnTo>
                    <a:pt x="32686" y="1794463"/>
                  </a:lnTo>
                  <a:lnTo>
                    <a:pt x="26656" y="1781758"/>
                  </a:lnTo>
                  <a:lnTo>
                    <a:pt x="20944" y="1768419"/>
                  </a:lnTo>
                  <a:lnTo>
                    <a:pt x="16184" y="1755397"/>
                  </a:lnTo>
                  <a:lnTo>
                    <a:pt x="11741" y="1741740"/>
                  </a:lnTo>
                  <a:lnTo>
                    <a:pt x="8251" y="1727131"/>
                  </a:lnTo>
                  <a:lnTo>
                    <a:pt x="5077" y="1712838"/>
                  </a:lnTo>
                  <a:lnTo>
                    <a:pt x="2856" y="1698229"/>
                  </a:lnTo>
                  <a:lnTo>
                    <a:pt x="1269" y="1682984"/>
                  </a:lnTo>
                  <a:lnTo>
                    <a:pt x="317" y="1667421"/>
                  </a:lnTo>
                  <a:lnTo>
                    <a:pt x="0" y="1651541"/>
                  </a:lnTo>
                  <a:lnTo>
                    <a:pt x="0" y="184210"/>
                  </a:lnTo>
                  <a:lnTo>
                    <a:pt x="0" y="175000"/>
                  </a:lnTo>
                  <a:lnTo>
                    <a:pt x="634" y="165472"/>
                  </a:lnTo>
                  <a:lnTo>
                    <a:pt x="1904" y="156261"/>
                  </a:lnTo>
                  <a:lnTo>
                    <a:pt x="3808" y="147368"/>
                  </a:lnTo>
                  <a:lnTo>
                    <a:pt x="6029" y="138475"/>
                  </a:lnTo>
                  <a:lnTo>
                    <a:pt x="8251" y="129582"/>
                  </a:lnTo>
                  <a:lnTo>
                    <a:pt x="11107" y="121325"/>
                  </a:lnTo>
                  <a:lnTo>
                    <a:pt x="14280" y="112749"/>
                  </a:lnTo>
                  <a:lnTo>
                    <a:pt x="18088" y="104492"/>
                  </a:lnTo>
                  <a:lnTo>
                    <a:pt x="22214" y="96551"/>
                  </a:lnTo>
                  <a:lnTo>
                    <a:pt x="26656" y="88611"/>
                  </a:lnTo>
                  <a:lnTo>
                    <a:pt x="31416" y="81306"/>
                  </a:lnTo>
                  <a:lnTo>
                    <a:pt x="36494" y="74002"/>
                  </a:lnTo>
                  <a:lnTo>
                    <a:pt x="41889" y="67014"/>
                  </a:lnTo>
                  <a:lnTo>
                    <a:pt x="47918" y="60345"/>
                  </a:lnTo>
                  <a:lnTo>
                    <a:pt x="53948" y="53993"/>
                  </a:lnTo>
                  <a:lnTo>
                    <a:pt x="60612" y="47640"/>
                  </a:lnTo>
                  <a:lnTo>
                    <a:pt x="66959" y="42241"/>
                  </a:lnTo>
                  <a:lnTo>
                    <a:pt x="74257" y="36842"/>
                  </a:lnTo>
                  <a:lnTo>
                    <a:pt x="81556" y="31443"/>
                  </a:lnTo>
                  <a:lnTo>
                    <a:pt x="88855" y="26679"/>
                  </a:lnTo>
                  <a:lnTo>
                    <a:pt x="96471" y="22232"/>
                  </a:lnTo>
                  <a:lnTo>
                    <a:pt x="104405" y="18421"/>
                  </a:lnTo>
                  <a:lnTo>
                    <a:pt x="112338" y="14610"/>
                  </a:lnTo>
                  <a:lnTo>
                    <a:pt x="120906" y="11434"/>
                  </a:lnTo>
                  <a:lnTo>
                    <a:pt x="129475" y="8258"/>
                  </a:lnTo>
                  <a:lnTo>
                    <a:pt x="138360" y="5717"/>
                  </a:lnTo>
                  <a:lnTo>
                    <a:pt x="146928" y="3494"/>
                  </a:lnTo>
                  <a:lnTo>
                    <a:pt x="156131" y="1905"/>
                  </a:lnTo>
                  <a:lnTo>
                    <a:pt x="165651" y="953"/>
                  </a:lnTo>
                  <a:lnTo>
                    <a:pt x="174854" y="317"/>
                  </a:lnTo>
                  <a:lnTo>
                    <a:pt x="184374" y="0"/>
                  </a:lnTo>
                  <a:close/>
                </a:path>
              </a:pathLst>
            </a:custGeom>
            <a:solidFill>
              <a:schemeClr val="accent1">
                <a:lumMod val="100000"/>
              </a:schemeClr>
            </a:solidFill>
            <a:ln>
              <a:noFill/>
            </a:ln>
          </p:spPr>
          <p:txBody>
            <a:bodyPr anchor="ctr">
              <a:scene3d>
                <a:camera prst="orthographicFront"/>
                <a:lightRig rig="threePt" dir="t"/>
              </a:scene3d>
              <a:sp3d>
                <a:contourClr>
                  <a:srgbClr val="FFFFFF"/>
                </a:contourClr>
              </a:sp3d>
            </a:bodyPr>
            <a:lstStyle/>
            <a:p>
              <a:pPr algn="ctr">
                <a:defRPr/>
              </a:pPr>
              <a:endParaRPr lang="zh-CN" altLang="en-US" sz="2400" dirty="0">
                <a:solidFill>
                  <a:srgbClr val="FFFFFF"/>
                </a:solidFill>
                <a:latin typeface="微软雅黑" panose="020B0503020204020204" pitchFamily="34" charset="-122"/>
                <a:ea typeface="微软雅黑" panose="020B0503020204020204" pitchFamily="34" charset="-122"/>
              </a:endParaRPr>
            </a:p>
          </p:txBody>
        </p:sp>
      </p:grpSp>
      <p:sp>
        <p:nvSpPr>
          <p:cNvPr id="21" name="TextBox 18"/>
          <p:cNvSpPr txBox="1"/>
          <p:nvPr/>
        </p:nvSpPr>
        <p:spPr>
          <a:xfrm>
            <a:off x="1941226" y="1923222"/>
            <a:ext cx="1382489" cy="287323"/>
          </a:xfrm>
          <a:prstGeom prst="rect">
            <a:avLst/>
          </a:prstGeom>
          <a:noFill/>
        </p:spPr>
        <p:txBody>
          <a:bodyPr wrap="square" lIns="0" tIns="0" rIns="0" bIns="0" rtlCol="0">
            <a:spAutoFit/>
          </a:bodyPr>
          <a:lstStyle/>
          <a:p>
            <a:pPr algn="ct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填加标题</a:t>
            </a:r>
          </a:p>
        </p:txBody>
      </p:sp>
      <p:sp>
        <p:nvSpPr>
          <p:cNvPr id="22" name="TextBox 19"/>
          <p:cNvSpPr txBox="1"/>
          <p:nvPr/>
        </p:nvSpPr>
        <p:spPr>
          <a:xfrm>
            <a:off x="1941220" y="2340250"/>
            <a:ext cx="1604421" cy="215444"/>
          </a:xfrm>
          <a:prstGeom prst="rect">
            <a:avLst/>
          </a:prstGeom>
          <a:noFill/>
        </p:spPr>
        <p:txBody>
          <a:bodyPr wrap="square" lIns="0" tIns="0" rIns="0" bIns="0" rtlCol="0">
            <a:sp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点击输入说明文字</a:t>
            </a:r>
          </a:p>
        </p:txBody>
      </p:sp>
      <p:sp>
        <p:nvSpPr>
          <p:cNvPr id="23" name="TextBox 20"/>
          <p:cNvSpPr txBox="1"/>
          <p:nvPr/>
        </p:nvSpPr>
        <p:spPr>
          <a:xfrm>
            <a:off x="1443907" y="3697345"/>
            <a:ext cx="1775091" cy="287323"/>
          </a:xfrm>
          <a:prstGeom prst="rect">
            <a:avLst/>
          </a:prstGeom>
          <a:noFill/>
        </p:spPr>
        <p:txBody>
          <a:bodyPr wrap="square" lIns="0" tIns="0" rIns="0" bIns="0" rtlCol="0">
            <a:spAutoFit/>
          </a:bodyPr>
          <a:lstStyle/>
          <a:p>
            <a:pPr algn="ct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填加标题</a:t>
            </a:r>
          </a:p>
        </p:txBody>
      </p:sp>
      <p:sp>
        <p:nvSpPr>
          <p:cNvPr id="24" name="TextBox 21"/>
          <p:cNvSpPr txBox="1"/>
          <p:nvPr/>
        </p:nvSpPr>
        <p:spPr>
          <a:xfrm>
            <a:off x="1577098" y="4127271"/>
            <a:ext cx="1555341" cy="215444"/>
          </a:xfrm>
          <a:prstGeom prst="rect">
            <a:avLst/>
          </a:prstGeom>
          <a:noFill/>
        </p:spPr>
        <p:txBody>
          <a:bodyPr wrap="square" lIns="0" tIns="0" rIns="0" bIns="0" rtlCol="0">
            <a:sp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点击输入说明文字</a:t>
            </a:r>
          </a:p>
        </p:txBody>
      </p:sp>
      <p:sp>
        <p:nvSpPr>
          <p:cNvPr id="25" name="TextBox 22"/>
          <p:cNvSpPr txBox="1"/>
          <p:nvPr/>
        </p:nvSpPr>
        <p:spPr>
          <a:xfrm>
            <a:off x="2351584" y="5571628"/>
            <a:ext cx="1555341" cy="287323"/>
          </a:xfrm>
          <a:prstGeom prst="rect">
            <a:avLst/>
          </a:prstGeom>
          <a:noFill/>
        </p:spPr>
        <p:txBody>
          <a:bodyPr wrap="square" lIns="0" tIns="0" rIns="0" bIns="0" rtlCol="0">
            <a:spAutoFit/>
          </a:bodyPr>
          <a:lstStyle/>
          <a:p>
            <a:pPr algn="ct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填加标题</a:t>
            </a:r>
          </a:p>
        </p:txBody>
      </p:sp>
      <p:sp>
        <p:nvSpPr>
          <p:cNvPr id="26" name="TextBox 23"/>
          <p:cNvSpPr txBox="1"/>
          <p:nvPr/>
        </p:nvSpPr>
        <p:spPr>
          <a:xfrm>
            <a:off x="2369700" y="5993926"/>
            <a:ext cx="1555341" cy="215444"/>
          </a:xfrm>
          <a:prstGeom prst="rect">
            <a:avLst/>
          </a:prstGeom>
          <a:noFill/>
        </p:spPr>
        <p:txBody>
          <a:bodyPr wrap="square" lIns="0" tIns="0" rIns="0" bIns="0" rtlCol="0">
            <a:spAutoFit/>
          </a:bodyPr>
          <a:lstStyle/>
          <a:p>
            <a:pPr algn="ct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点击输入说明文字</a:t>
            </a:r>
          </a:p>
        </p:txBody>
      </p:sp>
      <p:sp>
        <p:nvSpPr>
          <p:cNvPr id="27" name="Line 39"/>
          <p:cNvSpPr>
            <a:spLocks noChangeShapeType="1"/>
          </p:cNvSpPr>
          <p:nvPr/>
        </p:nvSpPr>
        <p:spPr bwMode="auto">
          <a:xfrm>
            <a:off x="6122054" y="2580439"/>
            <a:ext cx="1220367" cy="600099"/>
          </a:xfrm>
          <a:prstGeom prst="line">
            <a:avLst/>
          </a:prstGeom>
          <a:noFill/>
          <a:ln w="57150" cap="rnd">
            <a:solidFill>
              <a:schemeClr val="tx1">
                <a:lumMod val="50000"/>
                <a:lumOff val="50000"/>
              </a:schemeClr>
            </a:solidFill>
            <a:prstDash val="sysDot"/>
            <a:round/>
            <a:tailEnd type="triangle" w="med" len="med"/>
          </a:ln>
          <a:scene3d>
            <a:camera prst="orthographicFront">
              <a:rot lat="0" lon="0" rev="300000"/>
            </a:camera>
            <a:lightRig rig="threePt" dir="t"/>
          </a:scene3d>
          <a:extLst>
            <a:ext uri="{909E8E84-426E-40DD-AFC4-6F175D3DCCD1}">
              <a14:hiddenFill xmlns:a14="http://schemas.microsoft.com/office/drawing/2010/main">
                <a:noFill/>
              </a14:hiddenFill>
            </a:ext>
          </a:extLst>
        </p:spPr>
        <p:txBody>
          <a:bodyPr wrap="none" anchor="ctr"/>
          <a:lstStyle/>
          <a:p>
            <a:endParaRPr lang="zh-CN" altLang="en-US" sz="2400" dirty="0">
              <a:latin typeface="微软雅黑" panose="020B0503020204020204" pitchFamily="34" charset="-122"/>
              <a:ea typeface="微软雅黑" panose="020B0503020204020204" pitchFamily="34" charset="-122"/>
            </a:endParaRPr>
          </a:p>
        </p:txBody>
      </p:sp>
      <p:sp>
        <p:nvSpPr>
          <p:cNvPr id="28" name="Line 40"/>
          <p:cNvSpPr>
            <a:spLocks noChangeShapeType="1"/>
          </p:cNvSpPr>
          <p:nvPr/>
        </p:nvSpPr>
        <p:spPr bwMode="auto">
          <a:xfrm>
            <a:off x="5490925" y="3904681"/>
            <a:ext cx="1655732" cy="1681"/>
          </a:xfrm>
          <a:prstGeom prst="line">
            <a:avLst/>
          </a:prstGeom>
          <a:noFill/>
          <a:ln w="57150" cap="rnd">
            <a:solidFill>
              <a:schemeClr val="tx1">
                <a:lumMod val="50000"/>
                <a:lumOff val="50000"/>
              </a:schemeClr>
            </a:solidFill>
            <a:prstDash val="sysDot"/>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2400" dirty="0">
              <a:latin typeface="微软雅黑" panose="020B0503020204020204" pitchFamily="34" charset="-122"/>
              <a:ea typeface="微软雅黑" panose="020B0503020204020204" pitchFamily="34" charset="-122"/>
            </a:endParaRPr>
          </a:p>
        </p:txBody>
      </p:sp>
      <p:sp>
        <p:nvSpPr>
          <p:cNvPr id="29" name="Line 41"/>
          <p:cNvSpPr>
            <a:spLocks noChangeShapeType="1"/>
          </p:cNvSpPr>
          <p:nvPr/>
        </p:nvSpPr>
        <p:spPr bwMode="auto">
          <a:xfrm flipV="1">
            <a:off x="6064361" y="4632007"/>
            <a:ext cx="1272476" cy="511008"/>
          </a:xfrm>
          <a:prstGeom prst="line">
            <a:avLst/>
          </a:prstGeom>
          <a:noFill/>
          <a:ln w="57150" cap="rnd">
            <a:solidFill>
              <a:schemeClr val="tx1">
                <a:lumMod val="50000"/>
                <a:lumOff val="50000"/>
              </a:schemeClr>
            </a:solidFill>
            <a:prstDash val="sysDot"/>
            <a:round/>
            <a:tailEnd type="triangle" w="med" len="med"/>
          </a:ln>
          <a:scene3d>
            <a:camera prst="orthographicFront">
              <a:rot lat="0" lon="0" rev="21299999"/>
            </a:camera>
            <a:lightRig rig="threePt" dir="t"/>
          </a:scene3d>
          <a:extLst>
            <a:ext uri="{909E8E84-426E-40DD-AFC4-6F175D3DCCD1}">
              <a14:hiddenFill xmlns:a14="http://schemas.microsoft.com/office/drawing/2010/main">
                <a:noFill/>
              </a14:hiddenFill>
            </a:ext>
          </a:extLst>
        </p:spPr>
        <p:txBody>
          <a:bodyPr wrap="none" anchor="ctr"/>
          <a:lstStyle/>
          <a:p>
            <a:endParaRPr lang="zh-CN" altLang="en-US" sz="2400" dirty="0">
              <a:latin typeface="微软雅黑" panose="020B0503020204020204" pitchFamily="34" charset="-122"/>
              <a:ea typeface="微软雅黑" panose="020B0503020204020204" pitchFamily="34" charset="-122"/>
            </a:endParaRPr>
          </a:p>
        </p:txBody>
      </p:sp>
      <p:grpSp>
        <p:nvGrpSpPr>
          <p:cNvPr id="30" name="组合 29"/>
          <p:cNvGrpSpPr/>
          <p:nvPr/>
        </p:nvGrpSpPr>
        <p:grpSpPr>
          <a:xfrm>
            <a:off x="7566653" y="2364188"/>
            <a:ext cx="3041848" cy="3041848"/>
            <a:chOff x="1403648" y="1115468"/>
            <a:chExt cx="1294414" cy="1294414"/>
          </a:xfrm>
        </p:grpSpPr>
        <p:sp>
          <p:nvSpPr>
            <p:cNvPr id="31" name="椭圆 30"/>
            <p:cNvSpPr/>
            <p:nvPr/>
          </p:nvSpPr>
          <p:spPr>
            <a:xfrm>
              <a:off x="1539485" y="1259632"/>
              <a:ext cx="1022740" cy="1022740"/>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265" dirty="0">
                <a:latin typeface="微软雅黑" panose="020B0503020204020204" pitchFamily="34" charset="-122"/>
                <a:ea typeface="微软雅黑" panose="020B0503020204020204" pitchFamily="34" charset="-122"/>
              </a:endParaRPr>
            </a:p>
          </p:txBody>
        </p:sp>
        <p:grpSp>
          <p:nvGrpSpPr>
            <p:cNvPr id="32" name="组合 31"/>
            <p:cNvGrpSpPr/>
            <p:nvPr/>
          </p:nvGrpSpPr>
          <p:grpSpPr>
            <a:xfrm>
              <a:off x="1403648" y="1115468"/>
              <a:ext cx="1294414" cy="1294414"/>
              <a:chOff x="2555776" y="915566"/>
              <a:chExt cx="1944216" cy="1944216"/>
            </a:xfrm>
            <a:effectLst>
              <a:outerShdw blurRad="63500" dist="50800" dir="8100000" algn="tr" rotWithShape="0">
                <a:prstClr val="black">
                  <a:alpha val="35000"/>
                </a:prstClr>
              </a:outerShdw>
            </a:effectLst>
          </p:grpSpPr>
          <p:sp>
            <p:nvSpPr>
              <p:cNvPr id="34" name="同心圆 33"/>
              <p:cNvSpPr/>
              <p:nvPr/>
            </p:nvSpPr>
            <p:spPr>
              <a:xfrm>
                <a:off x="2555776" y="915566"/>
                <a:ext cx="1944216" cy="1944216"/>
              </a:xfrm>
              <a:prstGeom prst="donut">
                <a:avLst>
                  <a:gd name="adj" fmla="val 10097"/>
                </a:avLst>
              </a:prstGeom>
              <a:gradFill flip="none" rotWithShape="1">
                <a:gsLst>
                  <a:gs pos="0">
                    <a:schemeClr val="bg1"/>
                  </a:gs>
                  <a:gs pos="100000">
                    <a:schemeClr val="bg1">
                      <a:lumMod val="85000"/>
                    </a:schemeClr>
                  </a:gs>
                </a:gsLst>
                <a:lin ang="81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265" dirty="0">
                  <a:solidFill>
                    <a:schemeClr val="tx1"/>
                  </a:solidFill>
                  <a:latin typeface="微软雅黑" panose="020B0503020204020204" pitchFamily="34" charset="-122"/>
                  <a:ea typeface="微软雅黑" panose="020B0503020204020204" pitchFamily="34" charset="-122"/>
                </a:endParaRPr>
              </a:p>
            </p:txBody>
          </p:sp>
          <p:sp>
            <p:nvSpPr>
              <p:cNvPr id="35" name="同心圆 34"/>
              <p:cNvSpPr/>
              <p:nvPr/>
            </p:nvSpPr>
            <p:spPr>
              <a:xfrm>
                <a:off x="2733335" y="1093125"/>
                <a:ext cx="1589098" cy="1589098"/>
              </a:xfrm>
              <a:prstGeom prst="donut">
                <a:avLst>
                  <a:gd name="adj" fmla="val 12059"/>
                </a:avLst>
              </a:prstGeom>
              <a:gradFill flip="none" rotWithShape="1">
                <a:gsLst>
                  <a:gs pos="0">
                    <a:schemeClr val="bg1"/>
                  </a:gs>
                  <a:gs pos="100000">
                    <a:schemeClr val="bg1">
                      <a:lumMod val="85000"/>
                    </a:schemeClr>
                  </a:gs>
                </a:gsLst>
                <a:lin ang="162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265" dirty="0">
                  <a:solidFill>
                    <a:schemeClr val="tx1"/>
                  </a:solidFill>
                  <a:latin typeface="微软雅黑" panose="020B0503020204020204" pitchFamily="34" charset="-122"/>
                  <a:ea typeface="微软雅黑" panose="020B0503020204020204" pitchFamily="34" charset="-122"/>
                </a:endParaRPr>
              </a:p>
            </p:txBody>
          </p:sp>
        </p:grpSp>
        <p:sp>
          <p:nvSpPr>
            <p:cNvPr id="33" name="TextBox 30"/>
            <p:cNvSpPr txBox="1"/>
            <p:nvPr/>
          </p:nvSpPr>
          <p:spPr>
            <a:xfrm>
              <a:off x="1687876" y="1485936"/>
              <a:ext cx="725958" cy="528190"/>
            </a:xfrm>
            <a:prstGeom prst="rect">
              <a:avLst/>
            </a:prstGeom>
            <a:noFill/>
          </p:spPr>
          <p:txBody>
            <a:bodyPr wrap="square" rtlCol="0">
              <a:spAutoFit/>
            </a:bodyPr>
            <a:lstStyle>
              <a:defPPr>
                <a:defRPr lang="zh-CN"/>
              </a:defPPr>
              <a:lvl1pPr algn="ctr">
                <a:defRPr sz="1600" b="1">
                  <a:solidFill>
                    <a:schemeClr val="tx1">
                      <a:lumMod val="65000"/>
                      <a:lumOff val="35000"/>
                    </a:schemeClr>
                  </a:solidFill>
                  <a:effectLst>
                    <a:innerShdw blurRad="63500" dist="50800" dir="13500000">
                      <a:prstClr val="black">
                        <a:alpha val="50000"/>
                      </a:prstClr>
                    </a:innerShdw>
                  </a:effectLst>
                </a:defRPr>
              </a:lvl1pPr>
            </a:lstStyle>
            <a:p>
              <a:r>
                <a:rPr lang="zh-CN" altLang="en-US" sz="3735" dirty="0">
                  <a:solidFill>
                    <a:schemeClr val="bg1"/>
                  </a:solidFill>
                  <a:effectLst/>
                  <a:latin typeface="微软雅黑" panose="020B0503020204020204" pitchFamily="34" charset="-122"/>
                  <a:ea typeface="微软雅黑" panose="020B0503020204020204" pitchFamily="34" charset="-122"/>
                </a:rPr>
                <a:t>标题</a:t>
              </a:r>
              <a:endParaRPr lang="en-US" altLang="zh-CN" sz="3735" dirty="0">
                <a:solidFill>
                  <a:schemeClr val="bg1"/>
                </a:solidFill>
                <a:effectLst/>
                <a:latin typeface="微软雅黑" panose="020B0503020204020204" pitchFamily="34" charset="-122"/>
                <a:ea typeface="微软雅黑" panose="020B0503020204020204" pitchFamily="34" charset="-122"/>
              </a:endParaRPr>
            </a:p>
            <a:p>
              <a:r>
                <a:rPr lang="zh-CN" altLang="en-US" sz="3735" dirty="0">
                  <a:solidFill>
                    <a:schemeClr val="bg1"/>
                  </a:solidFill>
                  <a:effectLst/>
                  <a:latin typeface="微软雅黑" panose="020B0503020204020204" pitchFamily="34" charset="-122"/>
                  <a:ea typeface="微软雅黑" panose="020B0503020204020204" pitchFamily="34" charset="-122"/>
                </a:rPr>
                <a:t>内容</a:t>
              </a:r>
            </a:p>
          </p:txBody>
        </p:sp>
      </p:grpSp>
      <p:sp>
        <p:nvSpPr>
          <p:cNvPr id="37" name="Text Box 4">
            <a:extLst>
              <a:ext uri="{FF2B5EF4-FFF2-40B4-BE49-F238E27FC236}">
                <a16:creationId xmlns:a16="http://schemas.microsoft.com/office/drawing/2014/main" id="{991229B6-B2CE-6748-8209-A5B513ABF697}"/>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Half Frame 12">
            <a:extLst>
              <a:ext uri="{FF2B5EF4-FFF2-40B4-BE49-F238E27FC236}">
                <a16:creationId xmlns:a16="http://schemas.microsoft.com/office/drawing/2014/main" id="{5D44EE13-4843-DB4B-B487-6239D55E1249}"/>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3" name="直线连接符 42">
            <a:extLst>
              <a:ext uri="{FF2B5EF4-FFF2-40B4-BE49-F238E27FC236}">
                <a16:creationId xmlns:a16="http://schemas.microsoft.com/office/drawing/2014/main" id="{A97957BF-24ED-8B4B-BD0A-F915DE325564}"/>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50" advTm="0">
        <p14:flip dir="r"/>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accel="61000" fill="hold" nodeType="clickEffect" p14:presetBounceEnd="65000">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14:bounceEnd="65000">
                                          <p:cBhvr additive="base">
                                            <p:cTn id="7" dur="1500" fill="hold"/>
                                            <p:tgtEl>
                                              <p:spTgt spid="11"/>
                                            </p:tgtEl>
                                            <p:attrNameLst>
                                              <p:attrName>ppt_x</p:attrName>
                                            </p:attrNameLst>
                                          </p:cBhvr>
                                          <p:tavLst>
                                            <p:tav tm="0">
                                              <p:val>
                                                <p:strVal val="0-#ppt_w/2"/>
                                              </p:val>
                                            </p:tav>
                                            <p:tav tm="100000">
                                              <p:val>
                                                <p:strVal val="#ppt_x"/>
                                              </p:val>
                                            </p:tav>
                                          </p:tavLst>
                                        </p:anim>
                                        <p:anim calcmode="lin" valueType="num" p14:bounceEnd="65000">
                                          <p:cBhvr additive="base">
                                            <p:cTn id="8" dur="1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1" accel="61000" fill="hold" nodeType="withEffect" p14:presetBounceEnd="65000">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14:bounceEnd="65000">
                                          <p:cBhvr additive="base">
                                            <p:cTn id="11" dur="1500" fill="hold"/>
                                            <p:tgtEl>
                                              <p:spTgt spid="6"/>
                                            </p:tgtEl>
                                            <p:attrNameLst>
                                              <p:attrName>ppt_x</p:attrName>
                                            </p:attrNameLst>
                                          </p:cBhvr>
                                          <p:tavLst>
                                            <p:tav tm="0">
                                              <p:val>
                                                <p:strVal val="#ppt_x"/>
                                              </p:val>
                                            </p:tav>
                                            <p:tav tm="100000">
                                              <p:val>
                                                <p:strVal val="#ppt_x"/>
                                              </p:val>
                                            </p:tav>
                                          </p:tavLst>
                                        </p:anim>
                                        <p:anim calcmode="lin" valueType="num" p14:bounceEnd="65000">
                                          <p:cBhvr additive="base">
                                            <p:cTn id="12" dur="1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4" accel="61000" fill="hold" nodeType="withEffect" p14:presetBounceEnd="65000">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14:bounceEnd="65000">
                                          <p:cBhvr additive="base">
                                            <p:cTn id="15" dur="1500" fill="hold"/>
                                            <p:tgtEl>
                                              <p:spTgt spid="16"/>
                                            </p:tgtEl>
                                            <p:attrNameLst>
                                              <p:attrName>ppt_x</p:attrName>
                                            </p:attrNameLst>
                                          </p:cBhvr>
                                          <p:tavLst>
                                            <p:tav tm="0">
                                              <p:val>
                                                <p:strVal val="#ppt_x"/>
                                              </p:val>
                                            </p:tav>
                                            <p:tav tm="100000">
                                              <p:val>
                                                <p:strVal val="#ppt_x"/>
                                              </p:val>
                                            </p:tav>
                                          </p:tavLst>
                                        </p:anim>
                                        <p:anim calcmode="lin" valueType="num" p14:bounceEnd="65000">
                                          <p:cBhvr additive="base">
                                            <p:cTn id="16" dur="1500" fill="hold"/>
                                            <p:tgtEl>
                                              <p:spTgt spid="16"/>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par>
                              <p:cTn id="40" fill="hold">
                                <p:stCondLst>
                                  <p:cond delay="2500"/>
                                </p:stCondLst>
                                <p:childTnLst>
                                  <p:par>
                                    <p:cTn id="41" presetID="22" presetClass="entr" presetSubtype="8"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left)">
                                          <p:cBhvr>
                                            <p:cTn id="43" dur="500"/>
                                            <p:tgtEl>
                                              <p:spTgt spid="27"/>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childTnLst>
                              </p:cTn>
                            </p:par>
                            <p:par>
                              <p:cTn id="50" fill="hold">
                                <p:stCondLst>
                                  <p:cond delay="3000"/>
                                </p:stCondLst>
                                <p:childTnLst>
                                  <p:par>
                                    <p:cTn id="51" presetID="53" presetClass="entr" presetSubtype="16" fill="hold" nodeType="after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p:cTn id="53" dur="500" fill="hold"/>
                                            <p:tgtEl>
                                              <p:spTgt spid="30"/>
                                            </p:tgtEl>
                                            <p:attrNameLst>
                                              <p:attrName>ppt_w</p:attrName>
                                            </p:attrNameLst>
                                          </p:cBhvr>
                                          <p:tavLst>
                                            <p:tav tm="0">
                                              <p:val>
                                                <p:fltVal val="0"/>
                                              </p:val>
                                            </p:tav>
                                            <p:tav tm="100000">
                                              <p:val>
                                                <p:strVal val="#ppt_w"/>
                                              </p:val>
                                            </p:tav>
                                          </p:tavLst>
                                        </p:anim>
                                        <p:anim calcmode="lin" valueType="num">
                                          <p:cBhvr>
                                            <p:cTn id="54" dur="500" fill="hold"/>
                                            <p:tgtEl>
                                              <p:spTgt spid="30"/>
                                            </p:tgtEl>
                                            <p:attrNameLst>
                                              <p:attrName>ppt_h</p:attrName>
                                            </p:attrNameLst>
                                          </p:cBhvr>
                                          <p:tavLst>
                                            <p:tav tm="0">
                                              <p:val>
                                                <p:fltVal val="0"/>
                                              </p:val>
                                            </p:tav>
                                            <p:tav tm="100000">
                                              <p:val>
                                                <p:strVal val="#ppt_h"/>
                                              </p:val>
                                            </p:tav>
                                          </p:tavLst>
                                        </p:anim>
                                        <p:animEffect transition="in" filter="fade">
                                          <p:cBhvr>
                                            <p:cTn id="55" dur="500"/>
                                            <p:tgtEl>
                                              <p:spTgt spid="30"/>
                                            </p:tgtEl>
                                          </p:cBhvr>
                                        </p:animEffect>
                                      </p:childTnLst>
                                    </p:cTn>
                                  </p:par>
                                  <p:par>
                                    <p:cTn id="56" presetID="2" presetClass="entr" presetSubtype="1" fill="hold" grpId="0" nodeType="withEffect" p14:presetBounceEnd="81000">
                                      <p:stCondLst>
                                        <p:cond delay="0"/>
                                      </p:stCondLst>
                                      <p:childTnLst>
                                        <p:set>
                                          <p:cBhvr>
                                            <p:cTn id="57" dur="1" fill="hold">
                                              <p:stCondLst>
                                                <p:cond delay="0"/>
                                              </p:stCondLst>
                                            </p:cTn>
                                            <p:tgtEl>
                                              <p:spTgt spid="37"/>
                                            </p:tgtEl>
                                            <p:attrNameLst>
                                              <p:attrName>style.visibility</p:attrName>
                                            </p:attrNameLst>
                                          </p:cBhvr>
                                          <p:to>
                                            <p:strVal val="visible"/>
                                          </p:to>
                                        </p:set>
                                        <p:anim calcmode="lin" valueType="num" p14:bounceEnd="81000">
                                          <p:cBhvr additive="base">
                                            <p:cTn id="58" dur="1000" fill="hold"/>
                                            <p:tgtEl>
                                              <p:spTgt spid="37"/>
                                            </p:tgtEl>
                                            <p:attrNameLst>
                                              <p:attrName>ppt_x</p:attrName>
                                            </p:attrNameLst>
                                          </p:cBhvr>
                                          <p:tavLst>
                                            <p:tav tm="0">
                                              <p:val>
                                                <p:strVal val="#ppt_x"/>
                                              </p:val>
                                            </p:tav>
                                            <p:tav tm="100000">
                                              <p:val>
                                                <p:strVal val="#ppt_x"/>
                                              </p:val>
                                            </p:tav>
                                          </p:tavLst>
                                        </p:anim>
                                        <p:anim calcmode="lin" valueType="num" p14:bounceEnd="81000">
                                          <p:cBhvr additive="base">
                                            <p:cTn id="59" dur="1000" fill="hold"/>
                                            <p:tgtEl>
                                              <p:spTgt spid="37"/>
                                            </p:tgtEl>
                                            <p:attrNameLst>
                                              <p:attrName>ppt_y</p:attrName>
                                            </p:attrNameLst>
                                          </p:cBhvr>
                                          <p:tavLst>
                                            <p:tav tm="0">
                                              <p:val>
                                                <p:strVal val="0-#ppt_h/2"/>
                                              </p:val>
                                            </p:tav>
                                            <p:tav tm="100000">
                                              <p:val>
                                                <p:strVal val="#ppt_y"/>
                                              </p:val>
                                            </p:tav>
                                          </p:tavLst>
                                        </p:anim>
                                      </p:childTnLst>
                                    </p:cTn>
                                  </p:par>
                                </p:childTnLst>
                              </p:cTn>
                            </p:par>
                            <p:par>
                              <p:cTn id="60" fill="hold">
                                <p:stCondLst>
                                  <p:cond delay="4000"/>
                                </p:stCondLst>
                                <p:childTnLst>
                                  <p:par>
                                    <p:cTn id="61" presetID="22" presetClass="entr" presetSubtype="8" fill="hold" nodeType="after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wipe(left)">
                                          <p:cBhvr>
                                            <p:cTn id="6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p:bldP spid="22" grpId="0"/>
          <p:bldP spid="23" grpId="0"/>
          <p:bldP spid="24" grpId="0"/>
          <p:bldP spid="25" grpId="0"/>
          <p:bldP spid="26" grpId="0"/>
          <p:bldP spid="27" grpId="0" animBg="1"/>
          <p:bldP spid="28" grpId="0" animBg="1"/>
          <p:bldP spid="29" grpId="0" animBg="1"/>
          <p:bldP spid="37" grpId="0"/>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accel="6100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500" fill="hold"/>
                                            <p:tgtEl>
                                              <p:spTgt spid="11"/>
                                            </p:tgtEl>
                                            <p:attrNameLst>
                                              <p:attrName>ppt_x</p:attrName>
                                            </p:attrNameLst>
                                          </p:cBhvr>
                                          <p:tavLst>
                                            <p:tav tm="0">
                                              <p:val>
                                                <p:strVal val="0-#ppt_w/2"/>
                                              </p:val>
                                            </p:tav>
                                            <p:tav tm="100000">
                                              <p:val>
                                                <p:strVal val="#ppt_x"/>
                                              </p:val>
                                            </p:tav>
                                          </p:tavLst>
                                        </p:anim>
                                        <p:anim calcmode="lin" valueType="num">
                                          <p:cBhvr additive="base">
                                            <p:cTn id="8" dur="1500" fill="hold"/>
                                            <p:tgtEl>
                                              <p:spTgt spid="11"/>
                                            </p:tgtEl>
                                            <p:attrNameLst>
                                              <p:attrName>ppt_y</p:attrName>
                                            </p:attrNameLst>
                                          </p:cBhvr>
                                          <p:tavLst>
                                            <p:tav tm="0">
                                              <p:val>
                                                <p:strVal val="#ppt_y"/>
                                              </p:val>
                                            </p:tav>
                                            <p:tav tm="100000">
                                              <p:val>
                                                <p:strVal val="#ppt_y"/>
                                              </p:val>
                                            </p:tav>
                                          </p:tavLst>
                                        </p:anim>
                                      </p:childTnLst>
                                    </p:cTn>
                                  </p:par>
                                  <p:par>
                                    <p:cTn id="9" presetID="2" presetClass="entr" presetSubtype="1" accel="6100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500" fill="hold"/>
                                            <p:tgtEl>
                                              <p:spTgt spid="6"/>
                                            </p:tgtEl>
                                            <p:attrNameLst>
                                              <p:attrName>ppt_x</p:attrName>
                                            </p:attrNameLst>
                                          </p:cBhvr>
                                          <p:tavLst>
                                            <p:tav tm="0">
                                              <p:val>
                                                <p:strVal val="#ppt_x"/>
                                              </p:val>
                                            </p:tav>
                                            <p:tav tm="100000">
                                              <p:val>
                                                <p:strVal val="#ppt_x"/>
                                              </p:val>
                                            </p:tav>
                                          </p:tavLst>
                                        </p:anim>
                                        <p:anim calcmode="lin" valueType="num">
                                          <p:cBhvr additive="base">
                                            <p:cTn id="12" dur="1500" fill="hold"/>
                                            <p:tgtEl>
                                              <p:spTgt spid="6"/>
                                            </p:tgtEl>
                                            <p:attrNameLst>
                                              <p:attrName>ppt_y</p:attrName>
                                            </p:attrNameLst>
                                          </p:cBhvr>
                                          <p:tavLst>
                                            <p:tav tm="0">
                                              <p:val>
                                                <p:strVal val="0-#ppt_h/2"/>
                                              </p:val>
                                            </p:tav>
                                            <p:tav tm="100000">
                                              <p:val>
                                                <p:strVal val="#ppt_y"/>
                                              </p:val>
                                            </p:tav>
                                          </p:tavLst>
                                        </p:anim>
                                      </p:childTnLst>
                                    </p:cTn>
                                  </p:par>
                                  <p:par>
                                    <p:cTn id="13" presetID="2" presetClass="entr" presetSubtype="4" accel="6100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additive="base">
                                            <p:cTn id="15" dur="1500" fill="hold"/>
                                            <p:tgtEl>
                                              <p:spTgt spid="16"/>
                                            </p:tgtEl>
                                            <p:attrNameLst>
                                              <p:attrName>ppt_x</p:attrName>
                                            </p:attrNameLst>
                                          </p:cBhvr>
                                          <p:tavLst>
                                            <p:tav tm="0">
                                              <p:val>
                                                <p:strVal val="#ppt_x"/>
                                              </p:val>
                                            </p:tav>
                                            <p:tav tm="100000">
                                              <p:val>
                                                <p:strVal val="#ppt_x"/>
                                              </p:val>
                                            </p:tav>
                                          </p:tavLst>
                                        </p:anim>
                                        <p:anim calcmode="lin" valueType="num">
                                          <p:cBhvr additive="base">
                                            <p:cTn id="16" dur="1500" fill="hold"/>
                                            <p:tgtEl>
                                              <p:spTgt spid="16"/>
                                            </p:tgtEl>
                                            <p:attrNameLst>
                                              <p:attrName>ppt_y</p:attrName>
                                            </p:attrNameLst>
                                          </p:cBhvr>
                                          <p:tavLst>
                                            <p:tav tm="0">
                                              <p:val>
                                                <p:strVal val="1+#ppt_h/2"/>
                                              </p:val>
                                            </p:tav>
                                            <p:tav tm="100000">
                                              <p:val>
                                                <p:strVal val="#ppt_y"/>
                                              </p:val>
                                            </p:tav>
                                          </p:tavLst>
                                        </p:anim>
                                      </p:childTnLst>
                                    </p:cTn>
                                  </p:par>
                                </p:childTnLst>
                              </p:cTn>
                            </p:par>
                            <p:par>
                              <p:cTn id="17" fill="hold">
                                <p:stCondLst>
                                  <p:cond delay="1500"/>
                                </p:stCondLst>
                                <p:childTnLst>
                                  <p:par>
                                    <p:cTn id="18" presetID="22" presetClass="entr" presetSubtype="1" fill="hold" grpId="0"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up)">
                                          <p:cBhvr>
                                            <p:cTn id="20" dur="500"/>
                                            <p:tgtEl>
                                              <p:spTgt spid="5"/>
                                            </p:tgtEl>
                                          </p:cBhvr>
                                        </p:animEffect>
                                      </p:childTnLst>
                                    </p:cTn>
                                  </p:par>
                                </p:childTnLst>
                              </p:cTn>
                            </p:par>
                            <p:par>
                              <p:cTn id="21" fill="hold">
                                <p:stCondLst>
                                  <p:cond delay="2000"/>
                                </p:stCondLst>
                                <p:childTnLst>
                                  <p:par>
                                    <p:cTn id="22" presetID="10" presetClass="entr" presetSubtype="0" fill="hold" grpId="0" nodeType="after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500"/>
                                            <p:tgtEl>
                                              <p:spTgt spid="2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500"/>
                                            <p:tgtEl>
                                              <p:spTgt spid="2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childTnLst>
                              </p:cTn>
                            </p:par>
                            <p:par>
                              <p:cTn id="40" fill="hold">
                                <p:stCondLst>
                                  <p:cond delay="2500"/>
                                </p:stCondLst>
                                <p:childTnLst>
                                  <p:par>
                                    <p:cTn id="41" presetID="22" presetClass="entr" presetSubtype="8" fill="hold" grpId="0" nodeType="after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wipe(left)">
                                          <p:cBhvr>
                                            <p:cTn id="43" dur="500"/>
                                            <p:tgtEl>
                                              <p:spTgt spid="27"/>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wipe(left)">
                                          <p:cBhvr>
                                            <p:cTn id="46" dur="500"/>
                                            <p:tgtEl>
                                              <p:spTgt spid="28"/>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29"/>
                                            </p:tgtEl>
                                            <p:attrNameLst>
                                              <p:attrName>style.visibility</p:attrName>
                                            </p:attrNameLst>
                                          </p:cBhvr>
                                          <p:to>
                                            <p:strVal val="visible"/>
                                          </p:to>
                                        </p:set>
                                        <p:animEffect transition="in" filter="wipe(left)">
                                          <p:cBhvr>
                                            <p:cTn id="49" dur="500"/>
                                            <p:tgtEl>
                                              <p:spTgt spid="29"/>
                                            </p:tgtEl>
                                          </p:cBhvr>
                                        </p:animEffect>
                                      </p:childTnLst>
                                    </p:cTn>
                                  </p:par>
                                </p:childTnLst>
                              </p:cTn>
                            </p:par>
                            <p:par>
                              <p:cTn id="50" fill="hold">
                                <p:stCondLst>
                                  <p:cond delay="3000"/>
                                </p:stCondLst>
                                <p:childTnLst>
                                  <p:par>
                                    <p:cTn id="51" presetID="53" presetClass="entr" presetSubtype="16" fill="hold" nodeType="afterEffect">
                                      <p:stCondLst>
                                        <p:cond delay="0"/>
                                      </p:stCondLst>
                                      <p:childTnLst>
                                        <p:set>
                                          <p:cBhvr>
                                            <p:cTn id="52" dur="1" fill="hold">
                                              <p:stCondLst>
                                                <p:cond delay="0"/>
                                              </p:stCondLst>
                                            </p:cTn>
                                            <p:tgtEl>
                                              <p:spTgt spid="30"/>
                                            </p:tgtEl>
                                            <p:attrNameLst>
                                              <p:attrName>style.visibility</p:attrName>
                                            </p:attrNameLst>
                                          </p:cBhvr>
                                          <p:to>
                                            <p:strVal val="visible"/>
                                          </p:to>
                                        </p:set>
                                        <p:anim calcmode="lin" valueType="num">
                                          <p:cBhvr>
                                            <p:cTn id="53" dur="500" fill="hold"/>
                                            <p:tgtEl>
                                              <p:spTgt spid="30"/>
                                            </p:tgtEl>
                                            <p:attrNameLst>
                                              <p:attrName>ppt_w</p:attrName>
                                            </p:attrNameLst>
                                          </p:cBhvr>
                                          <p:tavLst>
                                            <p:tav tm="0">
                                              <p:val>
                                                <p:fltVal val="0"/>
                                              </p:val>
                                            </p:tav>
                                            <p:tav tm="100000">
                                              <p:val>
                                                <p:strVal val="#ppt_w"/>
                                              </p:val>
                                            </p:tav>
                                          </p:tavLst>
                                        </p:anim>
                                        <p:anim calcmode="lin" valueType="num">
                                          <p:cBhvr>
                                            <p:cTn id="54" dur="500" fill="hold"/>
                                            <p:tgtEl>
                                              <p:spTgt spid="30"/>
                                            </p:tgtEl>
                                            <p:attrNameLst>
                                              <p:attrName>ppt_h</p:attrName>
                                            </p:attrNameLst>
                                          </p:cBhvr>
                                          <p:tavLst>
                                            <p:tav tm="0">
                                              <p:val>
                                                <p:fltVal val="0"/>
                                              </p:val>
                                            </p:tav>
                                            <p:tav tm="100000">
                                              <p:val>
                                                <p:strVal val="#ppt_h"/>
                                              </p:val>
                                            </p:tav>
                                          </p:tavLst>
                                        </p:anim>
                                        <p:animEffect transition="in" filter="fade">
                                          <p:cBhvr>
                                            <p:cTn id="55" dur="500"/>
                                            <p:tgtEl>
                                              <p:spTgt spid="30"/>
                                            </p:tgtEl>
                                          </p:cBhvr>
                                        </p:animEffect>
                                      </p:childTnLst>
                                    </p:cTn>
                                  </p:par>
                                  <p:par>
                                    <p:cTn id="56" presetID="2" presetClass="entr" presetSubtype="1" fill="hold" grpId="0" nodeType="withEffect">
                                      <p:stCondLst>
                                        <p:cond delay="0"/>
                                      </p:stCondLst>
                                      <p:childTnLst>
                                        <p:set>
                                          <p:cBhvr>
                                            <p:cTn id="57" dur="1" fill="hold">
                                              <p:stCondLst>
                                                <p:cond delay="0"/>
                                              </p:stCondLst>
                                            </p:cTn>
                                            <p:tgtEl>
                                              <p:spTgt spid="37"/>
                                            </p:tgtEl>
                                            <p:attrNameLst>
                                              <p:attrName>style.visibility</p:attrName>
                                            </p:attrNameLst>
                                          </p:cBhvr>
                                          <p:to>
                                            <p:strVal val="visible"/>
                                          </p:to>
                                        </p:set>
                                        <p:anim calcmode="lin" valueType="num">
                                          <p:cBhvr additive="base">
                                            <p:cTn id="58" dur="1000" fill="hold"/>
                                            <p:tgtEl>
                                              <p:spTgt spid="37"/>
                                            </p:tgtEl>
                                            <p:attrNameLst>
                                              <p:attrName>ppt_x</p:attrName>
                                            </p:attrNameLst>
                                          </p:cBhvr>
                                          <p:tavLst>
                                            <p:tav tm="0">
                                              <p:val>
                                                <p:strVal val="#ppt_x"/>
                                              </p:val>
                                            </p:tav>
                                            <p:tav tm="100000">
                                              <p:val>
                                                <p:strVal val="#ppt_x"/>
                                              </p:val>
                                            </p:tav>
                                          </p:tavLst>
                                        </p:anim>
                                        <p:anim calcmode="lin" valueType="num">
                                          <p:cBhvr additive="base">
                                            <p:cTn id="59" dur="1000" fill="hold"/>
                                            <p:tgtEl>
                                              <p:spTgt spid="37"/>
                                            </p:tgtEl>
                                            <p:attrNameLst>
                                              <p:attrName>ppt_y</p:attrName>
                                            </p:attrNameLst>
                                          </p:cBhvr>
                                          <p:tavLst>
                                            <p:tav tm="0">
                                              <p:val>
                                                <p:strVal val="0-#ppt_h/2"/>
                                              </p:val>
                                            </p:tav>
                                            <p:tav tm="100000">
                                              <p:val>
                                                <p:strVal val="#ppt_y"/>
                                              </p:val>
                                            </p:tav>
                                          </p:tavLst>
                                        </p:anim>
                                      </p:childTnLst>
                                    </p:cTn>
                                  </p:par>
                                </p:childTnLst>
                              </p:cTn>
                            </p:par>
                            <p:par>
                              <p:cTn id="60" fill="hold">
                                <p:stCondLst>
                                  <p:cond delay="4000"/>
                                </p:stCondLst>
                                <p:childTnLst>
                                  <p:par>
                                    <p:cTn id="61" presetID="22" presetClass="entr" presetSubtype="8" fill="hold" nodeType="afterEffect">
                                      <p:stCondLst>
                                        <p:cond delay="0"/>
                                      </p:stCondLst>
                                      <p:childTnLst>
                                        <p:set>
                                          <p:cBhvr>
                                            <p:cTn id="62" dur="1" fill="hold">
                                              <p:stCondLst>
                                                <p:cond delay="0"/>
                                              </p:stCondLst>
                                            </p:cTn>
                                            <p:tgtEl>
                                              <p:spTgt spid="42"/>
                                            </p:tgtEl>
                                            <p:attrNameLst>
                                              <p:attrName>style.visibility</p:attrName>
                                            </p:attrNameLst>
                                          </p:cBhvr>
                                          <p:to>
                                            <p:strVal val="visible"/>
                                          </p:to>
                                        </p:set>
                                        <p:animEffect transition="in" filter="wipe(left)">
                                          <p:cBhvr>
                                            <p:cTn id="63"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1" grpId="0"/>
          <p:bldP spid="22" grpId="0"/>
          <p:bldP spid="23" grpId="0"/>
          <p:bldP spid="24" grpId="0"/>
          <p:bldP spid="25" grpId="0"/>
          <p:bldP spid="26" grpId="0"/>
          <p:bldP spid="27" grpId="0" animBg="1"/>
          <p:bldP spid="28" grpId="0" animBg="1"/>
          <p:bldP spid="29" grpId="0" animBg="1"/>
          <p:bldP spid="37" grpId="0"/>
        </p:bldLst>
      </p:timing>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607899" y="1796819"/>
            <a:ext cx="3334836" cy="1509992"/>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2809322" y="2088755"/>
            <a:ext cx="828061" cy="828060"/>
            <a:chOff x="304800" y="673100"/>
            <a:chExt cx="4000500" cy="4000500"/>
          </a:xfrm>
          <a:effectLst>
            <a:outerShdw blurRad="444500" dist="254000" dir="8100000" algn="tr" rotWithShape="0">
              <a:prstClr val="black">
                <a:alpha val="50000"/>
              </a:prstClr>
            </a:outerShdw>
          </a:effectLst>
        </p:grpSpPr>
        <p:sp>
          <p:nvSpPr>
            <p:cNvPr id="8" name="同心圆 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0" name="Group 41"/>
          <p:cNvGrpSpPr/>
          <p:nvPr/>
        </p:nvGrpSpPr>
        <p:grpSpPr bwMode="auto">
          <a:xfrm>
            <a:off x="3760239" y="2088753"/>
            <a:ext cx="1944228" cy="1066336"/>
            <a:chOff x="0" y="0"/>
            <a:chExt cx="2419" cy="1343"/>
          </a:xfrm>
        </p:grpSpPr>
        <p:sp>
          <p:nvSpPr>
            <p:cNvPr id="1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标题</a:t>
              </a:r>
              <a:endParaRPr lang="en-US"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1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3" name="Freeform 9"/>
          <p:cNvSpPr>
            <a:spLocks noEditPoints="1"/>
          </p:cNvSpPr>
          <p:nvPr/>
        </p:nvSpPr>
        <p:spPr bwMode="auto">
          <a:xfrm>
            <a:off x="3000648" y="2343079"/>
            <a:ext cx="375947" cy="299288"/>
          </a:xfrm>
          <a:custGeom>
            <a:avLst/>
            <a:gdLst>
              <a:gd name="T0" fmla="*/ 54 w 159"/>
              <a:gd name="T1" fmla="*/ 126 h 128"/>
              <a:gd name="T2" fmla="*/ 57 w 159"/>
              <a:gd name="T3" fmla="*/ 127 h 128"/>
              <a:gd name="T4" fmla="*/ 81 w 159"/>
              <a:gd name="T5" fmla="*/ 105 h 128"/>
              <a:gd name="T6" fmla="*/ 54 w 159"/>
              <a:gd name="T7" fmla="*/ 91 h 128"/>
              <a:gd name="T8" fmla="*/ 54 w 159"/>
              <a:gd name="T9" fmla="*/ 126 h 128"/>
              <a:gd name="T10" fmla="*/ 154 w 159"/>
              <a:gd name="T11" fmla="*/ 1 h 128"/>
              <a:gd name="T12" fmla="*/ 3 w 159"/>
              <a:gd name="T13" fmla="*/ 54 h 128"/>
              <a:gd name="T14" fmla="*/ 2 w 159"/>
              <a:gd name="T15" fmla="*/ 58 h 128"/>
              <a:gd name="T16" fmla="*/ 35 w 159"/>
              <a:gd name="T17" fmla="*/ 71 h 128"/>
              <a:gd name="T18" fmla="*/ 35 w 159"/>
              <a:gd name="T19" fmla="*/ 71 h 128"/>
              <a:gd name="T20" fmla="*/ 54 w 159"/>
              <a:gd name="T21" fmla="*/ 79 h 128"/>
              <a:gd name="T22" fmla="*/ 148 w 159"/>
              <a:gd name="T23" fmla="*/ 10 h 128"/>
              <a:gd name="T24" fmla="*/ 150 w 159"/>
              <a:gd name="T25" fmla="*/ 12 h 128"/>
              <a:gd name="T26" fmla="*/ 83 w 159"/>
              <a:gd name="T27" fmla="*/ 85 h 128"/>
              <a:gd name="T28" fmla="*/ 83 w 159"/>
              <a:gd name="T29" fmla="*/ 85 h 128"/>
              <a:gd name="T30" fmla="*/ 79 w 159"/>
              <a:gd name="T31" fmla="*/ 89 h 128"/>
              <a:gd name="T32" fmla="*/ 84 w 159"/>
              <a:gd name="T33" fmla="*/ 92 h 128"/>
              <a:gd name="T34" fmla="*/ 84 w 159"/>
              <a:gd name="T35" fmla="*/ 92 h 128"/>
              <a:gd name="T36" fmla="*/ 127 w 159"/>
              <a:gd name="T37" fmla="*/ 115 h 128"/>
              <a:gd name="T38" fmla="*/ 133 w 159"/>
              <a:gd name="T39" fmla="*/ 112 h 128"/>
              <a:gd name="T40" fmla="*/ 158 w 159"/>
              <a:gd name="T41" fmla="*/ 5 h 128"/>
              <a:gd name="T42" fmla="*/ 154 w 159"/>
              <a:gd name="T43" fmla="*/ 1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9" h="128">
                <a:moveTo>
                  <a:pt x="54" y="126"/>
                </a:moveTo>
                <a:cubicBezTo>
                  <a:pt x="54" y="128"/>
                  <a:pt x="55" y="128"/>
                  <a:pt x="57" y="127"/>
                </a:cubicBezTo>
                <a:cubicBezTo>
                  <a:pt x="59" y="125"/>
                  <a:pt x="81" y="105"/>
                  <a:pt x="81" y="105"/>
                </a:cubicBezTo>
                <a:cubicBezTo>
                  <a:pt x="54" y="91"/>
                  <a:pt x="54" y="91"/>
                  <a:pt x="54" y="91"/>
                </a:cubicBezTo>
                <a:cubicBezTo>
                  <a:pt x="54" y="126"/>
                  <a:pt x="54" y="126"/>
                  <a:pt x="54" y="126"/>
                </a:cubicBezTo>
                <a:close/>
                <a:moveTo>
                  <a:pt x="154" y="1"/>
                </a:moveTo>
                <a:cubicBezTo>
                  <a:pt x="151" y="2"/>
                  <a:pt x="5" y="53"/>
                  <a:pt x="3" y="54"/>
                </a:cubicBezTo>
                <a:cubicBezTo>
                  <a:pt x="0" y="55"/>
                  <a:pt x="0" y="57"/>
                  <a:pt x="2" y="58"/>
                </a:cubicBezTo>
                <a:cubicBezTo>
                  <a:pt x="6" y="60"/>
                  <a:pt x="35" y="71"/>
                  <a:pt x="35" y="71"/>
                </a:cubicBezTo>
                <a:cubicBezTo>
                  <a:pt x="35" y="71"/>
                  <a:pt x="35" y="71"/>
                  <a:pt x="35" y="71"/>
                </a:cubicBezTo>
                <a:cubicBezTo>
                  <a:pt x="54" y="79"/>
                  <a:pt x="54" y="79"/>
                  <a:pt x="54" y="79"/>
                </a:cubicBezTo>
                <a:cubicBezTo>
                  <a:pt x="54" y="79"/>
                  <a:pt x="147" y="11"/>
                  <a:pt x="148" y="10"/>
                </a:cubicBezTo>
                <a:cubicBezTo>
                  <a:pt x="150" y="9"/>
                  <a:pt x="151" y="11"/>
                  <a:pt x="150" y="12"/>
                </a:cubicBezTo>
                <a:cubicBezTo>
                  <a:pt x="149" y="13"/>
                  <a:pt x="83" y="85"/>
                  <a:pt x="83" y="85"/>
                </a:cubicBezTo>
                <a:cubicBezTo>
                  <a:pt x="83" y="85"/>
                  <a:pt x="83" y="85"/>
                  <a:pt x="83" y="85"/>
                </a:cubicBezTo>
                <a:cubicBezTo>
                  <a:pt x="79" y="89"/>
                  <a:pt x="79" y="89"/>
                  <a:pt x="79" y="89"/>
                </a:cubicBezTo>
                <a:cubicBezTo>
                  <a:pt x="84" y="92"/>
                  <a:pt x="84" y="92"/>
                  <a:pt x="84" y="92"/>
                </a:cubicBezTo>
                <a:cubicBezTo>
                  <a:pt x="84" y="92"/>
                  <a:pt x="84" y="92"/>
                  <a:pt x="84" y="92"/>
                </a:cubicBezTo>
                <a:cubicBezTo>
                  <a:pt x="84" y="92"/>
                  <a:pt x="124" y="113"/>
                  <a:pt x="127" y="115"/>
                </a:cubicBezTo>
                <a:cubicBezTo>
                  <a:pt x="129" y="116"/>
                  <a:pt x="132" y="115"/>
                  <a:pt x="133" y="112"/>
                </a:cubicBezTo>
                <a:cubicBezTo>
                  <a:pt x="134" y="108"/>
                  <a:pt x="158" y="7"/>
                  <a:pt x="158" y="5"/>
                </a:cubicBezTo>
                <a:cubicBezTo>
                  <a:pt x="159" y="2"/>
                  <a:pt x="157" y="0"/>
                  <a:pt x="154" y="1"/>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14" name="组合 13"/>
          <p:cNvGrpSpPr/>
          <p:nvPr/>
        </p:nvGrpSpPr>
        <p:grpSpPr>
          <a:xfrm>
            <a:off x="6384033" y="1796819"/>
            <a:ext cx="3334836" cy="1509992"/>
            <a:chOff x="4304043" y="1286668"/>
            <a:chExt cx="3837944" cy="2757793"/>
          </a:xfrm>
          <a:effectLst>
            <a:outerShdw blurRad="381000" dist="254000" dir="8100000" algn="tr" rotWithShape="0">
              <a:prstClr val="black">
                <a:alpha val="40000"/>
              </a:prstClr>
            </a:outerShdw>
          </a:effectLst>
        </p:grpSpPr>
        <p:sp>
          <p:nvSpPr>
            <p:cNvPr id="15" name="圆角矩形 1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圆角矩形 1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7" name="组合 16"/>
          <p:cNvGrpSpPr/>
          <p:nvPr/>
        </p:nvGrpSpPr>
        <p:grpSpPr>
          <a:xfrm>
            <a:off x="6585455" y="2088755"/>
            <a:ext cx="828061" cy="828060"/>
            <a:chOff x="304800" y="673100"/>
            <a:chExt cx="4000500" cy="4000500"/>
          </a:xfrm>
          <a:effectLst>
            <a:outerShdw blurRad="444500" dist="254000" dir="8100000" algn="tr" rotWithShape="0">
              <a:prstClr val="black">
                <a:alpha val="50000"/>
              </a:prstClr>
            </a:outerShdw>
          </a:effectLst>
        </p:grpSpPr>
        <p:sp>
          <p:nvSpPr>
            <p:cNvPr id="18" name="同心圆 1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椭圆 1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0" name="Group 41"/>
          <p:cNvGrpSpPr/>
          <p:nvPr/>
        </p:nvGrpSpPr>
        <p:grpSpPr bwMode="auto">
          <a:xfrm>
            <a:off x="7536373" y="2088753"/>
            <a:ext cx="1944228" cy="1066336"/>
            <a:chOff x="0" y="0"/>
            <a:chExt cx="2419" cy="1343"/>
          </a:xfrm>
        </p:grpSpPr>
        <p:sp>
          <p:nvSpPr>
            <p:cNvPr id="2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标题</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2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23" name="Freeform 8"/>
          <p:cNvSpPr>
            <a:spLocks noEditPoints="1"/>
          </p:cNvSpPr>
          <p:nvPr/>
        </p:nvSpPr>
        <p:spPr bwMode="auto">
          <a:xfrm>
            <a:off x="6836508" y="2396761"/>
            <a:ext cx="325955" cy="322992"/>
          </a:xfrm>
          <a:custGeom>
            <a:avLst/>
            <a:gdLst>
              <a:gd name="T0" fmla="*/ 18 w 138"/>
              <a:gd name="T1" fmla="*/ 69 h 138"/>
              <a:gd name="T2" fmla="*/ 0 w 138"/>
              <a:gd name="T3" fmla="*/ 69 h 138"/>
              <a:gd name="T4" fmla="*/ 0 w 138"/>
              <a:gd name="T5" fmla="*/ 121 h 138"/>
              <a:gd name="T6" fmla="*/ 18 w 138"/>
              <a:gd name="T7" fmla="*/ 138 h 138"/>
              <a:gd name="T8" fmla="*/ 69 w 138"/>
              <a:gd name="T9" fmla="*/ 138 h 138"/>
              <a:gd name="T10" fmla="*/ 69 w 138"/>
              <a:gd name="T11" fmla="*/ 121 h 138"/>
              <a:gd name="T12" fmla="*/ 18 w 138"/>
              <a:gd name="T13" fmla="*/ 121 h 138"/>
              <a:gd name="T14" fmla="*/ 18 w 138"/>
              <a:gd name="T15" fmla="*/ 69 h 138"/>
              <a:gd name="T16" fmla="*/ 121 w 138"/>
              <a:gd name="T17" fmla="*/ 86 h 138"/>
              <a:gd name="T18" fmla="*/ 52 w 138"/>
              <a:gd name="T19" fmla="*/ 86 h 138"/>
              <a:gd name="T20" fmla="*/ 52 w 138"/>
              <a:gd name="T21" fmla="*/ 18 h 138"/>
              <a:gd name="T22" fmla="*/ 121 w 138"/>
              <a:gd name="T23" fmla="*/ 18 h 138"/>
              <a:gd name="T24" fmla="*/ 121 w 138"/>
              <a:gd name="T25" fmla="*/ 86 h 138"/>
              <a:gd name="T26" fmla="*/ 121 w 138"/>
              <a:gd name="T27" fmla="*/ 0 h 138"/>
              <a:gd name="T28" fmla="*/ 52 w 138"/>
              <a:gd name="T29" fmla="*/ 0 h 138"/>
              <a:gd name="T30" fmla="*/ 35 w 138"/>
              <a:gd name="T31" fmla="*/ 17 h 138"/>
              <a:gd name="T32" fmla="*/ 35 w 138"/>
              <a:gd name="T33" fmla="*/ 86 h 138"/>
              <a:gd name="T34" fmla="*/ 52 w 138"/>
              <a:gd name="T35" fmla="*/ 103 h 138"/>
              <a:gd name="T36" fmla="*/ 121 w 138"/>
              <a:gd name="T37" fmla="*/ 103 h 138"/>
              <a:gd name="T38" fmla="*/ 138 w 138"/>
              <a:gd name="T39" fmla="*/ 86 h 138"/>
              <a:gd name="T40" fmla="*/ 138 w 138"/>
              <a:gd name="T41" fmla="*/ 18 h 138"/>
              <a:gd name="T42" fmla="*/ 121 w 138"/>
              <a:gd name="T43"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8" h="138">
                <a:moveTo>
                  <a:pt x="18" y="69"/>
                </a:moveTo>
                <a:cubicBezTo>
                  <a:pt x="0" y="69"/>
                  <a:pt x="0" y="69"/>
                  <a:pt x="0" y="69"/>
                </a:cubicBezTo>
                <a:cubicBezTo>
                  <a:pt x="0" y="121"/>
                  <a:pt x="0" y="121"/>
                  <a:pt x="0" y="121"/>
                </a:cubicBezTo>
                <a:cubicBezTo>
                  <a:pt x="0" y="130"/>
                  <a:pt x="8" y="138"/>
                  <a:pt x="18" y="138"/>
                </a:cubicBezTo>
                <a:cubicBezTo>
                  <a:pt x="69" y="138"/>
                  <a:pt x="69" y="138"/>
                  <a:pt x="69" y="138"/>
                </a:cubicBezTo>
                <a:cubicBezTo>
                  <a:pt x="69" y="121"/>
                  <a:pt x="69" y="121"/>
                  <a:pt x="69" y="121"/>
                </a:cubicBezTo>
                <a:cubicBezTo>
                  <a:pt x="18" y="121"/>
                  <a:pt x="18" y="121"/>
                  <a:pt x="18" y="121"/>
                </a:cubicBezTo>
                <a:cubicBezTo>
                  <a:pt x="18" y="69"/>
                  <a:pt x="18" y="69"/>
                  <a:pt x="18" y="69"/>
                </a:cubicBezTo>
                <a:close/>
                <a:moveTo>
                  <a:pt x="121" y="86"/>
                </a:moveTo>
                <a:cubicBezTo>
                  <a:pt x="52" y="86"/>
                  <a:pt x="52" y="86"/>
                  <a:pt x="52" y="86"/>
                </a:cubicBezTo>
                <a:cubicBezTo>
                  <a:pt x="52" y="18"/>
                  <a:pt x="52" y="18"/>
                  <a:pt x="52" y="18"/>
                </a:cubicBezTo>
                <a:cubicBezTo>
                  <a:pt x="121" y="18"/>
                  <a:pt x="121" y="18"/>
                  <a:pt x="121" y="18"/>
                </a:cubicBezTo>
                <a:cubicBezTo>
                  <a:pt x="121" y="86"/>
                  <a:pt x="121" y="86"/>
                  <a:pt x="121" y="86"/>
                </a:cubicBezTo>
                <a:close/>
                <a:moveTo>
                  <a:pt x="121" y="0"/>
                </a:moveTo>
                <a:cubicBezTo>
                  <a:pt x="52" y="0"/>
                  <a:pt x="52" y="0"/>
                  <a:pt x="52" y="0"/>
                </a:cubicBezTo>
                <a:cubicBezTo>
                  <a:pt x="42" y="0"/>
                  <a:pt x="35" y="8"/>
                  <a:pt x="35" y="17"/>
                </a:cubicBezTo>
                <a:cubicBezTo>
                  <a:pt x="35" y="86"/>
                  <a:pt x="35" y="86"/>
                  <a:pt x="35" y="86"/>
                </a:cubicBezTo>
                <a:cubicBezTo>
                  <a:pt x="35" y="96"/>
                  <a:pt x="42" y="103"/>
                  <a:pt x="52" y="103"/>
                </a:cubicBezTo>
                <a:cubicBezTo>
                  <a:pt x="121" y="103"/>
                  <a:pt x="121" y="103"/>
                  <a:pt x="121" y="103"/>
                </a:cubicBezTo>
                <a:cubicBezTo>
                  <a:pt x="130" y="103"/>
                  <a:pt x="138" y="96"/>
                  <a:pt x="138" y="86"/>
                </a:cubicBezTo>
                <a:cubicBezTo>
                  <a:pt x="138" y="18"/>
                  <a:pt x="138" y="18"/>
                  <a:pt x="138" y="18"/>
                </a:cubicBezTo>
                <a:cubicBezTo>
                  <a:pt x="138" y="8"/>
                  <a:pt x="130" y="0"/>
                  <a:pt x="121" y="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24" name="组合 23"/>
          <p:cNvGrpSpPr/>
          <p:nvPr/>
        </p:nvGrpSpPr>
        <p:grpSpPr>
          <a:xfrm>
            <a:off x="2607899" y="3744152"/>
            <a:ext cx="3334836" cy="1509992"/>
            <a:chOff x="4304043" y="1286668"/>
            <a:chExt cx="3837944" cy="2757793"/>
          </a:xfrm>
          <a:effectLst>
            <a:outerShdw blurRad="381000" dist="254000" dir="8100000" algn="tr" rotWithShape="0">
              <a:prstClr val="black">
                <a:alpha val="40000"/>
              </a:prstClr>
            </a:outerShdw>
          </a:effectLst>
        </p:grpSpPr>
        <p:sp>
          <p:nvSpPr>
            <p:cNvPr id="25" name="圆角矩形 2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6" name="圆角矩形 2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27" name="组合 26"/>
          <p:cNvGrpSpPr/>
          <p:nvPr/>
        </p:nvGrpSpPr>
        <p:grpSpPr>
          <a:xfrm>
            <a:off x="2809322" y="4036089"/>
            <a:ext cx="828061" cy="828060"/>
            <a:chOff x="304800" y="673100"/>
            <a:chExt cx="4000500" cy="4000500"/>
          </a:xfrm>
          <a:effectLst>
            <a:outerShdw blurRad="444500" dist="254000" dir="8100000" algn="tr" rotWithShape="0">
              <a:prstClr val="black">
                <a:alpha val="50000"/>
              </a:prstClr>
            </a:outerShdw>
          </a:effectLst>
        </p:grpSpPr>
        <p:sp>
          <p:nvSpPr>
            <p:cNvPr id="28" name="同心圆 2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椭圆 2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0" name="Group 41"/>
          <p:cNvGrpSpPr/>
          <p:nvPr/>
        </p:nvGrpSpPr>
        <p:grpSpPr bwMode="auto">
          <a:xfrm>
            <a:off x="3760239" y="4036087"/>
            <a:ext cx="1944228" cy="1066336"/>
            <a:chOff x="0" y="0"/>
            <a:chExt cx="2419" cy="1343"/>
          </a:xfrm>
        </p:grpSpPr>
        <p:sp>
          <p:nvSpPr>
            <p:cNvPr id="3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标题</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3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33" name="Freeform 7"/>
          <p:cNvSpPr/>
          <p:nvPr/>
        </p:nvSpPr>
        <p:spPr bwMode="auto">
          <a:xfrm>
            <a:off x="2989981" y="4251580"/>
            <a:ext cx="394945" cy="397075"/>
          </a:xfrm>
          <a:custGeom>
            <a:avLst/>
            <a:gdLst>
              <a:gd name="T0" fmla="*/ 48 w 167"/>
              <a:gd name="T1" fmla="*/ 170 h 170"/>
              <a:gd name="T2" fmla="*/ 18 w 167"/>
              <a:gd name="T3" fmla="*/ 158 h 170"/>
              <a:gd name="T4" fmla="*/ 20 w 167"/>
              <a:gd name="T5" fmla="*/ 97 h 170"/>
              <a:gd name="T6" fmla="*/ 105 w 167"/>
              <a:gd name="T7" fmla="*/ 12 h 170"/>
              <a:gd name="T8" fmla="*/ 135 w 167"/>
              <a:gd name="T9" fmla="*/ 3 h 170"/>
              <a:gd name="T10" fmla="*/ 157 w 167"/>
              <a:gd name="T11" fmla="*/ 24 h 170"/>
              <a:gd name="T12" fmla="*/ 148 w 167"/>
              <a:gd name="T13" fmla="*/ 54 h 170"/>
              <a:gd name="T14" fmla="*/ 66 w 167"/>
              <a:gd name="T15" fmla="*/ 136 h 170"/>
              <a:gd name="T16" fmla="*/ 51 w 167"/>
              <a:gd name="T17" fmla="*/ 143 h 170"/>
              <a:gd name="T18" fmla="*/ 38 w 167"/>
              <a:gd name="T19" fmla="*/ 139 h 170"/>
              <a:gd name="T20" fmla="*/ 41 w 167"/>
              <a:gd name="T21" fmla="*/ 110 h 170"/>
              <a:gd name="T22" fmla="*/ 98 w 167"/>
              <a:gd name="T23" fmla="*/ 53 h 170"/>
              <a:gd name="T24" fmla="*/ 106 w 167"/>
              <a:gd name="T25" fmla="*/ 53 h 170"/>
              <a:gd name="T26" fmla="*/ 106 w 167"/>
              <a:gd name="T27" fmla="*/ 62 h 170"/>
              <a:gd name="T28" fmla="*/ 49 w 167"/>
              <a:gd name="T29" fmla="*/ 119 h 170"/>
              <a:gd name="T30" fmla="*/ 46 w 167"/>
              <a:gd name="T31" fmla="*/ 130 h 170"/>
              <a:gd name="T32" fmla="*/ 50 w 167"/>
              <a:gd name="T33" fmla="*/ 132 h 170"/>
              <a:gd name="T34" fmla="*/ 58 w 167"/>
              <a:gd name="T35" fmla="*/ 127 h 170"/>
              <a:gd name="T36" fmla="*/ 139 w 167"/>
              <a:gd name="T37" fmla="*/ 46 h 170"/>
              <a:gd name="T38" fmla="*/ 145 w 167"/>
              <a:gd name="T39" fmla="*/ 27 h 170"/>
              <a:gd name="T40" fmla="*/ 132 w 167"/>
              <a:gd name="T41" fmla="*/ 14 h 170"/>
              <a:gd name="T42" fmla="*/ 114 w 167"/>
              <a:gd name="T43" fmla="*/ 20 h 170"/>
              <a:gd name="T44" fmla="*/ 29 w 167"/>
              <a:gd name="T45" fmla="*/ 105 h 170"/>
              <a:gd name="T46" fmla="*/ 27 w 167"/>
              <a:gd name="T47" fmla="*/ 150 h 170"/>
              <a:gd name="T48" fmla="*/ 71 w 167"/>
              <a:gd name="T49" fmla="*/ 148 h 170"/>
              <a:gd name="T50" fmla="*/ 156 w 167"/>
              <a:gd name="T51" fmla="*/ 63 h 170"/>
              <a:gd name="T52" fmla="*/ 165 w 167"/>
              <a:gd name="T53" fmla="*/ 63 h 170"/>
              <a:gd name="T54" fmla="*/ 165 w 167"/>
              <a:gd name="T55" fmla="*/ 71 h 170"/>
              <a:gd name="T56" fmla="*/ 80 w 167"/>
              <a:gd name="T57" fmla="*/ 156 h 170"/>
              <a:gd name="T58" fmla="*/ 48 w 167"/>
              <a:gd name="T59"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67" h="170">
                <a:moveTo>
                  <a:pt x="48" y="170"/>
                </a:moveTo>
                <a:cubicBezTo>
                  <a:pt x="37" y="170"/>
                  <a:pt x="26" y="166"/>
                  <a:pt x="18" y="158"/>
                </a:cubicBezTo>
                <a:cubicBezTo>
                  <a:pt x="4" y="143"/>
                  <a:pt x="0" y="117"/>
                  <a:pt x="20" y="97"/>
                </a:cubicBezTo>
                <a:cubicBezTo>
                  <a:pt x="32" y="85"/>
                  <a:pt x="81" y="36"/>
                  <a:pt x="105" y="12"/>
                </a:cubicBezTo>
                <a:cubicBezTo>
                  <a:pt x="114" y="3"/>
                  <a:pt x="125" y="0"/>
                  <a:pt x="135" y="3"/>
                </a:cubicBezTo>
                <a:cubicBezTo>
                  <a:pt x="146" y="5"/>
                  <a:pt x="154" y="14"/>
                  <a:pt x="157" y="24"/>
                </a:cubicBezTo>
                <a:cubicBezTo>
                  <a:pt x="160" y="35"/>
                  <a:pt x="156" y="46"/>
                  <a:pt x="148" y="54"/>
                </a:cubicBezTo>
                <a:cubicBezTo>
                  <a:pt x="66" y="136"/>
                  <a:pt x="66" y="136"/>
                  <a:pt x="66" y="136"/>
                </a:cubicBezTo>
                <a:cubicBezTo>
                  <a:pt x="62" y="140"/>
                  <a:pt x="57" y="143"/>
                  <a:pt x="51" y="143"/>
                </a:cubicBezTo>
                <a:cubicBezTo>
                  <a:pt x="46" y="144"/>
                  <a:pt x="41" y="142"/>
                  <a:pt x="38" y="139"/>
                </a:cubicBezTo>
                <a:cubicBezTo>
                  <a:pt x="31" y="133"/>
                  <a:pt x="30" y="121"/>
                  <a:pt x="41" y="110"/>
                </a:cubicBezTo>
                <a:cubicBezTo>
                  <a:pt x="98" y="53"/>
                  <a:pt x="98" y="53"/>
                  <a:pt x="98" y="53"/>
                </a:cubicBezTo>
                <a:cubicBezTo>
                  <a:pt x="100" y="51"/>
                  <a:pt x="104" y="51"/>
                  <a:pt x="106" y="53"/>
                </a:cubicBezTo>
                <a:cubicBezTo>
                  <a:pt x="109" y="55"/>
                  <a:pt x="109" y="59"/>
                  <a:pt x="106" y="62"/>
                </a:cubicBezTo>
                <a:cubicBezTo>
                  <a:pt x="49" y="119"/>
                  <a:pt x="49" y="119"/>
                  <a:pt x="49" y="119"/>
                </a:cubicBezTo>
                <a:cubicBezTo>
                  <a:pt x="44" y="124"/>
                  <a:pt x="44" y="128"/>
                  <a:pt x="46" y="130"/>
                </a:cubicBezTo>
                <a:cubicBezTo>
                  <a:pt x="47" y="131"/>
                  <a:pt x="48" y="132"/>
                  <a:pt x="50" y="132"/>
                </a:cubicBezTo>
                <a:cubicBezTo>
                  <a:pt x="52" y="131"/>
                  <a:pt x="55" y="130"/>
                  <a:pt x="58" y="127"/>
                </a:cubicBezTo>
                <a:cubicBezTo>
                  <a:pt x="139" y="46"/>
                  <a:pt x="139" y="46"/>
                  <a:pt x="139" y="46"/>
                </a:cubicBezTo>
                <a:cubicBezTo>
                  <a:pt x="145" y="40"/>
                  <a:pt x="147" y="34"/>
                  <a:pt x="145" y="27"/>
                </a:cubicBezTo>
                <a:cubicBezTo>
                  <a:pt x="144" y="21"/>
                  <a:pt x="138" y="16"/>
                  <a:pt x="132" y="14"/>
                </a:cubicBezTo>
                <a:cubicBezTo>
                  <a:pt x="126" y="13"/>
                  <a:pt x="119" y="15"/>
                  <a:pt x="114" y="20"/>
                </a:cubicBezTo>
                <a:cubicBezTo>
                  <a:pt x="89" y="45"/>
                  <a:pt x="41" y="93"/>
                  <a:pt x="29" y="105"/>
                </a:cubicBezTo>
                <a:cubicBezTo>
                  <a:pt x="13" y="121"/>
                  <a:pt x="17" y="139"/>
                  <a:pt x="27" y="150"/>
                </a:cubicBezTo>
                <a:cubicBezTo>
                  <a:pt x="37" y="160"/>
                  <a:pt x="55" y="164"/>
                  <a:pt x="71" y="148"/>
                </a:cubicBezTo>
                <a:cubicBezTo>
                  <a:pt x="156" y="63"/>
                  <a:pt x="156" y="63"/>
                  <a:pt x="156" y="63"/>
                </a:cubicBezTo>
                <a:cubicBezTo>
                  <a:pt x="159" y="60"/>
                  <a:pt x="162" y="60"/>
                  <a:pt x="165" y="63"/>
                </a:cubicBezTo>
                <a:cubicBezTo>
                  <a:pt x="167" y="65"/>
                  <a:pt x="167" y="69"/>
                  <a:pt x="165" y="71"/>
                </a:cubicBezTo>
                <a:cubicBezTo>
                  <a:pt x="80" y="156"/>
                  <a:pt x="80" y="156"/>
                  <a:pt x="80" y="156"/>
                </a:cubicBezTo>
                <a:cubicBezTo>
                  <a:pt x="70" y="166"/>
                  <a:pt x="58" y="170"/>
                  <a:pt x="48" y="170"/>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grpSp>
        <p:nvGrpSpPr>
          <p:cNvPr id="34" name="组合 33"/>
          <p:cNvGrpSpPr/>
          <p:nvPr/>
        </p:nvGrpSpPr>
        <p:grpSpPr>
          <a:xfrm>
            <a:off x="6385702" y="3744152"/>
            <a:ext cx="3334836" cy="1509992"/>
            <a:chOff x="4304043" y="1286668"/>
            <a:chExt cx="3837944" cy="2757793"/>
          </a:xfrm>
          <a:effectLst>
            <a:outerShdw blurRad="381000" dist="254000" dir="8100000" algn="tr" rotWithShape="0">
              <a:prstClr val="black">
                <a:alpha val="40000"/>
              </a:prstClr>
            </a:outerShdw>
          </a:effectLst>
        </p:grpSpPr>
        <p:sp>
          <p:nvSpPr>
            <p:cNvPr id="35" name="圆角矩形 3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圆角矩形 3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6587124" y="4036089"/>
            <a:ext cx="828061" cy="828060"/>
            <a:chOff x="304800" y="673100"/>
            <a:chExt cx="4000500" cy="4000500"/>
          </a:xfrm>
          <a:effectLst>
            <a:outerShdw blurRad="444500" dist="254000" dir="8100000" algn="tr" rotWithShape="0">
              <a:prstClr val="black">
                <a:alpha val="50000"/>
              </a:prstClr>
            </a:outerShdw>
          </a:effectLst>
        </p:grpSpPr>
        <p:sp>
          <p:nvSpPr>
            <p:cNvPr id="38" name="同心圆 37"/>
            <p:cNvSpPr/>
            <p:nvPr/>
          </p:nvSpPr>
          <p:spPr>
            <a:xfrm>
              <a:off x="304800" y="673100"/>
              <a:ext cx="4000500" cy="4000500"/>
            </a:xfrm>
            <a:prstGeom prst="donut">
              <a:avLst>
                <a:gd name="adj" fmla="val 4879"/>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椭圆 38"/>
            <p:cNvSpPr/>
            <p:nvPr/>
          </p:nvSpPr>
          <p:spPr>
            <a:xfrm>
              <a:off x="392112" y="760412"/>
              <a:ext cx="3825874" cy="3825874"/>
            </a:xfrm>
            <a:prstGeom prst="ellipse">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algn="ctr" defTabSz="1218565">
                <a:defRPr/>
              </a:pPr>
              <a:endParaRPr lang="zh-CN" altLang="en-US" sz="2400" kern="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0" name="Group 41"/>
          <p:cNvGrpSpPr/>
          <p:nvPr/>
        </p:nvGrpSpPr>
        <p:grpSpPr bwMode="auto">
          <a:xfrm>
            <a:off x="7538042" y="4036087"/>
            <a:ext cx="1944228" cy="1066336"/>
            <a:chOff x="0" y="0"/>
            <a:chExt cx="2419" cy="1343"/>
          </a:xfrm>
        </p:grpSpPr>
        <p:sp>
          <p:nvSpPr>
            <p:cNvPr id="41" name="Rectangle 42"/>
            <p:cNvSpPr/>
            <p:nvPr/>
          </p:nvSpPr>
          <p:spPr bwMode="auto">
            <a:xfrm>
              <a:off x="0" y="0"/>
              <a:ext cx="2419"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ctr"/>
            <a:lstStyle/>
            <a:p>
              <a:pPr fontAlgn="base">
                <a:lnSpc>
                  <a:spcPct val="70000"/>
                </a:lnSpc>
                <a:spcBef>
                  <a:spcPct val="0"/>
                </a:spcBef>
                <a:spcAft>
                  <a:spcPct val="0"/>
                </a:spcAft>
              </a:pP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rPr>
                <a:t>标题</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cs typeface="Bebas Neue" charset="0"/>
                <a:sym typeface="Bebas Neue" charset="0"/>
              </a:endParaRPr>
            </a:p>
          </p:txBody>
        </p:sp>
        <p:sp>
          <p:nvSpPr>
            <p:cNvPr id="42" name="Rectangle 43"/>
            <p:cNvSpPr/>
            <p:nvPr/>
          </p:nvSpPr>
          <p:spPr bwMode="auto">
            <a:xfrm>
              <a:off x="0" y="304"/>
              <a:ext cx="2419" cy="1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3" name="Freeform 6"/>
          <p:cNvSpPr>
            <a:spLocks noEditPoints="1"/>
          </p:cNvSpPr>
          <p:nvPr/>
        </p:nvSpPr>
        <p:spPr bwMode="auto">
          <a:xfrm>
            <a:off x="6840927" y="4280226"/>
            <a:ext cx="362949" cy="368429"/>
          </a:xfrm>
          <a:custGeom>
            <a:avLst/>
            <a:gdLst>
              <a:gd name="T0" fmla="*/ 13 w 154"/>
              <a:gd name="T1" fmla="*/ 28 h 158"/>
              <a:gd name="T2" fmla="*/ 34 w 154"/>
              <a:gd name="T3" fmla="*/ 28 h 158"/>
              <a:gd name="T4" fmla="*/ 43 w 154"/>
              <a:gd name="T5" fmla="*/ 73 h 158"/>
              <a:gd name="T6" fmla="*/ 13 w 154"/>
              <a:gd name="T7" fmla="*/ 28 h 158"/>
              <a:gd name="T8" fmla="*/ 77 w 154"/>
              <a:gd name="T9" fmla="*/ 11 h 158"/>
              <a:gd name="T10" fmla="*/ 110 w 154"/>
              <a:gd name="T11" fmla="*/ 24 h 158"/>
              <a:gd name="T12" fmla="*/ 77 w 154"/>
              <a:gd name="T13" fmla="*/ 37 h 158"/>
              <a:gd name="T14" fmla="*/ 45 w 154"/>
              <a:gd name="T15" fmla="*/ 24 h 158"/>
              <a:gd name="T16" fmla="*/ 77 w 154"/>
              <a:gd name="T17" fmla="*/ 11 h 158"/>
              <a:gd name="T18" fmla="*/ 111 w 154"/>
              <a:gd name="T19" fmla="*/ 73 h 158"/>
              <a:gd name="T20" fmla="*/ 121 w 154"/>
              <a:gd name="T21" fmla="*/ 28 h 158"/>
              <a:gd name="T22" fmla="*/ 142 w 154"/>
              <a:gd name="T23" fmla="*/ 28 h 158"/>
              <a:gd name="T24" fmla="*/ 111 w 154"/>
              <a:gd name="T25" fmla="*/ 73 h 158"/>
              <a:gd name="T26" fmla="*/ 87 w 154"/>
              <a:gd name="T27" fmla="*/ 116 h 158"/>
              <a:gd name="T28" fmla="*/ 112 w 154"/>
              <a:gd name="T29" fmla="*/ 87 h 158"/>
              <a:gd name="T30" fmla="*/ 154 w 154"/>
              <a:gd name="T31" fmla="*/ 22 h 158"/>
              <a:gd name="T32" fmla="*/ 148 w 154"/>
              <a:gd name="T33" fmla="*/ 16 h 158"/>
              <a:gd name="T34" fmla="*/ 119 w 154"/>
              <a:gd name="T35" fmla="*/ 16 h 158"/>
              <a:gd name="T36" fmla="*/ 77 w 154"/>
              <a:gd name="T37" fmla="*/ 0 h 158"/>
              <a:gd name="T38" fmla="*/ 36 w 154"/>
              <a:gd name="T39" fmla="*/ 16 h 158"/>
              <a:gd name="T40" fmla="*/ 6 w 154"/>
              <a:gd name="T41" fmla="*/ 16 h 158"/>
              <a:gd name="T42" fmla="*/ 0 w 154"/>
              <a:gd name="T43" fmla="*/ 22 h 158"/>
              <a:gd name="T44" fmla="*/ 42 w 154"/>
              <a:gd name="T45" fmla="*/ 87 h 158"/>
              <a:gd name="T46" fmla="*/ 67 w 154"/>
              <a:gd name="T47" fmla="*/ 116 h 158"/>
              <a:gd name="T48" fmla="*/ 67 w 154"/>
              <a:gd name="T49" fmla="*/ 128 h 158"/>
              <a:gd name="T50" fmla="*/ 39 w 154"/>
              <a:gd name="T51" fmla="*/ 143 h 158"/>
              <a:gd name="T52" fmla="*/ 77 w 154"/>
              <a:gd name="T53" fmla="*/ 158 h 158"/>
              <a:gd name="T54" fmla="*/ 115 w 154"/>
              <a:gd name="T55" fmla="*/ 143 h 158"/>
              <a:gd name="T56" fmla="*/ 87 w 154"/>
              <a:gd name="T57" fmla="*/ 128 h 158"/>
              <a:gd name="T58" fmla="*/ 87 w 154"/>
              <a:gd name="T59" fmla="*/ 116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 h="158">
                <a:moveTo>
                  <a:pt x="13" y="28"/>
                </a:moveTo>
                <a:cubicBezTo>
                  <a:pt x="34" y="28"/>
                  <a:pt x="34" y="28"/>
                  <a:pt x="34" y="28"/>
                </a:cubicBezTo>
                <a:cubicBezTo>
                  <a:pt x="35" y="49"/>
                  <a:pt x="39" y="63"/>
                  <a:pt x="43" y="73"/>
                </a:cubicBezTo>
                <a:cubicBezTo>
                  <a:pt x="28" y="63"/>
                  <a:pt x="15" y="51"/>
                  <a:pt x="13" y="28"/>
                </a:cubicBezTo>
                <a:close/>
                <a:moveTo>
                  <a:pt x="77" y="11"/>
                </a:moveTo>
                <a:cubicBezTo>
                  <a:pt x="101" y="11"/>
                  <a:pt x="110" y="20"/>
                  <a:pt x="110" y="24"/>
                </a:cubicBezTo>
                <a:cubicBezTo>
                  <a:pt x="110" y="27"/>
                  <a:pt x="101" y="37"/>
                  <a:pt x="77" y="37"/>
                </a:cubicBezTo>
                <a:cubicBezTo>
                  <a:pt x="54" y="37"/>
                  <a:pt x="45" y="27"/>
                  <a:pt x="45" y="24"/>
                </a:cubicBezTo>
                <a:cubicBezTo>
                  <a:pt x="45" y="20"/>
                  <a:pt x="54" y="11"/>
                  <a:pt x="77" y="11"/>
                </a:cubicBezTo>
                <a:close/>
                <a:moveTo>
                  <a:pt x="111" y="73"/>
                </a:moveTo>
                <a:cubicBezTo>
                  <a:pt x="116" y="63"/>
                  <a:pt x="120" y="49"/>
                  <a:pt x="121" y="28"/>
                </a:cubicBezTo>
                <a:cubicBezTo>
                  <a:pt x="142" y="28"/>
                  <a:pt x="142" y="28"/>
                  <a:pt x="142" y="28"/>
                </a:cubicBezTo>
                <a:cubicBezTo>
                  <a:pt x="140" y="51"/>
                  <a:pt x="126" y="63"/>
                  <a:pt x="111" y="73"/>
                </a:cubicBezTo>
                <a:close/>
                <a:moveTo>
                  <a:pt x="87" y="116"/>
                </a:moveTo>
                <a:cubicBezTo>
                  <a:pt x="87" y="104"/>
                  <a:pt x="97" y="97"/>
                  <a:pt x="112" y="87"/>
                </a:cubicBezTo>
                <a:cubicBezTo>
                  <a:pt x="131" y="74"/>
                  <a:pt x="154" y="59"/>
                  <a:pt x="154" y="22"/>
                </a:cubicBezTo>
                <a:cubicBezTo>
                  <a:pt x="154" y="19"/>
                  <a:pt x="152" y="16"/>
                  <a:pt x="148" y="16"/>
                </a:cubicBezTo>
                <a:cubicBezTo>
                  <a:pt x="119" y="16"/>
                  <a:pt x="119" y="16"/>
                  <a:pt x="119" y="16"/>
                </a:cubicBezTo>
                <a:cubicBezTo>
                  <a:pt x="115" y="8"/>
                  <a:pt x="102" y="0"/>
                  <a:pt x="77" y="0"/>
                </a:cubicBezTo>
                <a:cubicBezTo>
                  <a:pt x="52" y="0"/>
                  <a:pt x="40" y="8"/>
                  <a:pt x="36" y="16"/>
                </a:cubicBezTo>
                <a:cubicBezTo>
                  <a:pt x="6" y="16"/>
                  <a:pt x="6" y="16"/>
                  <a:pt x="6" y="16"/>
                </a:cubicBezTo>
                <a:cubicBezTo>
                  <a:pt x="3" y="16"/>
                  <a:pt x="0" y="19"/>
                  <a:pt x="0" y="22"/>
                </a:cubicBezTo>
                <a:cubicBezTo>
                  <a:pt x="0" y="59"/>
                  <a:pt x="24" y="74"/>
                  <a:pt x="42" y="87"/>
                </a:cubicBezTo>
                <a:cubicBezTo>
                  <a:pt x="58" y="97"/>
                  <a:pt x="67" y="104"/>
                  <a:pt x="67" y="116"/>
                </a:cubicBezTo>
                <a:cubicBezTo>
                  <a:pt x="67" y="128"/>
                  <a:pt x="67" y="128"/>
                  <a:pt x="67" y="128"/>
                </a:cubicBezTo>
                <a:cubicBezTo>
                  <a:pt x="51" y="129"/>
                  <a:pt x="39" y="135"/>
                  <a:pt x="39" y="143"/>
                </a:cubicBezTo>
                <a:cubicBezTo>
                  <a:pt x="39" y="151"/>
                  <a:pt x="56" y="158"/>
                  <a:pt x="77" y="158"/>
                </a:cubicBezTo>
                <a:cubicBezTo>
                  <a:pt x="98" y="158"/>
                  <a:pt x="115" y="151"/>
                  <a:pt x="115" y="143"/>
                </a:cubicBezTo>
                <a:cubicBezTo>
                  <a:pt x="115" y="135"/>
                  <a:pt x="104" y="129"/>
                  <a:pt x="87" y="128"/>
                </a:cubicBezTo>
                <a:cubicBezTo>
                  <a:pt x="87" y="116"/>
                  <a:pt x="87" y="116"/>
                  <a:pt x="87" y="116"/>
                </a:cubicBezTo>
                <a:close/>
              </a:path>
            </a:pathLst>
          </a:custGeom>
          <a:solidFill>
            <a:schemeClr val="accent1">
              <a:lumMod val="100000"/>
            </a:schemeClr>
          </a:solidFill>
          <a:ln>
            <a:noFill/>
          </a:ln>
        </p:spPr>
        <p:txBody>
          <a:bodyPr vert="horz" wrap="square" lIns="121920" tIns="60960" rIns="121920" bIns="60960" numCol="1" anchor="t" anchorCtr="0" compatLnSpc="1"/>
          <a:lstStyle/>
          <a:p>
            <a:pPr algn="ctr" fontAlgn="base">
              <a:spcBef>
                <a:spcPct val="0"/>
              </a:spcBef>
              <a:spcAft>
                <a:spcPct val="0"/>
              </a:spcAft>
              <a:defRPr/>
            </a:pPr>
            <a:endParaRPr lang="en-US" sz="2935" kern="0" dirty="0">
              <a:solidFill>
                <a:schemeClr val="tx1">
                  <a:lumMod val="95000"/>
                  <a:lumOff val="5000"/>
                </a:schemeClr>
              </a:solidFill>
              <a:latin typeface="微软雅黑" panose="020B0503020204020204" pitchFamily="34" charset="-122"/>
              <a:ea typeface="微软雅黑" panose="020B0503020204020204" pitchFamily="34" charset="-122"/>
              <a:sym typeface="Gill Sans" charset="0"/>
            </a:endParaRPr>
          </a:p>
        </p:txBody>
      </p:sp>
      <p:sp>
        <p:nvSpPr>
          <p:cNvPr id="50" name="Text Box 4">
            <a:extLst>
              <a:ext uri="{FF2B5EF4-FFF2-40B4-BE49-F238E27FC236}">
                <a16:creationId xmlns:a16="http://schemas.microsoft.com/office/drawing/2014/main" id="{A84F8A1F-776B-4F48-A92E-8975C1FA9CCD}"/>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1" name="Half Frame 12">
            <a:extLst>
              <a:ext uri="{FF2B5EF4-FFF2-40B4-BE49-F238E27FC236}">
                <a16:creationId xmlns:a16="http://schemas.microsoft.com/office/drawing/2014/main" id="{C5F69CE6-C4FA-0347-BE91-F7C44BF0F572}"/>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52" name="直线连接符 51">
            <a:extLst>
              <a:ext uri="{FF2B5EF4-FFF2-40B4-BE49-F238E27FC236}">
                <a16:creationId xmlns:a16="http://schemas.microsoft.com/office/drawing/2014/main" id="{043F1C61-E48D-1C46-B718-D0BBB7737B9B}"/>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14:presetBounceEnd="81000">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14:bounceEnd="81000">
                                          <p:cBhvr additive="base">
                                            <p:cTn id="86" dur="1000" fill="hold"/>
                                            <p:tgtEl>
                                              <p:spTgt spid="50"/>
                                            </p:tgtEl>
                                            <p:attrNameLst>
                                              <p:attrName>ppt_x</p:attrName>
                                            </p:attrNameLst>
                                          </p:cBhvr>
                                          <p:tavLst>
                                            <p:tav tm="0">
                                              <p:val>
                                                <p:strVal val="#ppt_x"/>
                                              </p:val>
                                            </p:tav>
                                            <p:tav tm="100000">
                                              <p:val>
                                                <p:strVal val="#ppt_x"/>
                                              </p:val>
                                            </p:tav>
                                          </p:tavLst>
                                        </p:anim>
                                        <p:anim calcmode="lin" valueType="num" p14:bounceEnd="81000">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anim calcmode="lin" valueType="num">
                                          <p:cBhvr>
                                            <p:cTn id="14" dur="500" fill="hold"/>
                                            <p:tgtEl>
                                              <p:spTgt spid="13"/>
                                            </p:tgtEl>
                                            <p:attrNameLst>
                                              <p:attrName>ppt_x</p:attrName>
                                            </p:attrNameLst>
                                          </p:cBhvr>
                                          <p:tavLst>
                                            <p:tav tm="0">
                                              <p:val>
                                                <p:strVal val="#ppt_x"/>
                                              </p:val>
                                            </p:tav>
                                            <p:tav tm="100000">
                                              <p:val>
                                                <p:strVal val="#ppt_x"/>
                                              </p:val>
                                            </p:tav>
                                          </p:tavLst>
                                        </p:anim>
                                        <p:anim calcmode="lin" valueType="num">
                                          <p:cBhvr>
                                            <p:cTn id="15" dur="5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22" presetClass="entr" presetSubtype="2"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childTnLst>
                              </p:cTn>
                            </p:par>
                            <p:par>
                              <p:cTn id="20" fill="hold">
                                <p:stCondLst>
                                  <p:cond delay="1500"/>
                                </p:stCondLst>
                                <p:childTnLst>
                                  <p:par>
                                    <p:cTn id="21" presetID="22" presetClass="entr" presetSubtype="8"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left)">
                                          <p:cBhvr>
                                            <p:cTn id="23" dur="500"/>
                                            <p:tgtEl>
                                              <p:spTgt spid="10"/>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17"/>
                                            </p:tgtEl>
                                            <p:attrNameLst>
                                              <p:attrName>style.visibility</p:attrName>
                                            </p:attrNameLst>
                                          </p:cBhvr>
                                          <p:to>
                                            <p:strVal val="visible"/>
                                          </p:to>
                                        </p:set>
                                        <p:anim calcmode="lin" valueType="num">
                                          <p:cBhvr>
                                            <p:cTn id="27" dur="500" fill="hold"/>
                                            <p:tgtEl>
                                              <p:spTgt spid="17"/>
                                            </p:tgtEl>
                                            <p:attrNameLst>
                                              <p:attrName>ppt_w</p:attrName>
                                            </p:attrNameLst>
                                          </p:cBhvr>
                                          <p:tavLst>
                                            <p:tav tm="0">
                                              <p:val>
                                                <p:fltVal val="0"/>
                                              </p:val>
                                            </p:tav>
                                            <p:tav tm="100000">
                                              <p:val>
                                                <p:strVal val="#ppt_w"/>
                                              </p:val>
                                            </p:tav>
                                          </p:tavLst>
                                        </p:anim>
                                        <p:anim calcmode="lin" valueType="num">
                                          <p:cBhvr>
                                            <p:cTn id="28" dur="500" fill="hold"/>
                                            <p:tgtEl>
                                              <p:spTgt spid="17"/>
                                            </p:tgtEl>
                                            <p:attrNameLst>
                                              <p:attrName>ppt_h</p:attrName>
                                            </p:attrNameLst>
                                          </p:cBhvr>
                                          <p:tavLst>
                                            <p:tav tm="0">
                                              <p:val>
                                                <p:fltVal val="0"/>
                                              </p:val>
                                            </p:tav>
                                            <p:tav tm="100000">
                                              <p:val>
                                                <p:strVal val="#ppt_h"/>
                                              </p:val>
                                            </p:tav>
                                          </p:tavLst>
                                        </p:anim>
                                        <p:animEffect transition="in" filter="fade">
                                          <p:cBhvr>
                                            <p:cTn id="29" dur="500"/>
                                            <p:tgtEl>
                                              <p:spTgt spid="17"/>
                                            </p:tgtEl>
                                          </p:cBhvr>
                                        </p:animEffect>
                                      </p:childTnLst>
                                    </p:cTn>
                                  </p:par>
                                </p:childTnLst>
                              </p:cTn>
                            </p:par>
                            <p:par>
                              <p:cTn id="30" fill="hold">
                                <p:stCondLst>
                                  <p:cond delay="2500"/>
                                </p:stCondLst>
                                <p:childTnLst>
                                  <p:par>
                                    <p:cTn id="31" presetID="42" presetClass="entr" presetSubtype="0" fill="hold" grpId="0" nodeType="after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fade">
                                          <p:cBhvr>
                                            <p:cTn id="33" dur="500"/>
                                            <p:tgtEl>
                                              <p:spTgt spid="23"/>
                                            </p:tgtEl>
                                          </p:cBhvr>
                                        </p:animEffect>
                                        <p:anim calcmode="lin" valueType="num">
                                          <p:cBhvr>
                                            <p:cTn id="34" dur="500" fill="hold"/>
                                            <p:tgtEl>
                                              <p:spTgt spid="23"/>
                                            </p:tgtEl>
                                            <p:attrNameLst>
                                              <p:attrName>ppt_x</p:attrName>
                                            </p:attrNameLst>
                                          </p:cBhvr>
                                          <p:tavLst>
                                            <p:tav tm="0">
                                              <p:val>
                                                <p:strVal val="#ppt_x"/>
                                              </p:val>
                                            </p:tav>
                                            <p:tav tm="100000">
                                              <p:val>
                                                <p:strVal val="#ppt_x"/>
                                              </p:val>
                                            </p:tav>
                                          </p:tavLst>
                                        </p:anim>
                                        <p:anim calcmode="lin" valueType="num">
                                          <p:cBhvr>
                                            <p:cTn id="35" dur="500" fill="hold"/>
                                            <p:tgtEl>
                                              <p:spTgt spid="23"/>
                                            </p:tgtEl>
                                            <p:attrNameLst>
                                              <p:attrName>ppt_y</p:attrName>
                                            </p:attrNameLst>
                                          </p:cBhvr>
                                          <p:tavLst>
                                            <p:tav tm="0">
                                              <p:val>
                                                <p:strVal val="#ppt_y+.1"/>
                                              </p:val>
                                            </p:tav>
                                            <p:tav tm="100000">
                                              <p:val>
                                                <p:strVal val="#ppt_y"/>
                                              </p:val>
                                            </p:tav>
                                          </p:tavLst>
                                        </p:anim>
                                      </p:childTnLst>
                                    </p:cTn>
                                  </p:par>
                                </p:childTnLst>
                              </p:cTn>
                            </p:par>
                            <p:par>
                              <p:cTn id="36" fill="hold">
                                <p:stCondLst>
                                  <p:cond delay="3000"/>
                                </p:stCondLst>
                                <p:childTnLst>
                                  <p:par>
                                    <p:cTn id="37" presetID="22" presetClass="entr" presetSubtype="2" fill="hold" nodeType="after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right)">
                                          <p:cBhvr>
                                            <p:cTn id="39" dur="500"/>
                                            <p:tgtEl>
                                              <p:spTgt spid="14"/>
                                            </p:tgtEl>
                                          </p:cBhvr>
                                        </p:animEffect>
                                      </p:childTnLst>
                                    </p:cTn>
                                  </p:par>
                                </p:childTnLst>
                              </p:cTn>
                            </p:par>
                            <p:par>
                              <p:cTn id="40" fill="hold">
                                <p:stCondLst>
                                  <p:cond delay="3500"/>
                                </p:stCondLst>
                                <p:childTnLst>
                                  <p:par>
                                    <p:cTn id="41" presetID="22" presetClass="entr" presetSubtype="8" fill="hold" nodeType="after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wipe(left)">
                                          <p:cBhvr>
                                            <p:cTn id="43" dur="500"/>
                                            <p:tgtEl>
                                              <p:spTgt spid="20"/>
                                            </p:tgtEl>
                                          </p:cBhvr>
                                        </p:animEffect>
                                      </p:childTnLst>
                                    </p:cTn>
                                  </p:par>
                                </p:childTnLst>
                              </p:cTn>
                            </p:par>
                            <p:par>
                              <p:cTn id="44" fill="hold">
                                <p:stCondLst>
                                  <p:cond delay="4000"/>
                                </p:stCondLst>
                                <p:childTnLst>
                                  <p:par>
                                    <p:cTn id="45" presetID="53" presetClass="entr" presetSubtype="16" fill="hold" nodeType="after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p:cTn id="47" dur="500" fill="hold"/>
                                            <p:tgtEl>
                                              <p:spTgt spid="27"/>
                                            </p:tgtEl>
                                            <p:attrNameLst>
                                              <p:attrName>ppt_w</p:attrName>
                                            </p:attrNameLst>
                                          </p:cBhvr>
                                          <p:tavLst>
                                            <p:tav tm="0">
                                              <p:val>
                                                <p:fltVal val="0"/>
                                              </p:val>
                                            </p:tav>
                                            <p:tav tm="100000">
                                              <p:val>
                                                <p:strVal val="#ppt_w"/>
                                              </p:val>
                                            </p:tav>
                                          </p:tavLst>
                                        </p:anim>
                                        <p:anim calcmode="lin" valueType="num">
                                          <p:cBhvr>
                                            <p:cTn id="48" dur="500" fill="hold"/>
                                            <p:tgtEl>
                                              <p:spTgt spid="27"/>
                                            </p:tgtEl>
                                            <p:attrNameLst>
                                              <p:attrName>ppt_h</p:attrName>
                                            </p:attrNameLst>
                                          </p:cBhvr>
                                          <p:tavLst>
                                            <p:tav tm="0">
                                              <p:val>
                                                <p:fltVal val="0"/>
                                              </p:val>
                                            </p:tav>
                                            <p:tav tm="100000">
                                              <p:val>
                                                <p:strVal val="#ppt_h"/>
                                              </p:val>
                                            </p:tav>
                                          </p:tavLst>
                                        </p:anim>
                                        <p:animEffect transition="in" filter="fade">
                                          <p:cBhvr>
                                            <p:cTn id="49" dur="500"/>
                                            <p:tgtEl>
                                              <p:spTgt spid="27"/>
                                            </p:tgtEl>
                                          </p:cBhvr>
                                        </p:animEffect>
                                      </p:childTnLst>
                                    </p:cTn>
                                  </p:par>
                                </p:childTnLst>
                              </p:cTn>
                            </p:par>
                            <p:par>
                              <p:cTn id="50" fill="hold">
                                <p:stCondLst>
                                  <p:cond delay="450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00"/>
                                            <p:tgtEl>
                                              <p:spTgt spid="33"/>
                                            </p:tgtEl>
                                          </p:cBhvr>
                                        </p:animEffect>
                                        <p:anim calcmode="lin" valueType="num">
                                          <p:cBhvr>
                                            <p:cTn id="54" dur="500" fill="hold"/>
                                            <p:tgtEl>
                                              <p:spTgt spid="33"/>
                                            </p:tgtEl>
                                            <p:attrNameLst>
                                              <p:attrName>ppt_x</p:attrName>
                                            </p:attrNameLst>
                                          </p:cBhvr>
                                          <p:tavLst>
                                            <p:tav tm="0">
                                              <p:val>
                                                <p:strVal val="#ppt_x"/>
                                              </p:val>
                                            </p:tav>
                                            <p:tav tm="100000">
                                              <p:val>
                                                <p:strVal val="#ppt_x"/>
                                              </p:val>
                                            </p:tav>
                                          </p:tavLst>
                                        </p:anim>
                                        <p:anim calcmode="lin" valueType="num">
                                          <p:cBhvr>
                                            <p:cTn id="55" dur="500" fill="hold"/>
                                            <p:tgtEl>
                                              <p:spTgt spid="33"/>
                                            </p:tgtEl>
                                            <p:attrNameLst>
                                              <p:attrName>ppt_y</p:attrName>
                                            </p:attrNameLst>
                                          </p:cBhvr>
                                          <p:tavLst>
                                            <p:tav tm="0">
                                              <p:val>
                                                <p:strVal val="#ppt_y+.1"/>
                                              </p:val>
                                            </p:tav>
                                            <p:tav tm="100000">
                                              <p:val>
                                                <p:strVal val="#ppt_y"/>
                                              </p:val>
                                            </p:tav>
                                          </p:tavLst>
                                        </p:anim>
                                      </p:childTnLst>
                                    </p:cTn>
                                  </p:par>
                                </p:childTnLst>
                              </p:cTn>
                            </p:par>
                            <p:par>
                              <p:cTn id="56" fill="hold">
                                <p:stCondLst>
                                  <p:cond delay="5000"/>
                                </p:stCondLst>
                                <p:childTnLst>
                                  <p:par>
                                    <p:cTn id="57" presetID="22" presetClass="entr" presetSubtype="2" fill="hold" nodeType="after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right)">
                                          <p:cBhvr>
                                            <p:cTn id="59" dur="500"/>
                                            <p:tgtEl>
                                              <p:spTgt spid="24"/>
                                            </p:tgtEl>
                                          </p:cBhvr>
                                        </p:animEffect>
                                      </p:childTnLst>
                                    </p:cTn>
                                  </p:par>
                                </p:childTnLst>
                              </p:cTn>
                            </p:par>
                            <p:par>
                              <p:cTn id="60" fill="hold">
                                <p:stCondLst>
                                  <p:cond delay="5500"/>
                                </p:stCondLst>
                                <p:childTnLst>
                                  <p:par>
                                    <p:cTn id="61" presetID="22" presetClass="entr" presetSubtype="8" fill="hold"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par>
                              <p:cTn id="64" fill="hold">
                                <p:stCondLst>
                                  <p:cond delay="6000"/>
                                </p:stCondLst>
                                <p:childTnLst>
                                  <p:par>
                                    <p:cTn id="65" presetID="53" presetClass="entr" presetSubtype="16" fill="hold" nodeType="afterEffect">
                                      <p:stCondLst>
                                        <p:cond delay="0"/>
                                      </p:stCondLst>
                                      <p:childTnLst>
                                        <p:set>
                                          <p:cBhvr>
                                            <p:cTn id="66" dur="1" fill="hold">
                                              <p:stCondLst>
                                                <p:cond delay="0"/>
                                              </p:stCondLst>
                                            </p:cTn>
                                            <p:tgtEl>
                                              <p:spTgt spid="37"/>
                                            </p:tgtEl>
                                            <p:attrNameLst>
                                              <p:attrName>style.visibility</p:attrName>
                                            </p:attrNameLst>
                                          </p:cBhvr>
                                          <p:to>
                                            <p:strVal val="visible"/>
                                          </p:to>
                                        </p:set>
                                        <p:anim calcmode="lin" valueType="num">
                                          <p:cBhvr>
                                            <p:cTn id="67" dur="500" fill="hold"/>
                                            <p:tgtEl>
                                              <p:spTgt spid="37"/>
                                            </p:tgtEl>
                                            <p:attrNameLst>
                                              <p:attrName>ppt_w</p:attrName>
                                            </p:attrNameLst>
                                          </p:cBhvr>
                                          <p:tavLst>
                                            <p:tav tm="0">
                                              <p:val>
                                                <p:fltVal val="0"/>
                                              </p:val>
                                            </p:tav>
                                            <p:tav tm="100000">
                                              <p:val>
                                                <p:strVal val="#ppt_w"/>
                                              </p:val>
                                            </p:tav>
                                          </p:tavLst>
                                        </p:anim>
                                        <p:anim calcmode="lin" valueType="num">
                                          <p:cBhvr>
                                            <p:cTn id="68" dur="500" fill="hold"/>
                                            <p:tgtEl>
                                              <p:spTgt spid="37"/>
                                            </p:tgtEl>
                                            <p:attrNameLst>
                                              <p:attrName>ppt_h</p:attrName>
                                            </p:attrNameLst>
                                          </p:cBhvr>
                                          <p:tavLst>
                                            <p:tav tm="0">
                                              <p:val>
                                                <p:fltVal val="0"/>
                                              </p:val>
                                            </p:tav>
                                            <p:tav tm="100000">
                                              <p:val>
                                                <p:strVal val="#ppt_h"/>
                                              </p:val>
                                            </p:tav>
                                          </p:tavLst>
                                        </p:anim>
                                        <p:animEffect transition="in" filter="fade">
                                          <p:cBhvr>
                                            <p:cTn id="69" dur="500"/>
                                            <p:tgtEl>
                                              <p:spTgt spid="37"/>
                                            </p:tgtEl>
                                          </p:cBhvr>
                                        </p:animEffect>
                                      </p:childTnLst>
                                    </p:cTn>
                                  </p:par>
                                </p:childTnLst>
                              </p:cTn>
                            </p:par>
                            <p:par>
                              <p:cTn id="70" fill="hold">
                                <p:stCondLst>
                                  <p:cond delay="6500"/>
                                </p:stCondLst>
                                <p:childTnLst>
                                  <p:par>
                                    <p:cTn id="71" presetID="42" presetClass="entr" presetSubtype="0" fill="hold" grpId="0"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fade">
                                          <p:cBhvr>
                                            <p:cTn id="73" dur="500"/>
                                            <p:tgtEl>
                                              <p:spTgt spid="43"/>
                                            </p:tgtEl>
                                          </p:cBhvr>
                                        </p:animEffect>
                                        <p:anim calcmode="lin" valueType="num">
                                          <p:cBhvr>
                                            <p:cTn id="74" dur="500" fill="hold"/>
                                            <p:tgtEl>
                                              <p:spTgt spid="43"/>
                                            </p:tgtEl>
                                            <p:attrNameLst>
                                              <p:attrName>ppt_x</p:attrName>
                                            </p:attrNameLst>
                                          </p:cBhvr>
                                          <p:tavLst>
                                            <p:tav tm="0">
                                              <p:val>
                                                <p:strVal val="#ppt_x"/>
                                              </p:val>
                                            </p:tav>
                                            <p:tav tm="100000">
                                              <p:val>
                                                <p:strVal val="#ppt_x"/>
                                              </p:val>
                                            </p:tav>
                                          </p:tavLst>
                                        </p:anim>
                                        <p:anim calcmode="lin" valueType="num">
                                          <p:cBhvr>
                                            <p:cTn id="75" dur="500" fill="hold"/>
                                            <p:tgtEl>
                                              <p:spTgt spid="43"/>
                                            </p:tgtEl>
                                            <p:attrNameLst>
                                              <p:attrName>ppt_y</p:attrName>
                                            </p:attrNameLst>
                                          </p:cBhvr>
                                          <p:tavLst>
                                            <p:tav tm="0">
                                              <p:val>
                                                <p:strVal val="#ppt_y+.1"/>
                                              </p:val>
                                            </p:tav>
                                            <p:tav tm="100000">
                                              <p:val>
                                                <p:strVal val="#ppt_y"/>
                                              </p:val>
                                            </p:tav>
                                          </p:tavLst>
                                        </p:anim>
                                      </p:childTnLst>
                                    </p:cTn>
                                  </p:par>
                                </p:childTnLst>
                              </p:cTn>
                            </p:par>
                            <p:par>
                              <p:cTn id="76" fill="hold">
                                <p:stCondLst>
                                  <p:cond delay="7000"/>
                                </p:stCondLst>
                                <p:childTnLst>
                                  <p:par>
                                    <p:cTn id="77" presetID="22" presetClass="entr" presetSubtype="2"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Effect transition="in" filter="wipe(right)">
                                          <p:cBhvr>
                                            <p:cTn id="79" dur="500"/>
                                            <p:tgtEl>
                                              <p:spTgt spid="34"/>
                                            </p:tgtEl>
                                          </p:cBhvr>
                                        </p:animEffect>
                                      </p:childTnLst>
                                    </p:cTn>
                                  </p:par>
                                </p:childTnLst>
                              </p:cTn>
                            </p:par>
                            <p:par>
                              <p:cTn id="80" fill="hold">
                                <p:stCondLst>
                                  <p:cond delay="7500"/>
                                </p:stCondLst>
                                <p:childTnLst>
                                  <p:par>
                                    <p:cTn id="81" presetID="22" presetClass="entr" presetSubtype="8" fill="hold" nodeType="after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left)">
                                          <p:cBhvr>
                                            <p:cTn id="83" dur="500"/>
                                            <p:tgtEl>
                                              <p:spTgt spid="40"/>
                                            </p:tgtEl>
                                          </p:cBhvr>
                                        </p:animEffect>
                                      </p:childTnLst>
                                    </p:cTn>
                                  </p:par>
                                  <p:par>
                                    <p:cTn id="84" presetID="2" presetClass="entr" presetSubtype="1" fill="hold" grpId="0" nodeType="withEffect">
                                      <p:stCondLst>
                                        <p:cond delay="0"/>
                                      </p:stCondLst>
                                      <p:childTnLst>
                                        <p:set>
                                          <p:cBhvr>
                                            <p:cTn id="85" dur="1" fill="hold">
                                              <p:stCondLst>
                                                <p:cond delay="0"/>
                                              </p:stCondLst>
                                            </p:cTn>
                                            <p:tgtEl>
                                              <p:spTgt spid="50"/>
                                            </p:tgtEl>
                                            <p:attrNameLst>
                                              <p:attrName>style.visibility</p:attrName>
                                            </p:attrNameLst>
                                          </p:cBhvr>
                                          <p:to>
                                            <p:strVal val="visible"/>
                                          </p:to>
                                        </p:set>
                                        <p:anim calcmode="lin" valueType="num">
                                          <p:cBhvr additive="base">
                                            <p:cTn id="86" dur="1000" fill="hold"/>
                                            <p:tgtEl>
                                              <p:spTgt spid="50"/>
                                            </p:tgtEl>
                                            <p:attrNameLst>
                                              <p:attrName>ppt_x</p:attrName>
                                            </p:attrNameLst>
                                          </p:cBhvr>
                                          <p:tavLst>
                                            <p:tav tm="0">
                                              <p:val>
                                                <p:strVal val="#ppt_x"/>
                                              </p:val>
                                            </p:tav>
                                            <p:tav tm="100000">
                                              <p:val>
                                                <p:strVal val="#ppt_x"/>
                                              </p:val>
                                            </p:tav>
                                          </p:tavLst>
                                        </p:anim>
                                        <p:anim calcmode="lin" valueType="num">
                                          <p:cBhvr additive="base">
                                            <p:cTn id="87" dur="1000" fill="hold"/>
                                            <p:tgtEl>
                                              <p:spTgt spid="50"/>
                                            </p:tgtEl>
                                            <p:attrNameLst>
                                              <p:attrName>ppt_y</p:attrName>
                                            </p:attrNameLst>
                                          </p:cBhvr>
                                          <p:tavLst>
                                            <p:tav tm="0">
                                              <p:val>
                                                <p:strVal val="0-#ppt_h/2"/>
                                              </p:val>
                                            </p:tav>
                                            <p:tav tm="100000">
                                              <p:val>
                                                <p:strVal val="#ppt_y"/>
                                              </p:val>
                                            </p:tav>
                                          </p:tavLst>
                                        </p:anim>
                                      </p:childTnLst>
                                    </p:cTn>
                                  </p:par>
                                </p:childTnLst>
                              </p:cTn>
                            </p:par>
                            <p:par>
                              <p:cTn id="88" fill="hold">
                                <p:stCondLst>
                                  <p:cond delay="8500"/>
                                </p:stCondLst>
                                <p:childTnLst>
                                  <p:par>
                                    <p:cTn id="89" presetID="22" presetClass="entr" presetSubtype="8" fill="hold" nodeType="afterEffect">
                                      <p:stCondLst>
                                        <p:cond delay="0"/>
                                      </p:stCondLst>
                                      <p:childTnLst>
                                        <p:set>
                                          <p:cBhvr>
                                            <p:cTn id="90" dur="1" fill="hold">
                                              <p:stCondLst>
                                                <p:cond delay="0"/>
                                              </p:stCondLst>
                                            </p:cTn>
                                            <p:tgtEl>
                                              <p:spTgt spid="51"/>
                                            </p:tgtEl>
                                            <p:attrNameLst>
                                              <p:attrName>style.visibility</p:attrName>
                                            </p:attrNameLst>
                                          </p:cBhvr>
                                          <p:to>
                                            <p:strVal val="visible"/>
                                          </p:to>
                                        </p:set>
                                        <p:animEffect transition="in" filter="wipe(left)">
                                          <p:cBhvr>
                                            <p:cTn id="9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3" grpId="0" animBg="1"/>
          <p:bldP spid="33" grpId="0" animBg="1"/>
          <p:bldP spid="43" grpId="0" animBg="1"/>
          <p:bldP spid="50" grpId="0"/>
        </p:bldLst>
      </p:timing>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71240" y="2354424"/>
            <a:ext cx="1397000" cy="1397000"/>
            <a:chOff x="2417513" y="2139021"/>
            <a:chExt cx="2099175" cy="2099175"/>
          </a:xfrm>
        </p:grpSpPr>
        <p:sp>
          <p:nvSpPr>
            <p:cNvPr id="5" name="圆角矩形 4"/>
            <p:cNvSpPr/>
            <p:nvPr/>
          </p:nvSpPr>
          <p:spPr>
            <a:xfrm>
              <a:off x="2417513" y="2139021"/>
              <a:ext cx="2099175" cy="2099175"/>
            </a:xfrm>
            <a:prstGeom prst="roundRect">
              <a:avLst>
                <a:gd name="adj" fmla="val 18662"/>
              </a:avLst>
            </a:prstGeom>
            <a:gradFill flip="none" rotWithShape="1">
              <a:gsLst>
                <a:gs pos="0">
                  <a:srgbClr val="F7F7F7"/>
                </a:gs>
                <a:gs pos="100000">
                  <a:schemeClr val="bg1">
                    <a:lumMod val="85000"/>
                  </a:schemeClr>
                </a:gs>
              </a:gsLst>
              <a:lin ang="2700000" scaled="1"/>
              <a:tileRect/>
            </a:gradFill>
            <a:ln w="19050">
              <a:gradFill flip="none" rotWithShape="1">
                <a:gsLst>
                  <a:gs pos="0">
                    <a:schemeClr val="bg1"/>
                  </a:gs>
                  <a:gs pos="100000">
                    <a:srgbClr val="C7C7C7"/>
                  </a:gs>
                </a:gsLst>
                <a:lin ang="2700000" scaled="1"/>
                <a:tileRect/>
              </a:gradFill>
            </a:ln>
            <a:effectLst>
              <a:outerShdw blurRad="114300" dist="508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6" name="组合 5"/>
            <p:cNvGrpSpPr/>
            <p:nvPr/>
          </p:nvGrpSpPr>
          <p:grpSpPr>
            <a:xfrm>
              <a:off x="2583294" y="2304802"/>
              <a:ext cx="1767610" cy="1767610"/>
              <a:chOff x="5787323" y="1979591"/>
              <a:chExt cx="1767610" cy="1767610"/>
            </a:xfrm>
          </p:grpSpPr>
          <p:sp>
            <p:nvSpPr>
              <p:cNvPr id="7" name="椭圆 6"/>
              <p:cNvSpPr/>
              <p:nvPr/>
            </p:nvSpPr>
            <p:spPr>
              <a:xfrm>
                <a:off x="5787323" y="1979591"/>
                <a:ext cx="1767610" cy="1767610"/>
              </a:xfrm>
              <a:prstGeom prst="ellipse">
                <a:avLst/>
              </a:prstGeom>
              <a:gradFill>
                <a:gsLst>
                  <a:gs pos="100000">
                    <a:schemeClr val="bg1"/>
                  </a:gs>
                  <a:gs pos="0">
                    <a:srgbClr val="D1D1D1"/>
                  </a:gs>
                </a:gsLst>
                <a:lin ang="2700000" scaled="1"/>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 name="椭圆 7"/>
              <p:cNvSpPr/>
              <p:nvPr/>
            </p:nvSpPr>
            <p:spPr>
              <a:xfrm>
                <a:off x="5956263" y="2148531"/>
                <a:ext cx="1429731" cy="142973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6014084" y="2206352"/>
                <a:ext cx="1314088" cy="1314088"/>
              </a:xfrm>
              <a:prstGeom prst="ellipse">
                <a:avLst/>
              </a:prstGeom>
              <a:gradFill>
                <a:gsLst>
                  <a:gs pos="0">
                    <a:srgbClr val="F7F7F7"/>
                  </a:gs>
                  <a:gs pos="100000">
                    <a:srgbClr val="D1D1D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0" name="椭圆 9"/>
              <p:cNvSpPr/>
              <p:nvPr/>
            </p:nvSpPr>
            <p:spPr>
              <a:xfrm>
                <a:off x="6078822" y="2271090"/>
                <a:ext cx="1184612" cy="1184612"/>
              </a:xfrm>
              <a:prstGeom prst="ellipse">
                <a:avLst/>
              </a:prstGeom>
              <a:gradFill>
                <a:gsLst>
                  <a:gs pos="0">
                    <a:schemeClr val="bg1"/>
                  </a:gs>
                  <a:gs pos="100000">
                    <a:srgbClr val="D1D1D1"/>
                  </a:gs>
                </a:gsLst>
                <a:lin ang="2700000" scaled="1"/>
              </a:gradFill>
              <a:ln w="28575">
                <a:gradFill flip="none" rotWithShape="1">
                  <a:gsLst>
                    <a:gs pos="0">
                      <a:schemeClr val="bg1">
                        <a:lumMod val="75000"/>
                      </a:schemeClr>
                    </a:gs>
                    <a:gs pos="100000">
                      <a:schemeClr val="bg1"/>
                    </a:gs>
                  </a:gsLst>
                  <a:lin ang="2700000" scaled="1"/>
                  <a:tileRect/>
                </a:gradFill>
              </a:ln>
              <a:effectLst>
                <a:innerShdw blurRad="762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11" name="组合 10"/>
          <p:cNvGrpSpPr/>
          <p:nvPr/>
        </p:nvGrpSpPr>
        <p:grpSpPr>
          <a:xfrm>
            <a:off x="6419140" y="2354424"/>
            <a:ext cx="1397000" cy="1397000"/>
            <a:chOff x="2417513" y="2139021"/>
            <a:chExt cx="2099175" cy="2099175"/>
          </a:xfrm>
        </p:grpSpPr>
        <p:sp>
          <p:nvSpPr>
            <p:cNvPr id="12" name="圆角矩形 11"/>
            <p:cNvSpPr/>
            <p:nvPr/>
          </p:nvSpPr>
          <p:spPr>
            <a:xfrm>
              <a:off x="2417513" y="2139021"/>
              <a:ext cx="2099175" cy="2099175"/>
            </a:xfrm>
            <a:prstGeom prst="roundRect">
              <a:avLst>
                <a:gd name="adj" fmla="val 18662"/>
              </a:avLst>
            </a:prstGeom>
            <a:gradFill flip="none" rotWithShape="1">
              <a:gsLst>
                <a:gs pos="0">
                  <a:srgbClr val="F7F7F7"/>
                </a:gs>
                <a:gs pos="100000">
                  <a:schemeClr val="bg1">
                    <a:lumMod val="85000"/>
                  </a:schemeClr>
                </a:gs>
              </a:gsLst>
              <a:lin ang="2700000" scaled="1"/>
              <a:tileRect/>
            </a:gradFill>
            <a:ln w="19050">
              <a:gradFill flip="none" rotWithShape="1">
                <a:gsLst>
                  <a:gs pos="0">
                    <a:schemeClr val="bg1"/>
                  </a:gs>
                  <a:gs pos="100000">
                    <a:srgbClr val="C7C7C7"/>
                  </a:gs>
                </a:gsLst>
                <a:lin ang="2700000" scaled="1"/>
                <a:tileRect/>
              </a:gradFill>
            </a:ln>
            <a:effectLst>
              <a:outerShdw blurRad="114300" dist="508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2583294" y="2304802"/>
              <a:ext cx="1767610" cy="1767610"/>
              <a:chOff x="5787323" y="1979591"/>
              <a:chExt cx="1767610" cy="1767610"/>
            </a:xfrm>
          </p:grpSpPr>
          <p:sp>
            <p:nvSpPr>
              <p:cNvPr id="14" name="椭圆 13"/>
              <p:cNvSpPr/>
              <p:nvPr/>
            </p:nvSpPr>
            <p:spPr>
              <a:xfrm>
                <a:off x="5787323" y="1979591"/>
                <a:ext cx="1767610" cy="1767610"/>
              </a:xfrm>
              <a:prstGeom prst="ellipse">
                <a:avLst/>
              </a:prstGeom>
              <a:gradFill>
                <a:gsLst>
                  <a:gs pos="100000">
                    <a:schemeClr val="bg1"/>
                  </a:gs>
                  <a:gs pos="0">
                    <a:srgbClr val="D1D1D1"/>
                  </a:gs>
                </a:gsLst>
                <a:lin ang="2700000" scaled="1"/>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椭圆 14"/>
              <p:cNvSpPr/>
              <p:nvPr/>
            </p:nvSpPr>
            <p:spPr>
              <a:xfrm>
                <a:off x="5956263" y="2148531"/>
                <a:ext cx="1429731" cy="142973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椭圆 15"/>
              <p:cNvSpPr/>
              <p:nvPr/>
            </p:nvSpPr>
            <p:spPr>
              <a:xfrm>
                <a:off x="6014084" y="2206352"/>
                <a:ext cx="1314088" cy="1314088"/>
              </a:xfrm>
              <a:prstGeom prst="ellipse">
                <a:avLst/>
              </a:prstGeom>
              <a:gradFill>
                <a:gsLst>
                  <a:gs pos="0">
                    <a:srgbClr val="F7F7F7"/>
                  </a:gs>
                  <a:gs pos="100000">
                    <a:srgbClr val="D1D1D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7" name="椭圆 16"/>
              <p:cNvSpPr/>
              <p:nvPr/>
            </p:nvSpPr>
            <p:spPr>
              <a:xfrm>
                <a:off x="6078822" y="2271090"/>
                <a:ext cx="1184612" cy="1184612"/>
              </a:xfrm>
              <a:prstGeom prst="ellipse">
                <a:avLst/>
              </a:prstGeom>
              <a:gradFill>
                <a:gsLst>
                  <a:gs pos="0">
                    <a:schemeClr val="bg1"/>
                  </a:gs>
                  <a:gs pos="100000">
                    <a:srgbClr val="D1D1D1"/>
                  </a:gs>
                </a:gsLst>
                <a:lin ang="2700000" scaled="1"/>
              </a:gradFill>
              <a:ln w="28575">
                <a:gradFill flip="none" rotWithShape="1">
                  <a:gsLst>
                    <a:gs pos="0">
                      <a:schemeClr val="bg1">
                        <a:lumMod val="75000"/>
                      </a:schemeClr>
                    </a:gs>
                    <a:gs pos="100000">
                      <a:schemeClr val="bg1"/>
                    </a:gs>
                  </a:gsLst>
                  <a:lin ang="2700000" scaled="1"/>
                  <a:tileRect/>
                </a:gradFill>
              </a:ln>
              <a:effectLst>
                <a:innerShdw blurRad="762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18" name="组合 17"/>
          <p:cNvGrpSpPr/>
          <p:nvPr/>
        </p:nvGrpSpPr>
        <p:grpSpPr>
          <a:xfrm>
            <a:off x="8667040" y="2354424"/>
            <a:ext cx="1397000" cy="1397000"/>
            <a:chOff x="2417513" y="2139021"/>
            <a:chExt cx="2099175" cy="2099175"/>
          </a:xfrm>
        </p:grpSpPr>
        <p:sp>
          <p:nvSpPr>
            <p:cNvPr id="19" name="圆角矩形 18"/>
            <p:cNvSpPr/>
            <p:nvPr/>
          </p:nvSpPr>
          <p:spPr>
            <a:xfrm>
              <a:off x="2417513" y="2139021"/>
              <a:ext cx="2099175" cy="2099175"/>
            </a:xfrm>
            <a:prstGeom prst="roundRect">
              <a:avLst>
                <a:gd name="adj" fmla="val 18662"/>
              </a:avLst>
            </a:prstGeom>
            <a:gradFill flip="none" rotWithShape="1">
              <a:gsLst>
                <a:gs pos="0">
                  <a:srgbClr val="F7F7F7"/>
                </a:gs>
                <a:gs pos="100000">
                  <a:schemeClr val="bg1">
                    <a:lumMod val="85000"/>
                  </a:schemeClr>
                </a:gs>
              </a:gsLst>
              <a:lin ang="2700000" scaled="1"/>
              <a:tileRect/>
            </a:gradFill>
            <a:ln w="19050">
              <a:gradFill flip="none" rotWithShape="1">
                <a:gsLst>
                  <a:gs pos="0">
                    <a:schemeClr val="bg1"/>
                  </a:gs>
                  <a:gs pos="100000">
                    <a:srgbClr val="C7C7C7"/>
                  </a:gs>
                </a:gsLst>
                <a:lin ang="2700000" scaled="1"/>
                <a:tileRect/>
              </a:gradFill>
            </a:ln>
            <a:effectLst>
              <a:outerShdw blurRad="114300" dist="508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0" name="组合 19"/>
            <p:cNvGrpSpPr/>
            <p:nvPr/>
          </p:nvGrpSpPr>
          <p:grpSpPr>
            <a:xfrm>
              <a:off x="2583294" y="2304802"/>
              <a:ext cx="1767610" cy="1767610"/>
              <a:chOff x="5787323" y="1979591"/>
              <a:chExt cx="1767610" cy="1767610"/>
            </a:xfrm>
          </p:grpSpPr>
          <p:sp>
            <p:nvSpPr>
              <p:cNvPr id="21" name="椭圆 20"/>
              <p:cNvSpPr/>
              <p:nvPr/>
            </p:nvSpPr>
            <p:spPr>
              <a:xfrm>
                <a:off x="5787323" y="1979591"/>
                <a:ext cx="1767610" cy="1767610"/>
              </a:xfrm>
              <a:prstGeom prst="ellipse">
                <a:avLst/>
              </a:prstGeom>
              <a:gradFill>
                <a:gsLst>
                  <a:gs pos="100000">
                    <a:schemeClr val="bg1"/>
                  </a:gs>
                  <a:gs pos="0">
                    <a:srgbClr val="D1D1D1"/>
                  </a:gs>
                </a:gsLst>
                <a:lin ang="2700000" scaled="1"/>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椭圆 21"/>
              <p:cNvSpPr/>
              <p:nvPr/>
            </p:nvSpPr>
            <p:spPr>
              <a:xfrm>
                <a:off x="5956263" y="2148531"/>
                <a:ext cx="1429731" cy="142973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椭圆 22"/>
              <p:cNvSpPr/>
              <p:nvPr/>
            </p:nvSpPr>
            <p:spPr>
              <a:xfrm>
                <a:off x="6014084" y="2206352"/>
                <a:ext cx="1314088" cy="1314088"/>
              </a:xfrm>
              <a:prstGeom prst="ellipse">
                <a:avLst/>
              </a:prstGeom>
              <a:gradFill>
                <a:gsLst>
                  <a:gs pos="0">
                    <a:srgbClr val="F7F7F7"/>
                  </a:gs>
                  <a:gs pos="100000">
                    <a:srgbClr val="D1D1D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 name="椭圆 23"/>
              <p:cNvSpPr/>
              <p:nvPr/>
            </p:nvSpPr>
            <p:spPr>
              <a:xfrm>
                <a:off x="6078822" y="2271090"/>
                <a:ext cx="1184612" cy="1184612"/>
              </a:xfrm>
              <a:prstGeom prst="ellipse">
                <a:avLst/>
              </a:prstGeom>
              <a:gradFill>
                <a:gsLst>
                  <a:gs pos="0">
                    <a:schemeClr val="bg1"/>
                  </a:gs>
                  <a:gs pos="100000">
                    <a:srgbClr val="D1D1D1"/>
                  </a:gs>
                </a:gsLst>
                <a:lin ang="2700000" scaled="1"/>
              </a:gradFill>
              <a:ln w="28575">
                <a:gradFill flip="none" rotWithShape="1">
                  <a:gsLst>
                    <a:gs pos="0">
                      <a:schemeClr val="bg1">
                        <a:lumMod val="75000"/>
                      </a:schemeClr>
                    </a:gs>
                    <a:gs pos="100000">
                      <a:schemeClr val="bg1"/>
                    </a:gs>
                  </a:gsLst>
                  <a:lin ang="2700000" scaled="1"/>
                  <a:tileRect/>
                </a:gradFill>
              </a:ln>
              <a:effectLst>
                <a:innerShdw blurRad="762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25" name="组合 24"/>
          <p:cNvGrpSpPr/>
          <p:nvPr/>
        </p:nvGrpSpPr>
        <p:grpSpPr>
          <a:xfrm>
            <a:off x="1923340" y="2354424"/>
            <a:ext cx="1397000" cy="1397000"/>
            <a:chOff x="2417513" y="2139021"/>
            <a:chExt cx="2099175" cy="2099175"/>
          </a:xfrm>
        </p:grpSpPr>
        <p:sp>
          <p:nvSpPr>
            <p:cNvPr id="26" name="圆角矩形 25"/>
            <p:cNvSpPr/>
            <p:nvPr/>
          </p:nvSpPr>
          <p:spPr>
            <a:xfrm>
              <a:off x="2417513" y="2139021"/>
              <a:ext cx="2099175" cy="2099175"/>
            </a:xfrm>
            <a:prstGeom prst="roundRect">
              <a:avLst>
                <a:gd name="adj" fmla="val 18662"/>
              </a:avLst>
            </a:prstGeom>
            <a:gradFill flip="none" rotWithShape="1">
              <a:gsLst>
                <a:gs pos="0">
                  <a:srgbClr val="F7F7F7"/>
                </a:gs>
                <a:gs pos="100000">
                  <a:schemeClr val="bg1">
                    <a:lumMod val="85000"/>
                  </a:schemeClr>
                </a:gs>
              </a:gsLst>
              <a:lin ang="2700000" scaled="1"/>
              <a:tileRect/>
            </a:gradFill>
            <a:ln w="19050">
              <a:gradFill flip="none" rotWithShape="1">
                <a:gsLst>
                  <a:gs pos="0">
                    <a:schemeClr val="bg1"/>
                  </a:gs>
                  <a:gs pos="100000">
                    <a:srgbClr val="C7C7C7"/>
                  </a:gs>
                </a:gsLst>
                <a:lin ang="2700000" scaled="1"/>
                <a:tileRect/>
              </a:gradFill>
            </a:ln>
            <a:effectLst>
              <a:outerShdw blurRad="114300" dist="508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nvGrpSpPr>
            <p:cNvPr id="27" name="组合 26"/>
            <p:cNvGrpSpPr/>
            <p:nvPr/>
          </p:nvGrpSpPr>
          <p:grpSpPr>
            <a:xfrm>
              <a:off x="2583294" y="2304802"/>
              <a:ext cx="1767610" cy="1767610"/>
              <a:chOff x="5787323" y="1979591"/>
              <a:chExt cx="1767610" cy="1767610"/>
            </a:xfrm>
          </p:grpSpPr>
          <p:sp>
            <p:nvSpPr>
              <p:cNvPr id="28" name="椭圆 27"/>
              <p:cNvSpPr/>
              <p:nvPr/>
            </p:nvSpPr>
            <p:spPr>
              <a:xfrm>
                <a:off x="5787323" y="1979591"/>
                <a:ext cx="1767610" cy="1767610"/>
              </a:xfrm>
              <a:prstGeom prst="ellipse">
                <a:avLst/>
              </a:prstGeom>
              <a:gradFill>
                <a:gsLst>
                  <a:gs pos="100000">
                    <a:schemeClr val="bg1"/>
                  </a:gs>
                  <a:gs pos="0">
                    <a:srgbClr val="D1D1D1"/>
                  </a:gs>
                </a:gsLst>
                <a:lin ang="2700000" scaled="1"/>
              </a:gradFill>
              <a:ln>
                <a:noFill/>
              </a:ln>
              <a:effectLst>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9" name="椭圆 28"/>
              <p:cNvSpPr/>
              <p:nvPr/>
            </p:nvSpPr>
            <p:spPr>
              <a:xfrm>
                <a:off x="5956263" y="2148531"/>
                <a:ext cx="1429731" cy="1429731"/>
              </a:xfrm>
              <a:prstGeom prst="ellipse">
                <a:avLst/>
              </a:prstGeom>
              <a:solidFill>
                <a:schemeClr val="accent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0" name="椭圆 29"/>
              <p:cNvSpPr/>
              <p:nvPr/>
            </p:nvSpPr>
            <p:spPr>
              <a:xfrm>
                <a:off x="6014084" y="2206352"/>
                <a:ext cx="1314088" cy="1314088"/>
              </a:xfrm>
              <a:prstGeom prst="ellipse">
                <a:avLst/>
              </a:prstGeom>
              <a:gradFill>
                <a:gsLst>
                  <a:gs pos="0">
                    <a:srgbClr val="F7F7F7"/>
                  </a:gs>
                  <a:gs pos="100000">
                    <a:srgbClr val="D1D1D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1" name="椭圆 30"/>
              <p:cNvSpPr/>
              <p:nvPr/>
            </p:nvSpPr>
            <p:spPr>
              <a:xfrm>
                <a:off x="6078822" y="2271090"/>
                <a:ext cx="1184612" cy="1184612"/>
              </a:xfrm>
              <a:prstGeom prst="ellipse">
                <a:avLst/>
              </a:prstGeom>
              <a:gradFill>
                <a:gsLst>
                  <a:gs pos="0">
                    <a:schemeClr val="bg1"/>
                  </a:gs>
                  <a:gs pos="100000">
                    <a:srgbClr val="D1D1D1"/>
                  </a:gs>
                </a:gsLst>
                <a:lin ang="2700000" scaled="1"/>
              </a:gradFill>
              <a:ln w="28575">
                <a:gradFill flip="none" rotWithShape="1">
                  <a:gsLst>
                    <a:gs pos="0">
                      <a:schemeClr val="bg1">
                        <a:lumMod val="75000"/>
                      </a:schemeClr>
                    </a:gs>
                    <a:gs pos="100000">
                      <a:schemeClr val="bg1"/>
                    </a:gs>
                  </a:gsLst>
                  <a:lin ang="2700000" scaled="1"/>
                  <a:tileRect/>
                </a:gradFill>
              </a:ln>
              <a:effectLst>
                <a:innerShdw blurRad="76200" dist="381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grpSp>
        <p:nvGrpSpPr>
          <p:cNvPr id="32" name="Group 4"/>
          <p:cNvGrpSpPr>
            <a:grpSpLocks noChangeAspect="1"/>
          </p:cNvGrpSpPr>
          <p:nvPr/>
        </p:nvGrpSpPr>
        <p:grpSpPr bwMode="auto">
          <a:xfrm>
            <a:off x="2478617" y="2864943"/>
            <a:ext cx="299144" cy="350563"/>
            <a:chOff x="1776" y="1776"/>
            <a:chExt cx="64" cy="75"/>
          </a:xfrm>
          <a:solidFill>
            <a:schemeClr val="accent1">
              <a:lumMod val="75000"/>
            </a:schemeClr>
          </a:solidFill>
          <a:effectLst/>
        </p:grpSpPr>
        <p:sp>
          <p:nvSpPr>
            <p:cNvPr id="33" name="Freeform 5"/>
            <p:cNvSpPr/>
            <p:nvPr/>
          </p:nvSpPr>
          <p:spPr bwMode="auto">
            <a:xfrm>
              <a:off x="1795" y="1779"/>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4" name="Freeform 6"/>
            <p:cNvSpPr/>
            <p:nvPr/>
          </p:nvSpPr>
          <p:spPr bwMode="auto">
            <a:xfrm>
              <a:off x="1776" y="1810"/>
              <a:ext cx="64" cy="41"/>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5" name="Freeform 7"/>
            <p:cNvSpPr/>
            <p:nvPr/>
          </p:nvSpPr>
          <p:spPr bwMode="auto">
            <a:xfrm>
              <a:off x="1795" y="1776"/>
              <a:ext cx="29" cy="26"/>
            </a:xfrm>
            <a:custGeom>
              <a:avLst/>
              <a:gdLst>
                <a:gd name="T0" fmla="*/ 5 w 11"/>
                <a:gd name="T1" fmla="*/ 10 h 10"/>
                <a:gd name="T2" fmla="*/ 5 w 11"/>
                <a:gd name="T3" fmla="*/ 10 h 10"/>
                <a:gd name="T4" fmla="*/ 11 w 11"/>
                <a:gd name="T5" fmla="*/ 5 h 10"/>
                <a:gd name="T6" fmla="*/ 5 w 11"/>
                <a:gd name="T7" fmla="*/ 0 h 10"/>
                <a:gd name="T8" fmla="*/ 5 w 11"/>
                <a:gd name="T9" fmla="*/ 0 h 10"/>
                <a:gd name="T10" fmla="*/ 0 w 11"/>
                <a:gd name="T11" fmla="*/ 5 h 10"/>
                <a:gd name="T12" fmla="*/ 5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10"/>
                  </a:moveTo>
                  <a:cubicBezTo>
                    <a:pt x="5" y="10"/>
                    <a:pt x="5" y="10"/>
                    <a:pt x="5" y="10"/>
                  </a:cubicBezTo>
                  <a:cubicBezTo>
                    <a:pt x="8" y="10"/>
                    <a:pt x="11" y="8"/>
                    <a:pt x="11" y="5"/>
                  </a:cubicBezTo>
                  <a:cubicBezTo>
                    <a:pt x="11" y="2"/>
                    <a:pt x="8" y="0"/>
                    <a:pt x="5" y="0"/>
                  </a:cubicBezTo>
                  <a:cubicBezTo>
                    <a:pt x="5" y="0"/>
                    <a:pt x="5" y="0"/>
                    <a:pt x="5" y="0"/>
                  </a:cubicBezTo>
                  <a:cubicBezTo>
                    <a:pt x="2" y="1"/>
                    <a:pt x="0" y="3"/>
                    <a:pt x="0" y="5"/>
                  </a:cubicBezTo>
                  <a:cubicBezTo>
                    <a:pt x="0" y="8"/>
                    <a:pt x="2" y="10"/>
                    <a:pt x="5" y="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Freeform 8"/>
            <p:cNvSpPr/>
            <p:nvPr/>
          </p:nvSpPr>
          <p:spPr bwMode="auto">
            <a:xfrm>
              <a:off x="1776" y="1807"/>
              <a:ext cx="64" cy="42"/>
            </a:xfrm>
            <a:custGeom>
              <a:avLst/>
              <a:gdLst>
                <a:gd name="T0" fmla="*/ 23 w 24"/>
                <a:gd name="T1" fmla="*/ 3 h 16"/>
                <a:gd name="T2" fmla="*/ 19 w 24"/>
                <a:gd name="T3" fmla="*/ 0 h 16"/>
                <a:gd name="T4" fmla="*/ 19 w 24"/>
                <a:gd name="T5" fmla="*/ 0 h 16"/>
                <a:gd name="T6" fmla="*/ 17 w 24"/>
                <a:gd name="T7" fmla="*/ 0 h 16"/>
                <a:gd name="T8" fmla="*/ 15 w 24"/>
                <a:gd name="T9" fmla="*/ 5 h 16"/>
                <a:gd name="T10" fmla="*/ 12 w 24"/>
                <a:gd name="T11" fmla="*/ 11 h 16"/>
                <a:gd name="T12" fmla="*/ 14 w 24"/>
                <a:gd name="T13" fmla="*/ 7 h 16"/>
                <a:gd name="T14" fmla="*/ 13 w 24"/>
                <a:gd name="T15" fmla="*/ 1 h 16"/>
                <a:gd name="T16" fmla="*/ 13 w 24"/>
                <a:gd name="T17" fmla="*/ 1 h 16"/>
                <a:gd name="T18" fmla="*/ 12 w 24"/>
                <a:gd name="T19" fmla="*/ 0 h 16"/>
                <a:gd name="T20" fmla="*/ 12 w 24"/>
                <a:gd name="T21" fmla="*/ 0 h 16"/>
                <a:gd name="T22" fmla="*/ 12 w 24"/>
                <a:gd name="T23" fmla="*/ 1 h 16"/>
                <a:gd name="T24" fmla="*/ 12 w 24"/>
                <a:gd name="T25" fmla="*/ 1 h 16"/>
                <a:gd name="T26" fmla="*/ 11 w 24"/>
                <a:gd name="T27" fmla="*/ 7 h 16"/>
                <a:gd name="T28" fmla="*/ 10 w 24"/>
                <a:gd name="T29" fmla="*/ 5 h 16"/>
                <a:gd name="T30" fmla="*/ 8 w 24"/>
                <a:gd name="T31" fmla="*/ 0 h 16"/>
                <a:gd name="T32" fmla="*/ 5 w 24"/>
                <a:gd name="T33" fmla="*/ 0 h 16"/>
                <a:gd name="T34" fmla="*/ 5 w 24"/>
                <a:gd name="T35" fmla="*/ 0 h 16"/>
                <a:gd name="T36" fmla="*/ 1 w 24"/>
                <a:gd name="T37" fmla="*/ 3 h 16"/>
                <a:gd name="T38" fmla="*/ 0 w 24"/>
                <a:gd name="T39" fmla="*/ 16 h 16"/>
                <a:gd name="T40" fmla="*/ 4 w 24"/>
                <a:gd name="T41" fmla="*/ 16 h 16"/>
                <a:gd name="T42" fmla="*/ 4 w 24"/>
                <a:gd name="T43" fmla="*/ 6 h 16"/>
                <a:gd name="T44" fmla="*/ 5 w 24"/>
                <a:gd name="T45" fmla="*/ 6 h 16"/>
                <a:gd name="T46" fmla="*/ 5 w 24"/>
                <a:gd name="T47" fmla="*/ 16 h 16"/>
                <a:gd name="T48" fmla="*/ 12 w 24"/>
                <a:gd name="T49" fmla="*/ 16 h 16"/>
                <a:gd name="T50" fmla="*/ 19 w 24"/>
                <a:gd name="T51" fmla="*/ 16 h 16"/>
                <a:gd name="T52" fmla="*/ 19 w 24"/>
                <a:gd name="T53" fmla="*/ 6 h 16"/>
                <a:gd name="T54" fmla="*/ 19 w 24"/>
                <a:gd name="T55" fmla="*/ 6 h 16"/>
                <a:gd name="T56" fmla="*/ 20 w 24"/>
                <a:gd name="T57" fmla="*/ 6 h 16"/>
                <a:gd name="T58" fmla="*/ 20 w 24"/>
                <a:gd name="T59" fmla="*/ 16 h 16"/>
                <a:gd name="T60" fmla="*/ 23 w 24"/>
                <a:gd name="T61" fmla="*/ 16 h 16"/>
                <a:gd name="T62" fmla="*/ 23 w 24"/>
                <a:gd name="T63"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 h="16">
                  <a:moveTo>
                    <a:pt x="23" y="3"/>
                  </a:moveTo>
                  <a:cubicBezTo>
                    <a:pt x="22" y="1"/>
                    <a:pt x="20" y="0"/>
                    <a:pt x="19" y="0"/>
                  </a:cubicBezTo>
                  <a:cubicBezTo>
                    <a:pt x="19" y="0"/>
                    <a:pt x="19" y="0"/>
                    <a:pt x="19" y="0"/>
                  </a:cubicBezTo>
                  <a:cubicBezTo>
                    <a:pt x="17" y="0"/>
                    <a:pt x="17" y="0"/>
                    <a:pt x="17" y="0"/>
                  </a:cubicBezTo>
                  <a:cubicBezTo>
                    <a:pt x="15" y="5"/>
                    <a:pt x="15" y="5"/>
                    <a:pt x="15" y="5"/>
                  </a:cubicBezTo>
                  <a:cubicBezTo>
                    <a:pt x="12" y="11"/>
                    <a:pt x="12" y="11"/>
                    <a:pt x="12" y="11"/>
                  </a:cubicBezTo>
                  <a:cubicBezTo>
                    <a:pt x="14" y="7"/>
                    <a:pt x="14" y="7"/>
                    <a:pt x="14" y="7"/>
                  </a:cubicBezTo>
                  <a:cubicBezTo>
                    <a:pt x="13" y="1"/>
                    <a:pt x="13" y="1"/>
                    <a:pt x="13" y="1"/>
                  </a:cubicBezTo>
                  <a:cubicBezTo>
                    <a:pt x="13" y="1"/>
                    <a:pt x="13" y="1"/>
                    <a:pt x="13" y="1"/>
                  </a:cubicBezTo>
                  <a:cubicBezTo>
                    <a:pt x="13" y="0"/>
                    <a:pt x="13" y="0"/>
                    <a:pt x="12" y="0"/>
                  </a:cubicBezTo>
                  <a:cubicBezTo>
                    <a:pt x="12" y="0"/>
                    <a:pt x="12" y="0"/>
                    <a:pt x="12" y="0"/>
                  </a:cubicBezTo>
                  <a:cubicBezTo>
                    <a:pt x="12" y="0"/>
                    <a:pt x="12" y="0"/>
                    <a:pt x="12" y="1"/>
                  </a:cubicBezTo>
                  <a:cubicBezTo>
                    <a:pt x="12" y="1"/>
                    <a:pt x="12" y="1"/>
                    <a:pt x="12" y="1"/>
                  </a:cubicBezTo>
                  <a:cubicBezTo>
                    <a:pt x="11" y="7"/>
                    <a:pt x="11" y="7"/>
                    <a:pt x="11" y="7"/>
                  </a:cubicBezTo>
                  <a:cubicBezTo>
                    <a:pt x="10" y="5"/>
                    <a:pt x="10" y="5"/>
                    <a:pt x="10" y="5"/>
                  </a:cubicBezTo>
                  <a:cubicBezTo>
                    <a:pt x="8" y="0"/>
                    <a:pt x="8" y="0"/>
                    <a:pt x="8" y="0"/>
                  </a:cubicBezTo>
                  <a:cubicBezTo>
                    <a:pt x="5" y="0"/>
                    <a:pt x="5" y="0"/>
                    <a:pt x="5" y="0"/>
                  </a:cubicBezTo>
                  <a:cubicBezTo>
                    <a:pt x="5" y="0"/>
                    <a:pt x="5" y="0"/>
                    <a:pt x="5" y="0"/>
                  </a:cubicBezTo>
                  <a:cubicBezTo>
                    <a:pt x="3" y="0"/>
                    <a:pt x="2" y="1"/>
                    <a:pt x="1" y="3"/>
                  </a:cubicBezTo>
                  <a:cubicBezTo>
                    <a:pt x="0" y="5"/>
                    <a:pt x="0" y="11"/>
                    <a:pt x="0" y="16"/>
                  </a:cubicBezTo>
                  <a:cubicBezTo>
                    <a:pt x="4" y="16"/>
                    <a:pt x="4" y="16"/>
                    <a:pt x="4" y="16"/>
                  </a:cubicBezTo>
                  <a:cubicBezTo>
                    <a:pt x="4" y="6"/>
                    <a:pt x="4" y="6"/>
                    <a:pt x="4" y="6"/>
                  </a:cubicBezTo>
                  <a:cubicBezTo>
                    <a:pt x="4" y="6"/>
                    <a:pt x="4" y="6"/>
                    <a:pt x="5" y="6"/>
                  </a:cubicBezTo>
                  <a:cubicBezTo>
                    <a:pt x="5" y="16"/>
                    <a:pt x="5" y="16"/>
                    <a:pt x="5" y="16"/>
                  </a:cubicBezTo>
                  <a:cubicBezTo>
                    <a:pt x="12" y="16"/>
                    <a:pt x="12" y="16"/>
                    <a:pt x="12" y="16"/>
                  </a:cubicBezTo>
                  <a:cubicBezTo>
                    <a:pt x="19" y="16"/>
                    <a:pt x="19" y="16"/>
                    <a:pt x="19" y="16"/>
                  </a:cubicBezTo>
                  <a:cubicBezTo>
                    <a:pt x="19" y="6"/>
                    <a:pt x="19" y="6"/>
                    <a:pt x="19" y="6"/>
                  </a:cubicBezTo>
                  <a:cubicBezTo>
                    <a:pt x="19" y="6"/>
                    <a:pt x="19" y="6"/>
                    <a:pt x="19" y="6"/>
                  </a:cubicBezTo>
                  <a:cubicBezTo>
                    <a:pt x="19" y="6"/>
                    <a:pt x="20" y="6"/>
                    <a:pt x="20" y="6"/>
                  </a:cubicBezTo>
                  <a:cubicBezTo>
                    <a:pt x="20" y="16"/>
                    <a:pt x="20" y="16"/>
                    <a:pt x="20" y="16"/>
                  </a:cubicBezTo>
                  <a:cubicBezTo>
                    <a:pt x="23" y="16"/>
                    <a:pt x="23" y="16"/>
                    <a:pt x="23" y="16"/>
                  </a:cubicBezTo>
                  <a:cubicBezTo>
                    <a:pt x="24" y="11"/>
                    <a:pt x="24" y="5"/>
                    <a:pt x="23"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7" name="Group 18"/>
          <p:cNvGrpSpPr>
            <a:grpSpLocks noChangeAspect="1"/>
          </p:cNvGrpSpPr>
          <p:nvPr/>
        </p:nvGrpSpPr>
        <p:grpSpPr bwMode="auto">
          <a:xfrm>
            <a:off x="4704763" y="2884524"/>
            <a:ext cx="334187" cy="311400"/>
            <a:chOff x="3802" y="2858"/>
            <a:chExt cx="616" cy="574"/>
          </a:xfrm>
          <a:solidFill>
            <a:schemeClr val="accent1">
              <a:lumMod val="75000"/>
            </a:schemeClr>
          </a:solidFill>
          <a:effectLst/>
        </p:grpSpPr>
        <p:sp>
          <p:nvSpPr>
            <p:cNvPr id="38" name="Rectangle 19"/>
            <p:cNvSpPr>
              <a:spLocks noChangeArrowheads="1"/>
            </p:cNvSpPr>
            <p:nvPr/>
          </p:nvSpPr>
          <p:spPr bwMode="auto">
            <a:xfrm>
              <a:off x="3802" y="3205"/>
              <a:ext cx="129" cy="2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Rectangle 20"/>
            <p:cNvSpPr>
              <a:spLocks noChangeArrowheads="1"/>
            </p:cNvSpPr>
            <p:nvPr/>
          </p:nvSpPr>
          <p:spPr bwMode="auto">
            <a:xfrm>
              <a:off x="3964" y="3174"/>
              <a:ext cx="129" cy="25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0" name="Rectangle 21"/>
            <p:cNvSpPr>
              <a:spLocks noChangeArrowheads="1"/>
            </p:cNvSpPr>
            <p:nvPr/>
          </p:nvSpPr>
          <p:spPr bwMode="auto">
            <a:xfrm>
              <a:off x="4129" y="3131"/>
              <a:ext cx="129" cy="30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1" name="Rectangle 22"/>
            <p:cNvSpPr>
              <a:spLocks noChangeArrowheads="1"/>
            </p:cNvSpPr>
            <p:nvPr/>
          </p:nvSpPr>
          <p:spPr bwMode="auto">
            <a:xfrm>
              <a:off x="4289" y="3078"/>
              <a:ext cx="129" cy="35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2" name="Freeform 23"/>
            <p:cNvSpPr/>
            <p:nvPr/>
          </p:nvSpPr>
          <p:spPr bwMode="auto">
            <a:xfrm>
              <a:off x="3888" y="2858"/>
              <a:ext cx="370" cy="270"/>
            </a:xfrm>
            <a:custGeom>
              <a:avLst/>
              <a:gdLst>
                <a:gd name="T0" fmla="*/ 94 w 155"/>
                <a:gd name="T1" fmla="*/ 21 h 113"/>
                <a:gd name="T2" fmla="*/ 0 w 155"/>
                <a:gd name="T3" fmla="*/ 72 h 113"/>
                <a:gd name="T4" fmla="*/ 114 w 155"/>
                <a:gd name="T5" fmla="*/ 63 h 113"/>
                <a:gd name="T6" fmla="*/ 122 w 155"/>
                <a:gd name="T7" fmla="*/ 82 h 113"/>
                <a:gd name="T8" fmla="*/ 155 w 155"/>
                <a:gd name="T9" fmla="*/ 0 h 113"/>
                <a:gd name="T10" fmla="*/ 85 w 155"/>
                <a:gd name="T11" fmla="*/ 2 h 113"/>
                <a:gd name="T12" fmla="*/ 94 w 155"/>
                <a:gd name="T13" fmla="*/ 21 h 113"/>
              </a:gdLst>
              <a:ahLst/>
              <a:cxnLst>
                <a:cxn ang="0">
                  <a:pos x="T0" y="T1"/>
                </a:cxn>
                <a:cxn ang="0">
                  <a:pos x="T2" y="T3"/>
                </a:cxn>
                <a:cxn ang="0">
                  <a:pos x="T4" y="T5"/>
                </a:cxn>
                <a:cxn ang="0">
                  <a:pos x="T6" y="T7"/>
                </a:cxn>
                <a:cxn ang="0">
                  <a:pos x="T8" y="T9"/>
                </a:cxn>
                <a:cxn ang="0">
                  <a:pos x="T10" y="T11"/>
                </a:cxn>
                <a:cxn ang="0">
                  <a:pos x="T12" y="T13"/>
                </a:cxn>
              </a:cxnLst>
              <a:rect l="0" t="0" r="r" b="b"/>
              <a:pathLst>
                <a:path w="155" h="113">
                  <a:moveTo>
                    <a:pt x="94" y="21"/>
                  </a:moveTo>
                  <a:cubicBezTo>
                    <a:pt x="85" y="33"/>
                    <a:pt x="53" y="68"/>
                    <a:pt x="0" y="72"/>
                  </a:cubicBezTo>
                  <a:cubicBezTo>
                    <a:pt x="0" y="72"/>
                    <a:pt x="31" y="113"/>
                    <a:pt x="114" y="63"/>
                  </a:cubicBezTo>
                  <a:cubicBezTo>
                    <a:pt x="122" y="82"/>
                    <a:pt x="122" y="82"/>
                    <a:pt x="122" y="82"/>
                  </a:cubicBezTo>
                  <a:cubicBezTo>
                    <a:pt x="155" y="0"/>
                    <a:pt x="155" y="0"/>
                    <a:pt x="155" y="0"/>
                  </a:cubicBezTo>
                  <a:cubicBezTo>
                    <a:pt x="85" y="2"/>
                    <a:pt x="85" y="2"/>
                    <a:pt x="85" y="2"/>
                  </a:cubicBezTo>
                  <a:lnTo>
                    <a:pt x="94" y="2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3" name="Group 13"/>
          <p:cNvGrpSpPr>
            <a:grpSpLocks noChangeAspect="1"/>
          </p:cNvGrpSpPr>
          <p:nvPr/>
        </p:nvGrpSpPr>
        <p:grpSpPr bwMode="auto">
          <a:xfrm>
            <a:off x="6933126" y="2855672"/>
            <a:ext cx="364796" cy="369104"/>
            <a:chOff x="2426" y="2781"/>
            <a:chExt cx="593" cy="600"/>
          </a:xfrm>
          <a:solidFill>
            <a:schemeClr val="accent1">
              <a:lumMod val="75000"/>
            </a:schemeClr>
          </a:solidFill>
          <a:effectLst/>
        </p:grpSpPr>
        <p:sp>
          <p:nvSpPr>
            <p:cNvPr id="44" name="Freeform 14"/>
            <p:cNvSpPr/>
            <p:nvPr/>
          </p:nvSpPr>
          <p:spPr bwMode="auto">
            <a:xfrm>
              <a:off x="2442" y="2805"/>
              <a:ext cx="577" cy="576"/>
            </a:xfrm>
            <a:custGeom>
              <a:avLst/>
              <a:gdLst>
                <a:gd name="T0" fmla="*/ 0 w 241"/>
                <a:gd name="T1" fmla="*/ 115 h 241"/>
                <a:gd name="T2" fmla="*/ 0 w 241"/>
                <a:gd name="T3" fmla="*/ 121 h 241"/>
                <a:gd name="T4" fmla="*/ 121 w 241"/>
                <a:gd name="T5" fmla="*/ 241 h 241"/>
                <a:gd name="T6" fmla="*/ 241 w 241"/>
                <a:gd name="T7" fmla="*/ 121 h 241"/>
                <a:gd name="T8" fmla="*/ 121 w 241"/>
                <a:gd name="T9" fmla="*/ 0 h 241"/>
                <a:gd name="T10" fmla="*/ 121 w 241"/>
                <a:gd name="T11" fmla="*/ 115 h 241"/>
                <a:gd name="T12" fmla="*/ 0 w 241"/>
                <a:gd name="T13" fmla="*/ 115 h 241"/>
              </a:gdLst>
              <a:ahLst/>
              <a:cxnLst>
                <a:cxn ang="0">
                  <a:pos x="T0" y="T1"/>
                </a:cxn>
                <a:cxn ang="0">
                  <a:pos x="T2" y="T3"/>
                </a:cxn>
                <a:cxn ang="0">
                  <a:pos x="T4" y="T5"/>
                </a:cxn>
                <a:cxn ang="0">
                  <a:pos x="T6" y="T7"/>
                </a:cxn>
                <a:cxn ang="0">
                  <a:pos x="T8" y="T9"/>
                </a:cxn>
                <a:cxn ang="0">
                  <a:pos x="T10" y="T11"/>
                </a:cxn>
                <a:cxn ang="0">
                  <a:pos x="T12" y="T13"/>
                </a:cxn>
              </a:cxnLst>
              <a:rect l="0" t="0" r="r" b="b"/>
              <a:pathLst>
                <a:path w="241" h="241">
                  <a:moveTo>
                    <a:pt x="0" y="115"/>
                  </a:moveTo>
                  <a:cubicBezTo>
                    <a:pt x="0" y="117"/>
                    <a:pt x="0" y="119"/>
                    <a:pt x="0" y="121"/>
                  </a:cubicBezTo>
                  <a:cubicBezTo>
                    <a:pt x="0" y="187"/>
                    <a:pt x="54" y="241"/>
                    <a:pt x="121" y="241"/>
                  </a:cubicBezTo>
                  <a:cubicBezTo>
                    <a:pt x="187" y="241"/>
                    <a:pt x="241" y="187"/>
                    <a:pt x="241" y="121"/>
                  </a:cubicBezTo>
                  <a:cubicBezTo>
                    <a:pt x="241" y="54"/>
                    <a:pt x="187" y="0"/>
                    <a:pt x="121" y="0"/>
                  </a:cubicBezTo>
                  <a:cubicBezTo>
                    <a:pt x="121" y="115"/>
                    <a:pt x="121" y="115"/>
                    <a:pt x="121" y="115"/>
                  </a:cubicBezTo>
                  <a:lnTo>
                    <a:pt x="0" y="11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5" name="Freeform 15"/>
            <p:cNvSpPr>
              <a:spLocks noEditPoints="1"/>
            </p:cNvSpPr>
            <p:nvPr/>
          </p:nvSpPr>
          <p:spPr bwMode="auto">
            <a:xfrm>
              <a:off x="2426" y="2781"/>
              <a:ext cx="275" cy="273"/>
            </a:xfrm>
            <a:custGeom>
              <a:avLst/>
              <a:gdLst>
                <a:gd name="T0" fmla="*/ 0 w 115"/>
                <a:gd name="T1" fmla="*/ 114 h 114"/>
                <a:gd name="T2" fmla="*/ 115 w 115"/>
                <a:gd name="T3" fmla="*/ 114 h 114"/>
                <a:gd name="T4" fmla="*/ 115 w 115"/>
                <a:gd name="T5" fmla="*/ 0 h 114"/>
                <a:gd name="T6" fmla="*/ 0 w 115"/>
                <a:gd name="T7" fmla="*/ 114 h 114"/>
                <a:gd name="T8" fmla="*/ 15 w 115"/>
                <a:gd name="T9" fmla="*/ 104 h 114"/>
                <a:gd name="T10" fmla="*/ 104 w 115"/>
                <a:gd name="T11" fmla="*/ 14 h 114"/>
                <a:gd name="T12" fmla="*/ 104 w 115"/>
                <a:gd name="T13" fmla="*/ 104 h 114"/>
                <a:gd name="T14" fmla="*/ 15 w 115"/>
                <a:gd name="T15" fmla="*/ 104 h 1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5" h="114">
                  <a:moveTo>
                    <a:pt x="0" y="114"/>
                  </a:moveTo>
                  <a:cubicBezTo>
                    <a:pt x="115" y="114"/>
                    <a:pt x="115" y="114"/>
                    <a:pt x="115" y="114"/>
                  </a:cubicBezTo>
                  <a:cubicBezTo>
                    <a:pt x="115" y="0"/>
                    <a:pt x="115" y="0"/>
                    <a:pt x="115" y="0"/>
                  </a:cubicBezTo>
                  <a:cubicBezTo>
                    <a:pt x="51" y="0"/>
                    <a:pt x="0" y="51"/>
                    <a:pt x="0" y="114"/>
                  </a:cubicBezTo>
                  <a:close/>
                  <a:moveTo>
                    <a:pt x="15" y="104"/>
                  </a:moveTo>
                  <a:cubicBezTo>
                    <a:pt x="15" y="54"/>
                    <a:pt x="55" y="14"/>
                    <a:pt x="104" y="14"/>
                  </a:cubicBezTo>
                  <a:cubicBezTo>
                    <a:pt x="104" y="104"/>
                    <a:pt x="104" y="104"/>
                    <a:pt x="104" y="104"/>
                  </a:cubicBezTo>
                  <a:lnTo>
                    <a:pt x="15" y="10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46" name="组合 45"/>
          <p:cNvGrpSpPr/>
          <p:nvPr/>
        </p:nvGrpSpPr>
        <p:grpSpPr>
          <a:xfrm>
            <a:off x="9186769" y="2852596"/>
            <a:ext cx="344844" cy="375260"/>
            <a:chOff x="4873620" y="1965325"/>
            <a:chExt cx="269882" cy="293688"/>
          </a:xfrm>
          <a:solidFill>
            <a:schemeClr val="accent1">
              <a:lumMod val="75000"/>
            </a:schemeClr>
          </a:solidFill>
          <a:effectLst/>
        </p:grpSpPr>
        <p:sp>
          <p:nvSpPr>
            <p:cNvPr id="47" name="Freeform 502"/>
            <p:cNvSpPr/>
            <p:nvPr/>
          </p:nvSpPr>
          <p:spPr bwMode="auto">
            <a:xfrm>
              <a:off x="4873620" y="2127250"/>
              <a:ext cx="112713" cy="131763"/>
            </a:xfrm>
            <a:custGeom>
              <a:avLst/>
              <a:gdLst>
                <a:gd name="T0" fmla="*/ 2 w 30"/>
                <a:gd name="T1" fmla="*/ 0 h 35"/>
                <a:gd name="T2" fmla="*/ 28 w 30"/>
                <a:gd name="T3" fmla="*/ 0 h 35"/>
                <a:gd name="T4" fmla="*/ 30 w 30"/>
                <a:gd name="T5" fmla="*/ 1 h 35"/>
                <a:gd name="T6" fmla="*/ 28 w 30"/>
                <a:gd name="T7" fmla="*/ 3 h 35"/>
                <a:gd name="T8" fmla="*/ 3 w 30"/>
                <a:gd name="T9" fmla="*/ 3 h 35"/>
                <a:gd name="T10" fmla="*/ 3 w 30"/>
                <a:gd name="T11" fmla="*/ 33 h 35"/>
                <a:gd name="T12" fmla="*/ 2 w 30"/>
                <a:gd name="T13" fmla="*/ 35 h 35"/>
                <a:gd name="T14" fmla="*/ 0 w 30"/>
                <a:gd name="T15" fmla="*/ 33 h 35"/>
                <a:gd name="T16" fmla="*/ 0 w 30"/>
                <a:gd name="T17" fmla="*/ 1 h 35"/>
                <a:gd name="T18" fmla="*/ 2 w 30"/>
                <a:gd name="T19"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2" y="0"/>
                  </a:moveTo>
                  <a:cubicBezTo>
                    <a:pt x="28" y="0"/>
                    <a:pt x="28" y="0"/>
                    <a:pt x="28" y="0"/>
                  </a:cubicBezTo>
                  <a:cubicBezTo>
                    <a:pt x="29" y="0"/>
                    <a:pt x="30" y="1"/>
                    <a:pt x="30" y="1"/>
                  </a:cubicBezTo>
                  <a:cubicBezTo>
                    <a:pt x="30" y="2"/>
                    <a:pt x="29" y="3"/>
                    <a:pt x="28" y="3"/>
                  </a:cubicBezTo>
                  <a:cubicBezTo>
                    <a:pt x="3" y="3"/>
                    <a:pt x="3" y="3"/>
                    <a:pt x="3" y="3"/>
                  </a:cubicBezTo>
                  <a:cubicBezTo>
                    <a:pt x="3" y="33"/>
                    <a:pt x="3" y="33"/>
                    <a:pt x="3" y="33"/>
                  </a:cubicBezTo>
                  <a:cubicBezTo>
                    <a:pt x="3" y="34"/>
                    <a:pt x="3" y="35"/>
                    <a:pt x="2" y="35"/>
                  </a:cubicBezTo>
                  <a:cubicBezTo>
                    <a:pt x="1" y="35"/>
                    <a:pt x="0" y="34"/>
                    <a:pt x="0" y="33"/>
                  </a:cubicBezTo>
                  <a:cubicBezTo>
                    <a:pt x="0" y="1"/>
                    <a:pt x="0" y="1"/>
                    <a:pt x="0" y="1"/>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8" name="Freeform 503"/>
            <p:cNvSpPr/>
            <p:nvPr/>
          </p:nvSpPr>
          <p:spPr bwMode="auto">
            <a:xfrm>
              <a:off x="4884737" y="1973263"/>
              <a:ext cx="41275" cy="146050"/>
            </a:xfrm>
            <a:custGeom>
              <a:avLst/>
              <a:gdLst>
                <a:gd name="T0" fmla="*/ 11 w 11"/>
                <a:gd name="T1" fmla="*/ 34 h 39"/>
                <a:gd name="T2" fmla="*/ 11 w 11"/>
                <a:gd name="T3" fmla="*/ 6 h 39"/>
                <a:gd name="T4" fmla="*/ 5 w 11"/>
                <a:gd name="T5" fmla="*/ 0 h 39"/>
                <a:gd name="T6" fmla="*/ 0 w 11"/>
                <a:gd name="T7" fmla="*/ 6 h 39"/>
                <a:gd name="T8" fmla="*/ 0 w 11"/>
                <a:gd name="T9" fmla="*/ 34 h 39"/>
                <a:gd name="T10" fmla="*/ 5 w 11"/>
                <a:gd name="T11" fmla="*/ 39 h 39"/>
                <a:gd name="T12" fmla="*/ 11 w 11"/>
                <a:gd name="T13" fmla="*/ 34 h 39"/>
              </a:gdLst>
              <a:ahLst/>
              <a:cxnLst>
                <a:cxn ang="0">
                  <a:pos x="T0" y="T1"/>
                </a:cxn>
                <a:cxn ang="0">
                  <a:pos x="T2" y="T3"/>
                </a:cxn>
                <a:cxn ang="0">
                  <a:pos x="T4" y="T5"/>
                </a:cxn>
                <a:cxn ang="0">
                  <a:pos x="T6" y="T7"/>
                </a:cxn>
                <a:cxn ang="0">
                  <a:pos x="T8" y="T9"/>
                </a:cxn>
                <a:cxn ang="0">
                  <a:pos x="T10" y="T11"/>
                </a:cxn>
                <a:cxn ang="0">
                  <a:pos x="T12" y="T13"/>
                </a:cxn>
              </a:cxnLst>
              <a:rect l="0" t="0" r="r" b="b"/>
              <a:pathLst>
                <a:path w="11" h="39">
                  <a:moveTo>
                    <a:pt x="11" y="34"/>
                  </a:moveTo>
                  <a:cubicBezTo>
                    <a:pt x="11" y="6"/>
                    <a:pt x="11" y="6"/>
                    <a:pt x="11" y="6"/>
                  </a:cubicBezTo>
                  <a:cubicBezTo>
                    <a:pt x="11" y="3"/>
                    <a:pt x="9" y="0"/>
                    <a:pt x="5" y="0"/>
                  </a:cubicBezTo>
                  <a:cubicBezTo>
                    <a:pt x="2" y="0"/>
                    <a:pt x="0" y="3"/>
                    <a:pt x="0" y="6"/>
                  </a:cubicBezTo>
                  <a:cubicBezTo>
                    <a:pt x="0" y="34"/>
                    <a:pt x="0" y="34"/>
                    <a:pt x="0" y="34"/>
                  </a:cubicBezTo>
                  <a:cubicBezTo>
                    <a:pt x="0" y="37"/>
                    <a:pt x="2" y="39"/>
                    <a:pt x="5" y="39"/>
                  </a:cubicBezTo>
                  <a:cubicBezTo>
                    <a:pt x="9" y="39"/>
                    <a:pt x="11" y="37"/>
                    <a:pt x="11" y="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9" name="Freeform 504"/>
            <p:cNvSpPr/>
            <p:nvPr/>
          </p:nvSpPr>
          <p:spPr bwMode="auto">
            <a:xfrm>
              <a:off x="4940303" y="1965325"/>
              <a:ext cx="177800" cy="293688"/>
            </a:xfrm>
            <a:custGeom>
              <a:avLst/>
              <a:gdLst>
                <a:gd name="T0" fmla="*/ 5 w 47"/>
                <a:gd name="T1" fmla="*/ 69 h 78"/>
                <a:gd name="T2" fmla="*/ 6 w 47"/>
                <a:gd name="T3" fmla="*/ 77 h 78"/>
                <a:gd name="T4" fmla="*/ 9 w 47"/>
                <a:gd name="T5" fmla="*/ 78 h 78"/>
                <a:gd name="T6" fmla="*/ 14 w 47"/>
                <a:gd name="T7" fmla="*/ 76 h 78"/>
                <a:gd name="T8" fmla="*/ 26 w 47"/>
                <a:gd name="T9" fmla="*/ 57 h 78"/>
                <a:gd name="T10" fmla="*/ 46 w 47"/>
                <a:gd name="T11" fmla="*/ 57 h 78"/>
                <a:gd name="T12" fmla="*/ 47 w 47"/>
                <a:gd name="T13" fmla="*/ 56 h 78"/>
                <a:gd name="T14" fmla="*/ 47 w 47"/>
                <a:gd name="T15" fmla="*/ 42 h 78"/>
                <a:gd name="T16" fmla="*/ 32 w 47"/>
                <a:gd name="T17" fmla="*/ 19 h 78"/>
                <a:gd name="T18" fmla="*/ 30 w 47"/>
                <a:gd name="T19" fmla="*/ 20 h 78"/>
                <a:gd name="T20" fmla="*/ 35 w 47"/>
                <a:gd name="T21" fmla="*/ 10 h 78"/>
                <a:gd name="T22" fmla="*/ 24 w 47"/>
                <a:gd name="T23" fmla="*/ 0 h 78"/>
                <a:gd name="T24" fmla="*/ 14 w 47"/>
                <a:gd name="T25" fmla="*/ 10 h 78"/>
                <a:gd name="T26" fmla="*/ 24 w 47"/>
                <a:gd name="T27" fmla="*/ 21 h 78"/>
                <a:gd name="T28" fmla="*/ 27 w 47"/>
                <a:gd name="T29" fmla="*/ 20 h 78"/>
                <a:gd name="T30" fmla="*/ 21 w 47"/>
                <a:gd name="T31" fmla="*/ 27 h 78"/>
                <a:gd name="T32" fmla="*/ 5 w 47"/>
                <a:gd name="T33" fmla="*/ 31 h 78"/>
                <a:gd name="T34" fmla="*/ 1 w 47"/>
                <a:gd name="T35" fmla="*/ 34 h 78"/>
                <a:gd name="T36" fmla="*/ 1 w 47"/>
                <a:gd name="T37" fmla="*/ 38 h 78"/>
                <a:gd name="T38" fmla="*/ 6 w 47"/>
                <a:gd name="T39" fmla="*/ 42 h 78"/>
                <a:gd name="T40" fmla="*/ 8 w 47"/>
                <a:gd name="T41" fmla="*/ 42 h 78"/>
                <a:gd name="T42" fmla="*/ 17 w 47"/>
                <a:gd name="T43" fmla="*/ 40 h 78"/>
                <a:gd name="T44" fmla="*/ 17 w 47"/>
                <a:gd name="T45" fmla="*/ 43 h 78"/>
                <a:gd name="T46" fmla="*/ 17 w 47"/>
                <a:gd name="T47" fmla="*/ 47 h 78"/>
                <a:gd name="T48" fmla="*/ 5 w 47"/>
                <a:gd name="T49" fmla="*/ 6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7" h="78">
                  <a:moveTo>
                    <a:pt x="5" y="69"/>
                  </a:moveTo>
                  <a:cubicBezTo>
                    <a:pt x="3" y="72"/>
                    <a:pt x="3" y="76"/>
                    <a:pt x="6" y="77"/>
                  </a:cubicBezTo>
                  <a:cubicBezTo>
                    <a:pt x="7" y="78"/>
                    <a:pt x="8" y="78"/>
                    <a:pt x="9" y="78"/>
                  </a:cubicBezTo>
                  <a:cubicBezTo>
                    <a:pt x="11" y="78"/>
                    <a:pt x="13" y="77"/>
                    <a:pt x="14" y="76"/>
                  </a:cubicBezTo>
                  <a:cubicBezTo>
                    <a:pt x="26" y="57"/>
                    <a:pt x="26" y="57"/>
                    <a:pt x="26" y="57"/>
                  </a:cubicBezTo>
                  <a:cubicBezTo>
                    <a:pt x="46" y="57"/>
                    <a:pt x="46" y="57"/>
                    <a:pt x="46" y="57"/>
                  </a:cubicBezTo>
                  <a:cubicBezTo>
                    <a:pt x="47" y="57"/>
                    <a:pt x="47" y="57"/>
                    <a:pt x="47" y="56"/>
                  </a:cubicBezTo>
                  <a:cubicBezTo>
                    <a:pt x="47" y="42"/>
                    <a:pt x="47" y="42"/>
                    <a:pt x="47" y="42"/>
                  </a:cubicBezTo>
                  <a:cubicBezTo>
                    <a:pt x="47" y="29"/>
                    <a:pt x="41" y="19"/>
                    <a:pt x="32" y="19"/>
                  </a:cubicBezTo>
                  <a:cubicBezTo>
                    <a:pt x="31" y="19"/>
                    <a:pt x="30" y="19"/>
                    <a:pt x="30" y="20"/>
                  </a:cubicBezTo>
                  <a:cubicBezTo>
                    <a:pt x="33" y="18"/>
                    <a:pt x="35" y="14"/>
                    <a:pt x="35" y="10"/>
                  </a:cubicBezTo>
                  <a:cubicBezTo>
                    <a:pt x="35" y="5"/>
                    <a:pt x="30" y="0"/>
                    <a:pt x="24" y="0"/>
                  </a:cubicBezTo>
                  <a:cubicBezTo>
                    <a:pt x="19" y="0"/>
                    <a:pt x="14" y="5"/>
                    <a:pt x="14" y="10"/>
                  </a:cubicBezTo>
                  <a:cubicBezTo>
                    <a:pt x="14" y="16"/>
                    <a:pt x="19" y="21"/>
                    <a:pt x="24" y="21"/>
                  </a:cubicBezTo>
                  <a:cubicBezTo>
                    <a:pt x="25" y="21"/>
                    <a:pt x="26" y="21"/>
                    <a:pt x="27" y="20"/>
                  </a:cubicBezTo>
                  <a:cubicBezTo>
                    <a:pt x="25" y="22"/>
                    <a:pt x="23" y="24"/>
                    <a:pt x="21" y="27"/>
                  </a:cubicBezTo>
                  <a:cubicBezTo>
                    <a:pt x="5" y="31"/>
                    <a:pt x="5" y="31"/>
                    <a:pt x="5" y="31"/>
                  </a:cubicBezTo>
                  <a:cubicBezTo>
                    <a:pt x="3" y="32"/>
                    <a:pt x="2" y="32"/>
                    <a:pt x="1" y="34"/>
                  </a:cubicBezTo>
                  <a:cubicBezTo>
                    <a:pt x="1" y="35"/>
                    <a:pt x="0" y="37"/>
                    <a:pt x="1" y="38"/>
                  </a:cubicBezTo>
                  <a:cubicBezTo>
                    <a:pt x="1" y="41"/>
                    <a:pt x="4" y="42"/>
                    <a:pt x="6" y="42"/>
                  </a:cubicBezTo>
                  <a:cubicBezTo>
                    <a:pt x="7" y="42"/>
                    <a:pt x="7" y="42"/>
                    <a:pt x="8" y="42"/>
                  </a:cubicBezTo>
                  <a:cubicBezTo>
                    <a:pt x="17" y="40"/>
                    <a:pt x="17" y="40"/>
                    <a:pt x="17" y="40"/>
                  </a:cubicBezTo>
                  <a:cubicBezTo>
                    <a:pt x="17" y="41"/>
                    <a:pt x="17" y="42"/>
                    <a:pt x="17" y="43"/>
                  </a:cubicBezTo>
                  <a:cubicBezTo>
                    <a:pt x="17" y="47"/>
                    <a:pt x="17" y="47"/>
                    <a:pt x="17" y="47"/>
                  </a:cubicBezTo>
                  <a:lnTo>
                    <a:pt x="5" y="6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0" name="Freeform 505"/>
            <p:cNvSpPr/>
            <p:nvPr/>
          </p:nvSpPr>
          <p:spPr bwMode="auto">
            <a:xfrm>
              <a:off x="5046664" y="2093913"/>
              <a:ext cx="96838" cy="112713"/>
            </a:xfrm>
            <a:custGeom>
              <a:avLst/>
              <a:gdLst>
                <a:gd name="T0" fmla="*/ 1 w 26"/>
                <a:gd name="T1" fmla="*/ 27 h 30"/>
                <a:gd name="T2" fmla="*/ 23 w 26"/>
                <a:gd name="T3" fmla="*/ 27 h 30"/>
                <a:gd name="T4" fmla="*/ 23 w 26"/>
                <a:gd name="T5" fmla="*/ 2 h 30"/>
                <a:gd name="T6" fmla="*/ 24 w 26"/>
                <a:gd name="T7" fmla="*/ 0 h 30"/>
                <a:gd name="T8" fmla="*/ 26 w 26"/>
                <a:gd name="T9" fmla="*/ 2 h 30"/>
                <a:gd name="T10" fmla="*/ 26 w 26"/>
                <a:gd name="T11" fmla="*/ 28 h 30"/>
                <a:gd name="T12" fmla="*/ 24 w 26"/>
                <a:gd name="T13" fmla="*/ 30 h 30"/>
                <a:gd name="T14" fmla="*/ 1 w 26"/>
                <a:gd name="T15" fmla="*/ 30 h 30"/>
                <a:gd name="T16" fmla="*/ 0 w 26"/>
                <a:gd name="T17" fmla="*/ 28 h 30"/>
                <a:gd name="T18" fmla="*/ 1 w 26"/>
                <a:gd name="T19" fmla="*/ 2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30">
                  <a:moveTo>
                    <a:pt x="1" y="27"/>
                  </a:moveTo>
                  <a:cubicBezTo>
                    <a:pt x="23" y="27"/>
                    <a:pt x="23" y="27"/>
                    <a:pt x="23" y="27"/>
                  </a:cubicBezTo>
                  <a:cubicBezTo>
                    <a:pt x="23" y="2"/>
                    <a:pt x="23" y="2"/>
                    <a:pt x="23" y="2"/>
                  </a:cubicBezTo>
                  <a:cubicBezTo>
                    <a:pt x="23" y="1"/>
                    <a:pt x="23" y="0"/>
                    <a:pt x="24" y="0"/>
                  </a:cubicBezTo>
                  <a:cubicBezTo>
                    <a:pt x="25" y="0"/>
                    <a:pt x="26" y="1"/>
                    <a:pt x="26" y="2"/>
                  </a:cubicBezTo>
                  <a:cubicBezTo>
                    <a:pt x="26" y="28"/>
                    <a:pt x="26" y="28"/>
                    <a:pt x="26" y="28"/>
                  </a:cubicBezTo>
                  <a:cubicBezTo>
                    <a:pt x="26" y="29"/>
                    <a:pt x="25" y="30"/>
                    <a:pt x="24" y="30"/>
                  </a:cubicBezTo>
                  <a:cubicBezTo>
                    <a:pt x="1" y="30"/>
                    <a:pt x="1" y="30"/>
                    <a:pt x="1" y="30"/>
                  </a:cubicBezTo>
                  <a:cubicBezTo>
                    <a:pt x="0" y="30"/>
                    <a:pt x="0" y="29"/>
                    <a:pt x="0" y="28"/>
                  </a:cubicBezTo>
                  <a:cubicBezTo>
                    <a:pt x="0" y="27"/>
                    <a:pt x="0" y="27"/>
                    <a:pt x="1" y="2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5"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65" name="组合 64"/>
          <p:cNvGrpSpPr/>
          <p:nvPr/>
        </p:nvGrpSpPr>
        <p:grpSpPr>
          <a:xfrm>
            <a:off x="1823449" y="4115486"/>
            <a:ext cx="2130114" cy="1164263"/>
            <a:chOff x="874712" y="3408258"/>
            <a:chExt cx="2371844" cy="1164263"/>
          </a:xfrm>
        </p:grpSpPr>
        <p:sp>
          <p:nvSpPr>
            <p:cNvPr id="66" name="矩形 65"/>
            <p:cNvSpPr/>
            <p:nvPr/>
          </p:nvSpPr>
          <p:spPr>
            <a:xfrm>
              <a:off x="874712" y="3722416"/>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7" name="矩形 66"/>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68" name="组合 67"/>
          <p:cNvGrpSpPr/>
          <p:nvPr/>
        </p:nvGrpSpPr>
        <p:grpSpPr>
          <a:xfrm>
            <a:off x="3894136" y="4126326"/>
            <a:ext cx="2130114" cy="1418691"/>
            <a:chOff x="874712" y="3408258"/>
            <a:chExt cx="2371844" cy="1418691"/>
          </a:xfrm>
        </p:grpSpPr>
        <p:sp>
          <p:nvSpPr>
            <p:cNvPr id="69" name="矩形 68"/>
            <p:cNvSpPr/>
            <p:nvPr/>
          </p:nvSpPr>
          <p:spPr>
            <a:xfrm>
              <a:off x="874712" y="3722416"/>
              <a:ext cx="2371844" cy="1104533"/>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0" name="矩形 69"/>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71" name="组合 70"/>
          <p:cNvGrpSpPr/>
          <p:nvPr/>
        </p:nvGrpSpPr>
        <p:grpSpPr>
          <a:xfrm>
            <a:off x="6294104" y="4137166"/>
            <a:ext cx="2130114" cy="1164263"/>
            <a:chOff x="874712" y="3408258"/>
            <a:chExt cx="2371844" cy="1164263"/>
          </a:xfrm>
        </p:grpSpPr>
        <p:sp>
          <p:nvSpPr>
            <p:cNvPr id="72" name="矩形 71"/>
            <p:cNvSpPr/>
            <p:nvPr/>
          </p:nvSpPr>
          <p:spPr>
            <a:xfrm>
              <a:off x="874712" y="3722416"/>
              <a:ext cx="2371844" cy="85010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3" name="矩形 72"/>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74" name="组合 73"/>
          <p:cNvGrpSpPr/>
          <p:nvPr/>
        </p:nvGrpSpPr>
        <p:grpSpPr>
          <a:xfrm>
            <a:off x="8518911" y="4126326"/>
            <a:ext cx="2130114" cy="1418691"/>
            <a:chOff x="874712" y="3408258"/>
            <a:chExt cx="2371844" cy="1418691"/>
          </a:xfrm>
        </p:grpSpPr>
        <p:sp>
          <p:nvSpPr>
            <p:cNvPr id="75" name="矩形 74"/>
            <p:cNvSpPr/>
            <p:nvPr/>
          </p:nvSpPr>
          <p:spPr>
            <a:xfrm>
              <a:off x="874712" y="3722416"/>
              <a:ext cx="2371844" cy="1104533"/>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a:p>
              <a:pPr>
                <a:lnSpc>
                  <a:spcPct val="120000"/>
                </a:lnSpc>
              </a:pP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76" name="矩形 75"/>
            <p:cNvSpPr/>
            <p:nvPr/>
          </p:nvSpPr>
          <p:spPr>
            <a:xfrm>
              <a:off x="874712" y="3408258"/>
              <a:ext cx="2241974" cy="430374"/>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sp>
        <p:nvSpPr>
          <p:cNvPr id="81" name="Text Box 4">
            <a:extLst>
              <a:ext uri="{FF2B5EF4-FFF2-40B4-BE49-F238E27FC236}">
                <a16:creationId xmlns:a16="http://schemas.microsoft.com/office/drawing/2014/main" id="{827E70AE-FBD3-4449-9A62-4AC30E2D43F3}"/>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82" name="Half Frame 12">
            <a:extLst>
              <a:ext uri="{FF2B5EF4-FFF2-40B4-BE49-F238E27FC236}">
                <a16:creationId xmlns:a16="http://schemas.microsoft.com/office/drawing/2014/main" id="{35EAAD99-C48A-E043-A8FE-37DB14623038}"/>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83" name="直线连接符 82">
            <a:extLst>
              <a:ext uri="{FF2B5EF4-FFF2-40B4-BE49-F238E27FC236}">
                <a16:creationId xmlns:a16="http://schemas.microsoft.com/office/drawing/2014/main" id="{AEB7D807-1E90-F94D-B9BE-065EA6188A14}"/>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par>
                                    <p:cTn id="9" presetID="6" presetClass="emph" presetSubtype="0" fill="hold" nodeType="withEffect">
                                      <p:stCondLst>
                                        <p:cond delay="0"/>
                                      </p:stCondLst>
                                      <p:childTnLst>
                                        <p:animScale>
                                          <p:cBhvr>
                                            <p:cTn id="10" dur="10" fill="hold"/>
                                            <p:tgtEl>
                                              <p:spTgt spid="25"/>
                                            </p:tgtEl>
                                          </p:cBhvr>
                                          <p:by x="100000" y="2000"/>
                                        </p:animScale>
                                      </p:childTnLst>
                                    </p:cTn>
                                  </p:par>
                                  <p:par>
                                    <p:cTn id="11" presetID="6" presetClass="emph" presetSubtype="0" fill="hold" nodeType="withEffect">
                                      <p:stCondLst>
                                        <p:cond delay="300"/>
                                      </p:stCondLst>
                                      <p:childTnLst>
                                        <p:animScale>
                                          <p:cBhvr>
                                            <p:cTn id="12" dur="500" fill="hold"/>
                                            <p:tgtEl>
                                              <p:spTgt spid="25"/>
                                            </p:tgtEl>
                                          </p:cBhvr>
                                          <p:by x="100000" y="5000000"/>
                                        </p:animScale>
                                      </p:childTnLst>
                                    </p:cTn>
                                  </p:par>
                                </p:childTnLst>
                              </p:cTn>
                            </p:par>
                            <p:par>
                              <p:cTn id="13" fill="hold">
                                <p:stCondLst>
                                  <p:cond delay="500"/>
                                </p:stCondLst>
                                <p:childTnLst>
                                  <p:par>
                                    <p:cTn id="14" presetID="2" presetClass="entr" presetSubtype="2"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1+#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par>
                                    <p:cTn id="18" presetID="6" presetClass="emph" presetSubtype="0" fill="hold" nodeType="withEffect">
                                      <p:stCondLst>
                                        <p:cond delay="0"/>
                                      </p:stCondLst>
                                      <p:childTnLst>
                                        <p:animScale>
                                          <p:cBhvr>
                                            <p:cTn id="19" dur="10" fill="hold"/>
                                            <p:tgtEl>
                                              <p:spTgt spid="3"/>
                                            </p:tgtEl>
                                          </p:cBhvr>
                                          <p:by x="100000" y="2000"/>
                                        </p:animScale>
                                      </p:childTnLst>
                                    </p:cTn>
                                  </p:par>
                                  <p:par>
                                    <p:cTn id="20" presetID="6" presetClass="emph" presetSubtype="0" fill="hold" nodeType="withEffect">
                                      <p:stCondLst>
                                        <p:cond delay="300"/>
                                      </p:stCondLst>
                                      <p:childTnLst>
                                        <p:animScale>
                                          <p:cBhvr>
                                            <p:cTn id="21" dur="500" fill="hold"/>
                                            <p:tgtEl>
                                              <p:spTgt spid="3"/>
                                            </p:tgtEl>
                                          </p:cBhvr>
                                          <p:by x="100000" y="5000000"/>
                                        </p:animScale>
                                      </p:childTnLst>
                                    </p:cTn>
                                  </p:par>
                                </p:childTnLst>
                              </p:cTn>
                            </p:par>
                            <p:par>
                              <p:cTn id="22" fill="hold">
                                <p:stCondLst>
                                  <p:cond delay="1000"/>
                                </p:stCondLst>
                                <p:childTnLst>
                                  <p:par>
                                    <p:cTn id="23" presetID="2" presetClass="entr" presetSubtype="2"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par>
                                    <p:cTn id="27" presetID="6" presetClass="emph" presetSubtype="0" fill="hold" nodeType="withEffect">
                                      <p:stCondLst>
                                        <p:cond delay="0"/>
                                      </p:stCondLst>
                                      <p:childTnLst>
                                        <p:animScale>
                                          <p:cBhvr>
                                            <p:cTn id="28" dur="10" fill="hold"/>
                                            <p:tgtEl>
                                              <p:spTgt spid="11"/>
                                            </p:tgtEl>
                                          </p:cBhvr>
                                          <p:by x="100000" y="2000"/>
                                        </p:animScale>
                                      </p:childTnLst>
                                    </p:cTn>
                                  </p:par>
                                  <p:par>
                                    <p:cTn id="29" presetID="6" presetClass="emph" presetSubtype="0" fill="hold" nodeType="withEffect">
                                      <p:stCondLst>
                                        <p:cond delay="300"/>
                                      </p:stCondLst>
                                      <p:childTnLst>
                                        <p:animScale>
                                          <p:cBhvr>
                                            <p:cTn id="30" dur="500" fill="hold"/>
                                            <p:tgtEl>
                                              <p:spTgt spid="11"/>
                                            </p:tgtEl>
                                          </p:cBhvr>
                                          <p:by x="100000" y="5000000"/>
                                        </p:animScale>
                                      </p:childTnLst>
                                    </p:cTn>
                                  </p:par>
                                </p:childTnLst>
                              </p:cTn>
                            </p:par>
                            <p:par>
                              <p:cTn id="31" fill="hold">
                                <p:stCondLst>
                                  <p:cond delay="1500"/>
                                </p:stCondLst>
                                <p:childTnLst>
                                  <p:par>
                                    <p:cTn id="32" presetID="2" presetClass="entr" presetSubtype="2" fill="hold" nodeType="after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1+#ppt_w/2"/>
                                              </p:val>
                                            </p:tav>
                                            <p:tav tm="100000">
                                              <p:val>
                                                <p:strVal val="#ppt_x"/>
                                              </p:val>
                                            </p:tav>
                                          </p:tavLst>
                                        </p:anim>
                                        <p:anim calcmode="lin" valueType="num">
                                          <p:cBhvr additive="base">
                                            <p:cTn id="35" dur="500" fill="hold"/>
                                            <p:tgtEl>
                                              <p:spTgt spid="18"/>
                                            </p:tgtEl>
                                            <p:attrNameLst>
                                              <p:attrName>ppt_y</p:attrName>
                                            </p:attrNameLst>
                                          </p:cBhvr>
                                          <p:tavLst>
                                            <p:tav tm="0">
                                              <p:val>
                                                <p:strVal val="#ppt_y"/>
                                              </p:val>
                                            </p:tav>
                                            <p:tav tm="100000">
                                              <p:val>
                                                <p:strVal val="#ppt_y"/>
                                              </p:val>
                                            </p:tav>
                                          </p:tavLst>
                                        </p:anim>
                                      </p:childTnLst>
                                    </p:cTn>
                                  </p:par>
                                  <p:par>
                                    <p:cTn id="36" presetID="6" presetClass="emph" presetSubtype="0" fill="hold" nodeType="withEffect">
                                      <p:stCondLst>
                                        <p:cond delay="0"/>
                                      </p:stCondLst>
                                      <p:childTnLst>
                                        <p:animScale>
                                          <p:cBhvr>
                                            <p:cTn id="37" dur="10" fill="hold"/>
                                            <p:tgtEl>
                                              <p:spTgt spid="18"/>
                                            </p:tgtEl>
                                          </p:cBhvr>
                                          <p:by x="100000" y="2000"/>
                                        </p:animScale>
                                      </p:childTnLst>
                                    </p:cTn>
                                  </p:par>
                                  <p:par>
                                    <p:cTn id="38" presetID="6" presetClass="emph" presetSubtype="0" fill="hold" nodeType="withEffect">
                                      <p:stCondLst>
                                        <p:cond delay="300"/>
                                      </p:stCondLst>
                                      <p:childTnLst>
                                        <p:animScale>
                                          <p:cBhvr>
                                            <p:cTn id="39" dur="500" fill="hold"/>
                                            <p:tgtEl>
                                              <p:spTgt spid="18"/>
                                            </p:tgtEl>
                                          </p:cBhvr>
                                          <p:by x="100000" y="5000000"/>
                                        </p:animScale>
                                      </p:childTnLst>
                                    </p:cTn>
                                  </p:par>
                                </p:childTnLst>
                              </p:cTn>
                            </p:par>
                            <p:par>
                              <p:cTn id="40" fill="hold">
                                <p:stCondLst>
                                  <p:cond delay="2300"/>
                                </p:stCondLst>
                                <p:childTnLst>
                                  <p:par>
                                    <p:cTn id="41" presetID="21" presetClass="entr" presetSubtype="1" fill="hold" nodeType="after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heel(1)">
                                          <p:cBhvr>
                                            <p:cTn id="43" dur="500"/>
                                            <p:tgtEl>
                                              <p:spTgt spid="32"/>
                                            </p:tgtEl>
                                          </p:cBhvr>
                                        </p:animEffect>
                                      </p:childTnLst>
                                    </p:cTn>
                                  </p:par>
                                  <p:par>
                                    <p:cTn id="44" presetID="21" presetClass="entr" presetSubtype="1"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heel(1)">
                                          <p:cBhvr>
                                            <p:cTn id="46" dur="500"/>
                                            <p:tgtEl>
                                              <p:spTgt spid="37"/>
                                            </p:tgtEl>
                                          </p:cBhvr>
                                        </p:animEffect>
                                      </p:childTnLst>
                                    </p:cTn>
                                  </p:par>
                                  <p:par>
                                    <p:cTn id="47" presetID="21" presetClass="entr" presetSubtype="1"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heel(1)">
                                          <p:cBhvr>
                                            <p:cTn id="49" dur="500"/>
                                            <p:tgtEl>
                                              <p:spTgt spid="43"/>
                                            </p:tgtEl>
                                          </p:cBhvr>
                                        </p:animEffect>
                                      </p:childTnLst>
                                    </p:cTn>
                                  </p:par>
                                  <p:par>
                                    <p:cTn id="50" presetID="21" presetClass="entr" presetSubtype="1"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heel(1)">
                                          <p:cBhvr>
                                            <p:cTn id="52" dur="500"/>
                                            <p:tgtEl>
                                              <p:spTgt spid="46"/>
                                            </p:tgtEl>
                                          </p:cBhvr>
                                        </p:animEffect>
                                      </p:childTnLst>
                                    </p:cTn>
                                  </p:par>
                                  <p:par>
                                    <p:cTn id="53" presetID="2" presetClass="entr" presetSubtype="2" decel="100000" fill="hold" nodeType="withEffect">
                                      <p:stCondLst>
                                        <p:cond delay="0"/>
                                      </p:stCondLst>
                                      <p:childTnLst>
                                        <p:set>
                                          <p:cBhvr>
                                            <p:cTn id="54" dur="1" fill="hold">
                                              <p:stCondLst>
                                                <p:cond delay="0"/>
                                              </p:stCondLst>
                                            </p:cTn>
                                            <p:tgtEl>
                                              <p:spTgt spid="65"/>
                                            </p:tgtEl>
                                            <p:attrNameLst>
                                              <p:attrName>style.visibility</p:attrName>
                                            </p:attrNameLst>
                                          </p:cBhvr>
                                          <p:to>
                                            <p:strVal val="visible"/>
                                          </p:to>
                                        </p:set>
                                        <p:anim calcmode="lin" valueType="num">
                                          <p:cBhvr additive="base">
                                            <p:cTn id="55" dur="1000" fill="hold"/>
                                            <p:tgtEl>
                                              <p:spTgt spid="65"/>
                                            </p:tgtEl>
                                            <p:attrNameLst>
                                              <p:attrName>ppt_x</p:attrName>
                                            </p:attrNameLst>
                                          </p:cBhvr>
                                          <p:tavLst>
                                            <p:tav tm="0">
                                              <p:val>
                                                <p:strVal val="1+#ppt_w/2"/>
                                              </p:val>
                                            </p:tav>
                                            <p:tav tm="100000">
                                              <p:val>
                                                <p:strVal val="#ppt_x"/>
                                              </p:val>
                                            </p:tav>
                                          </p:tavLst>
                                        </p:anim>
                                        <p:anim calcmode="lin" valueType="num">
                                          <p:cBhvr additive="base">
                                            <p:cTn id="56" dur="1000" fill="hold"/>
                                            <p:tgtEl>
                                              <p:spTgt spid="65"/>
                                            </p:tgtEl>
                                            <p:attrNameLst>
                                              <p:attrName>ppt_y</p:attrName>
                                            </p:attrNameLst>
                                          </p:cBhvr>
                                          <p:tavLst>
                                            <p:tav tm="0">
                                              <p:val>
                                                <p:strVal val="#ppt_y"/>
                                              </p:val>
                                            </p:tav>
                                            <p:tav tm="100000">
                                              <p:val>
                                                <p:strVal val="#ppt_y"/>
                                              </p:val>
                                            </p:tav>
                                          </p:tavLst>
                                        </p:anim>
                                      </p:childTnLst>
                                    </p:cTn>
                                  </p:par>
                                  <p:par>
                                    <p:cTn id="57" presetID="2" presetClass="entr" presetSubtype="2" decel="100000" fill="hold" nodeType="withEffect">
                                      <p:stCondLst>
                                        <p:cond delay="0"/>
                                      </p:stCondLst>
                                      <p:childTnLst>
                                        <p:set>
                                          <p:cBhvr>
                                            <p:cTn id="58" dur="1" fill="hold">
                                              <p:stCondLst>
                                                <p:cond delay="0"/>
                                              </p:stCondLst>
                                            </p:cTn>
                                            <p:tgtEl>
                                              <p:spTgt spid="68"/>
                                            </p:tgtEl>
                                            <p:attrNameLst>
                                              <p:attrName>style.visibility</p:attrName>
                                            </p:attrNameLst>
                                          </p:cBhvr>
                                          <p:to>
                                            <p:strVal val="visible"/>
                                          </p:to>
                                        </p:set>
                                        <p:anim calcmode="lin" valueType="num">
                                          <p:cBhvr additive="base">
                                            <p:cTn id="59" dur="1000" fill="hold"/>
                                            <p:tgtEl>
                                              <p:spTgt spid="68"/>
                                            </p:tgtEl>
                                            <p:attrNameLst>
                                              <p:attrName>ppt_x</p:attrName>
                                            </p:attrNameLst>
                                          </p:cBhvr>
                                          <p:tavLst>
                                            <p:tav tm="0">
                                              <p:val>
                                                <p:strVal val="1+#ppt_w/2"/>
                                              </p:val>
                                            </p:tav>
                                            <p:tav tm="100000">
                                              <p:val>
                                                <p:strVal val="#ppt_x"/>
                                              </p:val>
                                            </p:tav>
                                          </p:tavLst>
                                        </p:anim>
                                        <p:anim calcmode="lin" valueType="num">
                                          <p:cBhvr additive="base">
                                            <p:cTn id="60" dur="1000" fill="hold"/>
                                            <p:tgtEl>
                                              <p:spTgt spid="68"/>
                                            </p:tgtEl>
                                            <p:attrNameLst>
                                              <p:attrName>ppt_y</p:attrName>
                                            </p:attrNameLst>
                                          </p:cBhvr>
                                          <p:tavLst>
                                            <p:tav tm="0">
                                              <p:val>
                                                <p:strVal val="#ppt_y"/>
                                              </p:val>
                                            </p:tav>
                                            <p:tav tm="100000">
                                              <p:val>
                                                <p:strVal val="#ppt_y"/>
                                              </p:val>
                                            </p:tav>
                                          </p:tavLst>
                                        </p:anim>
                                      </p:childTnLst>
                                    </p:cTn>
                                  </p:par>
                                  <p:par>
                                    <p:cTn id="61" presetID="2" presetClass="entr" presetSubtype="2" decel="100000" fill="hold" nodeType="withEffect">
                                      <p:stCondLst>
                                        <p:cond delay="0"/>
                                      </p:stCondLst>
                                      <p:childTnLst>
                                        <p:set>
                                          <p:cBhvr>
                                            <p:cTn id="62" dur="1" fill="hold">
                                              <p:stCondLst>
                                                <p:cond delay="0"/>
                                              </p:stCondLst>
                                            </p:cTn>
                                            <p:tgtEl>
                                              <p:spTgt spid="71"/>
                                            </p:tgtEl>
                                            <p:attrNameLst>
                                              <p:attrName>style.visibility</p:attrName>
                                            </p:attrNameLst>
                                          </p:cBhvr>
                                          <p:to>
                                            <p:strVal val="visible"/>
                                          </p:to>
                                        </p:set>
                                        <p:anim calcmode="lin" valueType="num">
                                          <p:cBhvr additive="base">
                                            <p:cTn id="63" dur="1000" fill="hold"/>
                                            <p:tgtEl>
                                              <p:spTgt spid="71"/>
                                            </p:tgtEl>
                                            <p:attrNameLst>
                                              <p:attrName>ppt_x</p:attrName>
                                            </p:attrNameLst>
                                          </p:cBhvr>
                                          <p:tavLst>
                                            <p:tav tm="0">
                                              <p:val>
                                                <p:strVal val="1+#ppt_w/2"/>
                                              </p:val>
                                            </p:tav>
                                            <p:tav tm="100000">
                                              <p:val>
                                                <p:strVal val="#ppt_x"/>
                                              </p:val>
                                            </p:tav>
                                          </p:tavLst>
                                        </p:anim>
                                        <p:anim calcmode="lin" valueType="num">
                                          <p:cBhvr additive="base">
                                            <p:cTn id="64" dur="1000" fill="hold"/>
                                            <p:tgtEl>
                                              <p:spTgt spid="71"/>
                                            </p:tgtEl>
                                            <p:attrNameLst>
                                              <p:attrName>ppt_y</p:attrName>
                                            </p:attrNameLst>
                                          </p:cBhvr>
                                          <p:tavLst>
                                            <p:tav tm="0">
                                              <p:val>
                                                <p:strVal val="#ppt_y"/>
                                              </p:val>
                                            </p:tav>
                                            <p:tav tm="100000">
                                              <p:val>
                                                <p:strVal val="#ppt_y"/>
                                              </p:val>
                                            </p:tav>
                                          </p:tavLst>
                                        </p:anim>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1" fill="hold" grpId="0" nodeType="withEffect" p14:presetBounceEnd="81000">
                                      <p:stCondLst>
                                        <p:cond delay="0"/>
                                      </p:stCondLst>
                                      <p:childTnLst>
                                        <p:set>
                                          <p:cBhvr>
                                            <p:cTn id="70" dur="1" fill="hold">
                                              <p:stCondLst>
                                                <p:cond delay="0"/>
                                              </p:stCondLst>
                                            </p:cTn>
                                            <p:tgtEl>
                                              <p:spTgt spid="81"/>
                                            </p:tgtEl>
                                            <p:attrNameLst>
                                              <p:attrName>style.visibility</p:attrName>
                                            </p:attrNameLst>
                                          </p:cBhvr>
                                          <p:to>
                                            <p:strVal val="visible"/>
                                          </p:to>
                                        </p:set>
                                        <p:anim calcmode="lin" valueType="num" p14:bounceEnd="81000">
                                          <p:cBhvr additive="base">
                                            <p:cTn id="71" dur="1000" fill="hold"/>
                                            <p:tgtEl>
                                              <p:spTgt spid="81"/>
                                            </p:tgtEl>
                                            <p:attrNameLst>
                                              <p:attrName>ppt_x</p:attrName>
                                            </p:attrNameLst>
                                          </p:cBhvr>
                                          <p:tavLst>
                                            <p:tav tm="0">
                                              <p:val>
                                                <p:strVal val="#ppt_x"/>
                                              </p:val>
                                            </p:tav>
                                            <p:tav tm="100000">
                                              <p:val>
                                                <p:strVal val="#ppt_x"/>
                                              </p:val>
                                            </p:tav>
                                          </p:tavLst>
                                        </p:anim>
                                        <p:anim calcmode="lin" valueType="num" p14:bounceEnd="81000">
                                          <p:cBhvr additive="base">
                                            <p:cTn id="72" dur="1000" fill="hold"/>
                                            <p:tgtEl>
                                              <p:spTgt spid="81"/>
                                            </p:tgtEl>
                                            <p:attrNameLst>
                                              <p:attrName>ppt_y</p:attrName>
                                            </p:attrNameLst>
                                          </p:cBhvr>
                                          <p:tavLst>
                                            <p:tav tm="0">
                                              <p:val>
                                                <p:strVal val="0-#ppt_h/2"/>
                                              </p:val>
                                            </p:tav>
                                            <p:tav tm="100000">
                                              <p:val>
                                                <p:strVal val="#ppt_y"/>
                                              </p:val>
                                            </p:tav>
                                          </p:tavLst>
                                        </p:anim>
                                      </p:childTnLst>
                                    </p:cTn>
                                  </p:par>
                                </p:childTnLst>
                              </p:cTn>
                            </p:par>
                            <p:par>
                              <p:cTn id="73" fill="hold">
                                <p:stCondLst>
                                  <p:cond delay="3300"/>
                                </p:stCondLst>
                                <p:childTnLst>
                                  <p:par>
                                    <p:cTn id="74" presetID="22" presetClass="entr" presetSubtype="8" fill="hold" nodeType="afterEffect">
                                      <p:stCondLst>
                                        <p:cond delay="0"/>
                                      </p:stCondLst>
                                      <p:childTnLst>
                                        <p:set>
                                          <p:cBhvr>
                                            <p:cTn id="75" dur="1" fill="hold">
                                              <p:stCondLst>
                                                <p:cond delay="0"/>
                                              </p:stCondLst>
                                            </p:cTn>
                                            <p:tgtEl>
                                              <p:spTgt spid="82"/>
                                            </p:tgtEl>
                                            <p:attrNameLst>
                                              <p:attrName>style.visibility</p:attrName>
                                            </p:attrNameLst>
                                          </p:cBhvr>
                                          <p:to>
                                            <p:strVal val="visible"/>
                                          </p:to>
                                        </p:set>
                                        <p:animEffect transition="in" filter="wipe(left)">
                                          <p:cBhvr>
                                            <p:cTn id="76"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1+#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par>
                                    <p:cTn id="9" presetID="6" presetClass="emph" presetSubtype="0" fill="hold" nodeType="withEffect">
                                      <p:stCondLst>
                                        <p:cond delay="0"/>
                                      </p:stCondLst>
                                      <p:childTnLst>
                                        <p:animScale>
                                          <p:cBhvr>
                                            <p:cTn id="10" dur="10" fill="hold"/>
                                            <p:tgtEl>
                                              <p:spTgt spid="25"/>
                                            </p:tgtEl>
                                          </p:cBhvr>
                                          <p:by x="100000" y="2000"/>
                                        </p:animScale>
                                      </p:childTnLst>
                                    </p:cTn>
                                  </p:par>
                                  <p:par>
                                    <p:cTn id="11" presetID="6" presetClass="emph" presetSubtype="0" fill="hold" nodeType="withEffect">
                                      <p:stCondLst>
                                        <p:cond delay="300"/>
                                      </p:stCondLst>
                                      <p:childTnLst>
                                        <p:animScale>
                                          <p:cBhvr>
                                            <p:cTn id="12" dur="500" fill="hold"/>
                                            <p:tgtEl>
                                              <p:spTgt spid="25"/>
                                            </p:tgtEl>
                                          </p:cBhvr>
                                          <p:by x="100000" y="5000000"/>
                                        </p:animScale>
                                      </p:childTnLst>
                                    </p:cTn>
                                  </p:par>
                                </p:childTnLst>
                              </p:cTn>
                            </p:par>
                            <p:par>
                              <p:cTn id="13" fill="hold">
                                <p:stCondLst>
                                  <p:cond delay="500"/>
                                </p:stCondLst>
                                <p:childTnLst>
                                  <p:par>
                                    <p:cTn id="14" presetID="2" presetClass="entr" presetSubtype="2" fill="hold" nodeType="after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1+#ppt_w/2"/>
                                              </p:val>
                                            </p:tav>
                                            <p:tav tm="100000">
                                              <p:val>
                                                <p:strVal val="#ppt_x"/>
                                              </p:val>
                                            </p:tav>
                                          </p:tavLst>
                                        </p:anim>
                                        <p:anim calcmode="lin" valueType="num">
                                          <p:cBhvr additive="base">
                                            <p:cTn id="17" dur="500" fill="hold"/>
                                            <p:tgtEl>
                                              <p:spTgt spid="3"/>
                                            </p:tgtEl>
                                            <p:attrNameLst>
                                              <p:attrName>ppt_y</p:attrName>
                                            </p:attrNameLst>
                                          </p:cBhvr>
                                          <p:tavLst>
                                            <p:tav tm="0">
                                              <p:val>
                                                <p:strVal val="#ppt_y"/>
                                              </p:val>
                                            </p:tav>
                                            <p:tav tm="100000">
                                              <p:val>
                                                <p:strVal val="#ppt_y"/>
                                              </p:val>
                                            </p:tav>
                                          </p:tavLst>
                                        </p:anim>
                                      </p:childTnLst>
                                    </p:cTn>
                                  </p:par>
                                  <p:par>
                                    <p:cTn id="18" presetID="6" presetClass="emph" presetSubtype="0" fill="hold" nodeType="withEffect">
                                      <p:stCondLst>
                                        <p:cond delay="0"/>
                                      </p:stCondLst>
                                      <p:childTnLst>
                                        <p:animScale>
                                          <p:cBhvr>
                                            <p:cTn id="19" dur="10" fill="hold"/>
                                            <p:tgtEl>
                                              <p:spTgt spid="3"/>
                                            </p:tgtEl>
                                          </p:cBhvr>
                                          <p:by x="100000" y="2000"/>
                                        </p:animScale>
                                      </p:childTnLst>
                                    </p:cTn>
                                  </p:par>
                                  <p:par>
                                    <p:cTn id="20" presetID="6" presetClass="emph" presetSubtype="0" fill="hold" nodeType="withEffect">
                                      <p:stCondLst>
                                        <p:cond delay="300"/>
                                      </p:stCondLst>
                                      <p:childTnLst>
                                        <p:animScale>
                                          <p:cBhvr>
                                            <p:cTn id="21" dur="500" fill="hold"/>
                                            <p:tgtEl>
                                              <p:spTgt spid="3"/>
                                            </p:tgtEl>
                                          </p:cBhvr>
                                          <p:by x="100000" y="5000000"/>
                                        </p:animScale>
                                      </p:childTnLst>
                                    </p:cTn>
                                  </p:par>
                                </p:childTnLst>
                              </p:cTn>
                            </p:par>
                            <p:par>
                              <p:cTn id="22" fill="hold">
                                <p:stCondLst>
                                  <p:cond delay="1000"/>
                                </p:stCondLst>
                                <p:childTnLst>
                                  <p:par>
                                    <p:cTn id="23" presetID="2" presetClass="entr" presetSubtype="2" fill="hold" nodeType="after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additive="base">
                                            <p:cTn id="25" dur="500" fill="hold"/>
                                            <p:tgtEl>
                                              <p:spTgt spid="11"/>
                                            </p:tgtEl>
                                            <p:attrNameLst>
                                              <p:attrName>ppt_x</p:attrName>
                                            </p:attrNameLst>
                                          </p:cBhvr>
                                          <p:tavLst>
                                            <p:tav tm="0">
                                              <p:val>
                                                <p:strVal val="1+#ppt_w/2"/>
                                              </p:val>
                                            </p:tav>
                                            <p:tav tm="100000">
                                              <p:val>
                                                <p:strVal val="#ppt_x"/>
                                              </p:val>
                                            </p:tav>
                                          </p:tavLst>
                                        </p:anim>
                                        <p:anim calcmode="lin" valueType="num">
                                          <p:cBhvr additive="base">
                                            <p:cTn id="26" dur="500" fill="hold"/>
                                            <p:tgtEl>
                                              <p:spTgt spid="11"/>
                                            </p:tgtEl>
                                            <p:attrNameLst>
                                              <p:attrName>ppt_y</p:attrName>
                                            </p:attrNameLst>
                                          </p:cBhvr>
                                          <p:tavLst>
                                            <p:tav tm="0">
                                              <p:val>
                                                <p:strVal val="#ppt_y"/>
                                              </p:val>
                                            </p:tav>
                                            <p:tav tm="100000">
                                              <p:val>
                                                <p:strVal val="#ppt_y"/>
                                              </p:val>
                                            </p:tav>
                                          </p:tavLst>
                                        </p:anim>
                                      </p:childTnLst>
                                    </p:cTn>
                                  </p:par>
                                  <p:par>
                                    <p:cTn id="27" presetID="6" presetClass="emph" presetSubtype="0" fill="hold" nodeType="withEffect">
                                      <p:stCondLst>
                                        <p:cond delay="0"/>
                                      </p:stCondLst>
                                      <p:childTnLst>
                                        <p:animScale>
                                          <p:cBhvr>
                                            <p:cTn id="28" dur="10" fill="hold"/>
                                            <p:tgtEl>
                                              <p:spTgt spid="11"/>
                                            </p:tgtEl>
                                          </p:cBhvr>
                                          <p:by x="100000" y="2000"/>
                                        </p:animScale>
                                      </p:childTnLst>
                                    </p:cTn>
                                  </p:par>
                                  <p:par>
                                    <p:cTn id="29" presetID="6" presetClass="emph" presetSubtype="0" fill="hold" nodeType="withEffect">
                                      <p:stCondLst>
                                        <p:cond delay="300"/>
                                      </p:stCondLst>
                                      <p:childTnLst>
                                        <p:animScale>
                                          <p:cBhvr>
                                            <p:cTn id="30" dur="500" fill="hold"/>
                                            <p:tgtEl>
                                              <p:spTgt spid="11"/>
                                            </p:tgtEl>
                                          </p:cBhvr>
                                          <p:by x="100000" y="5000000"/>
                                        </p:animScale>
                                      </p:childTnLst>
                                    </p:cTn>
                                  </p:par>
                                </p:childTnLst>
                              </p:cTn>
                            </p:par>
                            <p:par>
                              <p:cTn id="31" fill="hold">
                                <p:stCondLst>
                                  <p:cond delay="1500"/>
                                </p:stCondLst>
                                <p:childTnLst>
                                  <p:par>
                                    <p:cTn id="32" presetID="2" presetClass="entr" presetSubtype="2" fill="hold" nodeType="after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additive="base">
                                            <p:cTn id="34" dur="500" fill="hold"/>
                                            <p:tgtEl>
                                              <p:spTgt spid="18"/>
                                            </p:tgtEl>
                                            <p:attrNameLst>
                                              <p:attrName>ppt_x</p:attrName>
                                            </p:attrNameLst>
                                          </p:cBhvr>
                                          <p:tavLst>
                                            <p:tav tm="0">
                                              <p:val>
                                                <p:strVal val="1+#ppt_w/2"/>
                                              </p:val>
                                            </p:tav>
                                            <p:tav tm="100000">
                                              <p:val>
                                                <p:strVal val="#ppt_x"/>
                                              </p:val>
                                            </p:tav>
                                          </p:tavLst>
                                        </p:anim>
                                        <p:anim calcmode="lin" valueType="num">
                                          <p:cBhvr additive="base">
                                            <p:cTn id="35" dur="500" fill="hold"/>
                                            <p:tgtEl>
                                              <p:spTgt spid="18"/>
                                            </p:tgtEl>
                                            <p:attrNameLst>
                                              <p:attrName>ppt_y</p:attrName>
                                            </p:attrNameLst>
                                          </p:cBhvr>
                                          <p:tavLst>
                                            <p:tav tm="0">
                                              <p:val>
                                                <p:strVal val="#ppt_y"/>
                                              </p:val>
                                            </p:tav>
                                            <p:tav tm="100000">
                                              <p:val>
                                                <p:strVal val="#ppt_y"/>
                                              </p:val>
                                            </p:tav>
                                          </p:tavLst>
                                        </p:anim>
                                      </p:childTnLst>
                                    </p:cTn>
                                  </p:par>
                                  <p:par>
                                    <p:cTn id="36" presetID="6" presetClass="emph" presetSubtype="0" fill="hold" nodeType="withEffect">
                                      <p:stCondLst>
                                        <p:cond delay="0"/>
                                      </p:stCondLst>
                                      <p:childTnLst>
                                        <p:animScale>
                                          <p:cBhvr>
                                            <p:cTn id="37" dur="10" fill="hold"/>
                                            <p:tgtEl>
                                              <p:spTgt spid="18"/>
                                            </p:tgtEl>
                                          </p:cBhvr>
                                          <p:by x="100000" y="2000"/>
                                        </p:animScale>
                                      </p:childTnLst>
                                    </p:cTn>
                                  </p:par>
                                  <p:par>
                                    <p:cTn id="38" presetID="6" presetClass="emph" presetSubtype="0" fill="hold" nodeType="withEffect">
                                      <p:stCondLst>
                                        <p:cond delay="300"/>
                                      </p:stCondLst>
                                      <p:childTnLst>
                                        <p:animScale>
                                          <p:cBhvr>
                                            <p:cTn id="39" dur="500" fill="hold"/>
                                            <p:tgtEl>
                                              <p:spTgt spid="18"/>
                                            </p:tgtEl>
                                          </p:cBhvr>
                                          <p:by x="100000" y="5000000"/>
                                        </p:animScale>
                                      </p:childTnLst>
                                    </p:cTn>
                                  </p:par>
                                </p:childTnLst>
                              </p:cTn>
                            </p:par>
                            <p:par>
                              <p:cTn id="40" fill="hold">
                                <p:stCondLst>
                                  <p:cond delay="2300"/>
                                </p:stCondLst>
                                <p:childTnLst>
                                  <p:par>
                                    <p:cTn id="41" presetID="21" presetClass="entr" presetSubtype="1" fill="hold" nodeType="afterEffect">
                                      <p:stCondLst>
                                        <p:cond delay="0"/>
                                      </p:stCondLst>
                                      <p:childTnLst>
                                        <p:set>
                                          <p:cBhvr>
                                            <p:cTn id="42" dur="1" fill="hold">
                                              <p:stCondLst>
                                                <p:cond delay="0"/>
                                              </p:stCondLst>
                                            </p:cTn>
                                            <p:tgtEl>
                                              <p:spTgt spid="32"/>
                                            </p:tgtEl>
                                            <p:attrNameLst>
                                              <p:attrName>style.visibility</p:attrName>
                                            </p:attrNameLst>
                                          </p:cBhvr>
                                          <p:to>
                                            <p:strVal val="visible"/>
                                          </p:to>
                                        </p:set>
                                        <p:animEffect transition="in" filter="wheel(1)">
                                          <p:cBhvr>
                                            <p:cTn id="43" dur="500"/>
                                            <p:tgtEl>
                                              <p:spTgt spid="32"/>
                                            </p:tgtEl>
                                          </p:cBhvr>
                                        </p:animEffect>
                                      </p:childTnLst>
                                    </p:cTn>
                                  </p:par>
                                  <p:par>
                                    <p:cTn id="44" presetID="21" presetClass="entr" presetSubtype="1" fill="hold" nodeType="withEffect">
                                      <p:stCondLst>
                                        <p:cond delay="0"/>
                                      </p:stCondLst>
                                      <p:childTnLst>
                                        <p:set>
                                          <p:cBhvr>
                                            <p:cTn id="45" dur="1" fill="hold">
                                              <p:stCondLst>
                                                <p:cond delay="0"/>
                                              </p:stCondLst>
                                            </p:cTn>
                                            <p:tgtEl>
                                              <p:spTgt spid="37"/>
                                            </p:tgtEl>
                                            <p:attrNameLst>
                                              <p:attrName>style.visibility</p:attrName>
                                            </p:attrNameLst>
                                          </p:cBhvr>
                                          <p:to>
                                            <p:strVal val="visible"/>
                                          </p:to>
                                        </p:set>
                                        <p:animEffect transition="in" filter="wheel(1)">
                                          <p:cBhvr>
                                            <p:cTn id="46" dur="500"/>
                                            <p:tgtEl>
                                              <p:spTgt spid="37"/>
                                            </p:tgtEl>
                                          </p:cBhvr>
                                        </p:animEffect>
                                      </p:childTnLst>
                                    </p:cTn>
                                  </p:par>
                                  <p:par>
                                    <p:cTn id="47" presetID="21" presetClass="entr" presetSubtype="1" fill="hold" nodeType="withEffect">
                                      <p:stCondLst>
                                        <p:cond delay="0"/>
                                      </p:stCondLst>
                                      <p:childTnLst>
                                        <p:set>
                                          <p:cBhvr>
                                            <p:cTn id="48" dur="1" fill="hold">
                                              <p:stCondLst>
                                                <p:cond delay="0"/>
                                              </p:stCondLst>
                                            </p:cTn>
                                            <p:tgtEl>
                                              <p:spTgt spid="43"/>
                                            </p:tgtEl>
                                            <p:attrNameLst>
                                              <p:attrName>style.visibility</p:attrName>
                                            </p:attrNameLst>
                                          </p:cBhvr>
                                          <p:to>
                                            <p:strVal val="visible"/>
                                          </p:to>
                                        </p:set>
                                        <p:animEffect transition="in" filter="wheel(1)">
                                          <p:cBhvr>
                                            <p:cTn id="49" dur="500"/>
                                            <p:tgtEl>
                                              <p:spTgt spid="43"/>
                                            </p:tgtEl>
                                          </p:cBhvr>
                                        </p:animEffect>
                                      </p:childTnLst>
                                    </p:cTn>
                                  </p:par>
                                  <p:par>
                                    <p:cTn id="50" presetID="21" presetClass="entr" presetSubtype="1" fill="hold" nodeType="with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wheel(1)">
                                          <p:cBhvr>
                                            <p:cTn id="52" dur="500"/>
                                            <p:tgtEl>
                                              <p:spTgt spid="46"/>
                                            </p:tgtEl>
                                          </p:cBhvr>
                                        </p:animEffect>
                                      </p:childTnLst>
                                    </p:cTn>
                                  </p:par>
                                  <p:par>
                                    <p:cTn id="53" presetID="2" presetClass="entr" presetSubtype="2" decel="100000" fill="hold" nodeType="withEffect">
                                      <p:stCondLst>
                                        <p:cond delay="0"/>
                                      </p:stCondLst>
                                      <p:childTnLst>
                                        <p:set>
                                          <p:cBhvr>
                                            <p:cTn id="54" dur="1" fill="hold">
                                              <p:stCondLst>
                                                <p:cond delay="0"/>
                                              </p:stCondLst>
                                            </p:cTn>
                                            <p:tgtEl>
                                              <p:spTgt spid="65"/>
                                            </p:tgtEl>
                                            <p:attrNameLst>
                                              <p:attrName>style.visibility</p:attrName>
                                            </p:attrNameLst>
                                          </p:cBhvr>
                                          <p:to>
                                            <p:strVal val="visible"/>
                                          </p:to>
                                        </p:set>
                                        <p:anim calcmode="lin" valueType="num">
                                          <p:cBhvr additive="base">
                                            <p:cTn id="55" dur="1000" fill="hold"/>
                                            <p:tgtEl>
                                              <p:spTgt spid="65"/>
                                            </p:tgtEl>
                                            <p:attrNameLst>
                                              <p:attrName>ppt_x</p:attrName>
                                            </p:attrNameLst>
                                          </p:cBhvr>
                                          <p:tavLst>
                                            <p:tav tm="0">
                                              <p:val>
                                                <p:strVal val="1+#ppt_w/2"/>
                                              </p:val>
                                            </p:tav>
                                            <p:tav tm="100000">
                                              <p:val>
                                                <p:strVal val="#ppt_x"/>
                                              </p:val>
                                            </p:tav>
                                          </p:tavLst>
                                        </p:anim>
                                        <p:anim calcmode="lin" valueType="num">
                                          <p:cBhvr additive="base">
                                            <p:cTn id="56" dur="1000" fill="hold"/>
                                            <p:tgtEl>
                                              <p:spTgt spid="65"/>
                                            </p:tgtEl>
                                            <p:attrNameLst>
                                              <p:attrName>ppt_y</p:attrName>
                                            </p:attrNameLst>
                                          </p:cBhvr>
                                          <p:tavLst>
                                            <p:tav tm="0">
                                              <p:val>
                                                <p:strVal val="#ppt_y"/>
                                              </p:val>
                                            </p:tav>
                                            <p:tav tm="100000">
                                              <p:val>
                                                <p:strVal val="#ppt_y"/>
                                              </p:val>
                                            </p:tav>
                                          </p:tavLst>
                                        </p:anim>
                                      </p:childTnLst>
                                    </p:cTn>
                                  </p:par>
                                  <p:par>
                                    <p:cTn id="57" presetID="2" presetClass="entr" presetSubtype="2" decel="100000" fill="hold" nodeType="withEffect">
                                      <p:stCondLst>
                                        <p:cond delay="0"/>
                                      </p:stCondLst>
                                      <p:childTnLst>
                                        <p:set>
                                          <p:cBhvr>
                                            <p:cTn id="58" dur="1" fill="hold">
                                              <p:stCondLst>
                                                <p:cond delay="0"/>
                                              </p:stCondLst>
                                            </p:cTn>
                                            <p:tgtEl>
                                              <p:spTgt spid="68"/>
                                            </p:tgtEl>
                                            <p:attrNameLst>
                                              <p:attrName>style.visibility</p:attrName>
                                            </p:attrNameLst>
                                          </p:cBhvr>
                                          <p:to>
                                            <p:strVal val="visible"/>
                                          </p:to>
                                        </p:set>
                                        <p:anim calcmode="lin" valueType="num">
                                          <p:cBhvr additive="base">
                                            <p:cTn id="59" dur="1000" fill="hold"/>
                                            <p:tgtEl>
                                              <p:spTgt spid="68"/>
                                            </p:tgtEl>
                                            <p:attrNameLst>
                                              <p:attrName>ppt_x</p:attrName>
                                            </p:attrNameLst>
                                          </p:cBhvr>
                                          <p:tavLst>
                                            <p:tav tm="0">
                                              <p:val>
                                                <p:strVal val="1+#ppt_w/2"/>
                                              </p:val>
                                            </p:tav>
                                            <p:tav tm="100000">
                                              <p:val>
                                                <p:strVal val="#ppt_x"/>
                                              </p:val>
                                            </p:tav>
                                          </p:tavLst>
                                        </p:anim>
                                        <p:anim calcmode="lin" valueType="num">
                                          <p:cBhvr additive="base">
                                            <p:cTn id="60" dur="1000" fill="hold"/>
                                            <p:tgtEl>
                                              <p:spTgt spid="68"/>
                                            </p:tgtEl>
                                            <p:attrNameLst>
                                              <p:attrName>ppt_y</p:attrName>
                                            </p:attrNameLst>
                                          </p:cBhvr>
                                          <p:tavLst>
                                            <p:tav tm="0">
                                              <p:val>
                                                <p:strVal val="#ppt_y"/>
                                              </p:val>
                                            </p:tav>
                                            <p:tav tm="100000">
                                              <p:val>
                                                <p:strVal val="#ppt_y"/>
                                              </p:val>
                                            </p:tav>
                                          </p:tavLst>
                                        </p:anim>
                                      </p:childTnLst>
                                    </p:cTn>
                                  </p:par>
                                  <p:par>
                                    <p:cTn id="61" presetID="2" presetClass="entr" presetSubtype="2" decel="100000" fill="hold" nodeType="withEffect">
                                      <p:stCondLst>
                                        <p:cond delay="0"/>
                                      </p:stCondLst>
                                      <p:childTnLst>
                                        <p:set>
                                          <p:cBhvr>
                                            <p:cTn id="62" dur="1" fill="hold">
                                              <p:stCondLst>
                                                <p:cond delay="0"/>
                                              </p:stCondLst>
                                            </p:cTn>
                                            <p:tgtEl>
                                              <p:spTgt spid="71"/>
                                            </p:tgtEl>
                                            <p:attrNameLst>
                                              <p:attrName>style.visibility</p:attrName>
                                            </p:attrNameLst>
                                          </p:cBhvr>
                                          <p:to>
                                            <p:strVal val="visible"/>
                                          </p:to>
                                        </p:set>
                                        <p:anim calcmode="lin" valueType="num">
                                          <p:cBhvr additive="base">
                                            <p:cTn id="63" dur="1000" fill="hold"/>
                                            <p:tgtEl>
                                              <p:spTgt spid="71"/>
                                            </p:tgtEl>
                                            <p:attrNameLst>
                                              <p:attrName>ppt_x</p:attrName>
                                            </p:attrNameLst>
                                          </p:cBhvr>
                                          <p:tavLst>
                                            <p:tav tm="0">
                                              <p:val>
                                                <p:strVal val="1+#ppt_w/2"/>
                                              </p:val>
                                            </p:tav>
                                            <p:tav tm="100000">
                                              <p:val>
                                                <p:strVal val="#ppt_x"/>
                                              </p:val>
                                            </p:tav>
                                          </p:tavLst>
                                        </p:anim>
                                        <p:anim calcmode="lin" valueType="num">
                                          <p:cBhvr additive="base">
                                            <p:cTn id="64" dur="1000" fill="hold"/>
                                            <p:tgtEl>
                                              <p:spTgt spid="71"/>
                                            </p:tgtEl>
                                            <p:attrNameLst>
                                              <p:attrName>ppt_y</p:attrName>
                                            </p:attrNameLst>
                                          </p:cBhvr>
                                          <p:tavLst>
                                            <p:tav tm="0">
                                              <p:val>
                                                <p:strVal val="#ppt_y"/>
                                              </p:val>
                                            </p:tav>
                                            <p:tav tm="100000">
                                              <p:val>
                                                <p:strVal val="#ppt_y"/>
                                              </p:val>
                                            </p:tav>
                                          </p:tavLst>
                                        </p:anim>
                                      </p:childTnLst>
                                    </p:cTn>
                                  </p:par>
                                  <p:par>
                                    <p:cTn id="65" presetID="2" presetClass="entr" presetSubtype="2" decel="100000" fill="hold" nodeType="withEffect">
                                      <p:stCondLst>
                                        <p:cond delay="0"/>
                                      </p:stCondLst>
                                      <p:childTnLst>
                                        <p:set>
                                          <p:cBhvr>
                                            <p:cTn id="66" dur="1" fill="hold">
                                              <p:stCondLst>
                                                <p:cond delay="0"/>
                                              </p:stCondLst>
                                            </p:cTn>
                                            <p:tgtEl>
                                              <p:spTgt spid="74"/>
                                            </p:tgtEl>
                                            <p:attrNameLst>
                                              <p:attrName>style.visibility</p:attrName>
                                            </p:attrNameLst>
                                          </p:cBhvr>
                                          <p:to>
                                            <p:strVal val="visible"/>
                                          </p:to>
                                        </p:set>
                                        <p:anim calcmode="lin" valueType="num">
                                          <p:cBhvr additive="base">
                                            <p:cTn id="67" dur="1000" fill="hold"/>
                                            <p:tgtEl>
                                              <p:spTgt spid="74"/>
                                            </p:tgtEl>
                                            <p:attrNameLst>
                                              <p:attrName>ppt_x</p:attrName>
                                            </p:attrNameLst>
                                          </p:cBhvr>
                                          <p:tavLst>
                                            <p:tav tm="0">
                                              <p:val>
                                                <p:strVal val="1+#ppt_w/2"/>
                                              </p:val>
                                            </p:tav>
                                            <p:tav tm="100000">
                                              <p:val>
                                                <p:strVal val="#ppt_x"/>
                                              </p:val>
                                            </p:tav>
                                          </p:tavLst>
                                        </p:anim>
                                        <p:anim calcmode="lin" valueType="num">
                                          <p:cBhvr additive="base">
                                            <p:cTn id="68" dur="1000" fill="hold"/>
                                            <p:tgtEl>
                                              <p:spTgt spid="74"/>
                                            </p:tgtEl>
                                            <p:attrNameLst>
                                              <p:attrName>ppt_y</p:attrName>
                                            </p:attrNameLst>
                                          </p:cBhvr>
                                          <p:tavLst>
                                            <p:tav tm="0">
                                              <p:val>
                                                <p:strVal val="#ppt_y"/>
                                              </p:val>
                                            </p:tav>
                                            <p:tav tm="100000">
                                              <p:val>
                                                <p:strVal val="#ppt_y"/>
                                              </p:val>
                                            </p:tav>
                                          </p:tavLst>
                                        </p:anim>
                                      </p:childTnLst>
                                    </p:cTn>
                                  </p:par>
                                  <p:par>
                                    <p:cTn id="69" presetID="2" presetClass="entr" presetSubtype="1" fill="hold" grpId="0" nodeType="withEffect">
                                      <p:stCondLst>
                                        <p:cond delay="0"/>
                                      </p:stCondLst>
                                      <p:childTnLst>
                                        <p:set>
                                          <p:cBhvr>
                                            <p:cTn id="70" dur="1" fill="hold">
                                              <p:stCondLst>
                                                <p:cond delay="0"/>
                                              </p:stCondLst>
                                            </p:cTn>
                                            <p:tgtEl>
                                              <p:spTgt spid="81"/>
                                            </p:tgtEl>
                                            <p:attrNameLst>
                                              <p:attrName>style.visibility</p:attrName>
                                            </p:attrNameLst>
                                          </p:cBhvr>
                                          <p:to>
                                            <p:strVal val="visible"/>
                                          </p:to>
                                        </p:set>
                                        <p:anim calcmode="lin" valueType="num">
                                          <p:cBhvr additive="base">
                                            <p:cTn id="71" dur="1000" fill="hold"/>
                                            <p:tgtEl>
                                              <p:spTgt spid="81"/>
                                            </p:tgtEl>
                                            <p:attrNameLst>
                                              <p:attrName>ppt_x</p:attrName>
                                            </p:attrNameLst>
                                          </p:cBhvr>
                                          <p:tavLst>
                                            <p:tav tm="0">
                                              <p:val>
                                                <p:strVal val="#ppt_x"/>
                                              </p:val>
                                            </p:tav>
                                            <p:tav tm="100000">
                                              <p:val>
                                                <p:strVal val="#ppt_x"/>
                                              </p:val>
                                            </p:tav>
                                          </p:tavLst>
                                        </p:anim>
                                        <p:anim calcmode="lin" valueType="num">
                                          <p:cBhvr additive="base">
                                            <p:cTn id="72" dur="1000" fill="hold"/>
                                            <p:tgtEl>
                                              <p:spTgt spid="81"/>
                                            </p:tgtEl>
                                            <p:attrNameLst>
                                              <p:attrName>ppt_y</p:attrName>
                                            </p:attrNameLst>
                                          </p:cBhvr>
                                          <p:tavLst>
                                            <p:tav tm="0">
                                              <p:val>
                                                <p:strVal val="0-#ppt_h/2"/>
                                              </p:val>
                                            </p:tav>
                                            <p:tav tm="100000">
                                              <p:val>
                                                <p:strVal val="#ppt_y"/>
                                              </p:val>
                                            </p:tav>
                                          </p:tavLst>
                                        </p:anim>
                                      </p:childTnLst>
                                    </p:cTn>
                                  </p:par>
                                </p:childTnLst>
                              </p:cTn>
                            </p:par>
                            <p:par>
                              <p:cTn id="73" fill="hold">
                                <p:stCondLst>
                                  <p:cond delay="3300"/>
                                </p:stCondLst>
                                <p:childTnLst>
                                  <p:par>
                                    <p:cTn id="74" presetID="22" presetClass="entr" presetSubtype="8" fill="hold" nodeType="afterEffect">
                                      <p:stCondLst>
                                        <p:cond delay="0"/>
                                      </p:stCondLst>
                                      <p:childTnLst>
                                        <p:set>
                                          <p:cBhvr>
                                            <p:cTn id="75" dur="1" fill="hold">
                                              <p:stCondLst>
                                                <p:cond delay="0"/>
                                              </p:stCondLst>
                                            </p:cTn>
                                            <p:tgtEl>
                                              <p:spTgt spid="82"/>
                                            </p:tgtEl>
                                            <p:attrNameLst>
                                              <p:attrName>style.visibility</p:attrName>
                                            </p:attrNameLst>
                                          </p:cBhvr>
                                          <p:to>
                                            <p:strVal val="visible"/>
                                          </p:to>
                                        </p:set>
                                        <p:animEffect transition="in" filter="wipe(left)">
                                          <p:cBhvr>
                                            <p:cTn id="76" dur="5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p:bldLst>
      </p:timing>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407167" y="1999652"/>
            <a:ext cx="840307" cy="84030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 name="椭圆 5"/>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7" name="组合 6"/>
          <p:cNvGrpSpPr/>
          <p:nvPr/>
        </p:nvGrpSpPr>
        <p:grpSpPr>
          <a:xfrm>
            <a:off x="7275797" y="2601172"/>
            <a:ext cx="1025968" cy="1025968"/>
            <a:chOff x="1695226" y="3321784"/>
            <a:chExt cx="1250759" cy="1250759"/>
          </a:xfrm>
        </p:grpSpPr>
        <p:sp>
          <p:nvSpPr>
            <p:cNvPr id="8" name="椭圆 7"/>
            <p:cNvSpPr/>
            <p:nvPr/>
          </p:nvSpPr>
          <p:spPr>
            <a:xfrm>
              <a:off x="1695226" y="3321784"/>
              <a:ext cx="1250759" cy="1250759"/>
            </a:xfrm>
            <a:prstGeom prst="ellipse">
              <a:avLst/>
            </a:prstGeom>
            <a:gradFill flip="none" rotWithShape="1">
              <a:gsLst>
                <a:gs pos="100000">
                  <a:srgbClr val="FCFCFC"/>
                </a:gs>
                <a:gs pos="0">
                  <a:schemeClr val="bg1">
                    <a:lumMod val="85000"/>
                  </a:schemeClr>
                </a:gs>
              </a:gsLst>
              <a:lin ang="7200000" scaled="0"/>
              <a:tileRect/>
            </a:gradFill>
            <a:ln w="12700">
              <a:gradFill>
                <a:gsLst>
                  <a:gs pos="89000">
                    <a:schemeClr val="bg1">
                      <a:lumMod val="85000"/>
                    </a:schemeClr>
                  </a:gs>
                  <a:gs pos="0">
                    <a:schemeClr val="bg1"/>
                  </a:gs>
                </a:gsLst>
                <a:lin ang="7200000" scaled="0"/>
              </a:gradFill>
            </a:ln>
            <a:effectLst>
              <a:outerShdw blurRad="127000" dist="381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9" name="椭圆 8"/>
            <p:cNvSpPr/>
            <p:nvPr/>
          </p:nvSpPr>
          <p:spPr>
            <a:xfrm>
              <a:off x="1826937" y="3453495"/>
              <a:ext cx="987336" cy="987336"/>
            </a:xfrm>
            <a:prstGeom prst="ellipse">
              <a:avLst/>
            </a:prstGeom>
            <a:solidFill>
              <a:schemeClr val="accent1">
                <a:lumMod val="100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10" name="组合 9"/>
          <p:cNvGrpSpPr/>
          <p:nvPr/>
        </p:nvGrpSpPr>
        <p:grpSpPr>
          <a:xfrm>
            <a:off x="6798007" y="3408066"/>
            <a:ext cx="1187359" cy="1187359"/>
            <a:chOff x="304800" y="673100"/>
            <a:chExt cx="4000500" cy="4000500"/>
          </a:xfrm>
          <a:effectLst>
            <a:outerShdw blurRad="444500" dist="254000" dir="8100000" algn="tr" rotWithShape="0">
              <a:prstClr val="black">
                <a:alpha val="50000"/>
              </a:prstClr>
            </a:outerShdw>
          </a:effectLst>
        </p:grpSpPr>
        <p:sp>
          <p:nvSpPr>
            <p:cNvPr id="11" name="同心圆 10"/>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2" name="椭圆 11"/>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13" name="TextBox 13"/>
          <p:cNvSpPr txBox="1"/>
          <p:nvPr/>
        </p:nvSpPr>
        <p:spPr>
          <a:xfrm>
            <a:off x="8802187" y="2231239"/>
            <a:ext cx="1309974" cy="318100"/>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标题内容文字</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4" name="TextBox 14"/>
          <p:cNvSpPr txBox="1"/>
          <p:nvPr/>
        </p:nvSpPr>
        <p:spPr>
          <a:xfrm>
            <a:off x="8762093" y="1853525"/>
            <a:ext cx="1404552" cy="379335"/>
          </a:xfrm>
          <a:prstGeom prst="rect">
            <a:avLst/>
          </a:prstGeom>
          <a:noFill/>
        </p:spPr>
        <p:txBody>
          <a:bodyPr wrap="none" rtlCol="0">
            <a:spAutoFit/>
          </a:bodyPr>
          <a:lstStyle/>
          <a:p>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2016</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年</a:t>
            </a:r>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5</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月</a:t>
            </a:r>
            <a:endPar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5" name="TextBox 15"/>
          <p:cNvSpPr txBox="1"/>
          <p:nvPr/>
        </p:nvSpPr>
        <p:spPr>
          <a:xfrm>
            <a:off x="8665573" y="3451252"/>
            <a:ext cx="1309974" cy="318100"/>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标题内容文字</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6" name="TextBox 16"/>
          <p:cNvSpPr txBox="1"/>
          <p:nvPr/>
        </p:nvSpPr>
        <p:spPr>
          <a:xfrm>
            <a:off x="8669299" y="3068784"/>
            <a:ext cx="1404552" cy="379335"/>
          </a:xfrm>
          <a:prstGeom prst="rect">
            <a:avLst/>
          </a:prstGeom>
          <a:noFill/>
        </p:spPr>
        <p:txBody>
          <a:bodyPr wrap="none" rtlCol="0">
            <a:spAutoFit/>
          </a:bodyPr>
          <a:lstStyle/>
          <a:p>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2017</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年</a:t>
            </a:r>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8</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月</a:t>
            </a:r>
            <a:endPar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7" name="TextBox 17"/>
          <p:cNvSpPr txBox="1"/>
          <p:nvPr/>
        </p:nvSpPr>
        <p:spPr>
          <a:xfrm>
            <a:off x="8193391" y="4741559"/>
            <a:ext cx="1309974" cy="318100"/>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标题内容文字</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8" name="TextBox 18"/>
          <p:cNvSpPr txBox="1"/>
          <p:nvPr/>
        </p:nvSpPr>
        <p:spPr>
          <a:xfrm>
            <a:off x="8165823" y="4317872"/>
            <a:ext cx="1404552" cy="379335"/>
          </a:xfrm>
          <a:prstGeom prst="rect">
            <a:avLst/>
          </a:prstGeom>
          <a:noFill/>
        </p:spPr>
        <p:txBody>
          <a:bodyPr wrap="none" rtlCol="0">
            <a:spAutoFit/>
          </a:bodyPr>
          <a:lstStyle/>
          <a:p>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2018</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年</a:t>
            </a:r>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4</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月</a:t>
            </a:r>
            <a:endPar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19" name="TextBox 19"/>
          <p:cNvSpPr txBox="1"/>
          <p:nvPr/>
        </p:nvSpPr>
        <p:spPr>
          <a:xfrm>
            <a:off x="6457328" y="6008311"/>
            <a:ext cx="1309974" cy="318100"/>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标题内容文字</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0" name="TextBox 20"/>
          <p:cNvSpPr txBox="1"/>
          <p:nvPr/>
        </p:nvSpPr>
        <p:spPr>
          <a:xfrm>
            <a:off x="6462151" y="5511097"/>
            <a:ext cx="1404552" cy="379335"/>
          </a:xfrm>
          <a:prstGeom prst="rect">
            <a:avLst/>
          </a:prstGeom>
          <a:noFill/>
        </p:spPr>
        <p:txBody>
          <a:bodyPr wrap="none" rtlCol="0">
            <a:spAutoFit/>
          </a:bodyPr>
          <a:lstStyle/>
          <a:p>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2019</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年</a:t>
            </a:r>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5</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月</a:t>
            </a:r>
            <a:endPar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1" name="TextBox 21"/>
          <p:cNvSpPr txBox="1"/>
          <p:nvPr/>
        </p:nvSpPr>
        <p:spPr>
          <a:xfrm>
            <a:off x="2295284" y="5335883"/>
            <a:ext cx="1309974" cy="318100"/>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标题内容文字</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2" name="TextBox 22"/>
          <p:cNvSpPr txBox="1"/>
          <p:nvPr/>
        </p:nvSpPr>
        <p:spPr>
          <a:xfrm>
            <a:off x="2240316" y="4820600"/>
            <a:ext cx="1544012" cy="379335"/>
          </a:xfrm>
          <a:prstGeom prst="rect">
            <a:avLst/>
          </a:prstGeom>
          <a:noFill/>
        </p:spPr>
        <p:txBody>
          <a:bodyPr wrap="none" rtlCol="0">
            <a:spAutoFit/>
          </a:bodyPr>
          <a:lstStyle/>
          <a:p>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2020</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年</a:t>
            </a:r>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12</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月</a:t>
            </a:r>
            <a:endPar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3" name="TextBox 23"/>
          <p:cNvSpPr txBox="1"/>
          <p:nvPr/>
        </p:nvSpPr>
        <p:spPr>
          <a:xfrm>
            <a:off x="1599092" y="2745496"/>
            <a:ext cx="1309974" cy="318100"/>
          </a:xfrm>
          <a:prstGeom prst="rect">
            <a:avLst/>
          </a:prstGeom>
          <a:noFill/>
        </p:spPr>
        <p:txBody>
          <a:bodyPr wrap="none" rtlCol="0">
            <a:spAutoFit/>
          </a:bodyPr>
          <a:lstStyle/>
          <a:p>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标题内容文字</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24" name="TextBox 24"/>
          <p:cNvSpPr txBox="1"/>
          <p:nvPr/>
        </p:nvSpPr>
        <p:spPr>
          <a:xfrm>
            <a:off x="1592427" y="2274780"/>
            <a:ext cx="1404552" cy="379335"/>
          </a:xfrm>
          <a:prstGeom prst="rect">
            <a:avLst/>
          </a:prstGeom>
          <a:noFill/>
        </p:spPr>
        <p:txBody>
          <a:bodyPr wrap="none" rtlCol="0">
            <a:spAutoFit/>
          </a:bodyPr>
          <a:lstStyle/>
          <a:p>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2021</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年</a:t>
            </a:r>
            <a:r>
              <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rPr>
              <a:t>2</a:t>
            </a:r>
            <a:r>
              <a:rPr lang="zh-CN" altLang="en-US" sz="1865" b="1" dirty="0">
                <a:solidFill>
                  <a:schemeClr val="tx1">
                    <a:lumMod val="95000"/>
                    <a:lumOff val="5000"/>
                  </a:schemeClr>
                </a:solidFill>
                <a:latin typeface="微软雅黑" panose="020B0503020204020204" pitchFamily="34" charset="-122"/>
                <a:ea typeface="微软雅黑" panose="020B0503020204020204" pitchFamily="34" charset="-122"/>
              </a:rPr>
              <a:t>月</a:t>
            </a:r>
            <a:endParaRPr lang="en-US" altLang="zh-CN" sz="1865" b="1" dirty="0">
              <a:solidFill>
                <a:schemeClr val="tx1">
                  <a:lumMod val="95000"/>
                  <a:lumOff val="5000"/>
                </a:schemeClr>
              </a:solidFill>
              <a:latin typeface="微软雅黑" panose="020B0503020204020204" pitchFamily="34" charset="-122"/>
              <a:ea typeface="微软雅黑" panose="020B0503020204020204" pitchFamily="34" charset="-122"/>
            </a:endParaRPr>
          </a:p>
        </p:txBody>
      </p:sp>
      <p:cxnSp>
        <p:nvCxnSpPr>
          <p:cNvPr id="25" name="直接连接符 24"/>
          <p:cNvCxnSpPr/>
          <p:nvPr/>
        </p:nvCxnSpPr>
        <p:spPr>
          <a:xfrm flipV="1">
            <a:off x="8758545" y="1853527"/>
            <a:ext cx="0" cy="726525"/>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flipV="1">
            <a:off x="8159237" y="4317873"/>
            <a:ext cx="5435" cy="82634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flipV="1">
            <a:off x="8665573" y="3164795"/>
            <a:ext cx="4432" cy="82729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6457328" y="5511097"/>
            <a:ext cx="11357" cy="88127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233782" y="4741559"/>
            <a:ext cx="6535" cy="97872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V="1">
            <a:off x="1583499" y="2231239"/>
            <a:ext cx="0" cy="104273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a:off x="5866708" y="3992087"/>
            <a:ext cx="1312525" cy="1312525"/>
            <a:chOff x="1695226" y="3321784"/>
            <a:chExt cx="1250759" cy="1250759"/>
          </a:xfrm>
        </p:grpSpPr>
        <p:sp>
          <p:nvSpPr>
            <p:cNvPr id="32" name="椭圆 31"/>
            <p:cNvSpPr/>
            <p:nvPr/>
          </p:nvSpPr>
          <p:spPr>
            <a:xfrm>
              <a:off x="1695226" y="3321784"/>
              <a:ext cx="1250759" cy="1250759"/>
            </a:xfrm>
            <a:prstGeom prst="ellipse">
              <a:avLst/>
            </a:prstGeom>
            <a:gradFill flip="none" rotWithShape="1">
              <a:gsLst>
                <a:gs pos="100000">
                  <a:srgbClr val="FCFCFC"/>
                </a:gs>
                <a:gs pos="0">
                  <a:schemeClr val="bg1">
                    <a:lumMod val="85000"/>
                  </a:schemeClr>
                </a:gs>
              </a:gsLst>
              <a:lin ang="7200000" scaled="0"/>
              <a:tileRect/>
            </a:gradFill>
            <a:ln w="12700">
              <a:gradFill>
                <a:gsLst>
                  <a:gs pos="89000">
                    <a:schemeClr val="bg1">
                      <a:lumMod val="85000"/>
                    </a:schemeClr>
                  </a:gs>
                  <a:gs pos="0">
                    <a:schemeClr val="bg1"/>
                  </a:gs>
                </a:gsLst>
                <a:lin ang="7200000" scaled="0"/>
              </a:gradFill>
            </a:ln>
            <a:effectLst>
              <a:outerShdw blurRad="127000" dist="381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3" name="椭圆 32"/>
            <p:cNvSpPr/>
            <p:nvPr/>
          </p:nvSpPr>
          <p:spPr>
            <a:xfrm>
              <a:off x="1826937" y="3453495"/>
              <a:ext cx="987336" cy="987336"/>
            </a:xfrm>
            <a:prstGeom prst="ellipse">
              <a:avLst/>
            </a:prstGeom>
            <a:solidFill>
              <a:schemeClr val="accent1">
                <a:lumMod val="100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4" name="组合 33"/>
          <p:cNvGrpSpPr/>
          <p:nvPr/>
        </p:nvGrpSpPr>
        <p:grpSpPr>
          <a:xfrm>
            <a:off x="4407953" y="3512034"/>
            <a:ext cx="1813991" cy="1813991"/>
            <a:chOff x="304800" y="673100"/>
            <a:chExt cx="4000500" cy="4000500"/>
          </a:xfrm>
          <a:effectLst>
            <a:outerShdw blurRad="444500" dist="254000" dir="8100000" algn="tr" rotWithShape="0">
              <a:prstClr val="black">
                <a:alpha val="50000"/>
              </a:prstClr>
            </a:outerShdw>
          </a:effectLst>
        </p:grpSpPr>
        <p:sp>
          <p:nvSpPr>
            <p:cNvPr id="35" name="同心圆 3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6" name="椭圆 35"/>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grpSp>
        <p:nvGrpSpPr>
          <p:cNvPr id="37" name="组合 36"/>
          <p:cNvGrpSpPr/>
          <p:nvPr/>
        </p:nvGrpSpPr>
        <p:grpSpPr>
          <a:xfrm>
            <a:off x="3703436" y="1935677"/>
            <a:ext cx="2166824" cy="2166824"/>
            <a:chOff x="1695226" y="3321784"/>
            <a:chExt cx="1250759" cy="1250759"/>
          </a:xfrm>
        </p:grpSpPr>
        <p:sp>
          <p:nvSpPr>
            <p:cNvPr id="38" name="椭圆 37"/>
            <p:cNvSpPr/>
            <p:nvPr/>
          </p:nvSpPr>
          <p:spPr>
            <a:xfrm>
              <a:off x="1695226" y="3321784"/>
              <a:ext cx="1250759" cy="1250759"/>
            </a:xfrm>
            <a:prstGeom prst="ellipse">
              <a:avLst/>
            </a:prstGeom>
            <a:gradFill flip="none" rotWithShape="1">
              <a:gsLst>
                <a:gs pos="100000">
                  <a:srgbClr val="FCFCFC"/>
                </a:gs>
                <a:gs pos="0">
                  <a:schemeClr val="bg1">
                    <a:lumMod val="85000"/>
                  </a:schemeClr>
                </a:gs>
              </a:gsLst>
              <a:lin ang="7200000" scaled="0"/>
              <a:tileRect/>
            </a:gradFill>
            <a:ln w="12700">
              <a:gradFill>
                <a:gsLst>
                  <a:gs pos="89000">
                    <a:schemeClr val="bg1">
                      <a:lumMod val="85000"/>
                    </a:schemeClr>
                  </a:gs>
                  <a:gs pos="0">
                    <a:schemeClr val="bg1"/>
                  </a:gs>
                </a:gsLst>
                <a:lin ang="7200000" scaled="0"/>
              </a:gradFill>
            </a:ln>
            <a:effectLst>
              <a:outerShdw blurRad="127000" dist="381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39" name="椭圆 38"/>
            <p:cNvSpPr/>
            <p:nvPr/>
          </p:nvSpPr>
          <p:spPr>
            <a:xfrm>
              <a:off x="1826937" y="3453495"/>
              <a:ext cx="987336" cy="987336"/>
            </a:xfrm>
            <a:prstGeom prst="ellipse">
              <a:avLst/>
            </a:prstGeom>
            <a:solidFill>
              <a:schemeClr val="accent1">
                <a:lumMod val="100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grpSp>
      <p:sp>
        <p:nvSpPr>
          <p:cNvPr id="46" name="Text Box 4">
            <a:extLst>
              <a:ext uri="{FF2B5EF4-FFF2-40B4-BE49-F238E27FC236}">
                <a16:creationId xmlns:a16="http://schemas.microsoft.com/office/drawing/2014/main" id="{E19DF0B4-D113-914B-BAEA-9209920E9FC7}"/>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47" name="Half Frame 12">
            <a:extLst>
              <a:ext uri="{FF2B5EF4-FFF2-40B4-BE49-F238E27FC236}">
                <a16:creationId xmlns:a16="http://schemas.microsoft.com/office/drawing/2014/main" id="{B0042A12-D06C-2C49-9909-CBEA926A57F4}"/>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48" name="直线连接符 47">
            <a:extLst>
              <a:ext uri="{FF2B5EF4-FFF2-40B4-BE49-F238E27FC236}">
                <a16:creationId xmlns:a16="http://schemas.microsoft.com/office/drawing/2014/main" id="{277B2A54-3F1D-6049-A289-E45F533E911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30">
            <a:extLst>
              <a:ext uri="{FF2B5EF4-FFF2-40B4-BE49-F238E27FC236}">
                <a16:creationId xmlns:a16="http://schemas.microsoft.com/office/drawing/2014/main" id="{58910886-44BF-4444-BA2C-906D711DC368}"/>
              </a:ext>
            </a:extLst>
          </p:cNvPr>
          <p:cNvSpPr txBox="1"/>
          <p:nvPr/>
        </p:nvSpPr>
        <p:spPr>
          <a:xfrm>
            <a:off x="3941695" y="2430405"/>
            <a:ext cx="1705987" cy="1241236"/>
          </a:xfrm>
          <a:prstGeom prst="rect">
            <a:avLst/>
          </a:prstGeom>
          <a:noFill/>
        </p:spPr>
        <p:txBody>
          <a:bodyPr wrap="square" rtlCol="0">
            <a:spAutoFit/>
          </a:bodyPr>
          <a:lstStyle>
            <a:defPPr>
              <a:defRPr lang="zh-CN"/>
            </a:defPPr>
            <a:lvl1pPr algn="ctr">
              <a:defRPr sz="1600" b="1">
                <a:solidFill>
                  <a:schemeClr val="tx1">
                    <a:lumMod val="65000"/>
                    <a:lumOff val="35000"/>
                  </a:schemeClr>
                </a:solidFill>
                <a:effectLst>
                  <a:innerShdw blurRad="63500" dist="50800" dir="13500000">
                    <a:prstClr val="black">
                      <a:alpha val="50000"/>
                    </a:prstClr>
                  </a:innerShdw>
                </a:effectLst>
              </a:defRPr>
            </a:lvl1pPr>
          </a:lstStyle>
          <a:p>
            <a:r>
              <a:rPr lang="zh-CN" altLang="en-US" sz="3735" dirty="0">
                <a:solidFill>
                  <a:schemeClr val="bg1"/>
                </a:solidFill>
                <a:effectLst/>
                <a:latin typeface="微软雅黑" panose="020B0503020204020204" pitchFamily="34" charset="-122"/>
                <a:ea typeface="微软雅黑" panose="020B0503020204020204" pitchFamily="34" charset="-122"/>
              </a:rPr>
              <a:t>标题</a:t>
            </a:r>
            <a:endParaRPr lang="en-US" altLang="zh-CN" sz="3735" dirty="0">
              <a:solidFill>
                <a:schemeClr val="bg1"/>
              </a:solidFill>
              <a:effectLst/>
              <a:latin typeface="微软雅黑" panose="020B0503020204020204" pitchFamily="34" charset="-122"/>
              <a:ea typeface="微软雅黑" panose="020B0503020204020204" pitchFamily="34" charset="-122"/>
            </a:endParaRPr>
          </a:p>
          <a:p>
            <a:r>
              <a:rPr lang="zh-CN" altLang="en-US" sz="3735" dirty="0">
                <a:solidFill>
                  <a:schemeClr val="bg1"/>
                </a:solidFill>
                <a:effectLst/>
                <a:latin typeface="微软雅黑" panose="020B0503020204020204" pitchFamily="34" charset="-122"/>
                <a:ea typeface="微软雅黑" panose="020B0503020204020204" pitchFamily="34" charset="-122"/>
              </a:rPr>
              <a:t>内容</a:t>
            </a:r>
          </a:p>
        </p:txBody>
      </p:sp>
      <p:sp>
        <p:nvSpPr>
          <p:cNvPr id="42" name="TextBox 30">
            <a:extLst>
              <a:ext uri="{FF2B5EF4-FFF2-40B4-BE49-F238E27FC236}">
                <a16:creationId xmlns:a16="http://schemas.microsoft.com/office/drawing/2014/main" id="{A102E551-FF63-420C-9BA9-FC13A8A491C4}"/>
              </a:ext>
            </a:extLst>
          </p:cNvPr>
          <p:cNvSpPr txBox="1"/>
          <p:nvPr/>
        </p:nvSpPr>
        <p:spPr>
          <a:xfrm>
            <a:off x="5677849" y="4323136"/>
            <a:ext cx="1705987" cy="707886"/>
          </a:xfrm>
          <a:prstGeom prst="rect">
            <a:avLst/>
          </a:prstGeom>
          <a:noFill/>
        </p:spPr>
        <p:txBody>
          <a:bodyPr wrap="square" rtlCol="0">
            <a:spAutoFit/>
          </a:bodyPr>
          <a:lstStyle>
            <a:defPPr>
              <a:defRPr lang="zh-CN"/>
            </a:defPPr>
            <a:lvl1pPr algn="ctr">
              <a:defRPr sz="1600" b="1">
                <a:solidFill>
                  <a:schemeClr val="tx1">
                    <a:lumMod val="65000"/>
                    <a:lumOff val="35000"/>
                  </a:schemeClr>
                </a:solidFill>
                <a:effectLst>
                  <a:innerShdw blurRad="63500" dist="50800" dir="13500000">
                    <a:prstClr val="black">
                      <a:alpha val="50000"/>
                    </a:prstClr>
                  </a:innerShdw>
                </a:effectLst>
              </a:defRPr>
            </a:lvl1pPr>
          </a:lstStyle>
          <a:p>
            <a:r>
              <a:rPr lang="zh-CN" altLang="en-US" sz="2000" dirty="0">
                <a:solidFill>
                  <a:schemeClr val="bg1"/>
                </a:solidFill>
                <a:effectLst/>
                <a:latin typeface="微软雅黑" panose="020B0503020204020204" pitchFamily="34" charset="-122"/>
                <a:ea typeface="微软雅黑" panose="020B0503020204020204" pitchFamily="34" charset="-122"/>
              </a:rPr>
              <a:t>标题</a:t>
            </a:r>
            <a:endParaRPr lang="en-US" altLang="zh-CN" sz="2000" dirty="0">
              <a:solidFill>
                <a:schemeClr val="bg1"/>
              </a:solidFill>
              <a:effectLst/>
              <a:latin typeface="微软雅黑" panose="020B0503020204020204" pitchFamily="34" charset="-122"/>
              <a:ea typeface="微软雅黑" panose="020B0503020204020204" pitchFamily="34" charset="-122"/>
            </a:endParaRPr>
          </a:p>
          <a:p>
            <a:r>
              <a:rPr lang="zh-CN" altLang="en-US" sz="2000" dirty="0">
                <a:solidFill>
                  <a:schemeClr val="bg1"/>
                </a:solidFill>
                <a:effectLst/>
                <a:latin typeface="微软雅黑" panose="020B0503020204020204" pitchFamily="34" charset="-122"/>
                <a:ea typeface="微软雅黑" panose="020B0503020204020204" pitchFamily="34" charset="-122"/>
              </a:rPr>
              <a:t>内容</a:t>
            </a:r>
          </a:p>
        </p:txBody>
      </p:sp>
      <p:sp>
        <p:nvSpPr>
          <p:cNvPr id="43" name="TextBox 30">
            <a:extLst>
              <a:ext uri="{FF2B5EF4-FFF2-40B4-BE49-F238E27FC236}">
                <a16:creationId xmlns:a16="http://schemas.microsoft.com/office/drawing/2014/main" id="{C7108678-6046-4A8C-9FB8-F4415580CEB3}"/>
              </a:ext>
            </a:extLst>
          </p:cNvPr>
          <p:cNvSpPr txBox="1"/>
          <p:nvPr/>
        </p:nvSpPr>
        <p:spPr>
          <a:xfrm>
            <a:off x="6914308" y="2863815"/>
            <a:ext cx="1705987" cy="523220"/>
          </a:xfrm>
          <a:prstGeom prst="rect">
            <a:avLst/>
          </a:prstGeom>
          <a:noFill/>
        </p:spPr>
        <p:txBody>
          <a:bodyPr wrap="square" rtlCol="0">
            <a:spAutoFit/>
          </a:bodyPr>
          <a:lstStyle>
            <a:defPPr>
              <a:defRPr lang="zh-CN"/>
            </a:defPPr>
            <a:lvl1pPr algn="ctr">
              <a:defRPr sz="1600" b="1">
                <a:solidFill>
                  <a:schemeClr val="tx1">
                    <a:lumMod val="65000"/>
                    <a:lumOff val="35000"/>
                  </a:schemeClr>
                </a:solidFill>
                <a:effectLst>
                  <a:innerShdw blurRad="63500" dist="50800" dir="13500000">
                    <a:prstClr val="black">
                      <a:alpha val="50000"/>
                    </a:prstClr>
                  </a:innerShdw>
                </a:effectLst>
              </a:defRPr>
            </a:lvl1pPr>
          </a:lstStyle>
          <a:p>
            <a:r>
              <a:rPr lang="zh-CN" altLang="en-US" sz="1400" dirty="0">
                <a:solidFill>
                  <a:schemeClr val="bg1"/>
                </a:solidFill>
                <a:effectLst/>
                <a:latin typeface="微软雅黑" panose="020B0503020204020204" pitchFamily="34" charset="-122"/>
                <a:ea typeface="微软雅黑" panose="020B0503020204020204" pitchFamily="34" charset="-122"/>
              </a:rPr>
              <a:t>标题</a:t>
            </a:r>
            <a:endParaRPr lang="en-US" altLang="zh-CN" sz="1400" dirty="0">
              <a:solidFill>
                <a:schemeClr val="bg1"/>
              </a:solidFill>
              <a:effectLst/>
              <a:latin typeface="微软雅黑" panose="020B0503020204020204" pitchFamily="34" charset="-122"/>
              <a:ea typeface="微软雅黑" panose="020B0503020204020204" pitchFamily="34" charset="-122"/>
            </a:endParaRPr>
          </a:p>
          <a:p>
            <a:r>
              <a:rPr lang="zh-CN" altLang="en-US" sz="1400" dirty="0">
                <a:solidFill>
                  <a:schemeClr val="bg1"/>
                </a:solidFill>
                <a:effectLst/>
                <a:latin typeface="微软雅黑" panose="020B0503020204020204" pitchFamily="34" charset="-122"/>
                <a:ea typeface="微软雅黑" panose="020B0503020204020204" pitchFamily="34" charset="-122"/>
              </a:rPr>
              <a:t>内容</a:t>
            </a:r>
          </a:p>
        </p:txBody>
      </p:sp>
    </p:spTree>
  </p:cSld>
  <p:clrMapOvr>
    <a:masterClrMapping/>
  </p:clrMapOvr>
  <mc:AlternateContent xmlns:mc="http://schemas.openxmlformats.org/markup-compatibility/2006" xmlns:p14="http://schemas.microsoft.com/office/powerpoint/2010/main">
    <mc:Choice Requires="p14">
      <p:transition spd="slow" p14:dur="1600" advTm="0">
        <p14:prism isInverted="1"/>
      </p:transition>
    </mc:Choice>
    <mc:Fallback xmlns="">
      <p:transition spd="slow" advTm="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14:presetBounceEnd="40000">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14:bounceEnd="40000">
                                          <p:cBhvr additive="base">
                                            <p:cTn id="7" dur="500" fill="hold"/>
                                            <p:tgtEl>
                                              <p:spTgt spid="3"/>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right)">
                                          <p:cBhvr>
                                            <p:cTn id="13" dur="500"/>
                                            <p:tgtEl>
                                              <p:spTgt spid="13"/>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right)">
                                          <p:cBhvr>
                                            <p:cTn id="17" dur="500"/>
                                            <p:tgtEl>
                                              <p:spTgt spid="14"/>
                                            </p:tgtEl>
                                          </p:cBhvr>
                                        </p:animEffect>
                                      </p:childTnLst>
                                    </p:cTn>
                                  </p:par>
                                  <p:par>
                                    <p:cTn id="18" presetID="12" presetClass="entr" presetSubtype="8"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p:tgtEl>
                                              <p:spTgt spid="25"/>
                                            </p:tgtEl>
                                            <p:attrNameLst>
                                              <p:attrName>ppt_x</p:attrName>
                                            </p:attrNameLst>
                                          </p:cBhvr>
                                          <p:tavLst>
                                            <p:tav tm="0">
                                              <p:val>
                                                <p:strVal val="#ppt_x-#ppt_w*1.125000"/>
                                              </p:val>
                                            </p:tav>
                                            <p:tav tm="100000">
                                              <p:val>
                                                <p:strVal val="#ppt_x"/>
                                              </p:val>
                                            </p:tav>
                                          </p:tavLst>
                                        </p:anim>
                                        <p:animEffect transition="in" filter="wipe(right)">
                                          <p:cBhvr>
                                            <p:cTn id="21" dur="500"/>
                                            <p:tgtEl>
                                              <p:spTgt spid="25"/>
                                            </p:tgtEl>
                                          </p:cBhvr>
                                        </p:animEffect>
                                      </p:childTnLst>
                                    </p:cTn>
                                  </p:par>
                                </p:childTnLst>
                              </p:cTn>
                            </p:par>
                            <p:par>
                              <p:cTn id="22" fill="hold">
                                <p:stCondLst>
                                  <p:cond delay="1000"/>
                                </p:stCondLst>
                                <p:childTnLst>
                                  <p:par>
                                    <p:cTn id="23" presetID="2" presetClass="entr" presetSubtype="4" fill="hold" nodeType="afterEffect" p14:presetBounceEnd="40000">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14:bounceEnd="40000">
                                          <p:cBhvr additive="base">
                                            <p:cTn id="25"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par>
                              <p:cTn id="27" fill="hold">
                                <p:stCondLst>
                                  <p:cond delay="1500"/>
                                </p:stCondLst>
                                <p:childTnLst>
                                  <p:par>
                                    <p:cTn id="28" presetID="1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p:tgtEl>
                                              <p:spTgt spid="16"/>
                                            </p:tgtEl>
                                            <p:attrNameLst>
                                              <p:attrName>ppt_x</p:attrName>
                                            </p:attrNameLst>
                                          </p:cBhvr>
                                          <p:tavLst>
                                            <p:tav tm="0">
                                              <p:val>
                                                <p:strVal val="#ppt_x-#ppt_w*1.125000"/>
                                              </p:val>
                                            </p:tav>
                                            <p:tav tm="100000">
                                              <p:val>
                                                <p:strVal val="#ppt_x"/>
                                              </p:val>
                                            </p:tav>
                                          </p:tavLst>
                                        </p:anim>
                                        <p:animEffect transition="in" filter="wipe(right)">
                                          <p:cBhvr>
                                            <p:cTn id="31" dur="500"/>
                                            <p:tgtEl>
                                              <p:spTgt spid="16"/>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p:tgtEl>
                                              <p:spTgt spid="15"/>
                                            </p:tgtEl>
                                            <p:attrNameLst>
                                              <p:attrName>ppt_x</p:attrName>
                                            </p:attrNameLst>
                                          </p:cBhvr>
                                          <p:tavLst>
                                            <p:tav tm="0">
                                              <p:val>
                                                <p:strVal val="#ppt_x-#ppt_w*1.125000"/>
                                              </p:val>
                                            </p:tav>
                                            <p:tav tm="100000">
                                              <p:val>
                                                <p:strVal val="#ppt_x"/>
                                              </p:val>
                                            </p:tav>
                                          </p:tavLst>
                                        </p:anim>
                                        <p:animEffect transition="in" filter="wipe(right)">
                                          <p:cBhvr>
                                            <p:cTn id="35" dur="500"/>
                                            <p:tgtEl>
                                              <p:spTgt spid="15"/>
                                            </p:tgtEl>
                                          </p:cBhvr>
                                        </p:animEffect>
                                      </p:childTnLst>
                                    </p:cTn>
                                  </p:par>
                                  <p:par>
                                    <p:cTn id="36" presetID="12" presetClass="entr" presetSubtype="8"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500"/>
                                            <p:tgtEl>
                                              <p:spTgt spid="27"/>
                                            </p:tgtEl>
                                            <p:attrNameLst>
                                              <p:attrName>ppt_x</p:attrName>
                                            </p:attrNameLst>
                                          </p:cBhvr>
                                          <p:tavLst>
                                            <p:tav tm="0">
                                              <p:val>
                                                <p:strVal val="#ppt_x-#ppt_w*1.125000"/>
                                              </p:val>
                                            </p:tav>
                                            <p:tav tm="100000">
                                              <p:val>
                                                <p:strVal val="#ppt_x"/>
                                              </p:val>
                                            </p:tav>
                                          </p:tavLst>
                                        </p:anim>
                                        <p:animEffect transition="in" filter="wipe(right)">
                                          <p:cBhvr>
                                            <p:cTn id="39" dur="500"/>
                                            <p:tgtEl>
                                              <p:spTgt spid="27"/>
                                            </p:tgtEl>
                                          </p:cBhvr>
                                        </p:animEffect>
                                      </p:childTnLst>
                                    </p:cTn>
                                  </p:par>
                                </p:childTnLst>
                              </p:cTn>
                            </p:par>
                            <p:par>
                              <p:cTn id="40" fill="hold">
                                <p:stCondLst>
                                  <p:cond delay="2000"/>
                                </p:stCondLst>
                                <p:childTnLst>
                                  <p:par>
                                    <p:cTn id="41" presetID="2" presetClass="entr" presetSubtype="4" fill="hold" nodeType="afterEffect" p14:presetBounceEnd="40000">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14:bounceEnd="40000">
                                          <p:cBhvr additive="base">
                                            <p:cTn id="43"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par>
                              <p:cTn id="45" fill="hold">
                                <p:stCondLst>
                                  <p:cond delay="2500"/>
                                </p:stCondLst>
                                <p:childTnLst>
                                  <p:par>
                                    <p:cTn id="46" presetID="12" presetClass="entr" presetSubtype="8"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p:tgtEl>
                                              <p:spTgt spid="17"/>
                                            </p:tgtEl>
                                            <p:attrNameLst>
                                              <p:attrName>ppt_x</p:attrName>
                                            </p:attrNameLst>
                                          </p:cBhvr>
                                          <p:tavLst>
                                            <p:tav tm="0">
                                              <p:val>
                                                <p:strVal val="#ppt_x-#ppt_w*1.125000"/>
                                              </p:val>
                                            </p:tav>
                                            <p:tav tm="100000">
                                              <p:val>
                                                <p:strVal val="#ppt_x"/>
                                              </p:val>
                                            </p:tav>
                                          </p:tavLst>
                                        </p:anim>
                                        <p:animEffect transition="in" filter="wipe(right)">
                                          <p:cBhvr>
                                            <p:cTn id="49" dur="500"/>
                                            <p:tgtEl>
                                              <p:spTgt spid="17"/>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p:tgtEl>
                                              <p:spTgt spid="18"/>
                                            </p:tgtEl>
                                            <p:attrNameLst>
                                              <p:attrName>ppt_x</p:attrName>
                                            </p:attrNameLst>
                                          </p:cBhvr>
                                          <p:tavLst>
                                            <p:tav tm="0">
                                              <p:val>
                                                <p:strVal val="#ppt_x-#ppt_w*1.125000"/>
                                              </p:val>
                                            </p:tav>
                                            <p:tav tm="100000">
                                              <p:val>
                                                <p:strVal val="#ppt_x"/>
                                              </p:val>
                                            </p:tav>
                                          </p:tavLst>
                                        </p:anim>
                                        <p:animEffect transition="in" filter="wipe(right)">
                                          <p:cBhvr>
                                            <p:cTn id="53" dur="500"/>
                                            <p:tgtEl>
                                              <p:spTgt spid="18"/>
                                            </p:tgtEl>
                                          </p:cBhvr>
                                        </p:animEffect>
                                      </p:childTnLst>
                                    </p:cTn>
                                  </p:par>
                                  <p:par>
                                    <p:cTn id="54" presetID="12" presetClass="entr" presetSubtype="8" fill="hold" nodeType="withEffect">
                                      <p:stCondLst>
                                        <p:cond delay="0"/>
                                      </p:stCondLst>
                                      <p:childTnLst>
                                        <p:set>
                                          <p:cBhvr>
                                            <p:cTn id="55" dur="1" fill="hold">
                                              <p:stCondLst>
                                                <p:cond delay="0"/>
                                              </p:stCondLst>
                                            </p:cTn>
                                            <p:tgtEl>
                                              <p:spTgt spid="26"/>
                                            </p:tgtEl>
                                            <p:attrNameLst>
                                              <p:attrName>style.visibility</p:attrName>
                                            </p:attrNameLst>
                                          </p:cBhvr>
                                          <p:to>
                                            <p:strVal val="visible"/>
                                          </p:to>
                                        </p:set>
                                        <p:anim calcmode="lin" valueType="num">
                                          <p:cBhvr additive="base">
                                            <p:cTn id="56" dur="500"/>
                                            <p:tgtEl>
                                              <p:spTgt spid="26"/>
                                            </p:tgtEl>
                                            <p:attrNameLst>
                                              <p:attrName>ppt_x</p:attrName>
                                            </p:attrNameLst>
                                          </p:cBhvr>
                                          <p:tavLst>
                                            <p:tav tm="0">
                                              <p:val>
                                                <p:strVal val="#ppt_x-#ppt_w*1.125000"/>
                                              </p:val>
                                            </p:tav>
                                            <p:tav tm="100000">
                                              <p:val>
                                                <p:strVal val="#ppt_x"/>
                                              </p:val>
                                            </p:tav>
                                          </p:tavLst>
                                        </p:anim>
                                        <p:animEffect transition="in" filter="wipe(right)">
                                          <p:cBhvr>
                                            <p:cTn id="57" dur="500"/>
                                            <p:tgtEl>
                                              <p:spTgt spid="26"/>
                                            </p:tgtEl>
                                          </p:cBhvr>
                                        </p:animEffect>
                                      </p:childTnLst>
                                    </p:cTn>
                                  </p:par>
                                </p:childTnLst>
                              </p:cTn>
                            </p:par>
                            <p:par>
                              <p:cTn id="58" fill="hold">
                                <p:stCondLst>
                                  <p:cond delay="3000"/>
                                </p:stCondLst>
                                <p:childTnLst>
                                  <p:par>
                                    <p:cTn id="59" presetID="2" presetClass="entr" presetSubtype="4" fill="hold" nodeType="afterEffect" p14:presetBounceEnd="40000">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14:bounceEnd="40000">
                                          <p:cBhvr additive="base">
                                            <p:cTn id="61" dur="500" fill="hold"/>
                                            <p:tgtEl>
                                              <p:spTgt spid="31"/>
                                            </p:tgtEl>
                                            <p:attrNameLst>
                                              <p:attrName>ppt_x</p:attrName>
                                            </p:attrNameLst>
                                          </p:cBhvr>
                                          <p:tavLst>
                                            <p:tav tm="0">
                                              <p:val>
                                                <p:strVal val="#ppt_x"/>
                                              </p:val>
                                            </p:tav>
                                            <p:tav tm="100000">
                                              <p:val>
                                                <p:strVal val="#ppt_x"/>
                                              </p:val>
                                            </p:tav>
                                          </p:tavLst>
                                        </p:anim>
                                        <p:anim calcmode="lin" valueType="num" p14:bounceEnd="40000">
                                          <p:cBhvr additive="base">
                                            <p:cTn id="62" dur="500" fill="hold"/>
                                            <p:tgtEl>
                                              <p:spTgt spid="31"/>
                                            </p:tgtEl>
                                            <p:attrNameLst>
                                              <p:attrName>ppt_y</p:attrName>
                                            </p:attrNameLst>
                                          </p:cBhvr>
                                          <p:tavLst>
                                            <p:tav tm="0">
                                              <p:val>
                                                <p:strVal val="1+#ppt_h/2"/>
                                              </p:val>
                                            </p:tav>
                                            <p:tav tm="100000">
                                              <p:val>
                                                <p:strVal val="#ppt_y"/>
                                              </p:val>
                                            </p:tav>
                                          </p:tavLst>
                                        </p:anim>
                                      </p:childTnLst>
                                    </p:cTn>
                                  </p:par>
                                </p:childTnLst>
                              </p:cTn>
                            </p:par>
                            <p:par>
                              <p:cTn id="63" fill="hold">
                                <p:stCondLst>
                                  <p:cond delay="3500"/>
                                </p:stCondLst>
                                <p:childTnLst>
                                  <p:par>
                                    <p:cTn id="64" presetID="12" presetClass="entr" presetSubtype="8" fill="hold" grpId="0" nodeType="afterEffect">
                                      <p:stCondLst>
                                        <p:cond delay="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500"/>
                                            <p:tgtEl>
                                              <p:spTgt spid="19"/>
                                            </p:tgtEl>
                                            <p:attrNameLst>
                                              <p:attrName>ppt_x</p:attrName>
                                            </p:attrNameLst>
                                          </p:cBhvr>
                                          <p:tavLst>
                                            <p:tav tm="0">
                                              <p:val>
                                                <p:strVal val="#ppt_x-#ppt_w*1.125000"/>
                                              </p:val>
                                            </p:tav>
                                            <p:tav tm="100000">
                                              <p:val>
                                                <p:strVal val="#ppt_x"/>
                                              </p:val>
                                            </p:tav>
                                          </p:tavLst>
                                        </p:anim>
                                        <p:animEffect transition="in" filter="wipe(right)">
                                          <p:cBhvr>
                                            <p:cTn id="67" dur="500"/>
                                            <p:tgtEl>
                                              <p:spTgt spid="19"/>
                                            </p:tgtEl>
                                          </p:cBhvr>
                                        </p:animEffect>
                                      </p:childTnLst>
                                    </p:cTn>
                                  </p:par>
                                  <p:par>
                                    <p:cTn id="68" presetID="12" presetClass="entr" presetSubtype="8"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 calcmode="lin" valueType="num">
                                          <p:cBhvr additive="base">
                                            <p:cTn id="70" dur="500"/>
                                            <p:tgtEl>
                                              <p:spTgt spid="28"/>
                                            </p:tgtEl>
                                            <p:attrNameLst>
                                              <p:attrName>ppt_x</p:attrName>
                                            </p:attrNameLst>
                                          </p:cBhvr>
                                          <p:tavLst>
                                            <p:tav tm="0">
                                              <p:val>
                                                <p:strVal val="#ppt_x-#ppt_w*1.125000"/>
                                              </p:val>
                                            </p:tav>
                                            <p:tav tm="100000">
                                              <p:val>
                                                <p:strVal val="#ppt_x"/>
                                              </p:val>
                                            </p:tav>
                                          </p:tavLst>
                                        </p:anim>
                                        <p:animEffect transition="in" filter="wipe(right)">
                                          <p:cBhvr>
                                            <p:cTn id="71" dur="500"/>
                                            <p:tgtEl>
                                              <p:spTgt spid="28"/>
                                            </p:tgtEl>
                                          </p:cBhvr>
                                        </p:animEffect>
                                      </p:childTnLst>
                                    </p:cTn>
                                  </p:par>
                                  <p:par>
                                    <p:cTn id="72" presetID="12" presetClass="entr" presetSubtype="8"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p:tgtEl>
                                              <p:spTgt spid="20"/>
                                            </p:tgtEl>
                                            <p:attrNameLst>
                                              <p:attrName>ppt_x</p:attrName>
                                            </p:attrNameLst>
                                          </p:cBhvr>
                                          <p:tavLst>
                                            <p:tav tm="0">
                                              <p:val>
                                                <p:strVal val="#ppt_x-#ppt_w*1.125000"/>
                                              </p:val>
                                            </p:tav>
                                            <p:tav tm="100000">
                                              <p:val>
                                                <p:strVal val="#ppt_x"/>
                                              </p:val>
                                            </p:tav>
                                          </p:tavLst>
                                        </p:anim>
                                        <p:animEffect transition="in" filter="wipe(right)">
                                          <p:cBhvr>
                                            <p:cTn id="75" dur="500"/>
                                            <p:tgtEl>
                                              <p:spTgt spid="20"/>
                                            </p:tgtEl>
                                          </p:cBhvr>
                                        </p:animEffect>
                                      </p:childTnLst>
                                    </p:cTn>
                                  </p:par>
                                </p:childTnLst>
                              </p:cTn>
                            </p:par>
                            <p:par>
                              <p:cTn id="76" fill="hold">
                                <p:stCondLst>
                                  <p:cond delay="4000"/>
                                </p:stCondLst>
                                <p:childTnLst>
                                  <p:par>
                                    <p:cTn id="77" presetID="2" presetClass="entr" presetSubtype="4" fill="hold" nodeType="afterEffect" p14:presetBounceEnd="40000">
                                      <p:stCondLst>
                                        <p:cond delay="0"/>
                                      </p:stCondLst>
                                      <p:childTnLst>
                                        <p:set>
                                          <p:cBhvr>
                                            <p:cTn id="78" dur="1" fill="hold">
                                              <p:stCondLst>
                                                <p:cond delay="0"/>
                                              </p:stCondLst>
                                            </p:cTn>
                                            <p:tgtEl>
                                              <p:spTgt spid="34"/>
                                            </p:tgtEl>
                                            <p:attrNameLst>
                                              <p:attrName>style.visibility</p:attrName>
                                            </p:attrNameLst>
                                          </p:cBhvr>
                                          <p:to>
                                            <p:strVal val="visible"/>
                                          </p:to>
                                        </p:set>
                                        <p:anim calcmode="lin" valueType="num" p14:bounceEnd="40000">
                                          <p:cBhvr additive="base">
                                            <p:cTn id="79" dur="500" fill="hold"/>
                                            <p:tgtEl>
                                              <p:spTgt spid="34"/>
                                            </p:tgtEl>
                                            <p:attrNameLst>
                                              <p:attrName>ppt_x</p:attrName>
                                            </p:attrNameLst>
                                          </p:cBhvr>
                                          <p:tavLst>
                                            <p:tav tm="0">
                                              <p:val>
                                                <p:strVal val="#ppt_x"/>
                                              </p:val>
                                            </p:tav>
                                            <p:tav tm="100000">
                                              <p:val>
                                                <p:strVal val="#ppt_x"/>
                                              </p:val>
                                            </p:tav>
                                          </p:tavLst>
                                        </p:anim>
                                        <p:anim calcmode="lin" valueType="num" p14:bounceEnd="40000">
                                          <p:cBhvr additive="base">
                                            <p:cTn id="80" dur="500" fill="hold"/>
                                            <p:tgtEl>
                                              <p:spTgt spid="34"/>
                                            </p:tgtEl>
                                            <p:attrNameLst>
                                              <p:attrName>ppt_y</p:attrName>
                                            </p:attrNameLst>
                                          </p:cBhvr>
                                          <p:tavLst>
                                            <p:tav tm="0">
                                              <p:val>
                                                <p:strVal val="1+#ppt_h/2"/>
                                              </p:val>
                                            </p:tav>
                                            <p:tav tm="100000">
                                              <p:val>
                                                <p:strVal val="#ppt_y"/>
                                              </p:val>
                                            </p:tav>
                                          </p:tavLst>
                                        </p:anim>
                                      </p:childTnLst>
                                    </p:cTn>
                                  </p:par>
                                </p:childTnLst>
                              </p:cTn>
                            </p:par>
                            <p:par>
                              <p:cTn id="81" fill="hold">
                                <p:stCondLst>
                                  <p:cond delay="4500"/>
                                </p:stCondLst>
                                <p:childTnLst>
                                  <p:par>
                                    <p:cTn id="82" presetID="12" presetClass="entr" presetSubtype="8" fill="hold" grpId="0" nodeType="afterEffect">
                                      <p:stCondLst>
                                        <p:cond delay="0"/>
                                      </p:stCondLst>
                                      <p:childTnLst>
                                        <p:set>
                                          <p:cBhvr>
                                            <p:cTn id="83" dur="1" fill="hold">
                                              <p:stCondLst>
                                                <p:cond delay="0"/>
                                              </p:stCondLst>
                                            </p:cTn>
                                            <p:tgtEl>
                                              <p:spTgt spid="21"/>
                                            </p:tgtEl>
                                            <p:attrNameLst>
                                              <p:attrName>style.visibility</p:attrName>
                                            </p:attrNameLst>
                                          </p:cBhvr>
                                          <p:to>
                                            <p:strVal val="visible"/>
                                          </p:to>
                                        </p:set>
                                        <p:anim calcmode="lin" valueType="num">
                                          <p:cBhvr additive="base">
                                            <p:cTn id="84" dur="500"/>
                                            <p:tgtEl>
                                              <p:spTgt spid="21"/>
                                            </p:tgtEl>
                                            <p:attrNameLst>
                                              <p:attrName>ppt_x</p:attrName>
                                            </p:attrNameLst>
                                          </p:cBhvr>
                                          <p:tavLst>
                                            <p:tav tm="0">
                                              <p:val>
                                                <p:strVal val="#ppt_x-#ppt_w*1.125000"/>
                                              </p:val>
                                            </p:tav>
                                            <p:tav tm="100000">
                                              <p:val>
                                                <p:strVal val="#ppt_x"/>
                                              </p:val>
                                            </p:tav>
                                          </p:tavLst>
                                        </p:anim>
                                        <p:animEffect transition="in" filter="wipe(right)">
                                          <p:cBhvr>
                                            <p:cTn id="85" dur="500"/>
                                            <p:tgtEl>
                                              <p:spTgt spid="21"/>
                                            </p:tgtEl>
                                          </p:cBhvr>
                                        </p:animEffect>
                                      </p:childTnLst>
                                    </p:cTn>
                                  </p:par>
                                  <p:par>
                                    <p:cTn id="86" presetID="12" presetClass="entr" presetSubtype="8"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500"/>
                                            <p:tgtEl>
                                              <p:spTgt spid="22"/>
                                            </p:tgtEl>
                                            <p:attrNameLst>
                                              <p:attrName>ppt_x</p:attrName>
                                            </p:attrNameLst>
                                          </p:cBhvr>
                                          <p:tavLst>
                                            <p:tav tm="0">
                                              <p:val>
                                                <p:strVal val="#ppt_x-#ppt_w*1.125000"/>
                                              </p:val>
                                            </p:tav>
                                            <p:tav tm="100000">
                                              <p:val>
                                                <p:strVal val="#ppt_x"/>
                                              </p:val>
                                            </p:tav>
                                          </p:tavLst>
                                        </p:anim>
                                        <p:animEffect transition="in" filter="wipe(right)">
                                          <p:cBhvr>
                                            <p:cTn id="89" dur="500"/>
                                            <p:tgtEl>
                                              <p:spTgt spid="22"/>
                                            </p:tgtEl>
                                          </p:cBhvr>
                                        </p:animEffect>
                                      </p:childTnLst>
                                    </p:cTn>
                                  </p:par>
                                  <p:par>
                                    <p:cTn id="90" presetID="12" presetClass="entr" presetSubtype="2" fill="hold" nodeType="withEffect">
                                      <p:stCondLst>
                                        <p:cond delay="0"/>
                                      </p:stCondLst>
                                      <p:childTnLst>
                                        <p:set>
                                          <p:cBhvr>
                                            <p:cTn id="91" dur="1" fill="hold">
                                              <p:stCondLst>
                                                <p:cond delay="0"/>
                                              </p:stCondLst>
                                            </p:cTn>
                                            <p:tgtEl>
                                              <p:spTgt spid="29"/>
                                            </p:tgtEl>
                                            <p:attrNameLst>
                                              <p:attrName>style.visibility</p:attrName>
                                            </p:attrNameLst>
                                          </p:cBhvr>
                                          <p:to>
                                            <p:strVal val="visible"/>
                                          </p:to>
                                        </p:set>
                                        <p:anim calcmode="lin" valueType="num">
                                          <p:cBhvr additive="base">
                                            <p:cTn id="92" dur="500"/>
                                            <p:tgtEl>
                                              <p:spTgt spid="29"/>
                                            </p:tgtEl>
                                            <p:attrNameLst>
                                              <p:attrName>ppt_x</p:attrName>
                                            </p:attrNameLst>
                                          </p:cBhvr>
                                          <p:tavLst>
                                            <p:tav tm="0">
                                              <p:val>
                                                <p:strVal val="#ppt_x+#ppt_w*1.125000"/>
                                              </p:val>
                                            </p:tav>
                                            <p:tav tm="100000">
                                              <p:val>
                                                <p:strVal val="#ppt_x"/>
                                              </p:val>
                                            </p:tav>
                                          </p:tavLst>
                                        </p:anim>
                                        <p:animEffect transition="in" filter="wipe(left)">
                                          <p:cBhvr>
                                            <p:cTn id="93" dur="500"/>
                                            <p:tgtEl>
                                              <p:spTgt spid="29"/>
                                            </p:tgtEl>
                                          </p:cBhvr>
                                        </p:animEffect>
                                      </p:childTnLst>
                                    </p:cTn>
                                  </p:par>
                                </p:childTnLst>
                              </p:cTn>
                            </p:par>
                            <p:par>
                              <p:cTn id="94" fill="hold">
                                <p:stCondLst>
                                  <p:cond delay="5000"/>
                                </p:stCondLst>
                                <p:childTnLst>
                                  <p:par>
                                    <p:cTn id="95" presetID="2" presetClass="entr" presetSubtype="4" fill="hold" nodeType="afterEffect" p14:presetBounceEnd="40000">
                                      <p:stCondLst>
                                        <p:cond delay="0"/>
                                      </p:stCondLst>
                                      <p:childTnLst>
                                        <p:set>
                                          <p:cBhvr>
                                            <p:cTn id="96" dur="1" fill="hold">
                                              <p:stCondLst>
                                                <p:cond delay="0"/>
                                              </p:stCondLst>
                                            </p:cTn>
                                            <p:tgtEl>
                                              <p:spTgt spid="37"/>
                                            </p:tgtEl>
                                            <p:attrNameLst>
                                              <p:attrName>style.visibility</p:attrName>
                                            </p:attrNameLst>
                                          </p:cBhvr>
                                          <p:to>
                                            <p:strVal val="visible"/>
                                          </p:to>
                                        </p:set>
                                        <p:anim calcmode="lin" valueType="num" p14:bounceEnd="40000">
                                          <p:cBhvr additive="base">
                                            <p:cTn id="97" dur="500" fill="hold"/>
                                            <p:tgtEl>
                                              <p:spTgt spid="37"/>
                                            </p:tgtEl>
                                            <p:attrNameLst>
                                              <p:attrName>ppt_x</p:attrName>
                                            </p:attrNameLst>
                                          </p:cBhvr>
                                          <p:tavLst>
                                            <p:tav tm="0">
                                              <p:val>
                                                <p:strVal val="#ppt_x"/>
                                              </p:val>
                                            </p:tav>
                                            <p:tav tm="100000">
                                              <p:val>
                                                <p:strVal val="#ppt_x"/>
                                              </p:val>
                                            </p:tav>
                                          </p:tavLst>
                                        </p:anim>
                                        <p:anim calcmode="lin" valueType="num" p14:bounceEnd="40000">
                                          <p:cBhvr additive="base">
                                            <p:cTn id="98" dur="500" fill="hold"/>
                                            <p:tgtEl>
                                              <p:spTgt spid="37"/>
                                            </p:tgtEl>
                                            <p:attrNameLst>
                                              <p:attrName>ppt_y</p:attrName>
                                            </p:attrNameLst>
                                          </p:cBhvr>
                                          <p:tavLst>
                                            <p:tav tm="0">
                                              <p:val>
                                                <p:strVal val="1+#ppt_h/2"/>
                                              </p:val>
                                            </p:tav>
                                            <p:tav tm="100000">
                                              <p:val>
                                                <p:strVal val="#ppt_y"/>
                                              </p:val>
                                            </p:tav>
                                          </p:tavLst>
                                        </p:anim>
                                      </p:childTnLst>
                                    </p:cTn>
                                  </p:par>
                                </p:childTnLst>
                              </p:cTn>
                            </p:par>
                            <p:par>
                              <p:cTn id="99" fill="hold">
                                <p:stCondLst>
                                  <p:cond delay="5500"/>
                                </p:stCondLst>
                                <p:childTnLst>
                                  <p:par>
                                    <p:cTn id="100" presetID="12" presetClass="entr" presetSubtype="8" fill="hold" grpId="0" nodeType="after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p:tgtEl>
                                              <p:spTgt spid="23"/>
                                            </p:tgtEl>
                                            <p:attrNameLst>
                                              <p:attrName>ppt_x</p:attrName>
                                            </p:attrNameLst>
                                          </p:cBhvr>
                                          <p:tavLst>
                                            <p:tav tm="0">
                                              <p:val>
                                                <p:strVal val="#ppt_x-#ppt_w*1.125000"/>
                                              </p:val>
                                            </p:tav>
                                            <p:tav tm="100000">
                                              <p:val>
                                                <p:strVal val="#ppt_x"/>
                                              </p:val>
                                            </p:tav>
                                          </p:tavLst>
                                        </p:anim>
                                        <p:animEffect transition="in" filter="wipe(right)">
                                          <p:cBhvr>
                                            <p:cTn id="103" dur="500"/>
                                            <p:tgtEl>
                                              <p:spTgt spid="23"/>
                                            </p:tgtEl>
                                          </p:cBhvr>
                                        </p:animEffect>
                                      </p:childTnLst>
                                    </p:cTn>
                                  </p:par>
                                  <p:par>
                                    <p:cTn id="104" presetID="12" presetClass="entr" presetSubtype="8"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 calcmode="lin" valueType="num">
                                          <p:cBhvr additive="base">
                                            <p:cTn id="106" dur="500"/>
                                            <p:tgtEl>
                                              <p:spTgt spid="24"/>
                                            </p:tgtEl>
                                            <p:attrNameLst>
                                              <p:attrName>ppt_x</p:attrName>
                                            </p:attrNameLst>
                                          </p:cBhvr>
                                          <p:tavLst>
                                            <p:tav tm="0">
                                              <p:val>
                                                <p:strVal val="#ppt_x-#ppt_w*1.125000"/>
                                              </p:val>
                                            </p:tav>
                                            <p:tav tm="100000">
                                              <p:val>
                                                <p:strVal val="#ppt_x"/>
                                              </p:val>
                                            </p:tav>
                                          </p:tavLst>
                                        </p:anim>
                                        <p:animEffect transition="in" filter="wipe(right)">
                                          <p:cBhvr>
                                            <p:cTn id="107" dur="500"/>
                                            <p:tgtEl>
                                              <p:spTgt spid="24"/>
                                            </p:tgtEl>
                                          </p:cBhvr>
                                        </p:animEffect>
                                      </p:childTnLst>
                                    </p:cTn>
                                  </p:par>
                                  <p:par>
                                    <p:cTn id="108" presetID="12" presetClass="entr" presetSubtype="2" fill="hold" nodeType="withEffect">
                                      <p:stCondLst>
                                        <p:cond delay="0"/>
                                      </p:stCondLst>
                                      <p:childTnLst>
                                        <p:set>
                                          <p:cBhvr>
                                            <p:cTn id="109" dur="1" fill="hold">
                                              <p:stCondLst>
                                                <p:cond delay="0"/>
                                              </p:stCondLst>
                                            </p:cTn>
                                            <p:tgtEl>
                                              <p:spTgt spid="30"/>
                                            </p:tgtEl>
                                            <p:attrNameLst>
                                              <p:attrName>style.visibility</p:attrName>
                                            </p:attrNameLst>
                                          </p:cBhvr>
                                          <p:to>
                                            <p:strVal val="visible"/>
                                          </p:to>
                                        </p:set>
                                        <p:anim calcmode="lin" valueType="num">
                                          <p:cBhvr additive="base">
                                            <p:cTn id="110" dur="500"/>
                                            <p:tgtEl>
                                              <p:spTgt spid="30"/>
                                            </p:tgtEl>
                                            <p:attrNameLst>
                                              <p:attrName>ppt_x</p:attrName>
                                            </p:attrNameLst>
                                          </p:cBhvr>
                                          <p:tavLst>
                                            <p:tav tm="0">
                                              <p:val>
                                                <p:strVal val="#ppt_x+#ppt_w*1.125000"/>
                                              </p:val>
                                            </p:tav>
                                            <p:tav tm="100000">
                                              <p:val>
                                                <p:strVal val="#ppt_x"/>
                                              </p:val>
                                            </p:tav>
                                          </p:tavLst>
                                        </p:anim>
                                        <p:animEffect transition="in" filter="wipe(left)">
                                          <p:cBhvr>
                                            <p:cTn id="111" dur="500"/>
                                            <p:tgtEl>
                                              <p:spTgt spid="30"/>
                                            </p:tgtEl>
                                          </p:cBhvr>
                                        </p:animEffect>
                                      </p:childTnLst>
                                    </p:cTn>
                                  </p:par>
                                  <p:par>
                                    <p:cTn id="112" presetID="2" presetClass="entr" presetSubtype="1" fill="hold" grpId="0" nodeType="withEffect" p14:presetBounceEnd="81000">
                                      <p:stCondLst>
                                        <p:cond delay="0"/>
                                      </p:stCondLst>
                                      <p:childTnLst>
                                        <p:set>
                                          <p:cBhvr>
                                            <p:cTn id="113" dur="1" fill="hold">
                                              <p:stCondLst>
                                                <p:cond delay="0"/>
                                              </p:stCondLst>
                                            </p:cTn>
                                            <p:tgtEl>
                                              <p:spTgt spid="46"/>
                                            </p:tgtEl>
                                            <p:attrNameLst>
                                              <p:attrName>style.visibility</p:attrName>
                                            </p:attrNameLst>
                                          </p:cBhvr>
                                          <p:to>
                                            <p:strVal val="visible"/>
                                          </p:to>
                                        </p:set>
                                        <p:anim calcmode="lin" valueType="num" p14:bounceEnd="81000">
                                          <p:cBhvr additive="base">
                                            <p:cTn id="114" dur="1000" fill="hold"/>
                                            <p:tgtEl>
                                              <p:spTgt spid="46"/>
                                            </p:tgtEl>
                                            <p:attrNameLst>
                                              <p:attrName>ppt_x</p:attrName>
                                            </p:attrNameLst>
                                          </p:cBhvr>
                                          <p:tavLst>
                                            <p:tav tm="0">
                                              <p:val>
                                                <p:strVal val="#ppt_x"/>
                                              </p:val>
                                            </p:tav>
                                            <p:tav tm="100000">
                                              <p:val>
                                                <p:strVal val="#ppt_x"/>
                                              </p:val>
                                            </p:tav>
                                          </p:tavLst>
                                        </p:anim>
                                        <p:anim calcmode="lin" valueType="num" p14:bounceEnd="81000">
                                          <p:cBhvr additive="base">
                                            <p:cTn id="115" dur="1000" fill="hold"/>
                                            <p:tgtEl>
                                              <p:spTgt spid="46"/>
                                            </p:tgtEl>
                                            <p:attrNameLst>
                                              <p:attrName>ppt_y</p:attrName>
                                            </p:attrNameLst>
                                          </p:cBhvr>
                                          <p:tavLst>
                                            <p:tav tm="0">
                                              <p:val>
                                                <p:strVal val="0-#ppt_h/2"/>
                                              </p:val>
                                            </p:tav>
                                            <p:tav tm="100000">
                                              <p:val>
                                                <p:strVal val="#ppt_y"/>
                                              </p:val>
                                            </p:tav>
                                          </p:tavLst>
                                        </p:anim>
                                      </p:childTnLst>
                                    </p:cTn>
                                  </p:par>
                                </p:childTnLst>
                              </p:cTn>
                            </p:par>
                            <p:par>
                              <p:cTn id="116" fill="hold">
                                <p:stCondLst>
                                  <p:cond delay="6500"/>
                                </p:stCondLst>
                                <p:childTnLst>
                                  <p:par>
                                    <p:cTn id="117" presetID="22" presetClass="entr" presetSubtype="8" fill="hold" nodeType="after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wipe(left)">
                                          <p:cBhvr>
                                            <p:cTn id="11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P spid="4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additive="base">
                                            <p:cTn id="12" dur="500"/>
                                            <p:tgtEl>
                                              <p:spTgt spid="13"/>
                                            </p:tgtEl>
                                            <p:attrNameLst>
                                              <p:attrName>ppt_x</p:attrName>
                                            </p:attrNameLst>
                                          </p:cBhvr>
                                          <p:tavLst>
                                            <p:tav tm="0">
                                              <p:val>
                                                <p:strVal val="#ppt_x-#ppt_w*1.125000"/>
                                              </p:val>
                                            </p:tav>
                                            <p:tav tm="100000">
                                              <p:val>
                                                <p:strVal val="#ppt_x"/>
                                              </p:val>
                                            </p:tav>
                                          </p:tavLst>
                                        </p:anim>
                                        <p:animEffect transition="in" filter="wipe(right)">
                                          <p:cBhvr>
                                            <p:cTn id="13" dur="500"/>
                                            <p:tgtEl>
                                              <p:spTgt spid="13"/>
                                            </p:tgtEl>
                                          </p:cBhvr>
                                        </p:animEffect>
                                      </p:childTnLst>
                                    </p:cTn>
                                  </p:par>
                                  <p:par>
                                    <p:cTn id="14" presetID="12" presetClass="entr" presetSubtype="8"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 calcmode="lin" valueType="num">
                                          <p:cBhvr additive="base">
                                            <p:cTn id="16" dur="500"/>
                                            <p:tgtEl>
                                              <p:spTgt spid="14"/>
                                            </p:tgtEl>
                                            <p:attrNameLst>
                                              <p:attrName>ppt_x</p:attrName>
                                            </p:attrNameLst>
                                          </p:cBhvr>
                                          <p:tavLst>
                                            <p:tav tm="0">
                                              <p:val>
                                                <p:strVal val="#ppt_x-#ppt_w*1.125000"/>
                                              </p:val>
                                            </p:tav>
                                            <p:tav tm="100000">
                                              <p:val>
                                                <p:strVal val="#ppt_x"/>
                                              </p:val>
                                            </p:tav>
                                          </p:tavLst>
                                        </p:anim>
                                        <p:animEffect transition="in" filter="wipe(right)">
                                          <p:cBhvr>
                                            <p:cTn id="17" dur="500"/>
                                            <p:tgtEl>
                                              <p:spTgt spid="14"/>
                                            </p:tgtEl>
                                          </p:cBhvr>
                                        </p:animEffect>
                                      </p:childTnLst>
                                    </p:cTn>
                                  </p:par>
                                  <p:par>
                                    <p:cTn id="18" presetID="12" presetClass="entr" presetSubtype="8"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additive="base">
                                            <p:cTn id="20" dur="500"/>
                                            <p:tgtEl>
                                              <p:spTgt spid="25"/>
                                            </p:tgtEl>
                                            <p:attrNameLst>
                                              <p:attrName>ppt_x</p:attrName>
                                            </p:attrNameLst>
                                          </p:cBhvr>
                                          <p:tavLst>
                                            <p:tav tm="0">
                                              <p:val>
                                                <p:strVal val="#ppt_x-#ppt_w*1.125000"/>
                                              </p:val>
                                            </p:tav>
                                            <p:tav tm="100000">
                                              <p:val>
                                                <p:strVal val="#ppt_x"/>
                                              </p:val>
                                            </p:tav>
                                          </p:tavLst>
                                        </p:anim>
                                        <p:animEffect transition="in" filter="wipe(right)">
                                          <p:cBhvr>
                                            <p:cTn id="21" dur="500"/>
                                            <p:tgtEl>
                                              <p:spTgt spid="25"/>
                                            </p:tgtEl>
                                          </p:cBhvr>
                                        </p:animEffect>
                                      </p:childTnLst>
                                    </p:cTn>
                                  </p:par>
                                </p:childTnLst>
                              </p:cTn>
                            </p:par>
                            <p:par>
                              <p:cTn id="22" fill="hold">
                                <p:stCondLst>
                                  <p:cond delay="1000"/>
                                </p:stCondLst>
                                <p:childTnLst>
                                  <p:par>
                                    <p:cTn id="23" presetID="2" presetClass="entr" presetSubtype="4"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par>
                              <p:cTn id="27" fill="hold">
                                <p:stCondLst>
                                  <p:cond delay="1500"/>
                                </p:stCondLst>
                                <p:childTnLst>
                                  <p:par>
                                    <p:cTn id="28" presetID="1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additive="base">
                                            <p:cTn id="30" dur="500"/>
                                            <p:tgtEl>
                                              <p:spTgt spid="16"/>
                                            </p:tgtEl>
                                            <p:attrNameLst>
                                              <p:attrName>ppt_x</p:attrName>
                                            </p:attrNameLst>
                                          </p:cBhvr>
                                          <p:tavLst>
                                            <p:tav tm="0">
                                              <p:val>
                                                <p:strVal val="#ppt_x-#ppt_w*1.125000"/>
                                              </p:val>
                                            </p:tav>
                                            <p:tav tm="100000">
                                              <p:val>
                                                <p:strVal val="#ppt_x"/>
                                              </p:val>
                                            </p:tav>
                                          </p:tavLst>
                                        </p:anim>
                                        <p:animEffect transition="in" filter="wipe(right)">
                                          <p:cBhvr>
                                            <p:cTn id="31" dur="500"/>
                                            <p:tgtEl>
                                              <p:spTgt spid="16"/>
                                            </p:tgtEl>
                                          </p:cBhvr>
                                        </p:animEffect>
                                      </p:childTnLst>
                                    </p:cTn>
                                  </p:par>
                                  <p:par>
                                    <p:cTn id="32" presetID="12" presetClass="entr" presetSubtype="8"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additive="base">
                                            <p:cTn id="34" dur="500"/>
                                            <p:tgtEl>
                                              <p:spTgt spid="15"/>
                                            </p:tgtEl>
                                            <p:attrNameLst>
                                              <p:attrName>ppt_x</p:attrName>
                                            </p:attrNameLst>
                                          </p:cBhvr>
                                          <p:tavLst>
                                            <p:tav tm="0">
                                              <p:val>
                                                <p:strVal val="#ppt_x-#ppt_w*1.125000"/>
                                              </p:val>
                                            </p:tav>
                                            <p:tav tm="100000">
                                              <p:val>
                                                <p:strVal val="#ppt_x"/>
                                              </p:val>
                                            </p:tav>
                                          </p:tavLst>
                                        </p:anim>
                                        <p:animEffect transition="in" filter="wipe(right)">
                                          <p:cBhvr>
                                            <p:cTn id="35" dur="500"/>
                                            <p:tgtEl>
                                              <p:spTgt spid="15"/>
                                            </p:tgtEl>
                                          </p:cBhvr>
                                        </p:animEffect>
                                      </p:childTnLst>
                                    </p:cTn>
                                  </p:par>
                                  <p:par>
                                    <p:cTn id="36" presetID="12" presetClass="entr" presetSubtype="8" fill="hold" nodeType="withEffect">
                                      <p:stCondLst>
                                        <p:cond delay="0"/>
                                      </p:stCondLst>
                                      <p:childTnLst>
                                        <p:set>
                                          <p:cBhvr>
                                            <p:cTn id="37" dur="1" fill="hold">
                                              <p:stCondLst>
                                                <p:cond delay="0"/>
                                              </p:stCondLst>
                                            </p:cTn>
                                            <p:tgtEl>
                                              <p:spTgt spid="27"/>
                                            </p:tgtEl>
                                            <p:attrNameLst>
                                              <p:attrName>style.visibility</p:attrName>
                                            </p:attrNameLst>
                                          </p:cBhvr>
                                          <p:to>
                                            <p:strVal val="visible"/>
                                          </p:to>
                                        </p:set>
                                        <p:anim calcmode="lin" valueType="num">
                                          <p:cBhvr additive="base">
                                            <p:cTn id="38" dur="500"/>
                                            <p:tgtEl>
                                              <p:spTgt spid="27"/>
                                            </p:tgtEl>
                                            <p:attrNameLst>
                                              <p:attrName>ppt_x</p:attrName>
                                            </p:attrNameLst>
                                          </p:cBhvr>
                                          <p:tavLst>
                                            <p:tav tm="0">
                                              <p:val>
                                                <p:strVal val="#ppt_x-#ppt_w*1.125000"/>
                                              </p:val>
                                            </p:tav>
                                            <p:tav tm="100000">
                                              <p:val>
                                                <p:strVal val="#ppt_x"/>
                                              </p:val>
                                            </p:tav>
                                          </p:tavLst>
                                        </p:anim>
                                        <p:animEffect transition="in" filter="wipe(right)">
                                          <p:cBhvr>
                                            <p:cTn id="39" dur="500"/>
                                            <p:tgtEl>
                                              <p:spTgt spid="27"/>
                                            </p:tgtEl>
                                          </p:cBhvr>
                                        </p:animEffect>
                                      </p:childTnLst>
                                    </p:cTn>
                                  </p:par>
                                </p:childTnLst>
                              </p:cTn>
                            </p:par>
                            <p:par>
                              <p:cTn id="40" fill="hold">
                                <p:stCondLst>
                                  <p:cond delay="2000"/>
                                </p:stCondLst>
                                <p:childTnLst>
                                  <p:par>
                                    <p:cTn id="41" presetID="2" presetClass="entr" presetSubtype="4"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additive="base">
                                            <p:cTn id="43" dur="500" fill="hold"/>
                                            <p:tgtEl>
                                              <p:spTgt spid="10"/>
                                            </p:tgtEl>
                                            <p:attrNameLst>
                                              <p:attrName>ppt_x</p:attrName>
                                            </p:attrNameLst>
                                          </p:cBhvr>
                                          <p:tavLst>
                                            <p:tav tm="0">
                                              <p:val>
                                                <p:strVal val="#ppt_x"/>
                                              </p:val>
                                            </p:tav>
                                            <p:tav tm="100000">
                                              <p:val>
                                                <p:strVal val="#ppt_x"/>
                                              </p:val>
                                            </p:tav>
                                          </p:tavLst>
                                        </p:anim>
                                        <p:anim calcmode="lin" valueType="num">
                                          <p:cBhvr additive="base">
                                            <p:cTn id="44" dur="500" fill="hold"/>
                                            <p:tgtEl>
                                              <p:spTgt spid="10"/>
                                            </p:tgtEl>
                                            <p:attrNameLst>
                                              <p:attrName>ppt_y</p:attrName>
                                            </p:attrNameLst>
                                          </p:cBhvr>
                                          <p:tavLst>
                                            <p:tav tm="0">
                                              <p:val>
                                                <p:strVal val="1+#ppt_h/2"/>
                                              </p:val>
                                            </p:tav>
                                            <p:tav tm="100000">
                                              <p:val>
                                                <p:strVal val="#ppt_y"/>
                                              </p:val>
                                            </p:tav>
                                          </p:tavLst>
                                        </p:anim>
                                      </p:childTnLst>
                                    </p:cTn>
                                  </p:par>
                                </p:childTnLst>
                              </p:cTn>
                            </p:par>
                            <p:par>
                              <p:cTn id="45" fill="hold">
                                <p:stCondLst>
                                  <p:cond delay="2500"/>
                                </p:stCondLst>
                                <p:childTnLst>
                                  <p:par>
                                    <p:cTn id="46" presetID="12" presetClass="entr" presetSubtype="8" fill="hold" grpId="0" nodeType="after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p:tgtEl>
                                              <p:spTgt spid="17"/>
                                            </p:tgtEl>
                                            <p:attrNameLst>
                                              <p:attrName>ppt_x</p:attrName>
                                            </p:attrNameLst>
                                          </p:cBhvr>
                                          <p:tavLst>
                                            <p:tav tm="0">
                                              <p:val>
                                                <p:strVal val="#ppt_x-#ppt_w*1.125000"/>
                                              </p:val>
                                            </p:tav>
                                            <p:tav tm="100000">
                                              <p:val>
                                                <p:strVal val="#ppt_x"/>
                                              </p:val>
                                            </p:tav>
                                          </p:tavLst>
                                        </p:anim>
                                        <p:animEffect transition="in" filter="wipe(right)">
                                          <p:cBhvr>
                                            <p:cTn id="49" dur="500"/>
                                            <p:tgtEl>
                                              <p:spTgt spid="17"/>
                                            </p:tgtEl>
                                          </p:cBhvr>
                                        </p:animEffect>
                                      </p:childTnLst>
                                    </p:cTn>
                                  </p:par>
                                  <p:par>
                                    <p:cTn id="50" presetID="12" presetClass="entr" presetSubtype="8"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500"/>
                                            <p:tgtEl>
                                              <p:spTgt spid="18"/>
                                            </p:tgtEl>
                                            <p:attrNameLst>
                                              <p:attrName>ppt_x</p:attrName>
                                            </p:attrNameLst>
                                          </p:cBhvr>
                                          <p:tavLst>
                                            <p:tav tm="0">
                                              <p:val>
                                                <p:strVal val="#ppt_x-#ppt_w*1.125000"/>
                                              </p:val>
                                            </p:tav>
                                            <p:tav tm="100000">
                                              <p:val>
                                                <p:strVal val="#ppt_x"/>
                                              </p:val>
                                            </p:tav>
                                          </p:tavLst>
                                        </p:anim>
                                        <p:animEffect transition="in" filter="wipe(right)">
                                          <p:cBhvr>
                                            <p:cTn id="53" dur="500"/>
                                            <p:tgtEl>
                                              <p:spTgt spid="18"/>
                                            </p:tgtEl>
                                          </p:cBhvr>
                                        </p:animEffect>
                                      </p:childTnLst>
                                    </p:cTn>
                                  </p:par>
                                  <p:par>
                                    <p:cTn id="54" presetID="12" presetClass="entr" presetSubtype="8" fill="hold" nodeType="withEffect">
                                      <p:stCondLst>
                                        <p:cond delay="0"/>
                                      </p:stCondLst>
                                      <p:childTnLst>
                                        <p:set>
                                          <p:cBhvr>
                                            <p:cTn id="55" dur="1" fill="hold">
                                              <p:stCondLst>
                                                <p:cond delay="0"/>
                                              </p:stCondLst>
                                            </p:cTn>
                                            <p:tgtEl>
                                              <p:spTgt spid="26"/>
                                            </p:tgtEl>
                                            <p:attrNameLst>
                                              <p:attrName>style.visibility</p:attrName>
                                            </p:attrNameLst>
                                          </p:cBhvr>
                                          <p:to>
                                            <p:strVal val="visible"/>
                                          </p:to>
                                        </p:set>
                                        <p:anim calcmode="lin" valueType="num">
                                          <p:cBhvr additive="base">
                                            <p:cTn id="56" dur="500"/>
                                            <p:tgtEl>
                                              <p:spTgt spid="26"/>
                                            </p:tgtEl>
                                            <p:attrNameLst>
                                              <p:attrName>ppt_x</p:attrName>
                                            </p:attrNameLst>
                                          </p:cBhvr>
                                          <p:tavLst>
                                            <p:tav tm="0">
                                              <p:val>
                                                <p:strVal val="#ppt_x-#ppt_w*1.125000"/>
                                              </p:val>
                                            </p:tav>
                                            <p:tav tm="100000">
                                              <p:val>
                                                <p:strVal val="#ppt_x"/>
                                              </p:val>
                                            </p:tav>
                                          </p:tavLst>
                                        </p:anim>
                                        <p:animEffect transition="in" filter="wipe(right)">
                                          <p:cBhvr>
                                            <p:cTn id="57" dur="500"/>
                                            <p:tgtEl>
                                              <p:spTgt spid="26"/>
                                            </p:tgtEl>
                                          </p:cBhvr>
                                        </p:animEffect>
                                      </p:childTnLst>
                                    </p:cTn>
                                  </p:par>
                                </p:childTnLst>
                              </p:cTn>
                            </p:par>
                            <p:par>
                              <p:cTn id="58" fill="hold">
                                <p:stCondLst>
                                  <p:cond delay="3000"/>
                                </p:stCondLst>
                                <p:childTnLst>
                                  <p:par>
                                    <p:cTn id="59" presetID="2" presetClass="entr" presetSubtype="4" fill="hold" nodeType="after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ppt_x"/>
                                              </p:val>
                                            </p:tav>
                                            <p:tav tm="100000">
                                              <p:val>
                                                <p:strVal val="#ppt_x"/>
                                              </p:val>
                                            </p:tav>
                                          </p:tavLst>
                                        </p:anim>
                                        <p:anim calcmode="lin" valueType="num">
                                          <p:cBhvr additive="base">
                                            <p:cTn id="62" dur="500" fill="hold"/>
                                            <p:tgtEl>
                                              <p:spTgt spid="31"/>
                                            </p:tgtEl>
                                            <p:attrNameLst>
                                              <p:attrName>ppt_y</p:attrName>
                                            </p:attrNameLst>
                                          </p:cBhvr>
                                          <p:tavLst>
                                            <p:tav tm="0">
                                              <p:val>
                                                <p:strVal val="1+#ppt_h/2"/>
                                              </p:val>
                                            </p:tav>
                                            <p:tav tm="100000">
                                              <p:val>
                                                <p:strVal val="#ppt_y"/>
                                              </p:val>
                                            </p:tav>
                                          </p:tavLst>
                                        </p:anim>
                                      </p:childTnLst>
                                    </p:cTn>
                                  </p:par>
                                </p:childTnLst>
                              </p:cTn>
                            </p:par>
                            <p:par>
                              <p:cTn id="63" fill="hold">
                                <p:stCondLst>
                                  <p:cond delay="3500"/>
                                </p:stCondLst>
                                <p:childTnLst>
                                  <p:par>
                                    <p:cTn id="64" presetID="12" presetClass="entr" presetSubtype="8" fill="hold" grpId="0" nodeType="afterEffect">
                                      <p:stCondLst>
                                        <p:cond delay="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500"/>
                                            <p:tgtEl>
                                              <p:spTgt spid="19"/>
                                            </p:tgtEl>
                                            <p:attrNameLst>
                                              <p:attrName>ppt_x</p:attrName>
                                            </p:attrNameLst>
                                          </p:cBhvr>
                                          <p:tavLst>
                                            <p:tav tm="0">
                                              <p:val>
                                                <p:strVal val="#ppt_x-#ppt_w*1.125000"/>
                                              </p:val>
                                            </p:tav>
                                            <p:tav tm="100000">
                                              <p:val>
                                                <p:strVal val="#ppt_x"/>
                                              </p:val>
                                            </p:tav>
                                          </p:tavLst>
                                        </p:anim>
                                        <p:animEffect transition="in" filter="wipe(right)">
                                          <p:cBhvr>
                                            <p:cTn id="67" dur="500"/>
                                            <p:tgtEl>
                                              <p:spTgt spid="19"/>
                                            </p:tgtEl>
                                          </p:cBhvr>
                                        </p:animEffect>
                                      </p:childTnLst>
                                    </p:cTn>
                                  </p:par>
                                  <p:par>
                                    <p:cTn id="68" presetID="12" presetClass="entr" presetSubtype="8" fill="hold" nodeType="withEffect">
                                      <p:stCondLst>
                                        <p:cond delay="0"/>
                                      </p:stCondLst>
                                      <p:childTnLst>
                                        <p:set>
                                          <p:cBhvr>
                                            <p:cTn id="69" dur="1" fill="hold">
                                              <p:stCondLst>
                                                <p:cond delay="0"/>
                                              </p:stCondLst>
                                            </p:cTn>
                                            <p:tgtEl>
                                              <p:spTgt spid="28"/>
                                            </p:tgtEl>
                                            <p:attrNameLst>
                                              <p:attrName>style.visibility</p:attrName>
                                            </p:attrNameLst>
                                          </p:cBhvr>
                                          <p:to>
                                            <p:strVal val="visible"/>
                                          </p:to>
                                        </p:set>
                                        <p:anim calcmode="lin" valueType="num">
                                          <p:cBhvr additive="base">
                                            <p:cTn id="70" dur="500"/>
                                            <p:tgtEl>
                                              <p:spTgt spid="28"/>
                                            </p:tgtEl>
                                            <p:attrNameLst>
                                              <p:attrName>ppt_x</p:attrName>
                                            </p:attrNameLst>
                                          </p:cBhvr>
                                          <p:tavLst>
                                            <p:tav tm="0">
                                              <p:val>
                                                <p:strVal val="#ppt_x-#ppt_w*1.125000"/>
                                              </p:val>
                                            </p:tav>
                                            <p:tav tm="100000">
                                              <p:val>
                                                <p:strVal val="#ppt_x"/>
                                              </p:val>
                                            </p:tav>
                                          </p:tavLst>
                                        </p:anim>
                                        <p:animEffect transition="in" filter="wipe(right)">
                                          <p:cBhvr>
                                            <p:cTn id="71" dur="500"/>
                                            <p:tgtEl>
                                              <p:spTgt spid="28"/>
                                            </p:tgtEl>
                                          </p:cBhvr>
                                        </p:animEffect>
                                      </p:childTnLst>
                                    </p:cTn>
                                  </p:par>
                                  <p:par>
                                    <p:cTn id="72" presetID="12" presetClass="entr" presetSubtype="8" fill="hold" grpId="0" nodeType="withEffect">
                                      <p:stCondLst>
                                        <p:cond delay="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00"/>
                                            <p:tgtEl>
                                              <p:spTgt spid="20"/>
                                            </p:tgtEl>
                                            <p:attrNameLst>
                                              <p:attrName>ppt_x</p:attrName>
                                            </p:attrNameLst>
                                          </p:cBhvr>
                                          <p:tavLst>
                                            <p:tav tm="0">
                                              <p:val>
                                                <p:strVal val="#ppt_x-#ppt_w*1.125000"/>
                                              </p:val>
                                            </p:tav>
                                            <p:tav tm="100000">
                                              <p:val>
                                                <p:strVal val="#ppt_x"/>
                                              </p:val>
                                            </p:tav>
                                          </p:tavLst>
                                        </p:anim>
                                        <p:animEffect transition="in" filter="wipe(right)">
                                          <p:cBhvr>
                                            <p:cTn id="75" dur="500"/>
                                            <p:tgtEl>
                                              <p:spTgt spid="20"/>
                                            </p:tgtEl>
                                          </p:cBhvr>
                                        </p:animEffect>
                                      </p:childTnLst>
                                    </p:cTn>
                                  </p:par>
                                </p:childTnLst>
                              </p:cTn>
                            </p:par>
                            <p:par>
                              <p:cTn id="76" fill="hold">
                                <p:stCondLst>
                                  <p:cond delay="4000"/>
                                </p:stCondLst>
                                <p:childTnLst>
                                  <p:par>
                                    <p:cTn id="77" presetID="2" presetClass="entr" presetSubtype="4" fill="hold" nodeType="afterEffect">
                                      <p:stCondLst>
                                        <p:cond delay="0"/>
                                      </p:stCondLst>
                                      <p:childTnLst>
                                        <p:set>
                                          <p:cBhvr>
                                            <p:cTn id="78" dur="1" fill="hold">
                                              <p:stCondLst>
                                                <p:cond delay="0"/>
                                              </p:stCondLst>
                                            </p:cTn>
                                            <p:tgtEl>
                                              <p:spTgt spid="34"/>
                                            </p:tgtEl>
                                            <p:attrNameLst>
                                              <p:attrName>style.visibility</p:attrName>
                                            </p:attrNameLst>
                                          </p:cBhvr>
                                          <p:to>
                                            <p:strVal val="visible"/>
                                          </p:to>
                                        </p:set>
                                        <p:anim calcmode="lin" valueType="num">
                                          <p:cBhvr additive="base">
                                            <p:cTn id="79" dur="500" fill="hold"/>
                                            <p:tgtEl>
                                              <p:spTgt spid="34"/>
                                            </p:tgtEl>
                                            <p:attrNameLst>
                                              <p:attrName>ppt_x</p:attrName>
                                            </p:attrNameLst>
                                          </p:cBhvr>
                                          <p:tavLst>
                                            <p:tav tm="0">
                                              <p:val>
                                                <p:strVal val="#ppt_x"/>
                                              </p:val>
                                            </p:tav>
                                            <p:tav tm="100000">
                                              <p:val>
                                                <p:strVal val="#ppt_x"/>
                                              </p:val>
                                            </p:tav>
                                          </p:tavLst>
                                        </p:anim>
                                        <p:anim calcmode="lin" valueType="num">
                                          <p:cBhvr additive="base">
                                            <p:cTn id="80" dur="500" fill="hold"/>
                                            <p:tgtEl>
                                              <p:spTgt spid="34"/>
                                            </p:tgtEl>
                                            <p:attrNameLst>
                                              <p:attrName>ppt_y</p:attrName>
                                            </p:attrNameLst>
                                          </p:cBhvr>
                                          <p:tavLst>
                                            <p:tav tm="0">
                                              <p:val>
                                                <p:strVal val="1+#ppt_h/2"/>
                                              </p:val>
                                            </p:tav>
                                            <p:tav tm="100000">
                                              <p:val>
                                                <p:strVal val="#ppt_y"/>
                                              </p:val>
                                            </p:tav>
                                          </p:tavLst>
                                        </p:anim>
                                      </p:childTnLst>
                                    </p:cTn>
                                  </p:par>
                                </p:childTnLst>
                              </p:cTn>
                            </p:par>
                            <p:par>
                              <p:cTn id="81" fill="hold">
                                <p:stCondLst>
                                  <p:cond delay="4500"/>
                                </p:stCondLst>
                                <p:childTnLst>
                                  <p:par>
                                    <p:cTn id="82" presetID="12" presetClass="entr" presetSubtype="8" fill="hold" grpId="0" nodeType="afterEffect">
                                      <p:stCondLst>
                                        <p:cond delay="0"/>
                                      </p:stCondLst>
                                      <p:childTnLst>
                                        <p:set>
                                          <p:cBhvr>
                                            <p:cTn id="83" dur="1" fill="hold">
                                              <p:stCondLst>
                                                <p:cond delay="0"/>
                                              </p:stCondLst>
                                            </p:cTn>
                                            <p:tgtEl>
                                              <p:spTgt spid="21"/>
                                            </p:tgtEl>
                                            <p:attrNameLst>
                                              <p:attrName>style.visibility</p:attrName>
                                            </p:attrNameLst>
                                          </p:cBhvr>
                                          <p:to>
                                            <p:strVal val="visible"/>
                                          </p:to>
                                        </p:set>
                                        <p:anim calcmode="lin" valueType="num">
                                          <p:cBhvr additive="base">
                                            <p:cTn id="84" dur="500"/>
                                            <p:tgtEl>
                                              <p:spTgt spid="21"/>
                                            </p:tgtEl>
                                            <p:attrNameLst>
                                              <p:attrName>ppt_x</p:attrName>
                                            </p:attrNameLst>
                                          </p:cBhvr>
                                          <p:tavLst>
                                            <p:tav tm="0">
                                              <p:val>
                                                <p:strVal val="#ppt_x-#ppt_w*1.125000"/>
                                              </p:val>
                                            </p:tav>
                                            <p:tav tm="100000">
                                              <p:val>
                                                <p:strVal val="#ppt_x"/>
                                              </p:val>
                                            </p:tav>
                                          </p:tavLst>
                                        </p:anim>
                                        <p:animEffect transition="in" filter="wipe(right)">
                                          <p:cBhvr>
                                            <p:cTn id="85" dur="500"/>
                                            <p:tgtEl>
                                              <p:spTgt spid="21"/>
                                            </p:tgtEl>
                                          </p:cBhvr>
                                        </p:animEffect>
                                      </p:childTnLst>
                                    </p:cTn>
                                  </p:par>
                                  <p:par>
                                    <p:cTn id="86" presetID="12" presetClass="entr" presetSubtype="8"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8" dur="500"/>
                                            <p:tgtEl>
                                              <p:spTgt spid="22"/>
                                            </p:tgtEl>
                                            <p:attrNameLst>
                                              <p:attrName>ppt_x</p:attrName>
                                            </p:attrNameLst>
                                          </p:cBhvr>
                                          <p:tavLst>
                                            <p:tav tm="0">
                                              <p:val>
                                                <p:strVal val="#ppt_x-#ppt_w*1.125000"/>
                                              </p:val>
                                            </p:tav>
                                            <p:tav tm="100000">
                                              <p:val>
                                                <p:strVal val="#ppt_x"/>
                                              </p:val>
                                            </p:tav>
                                          </p:tavLst>
                                        </p:anim>
                                        <p:animEffect transition="in" filter="wipe(right)">
                                          <p:cBhvr>
                                            <p:cTn id="89" dur="500"/>
                                            <p:tgtEl>
                                              <p:spTgt spid="22"/>
                                            </p:tgtEl>
                                          </p:cBhvr>
                                        </p:animEffect>
                                      </p:childTnLst>
                                    </p:cTn>
                                  </p:par>
                                  <p:par>
                                    <p:cTn id="90" presetID="12" presetClass="entr" presetSubtype="2" fill="hold" nodeType="withEffect">
                                      <p:stCondLst>
                                        <p:cond delay="0"/>
                                      </p:stCondLst>
                                      <p:childTnLst>
                                        <p:set>
                                          <p:cBhvr>
                                            <p:cTn id="91" dur="1" fill="hold">
                                              <p:stCondLst>
                                                <p:cond delay="0"/>
                                              </p:stCondLst>
                                            </p:cTn>
                                            <p:tgtEl>
                                              <p:spTgt spid="29"/>
                                            </p:tgtEl>
                                            <p:attrNameLst>
                                              <p:attrName>style.visibility</p:attrName>
                                            </p:attrNameLst>
                                          </p:cBhvr>
                                          <p:to>
                                            <p:strVal val="visible"/>
                                          </p:to>
                                        </p:set>
                                        <p:anim calcmode="lin" valueType="num">
                                          <p:cBhvr additive="base">
                                            <p:cTn id="92" dur="500"/>
                                            <p:tgtEl>
                                              <p:spTgt spid="29"/>
                                            </p:tgtEl>
                                            <p:attrNameLst>
                                              <p:attrName>ppt_x</p:attrName>
                                            </p:attrNameLst>
                                          </p:cBhvr>
                                          <p:tavLst>
                                            <p:tav tm="0">
                                              <p:val>
                                                <p:strVal val="#ppt_x+#ppt_w*1.125000"/>
                                              </p:val>
                                            </p:tav>
                                            <p:tav tm="100000">
                                              <p:val>
                                                <p:strVal val="#ppt_x"/>
                                              </p:val>
                                            </p:tav>
                                          </p:tavLst>
                                        </p:anim>
                                        <p:animEffect transition="in" filter="wipe(left)">
                                          <p:cBhvr>
                                            <p:cTn id="93" dur="500"/>
                                            <p:tgtEl>
                                              <p:spTgt spid="29"/>
                                            </p:tgtEl>
                                          </p:cBhvr>
                                        </p:animEffect>
                                      </p:childTnLst>
                                    </p:cTn>
                                  </p:par>
                                </p:childTnLst>
                              </p:cTn>
                            </p:par>
                            <p:par>
                              <p:cTn id="94" fill="hold">
                                <p:stCondLst>
                                  <p:cond delay="5000"/>
                                </p:stCondLst>
                                <p:childTnLst>
                                  <p:par>
                                    <p:cTn id="95" presetID="2" presetClass="entr" presetSubtype="4" fill="hold" nodeType="afterEffect">
                                      <p:stCondLst>
                                        <p:cond delay="0"/>
                                      </p:stCondLst>
                                      <p:childTnLst>
                                        <p:set>
                                          <p:cBhvr>
                                            <p:cTn id="96" dur="1" fill="hold">
                                              <p:stCondLst>
                                                <p:cond delay="0"/>
                                              </p:stCondLst>
                                            </p:cTn>
                                            <p:tgtEl>
                                              <p:spTgt spid="37"/>
                                            </p:tgtEl>
                                            <p:attrNameLst>
                                              <p:attrName>style.visibility</p:attrName>
                                            </p:attrNameLst>
                                          </p:cBhvr>
                                          <p:to>
                                            <p:strVal val="visible"/>
                                          </p:to>
                                        </p:set>
                                        <p:anim calcmode="lin" valueType="num">
                                          <p:cBhvr additive="base">
                                            <p:cTn id="97" dur="500" fill="hold"/>
                                            <p:tgtEl>
                                              <p:spTgt spid="37"/>
                                            </p:tgtEl>
                                            <p:attrNameLst>
                                              <p:attrName>ppt_x</p:attrName>
                                            </p:attrNameLst>
                                          </p:cBhvr>
                                          <p:tavLst>
                                            <p:tav tm="0">
                                              <p:val>
                                                <p:strVal val="#ppt_x"/>
                                              </p:val>
                                            </p:tav>
                                            <p:tav tm="100000">
                                              <p:val>
                                                <p:strVal val="#ppt_x"/>
                                              </p:val>
                                            </p:tav>
                                          </p:tavLst>
                                        </p:anim>
                                        <p:anim calcmode="lin" valueType="num">
                                          <p:cBhvr additive="base">
                                            <p:cTn id="98" dur="500" fill="hold"/>
                                            <p:tgtEl>
                                              <p:spTgt spid="37"/>
                                            </p:tgtEl>
                                            <p:attrNameLst>
                                              <p:attrName>ppt_y</p:attrName>
                                            </p:attrNameLst>
                                          </p:cBhvr>
                                          <p:tavLst>
                                            <p:tav tm="0">
                                              <p:val>
                                                <p:strVal val="1+#ppt_h/2"/>
                                              </p:val>
                                            </p:tav>
                                            <p:tav tm="100000">
                                              <p:val>
                                                <p:strVal val="#ppt_y"/>
                                              </p:val>
                                            </p:tav>
                                          </p:tavLst>
                                        </p:anim>
                                      </p:childTnLst>
                                    </p:cTn>
                                  </p:par>
                                </p:childTnLst>
                              </p:cTn>
                            </p:par>
                            <p:par>
                              <p:cTn id="99" fill="hold">
                                <p:stCondLst>
                                  <p:cond delay="5500"/>
                                </p:stCondLst>
                                <p:childTnLst>
                                  <p:par>
                                    <p:cTn id="100" presetID="12" presetClass="entr" presetSubtype="8" fill="hold" grpId="0" nodeType="afterEffect">
                                      <p:stCondLst>
                                        <p:cond delay="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500"/>
                                            <p:tgtEl>
                                              <p:spTgt spid="23"/>
                                            </p:tgtEl>
                                            <p:attrNameLst>
                                              <p:attrName>ppt_x</p:attrName>
                                            </p:attrNameLst>
                                          </p:cBhvr>
                                          <p:tavLst>
                                            <p:tav tm="0">
                                              <p:val>
                                                <p:strVal val="#ppt_x-#ppt_w*1.125000"/>
                                              </p:val>
                                            </p:tav>
                                            <p:tav tm="100000">
                                              <p:val>
                                                <p:strVal val="#ppt_x"/>
                                              </p:val>
                                            </p:tav>
                                          </p:tavLst>
                                        </p:anim>
                                        <p:animEffect transition="in" filter="wipe(right)">
                                          <p:cBhvr>
                                            <p:cTn id="103" dur="500"/>
                                            <p:tgtEl>
                                              <p:spTgt spid="23"/>
                                            </p:tgtEl>
                                          </p:cBhvr>
                                        </p:animEffect>
                                      </p:childTnLst>
                                    </p:cTn>
                                  </p:par>
                                  <p:par>
                                    <p:cTn id="104" presetID="12" presetClass="entr" presetSubtype="8" fill="hold" grpId="0" nodeType="withEffect">
                                      <p:stCondLst>
                                        <p:cond delay="0"/>
                                      </p:stCondLst>
                                      <p:childTnLst>
                                        <p:set>
                                          <p:cBhvr>
                                            <p:cTn id="105" dur="1" fill="hold">
                                              <p:stCondLst>
                                                <p:cond delay="0"/>
                                              </p:stCondLst>
                                            </p:cTn>
                                            <p:tgtEl>
                                              <p:spTgt spid="24"/>
                                            </p:tgtEl>
                                            <p:attrNameLst>
                                              <p:attrName>style.visibility</p:attrName>
                                            </p:attrNameLst>
                                          </p:cBhvr>
                                          <p:to>
                                            <p:strVal val="visible"/>
                                          </p:to>
                                        </p:set>
                                        <p:anim calcmode="lin" valueType="num">
                                          <p:cBhvr additive="base">
                                            <p:cTn id="106" dur="500"/>
                                            <p:tgtEl>
                                              <p:spTgt spid="24"/>
                                            </p:tgtEl>
                                            <p:attrNameLst>
                                              <p:attrName>ppt_x</p:attrName>
                                            </p:attrNameLst>
                                          </p:cBhvr>
                                          <p:tavLst>
                                            <p:tav tm="0">
                                              <p:val>
                                                <p:strVal val="#ppt_x-#ppt_w*1.125000"/>
                                              </p:val>
                                            </p:tav>
                                            <p:tav tm="100000">
                                              <p:val>
                                                <p:strVal val="#ppt_x"/>
                                              </p:val>
                                            </p:tav>
                                          </p:tavLst>
                                        </p:anim>
                                        <p:animEffect transition="in" filter="wipe(right)">
                                          <p:cBhvr>
                                            <p:cTn id="107" dur="500"/>
                                            <p:tgtEl>
                                              <p:spTgt spid="24"/>
                                            </p:tgtEl>
                                          </p:cBhvr>
                                        </p:animEffect>
                                      </p:childTnLst>
                                    </p:cTn>
                                  </p:par>
                                  <p:par>
                                    <p:cTn id="108" presetID="12" presetClass="entr" presetSubtype="2" fill="hold" nodeType="withEffect">
                                      <p:stCondLst>
                                        <p:cond delay="0"/>
                                      </p:stCondLst>
                                      <p:childTnLst>
                                        <p:set>
                                          <p:cBhvr>
                                            <p:cTn id="109" dur="1" fill="hold">
                                              <p:stCondLst>
                                                <p:cond delay="0"/>
                                              </p:stCondLst>
                                            </p:cTn>
                                            <p:tgtEl>
                                              <p:spTgt spid="30"/>
                                            </p:tgtEl>
                                            <p:attrNameLst>
                                              <p:attrName>style.visibility</p:attrName>
                                            </p:attrNameLst>
                                          </p:cBhvr>
                                          <p:to>
                                            <p:strVal val="visible"/>
                                          </p:to>
                                        </p:set>
                                        <p:anim calcmode="lin" valueType="num">
                                          <p:cBhvr additive="base">
                                            <p:cTn id="110" dur="500"/>
                                            <p:tgtEl>
                                              <p:spTgt spid="30"/>
                                            </p:tgtEl>
                                            <p:attrNameLst>
                                              <p:attrName>ppt_x</p:attrName>
                                            </p:attrNameLst>
                                          </p:cBhvr>
                                          <p:tavLst>
                                            <p:tav tm="0">
                                              <p:val>
                                                <p:strVal val="#ppt_x+#ppt_w*1.125000"/>
                                              </p:val>
                                            </p:tav>
                                            <p:tav tm="100000">
                                              <p:val>
                                                <p:strVal val="#ppt_x"/>
                                              </p:val>
                                            </p:tav>
                                          </p:tavLst>
                                        </p:anim>
                                        <p:animEffect transition="in" filter="wipe(left)">
                                          <p:cBhvr>
                                            <p:cTn id="111" dur="500"/>
                                            <p:tgtEl>
                                              <p:spTgt spid="30"/>
                                            </p:tgtEl>
                                          </p:cBhvr>
                                        </p:animEffect>
                                      </p:childTnLst>
                                    </p:cTn>
                                  </p:par>
                                  <p:par>
                                    <p:cTn id="112" presetID="2" presetClass="entr" presetSubtype="1" fill="hold" grpId="0" nodeType="withEffect">
                                      <p:stCondLst>
                                        <p:cond delay="0"/>
                                      </p:stCondLst>
                                      <p:childTnLst>
                                        <p:set>
                                          <p:cBhvr>
                                            <p:cTn id="113" dur="1" fill="hold">
                                              <p:stCondLst>
                                                <p:cond delay="0"/>
                                              </p:stCondLst>
                                            </p:cTn>
                                            <p:tgtEl>
                                              <p:spTgt spid="46"/>
                                            </p:tgtEl>
                                            <p:attrNameLst>
                                              <p:attrName>style.visibility</p:attrName>
                                            </p:attrNameLst>
                                          </p:cBhvr>
                                          <p:to>
                                            <p:strVal val="visible"/>
                                          </p:to>
                                        </p:set>
                                        <p:anim calcmode="lin" valueType="num">
                                          <p:cBhvr additive="base">
                                            <p:cTn id="114" dur="1000" fill="hold"/>
                                            <p:tgtEl>
                                              <p:spTgt spid="46"/>
                                            </p:tgtEl>
                                            <p:attrNameLst>
                                              <p:attrName>ppt_x</p:attrName>
                                            </p:attrNameLst>
                                          </p:cBhvr>
                                          <p:tavLst>
                                            <p:tav tm="0">
                                              <p:val>
                                                <p:strVal val="#ppt_x"/>
                                              </p:val>
                                            </p:tav>
                                            <p:tav tm="100000">
                                              <p:val>
                                                <p:strVal val="#ppt_x"/>
                                              </p:val>
                                            </p:tav>
                                          </p:tavLst>
                                        </p:anim>
                                        <p:anim calcmode="lin" valueType="num">
                                          <p:cBhvr additive="base">
                                            <p:cTn id="115" dur="1000" fill="hold"/>
                                            <p:tgtEl>
                                              <p:spTgt spid="46"/>
                                            </p:tgtEl>
                                            <p:attrNameLst>
                                              <p:attrName>ppt_y</p:attrName>
                                            </p:attrNameLst>
                                          </p:cBhvr>
                                          <p:tavLst>
                                            <p:tav tm="0">
                                              <p:val>
                                                <p:strVal val="0-#ppt_h/2"/>
                                              </p:val>
                                            </p:tav>
                                            <p:tav tm="100000">
                                              <p:val>
                                                <p:strVal val="#ppt_y"/>
                                              </p:val>
                                            </p:tav>
                                          </p:tavLst>
                                        </p:anim>
                                      </p:childTnLst>
                                    </p:cTn>
                                  </p:par>
                                </p:childTnLst>
                              </p:cTn>
                            </p:par>
                            <p:par>
                              <p:cTn id="116" fill="hold">
                                <p:stCondLst>
                                  <p:cond delay="6500"/>
                                </p:stCondLst>
                                <p:childTnLst>
                                  <p:par>
                                    <p:cTn id="117" presetID="22" presetClass="entr" presetSubtype="8" fill="hold" nodeType="afterEffect">
                                      <p:stCondLst>
                                        <p:cond delay="0"/>
                                      </p:stCondLst>
                                      <p:childTnLst>
                                        <p:set>
                                          <p:cBhvr>
                                            <p:cTn id="118" dur="1" fill="hold">
                                              <p:stCondLst>
                                                <p:cond delay="0"/>
                                              </p:stCondLst>
                                            </p:cTn>
                                            <p:tgtEl>
                                              <p:spTgt spid="47"/>
                                            </p:tgtEl>
                                            <p:attrNameLst>
                                              <p:attrName>style.visibility</p:attrName>
                                            </p:attrNameLst>
                                          </p:cBhvr>
                                          <p:to>
                                            <p:strVal val="visible"/>
                                          </p:to>
                                        </p:set>
                                        <p:animEffect transition="in" filter="wipe(left)">
                                          <p:cBhvr>
                                            <p:cTn id="119"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P spid="46" grpId="0"/>
        </p:bldLst>
      </p:timing>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组合 75"/>
          <p:cNvGrpSpPr/>
          <p:nvPr/>
        </p:nvGrpSpPr>
        <p:grpSpPr>
          <a:xfrm>
            <a:off x="3356539" y="1974329"/>
            <a:ext cx="5478922" cy="3630067"/>
            <a:chOff x="3356539" y="1974329"/>
            <a:chExt cx="5478922" cy="3630067"/>
          </a:xfrm>
        </p:grpSpPr>
        <p:sp>
          <p:nvSpPr>
            <p:cNvPr id="6" name="Oval 4"/>
            <p:cNvSpPr/>
            <p:nvPr/>
          </p:nvSpPr>
          <p:spPr>
            <a:xfrm>
              <a:off x="5559606" y="3208552"/>
              <a:ext cx="1161621" cy="1161621"/>
            </a:xfrm>
            <a:prstGeom prst="ellipse">
              <a:avLst/>
            </a:pr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7" name="Oval 5"/>
            <p:cNvSpPr/>
            <p:nvPr/>
          </p:nvSpPr>
          <p:spPr>
            <a:xfrm>
              <a:off x="5196599" y="2845545"/>
              <a:ext cx="1887635" cy="1887635"/>
            </a:xfrm>
            <a:prstGeom prst="ellipse">
              <a:avLst/>
            </a:prstGeom>
            <a:no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8" name="Oval 6"/>
            <p:cNvSpPr/>
            <p:nvPr/>
          </p:nvSpPr>
          <p:spPr>
            <a:xfrm>
              <a:off x="6796161" y="3232867"/>
              <a:ext cx="377527" cy="377527"/>
            </a:xfrm>
            <a:prstGeom prst="ellipse">
              <a:avLst/>
            </a:pr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9" name="Oval 7"/>
            <p:cNvSpPr/>
            <p:nvPr/>
          </p:nvSpPr>
          <p:spPr>
            <a:xfrm>
              <a:off x="4906194" y="2555140"/>
              <a:ext cx="2468446" cy="2468446"/>
            </a:xfrm>
            <a:prstGeom prst="ellipse">
              <a:avLst/>
            </a:prstGeom>
            <a:no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10" name="Oval 8"/>
            <p:cNvSpPr/>
            <p:nvPr/>
          </p:nvSpPr>
          <p:spPr>
            <a:xfrm>
              <a:off x="4615788" y="2264734"/>
              <a:ext cx="3049256" cy="3049256"/>
            </a:xfrm>
            <a:prstGeom prst="ellipse">
              <a:avLst/>
            </a:prstGeom>
            <a:no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11" name="Oval 9"/>
            <p:cNvSpPr/>
            <p:nvPr/>
          </p:nvSpPr>
          <p:spPr>
            <a:xfrm>
              <a:off x="4950449" y="2894645"/>
              <a:ext cx="377527" cy="377527"/>
            </a:xfrm>
            <a:prstGeom prst="ellipse">
              <a:avLst/>
            </a:pr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12" name="Oval 10"/>
            <p:cNvSpPr/>
            <p:nvPr/>
          </p:nvSpPr>
          <p:spPr>
            <a:xfrm>
              <a:off x="6763647" y="4895807"/>
              <a:ext cx="377527" cy="377527"/>
            </a:xfrm>
            <a:prstGeom prst="ellipse">
              <a:avLst/>
            </a:pr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13" name="Oval 11"/>
            <p:cNvSpPr/>
            <p:nvPr/>
          </p:nvSpPr>
          <p:spPr>
            <a:xfrm>
              <a:off x="4325383" y="1974329"/>
              <a:ext cx="3630067" cy="3630067"/>
            </a:xfrm>
            <a:prstGeom prst="ellipse">
              <a:avLst/>
            </a:prstGeom>
            <a:noFill/>
            <a:ln w="12700">
              <a:solidFill>
                <a:schemeClr val="bg1">
                  <a:lumMod val="8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latin typeface="微软雅黑" panose="020B0503020204020204" pitchFamily="34" charset="-122"/>
                <a:ea typeface="微软雅黑" panose="020B0503020204020204" pitchFamily="34" charset="-122"/>
              </a:endParaRPr>
            </a:p>
          </p:txBody>
        </p:sp>
        <p:sp>
          <p:nvSpPr>
            <p:cNvPr id="14" name="Oval 12"/>
            <p:cNvSpPr/>
            <p:nvPr/>
          </p:nvSpPr>
          <p:spPr>
            <a:xfrm>
              <a:off x="4620229" y="4807667"/>
              <a:ext cx="377527" cy="377527"/>
            </a:xfrm>
            <a:prstGeom prst="ellipse">
              <a:avLst/>
            </a:pr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latin typeface="微软雅黑" panose="020B0503020204020204" pitchFamily="34" charset="-122"/>
                <a:ea typeface="微软雅黑" panose="020B0503020204020204" pitchFamily="34" charset="-122"/>
              </a:endParaRPr>
            </a:p>
          </p:txBody>
        </p:sp>
        <p:sp>
          <p:nvSpPr>
            <p:cNvPr id="15" name="TextBox 13"/>
            <p:cNvSpPr txBox="1"/>
            <p:nvPr/>
          </p:nvSpPr>
          <p:spPr>
            <a:xfrm>
              <a:off x="6799944" y="3265846"/>
              <a:ext cx="383438" cy="307777"/>
            </a:xfrm>
            <a:prstGeom prst="rect">
              <a:avLst/>
            </a:prstGeom>
            <a:noFill/>
          </p:spPr>
          <p:txBody>
            <a:bodyPr wrap="none">
              <a:normAutofit/>
            </a:bodyPr>
            <a:lstStyle/>
            <a:p>
              <a:r>
                <a:rPr lang="id-ID" sz="1400" b="1" dirty="0">
                  <a:solidFill>
                    <a:schemeClr val="bg1"/>
                  </a:solidFill>
                  <a:latin typeface="微软雅黑" panose="020B0503020204020204" pitchFamily="34" charset="-122"/>
                  <a:ea typeface="微软雅黑" panose="020B0503020204020204" pitchFamily="34" charset="-122"/>
                </a:rPr>
                <a:t>01</a:t>
              </a:r>
            </a:p>
          </p:txBody>
        </p:sp>
        <p:sp>
          <p:nvSpPr>
            <p:cNvPr id="16" name="TextBox 14"/>
            <p:cNvSpPr txBox="1"/>
            <p:nvPr/>
          </p:nvSpPr>
          <p:spPr>
            <a:xfrm>
              <a:off x="4945743" y="2927075"/>
              <a:ext cx="383438" cy="307777"/>
            </a:xfrm>
            <a:prstGeom prst="rect">
              <a:avLst/>
            </a:prstGeom>
            <a:noFill/>
          </p:spPr>
          <p:txBody>
            <a:bodyPr wrap="none">
              <a:normAutofit/>
            </a:bodyPr>
            <a:lstStyle/>
            <a:p>
              <a:r>
                <a:rPr lang="id-ID" sz="1400" b="1" dirty="0">
                  <a:solidFill>
                    <a:schemeClr val="bg1"/>
                  </a:solidFill>
                  <a:latin typeface="微软雅黑" panose="020B0503020204020204" pitchFamily="34" charset="-122"/>
                  <a:ea typeface="微软雅黑" panose="020B0503020204020204" pitchFamily="34" charset="-122"/>
                </a:rPr>
                <a:t>02</a:t>
              </a:r>
            </a:p>
          </p:txBody>
        </p:sp>
        <p:sp>
          <p:nvSpPr>
            <p:cNvPr id="17" name="TextBox 15"/>
            <p:cNvSpPr txBox="1"/>
            <p:nvPr/>
          </p:nvSpPr>
          <p:spPr>
            <a:xfrm>
              <a:off x="6766078" y="4951011"/>
              <a:ext cx="383438" cy="307777"/>
            </a:xfrm>
            <a:prstGeom prst="rect">
              <a:avLst/>
            </a:prstGeom>
            <a:noFill/>
          </p:spPr>
          <p:txBody>
            <a:bodyPr wrap="none">
              <a:normAutofit/>
            </a:bodyPr>
            <a:lstStyle/>
            <a:p>
              <a:r>
                <a:rPr lang="id-ID" sz="1400" b="1" dirty="0">
                  <a:solidFill>
                    <a:schemeClr val="bg1"/>
                  </a:solidFill>
                  <a:latin typeface="微软雅黑" panose="020B0503020204020204" pitchFamily="34" charset="-122"/>
                  <a:ea typeface="微软雅黑" panose="020B0503020204020204" pitchFamily="34" charset="-122"/>
                </a:rPr>
                <a:t>03</a:t>
              </a:r>
            </a:p>
          </p:txBody>
        </p:sp>
        <p:sp>
          <p:nvSpPr>
            <p:cNvPr id="18" name="TextBox 16"/>
            <p:cNvSpPr txBox="1"/>
            <p:nvPr/>
          </p:nvSpPr>
          <p:spPr>
            <a:xfrm>
              <a:off x="4624010" y="4840647"/>
              <a:ext cx="383438" cy="307777"/>
            </a:xfrm>
            <a:prstGeom prst="rect">
              <a:avLst/>
            </a:prstGeom>
            <a:noFill/>
          </p:spPr>
          <p:txBody>
            <a:bodyPr wrap="none">
              <a:normAutofit/>
            </a:bodyPr>
            <a:lstStyle/>
            <a:p>
              <a:r>
                <a:rPr lang="id-ID" sz="1400" b="1" dirty="0">
                  <a:solidFill>
                    <a:schemeClr val="bg1"/>
                  </a:solidFill>
                  <a:latin typeface="微软雅黑" panose="020B0503020204020204" pitchFamily="34" charset="-122"/>
                  <a:ea typeface="微软雅黑" panose="020B0503020204020204" pitchFamily="34" charset="-122"/>
                </a:rPr>
                <a:t>04</a:t>
              </a:r>
            </a:p>
          </p:txBody>
        </p:sp>
        <p:sp>
          <p:nvSpPr>
            <p:cNvPr id="50" name="Oval 48"/>
            <p:cNvSpPr/>
            <p:nvPr/>
          </p:nvSpPr>
          <p:spPr bwMode="auto">
            <a:xfrm>
              <a:off x="6099359" y="3693576"/>
              <a:ext cx="80962" cy="80962"/>
            </a:xfrm>
            <a:prstGeom prst="ellipse">
              <a:avLst/>
            </a:pr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latin typeface="微软雅黑" panose="020B0503020204020204" pitchFamily="34" charset="-122"/>
                <a:ea typeface="微软雅黑" panose="020B0503020204020204" pitchFamily="34" charset="-122"/>
              </a:endParaRPr>
            </a:p>
          </p:txBody>
        </p:sp>
        <p:sp>
          <p:nvSpPr>
            <p:cNvPr id="51" name="Freeform: Shape 49"/>
            <p:cNvSpPr/>
            <p:nvPr/>
          </p:nvSpPr>
          <p:spPr bwMode="auto">
            <a:xfrm>
              <a:off x="6032684" y="3603089"/>
              <a:ext cx="214311" cy="78582"/>
            </a:xfrm>
            <a:custGeom>
              <a:avLst/>
              <a:gdLst>
                <a:gd name="T0" fmla="*/ 50 w 54"/>
                <a:gd name="T1" fmla="*/ 20 h 20"/>
                <a:gd name="T2" fmla="*/ 46 w 54"/>
                <a:gd name="T3" fmla="*/ 18 h 20"/>
                <a:gd name="T4" fmla="*/ 27 w 54"/>
                <a:gd name="T5" fmla="*/ 8 h 20"/>
                <a:gd name="T6" fmla="*/ 8 w 54"/>
                <a:gd name="T7" fmla="*/ 18 h 20"/>
                <a:gd name="T8" fmla="*/ 2 w 54"/>
                <a:gd name="T9" fmla="*/ 19 h 20"/>
                <a:gd name="T10" fmla="*/ 1 w 54"/>
                <a:gd name="T11" fmla="*/ 13 h 20"/>
                <a:gd name="T12" fmla="*/ 27 w 54"/>
                <a:gd name="T13" fmla="*/ 0 h 20"/>
                <a:gd name="T14" fmla="*/ 53 w 54"/>
                <a:gd name="T15" fmla="*/ 13 h 20"/>
                <a:gd name="T16" fmla="*/ 52 w 54"/>
                <a:gd name="T17" fmla="*/ 19 h 20"/>
                <a:gd name="T18" fmla="*/ 50 w 54"/>
                <a:gd name="T19"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20">
                  <a:moveTo>
                    <a:pt x="50" y="20"/>
                  </a:moveTo>
                  <a:cubicBezTo>
                    <a:pt x="48" y="20"/>
                    <a:pt x="47" y="19"/>
                    <a:pt x="46" y="18"/>
                  </a:cubicBezTo>
                  <a:cubicBezTo>
                    <a:pt x="42" y="12"/>
                    <a:pt x="35" y="8"/>
                    <a:pt x="27" y="8"/>
                  </a:cubicBezTo>
                  <a:cubicBezTo>
                    <a:pt x="19" y="8"/>
                    <a:pt x="12" y="12"/>
                    <a:pt x="8" y="18"/>
                  </a:cubicBezTo>
                  <a:cubicBezTo>
                    <a:pt x="6" y="20"/>
                    <a:pt x="4" y="20"/>
                    <a:pt x="2" y="19"/>
                  </a:cubicBezTo>
                  <a:cubicBezTo>
                    <a:pt x="0" y="17"/>
                    <a:pt x="0" y="15"/>
                    <a:pt x="1" y="13"/>
                  </a:cubicBezTo>
                  <a:cubicBezTo>
                    <a:pt x="7" y="5"/>
                    <a:pt x="17" y="0"/>
                    <a:pt x="27" y="0"/>
                  </a:cubicBezTo>
                  <a:cubicBezTo>
                    <a:pt x="37" y="0"/>
                    <a:pt x="47" y="5"/>
                    <a:pt x="53" y="13"/>
                  </a:cubicBezTo>
                  <a:cubicBezTo>
                    <a:pt x="54" y="15"/>
                    <a:pt x="54" y="17"/>
                    <a:pt x="52" y="19"/>
                  </a:cubicBezTo>
                  <a:cubicBezTo>
                    <a:pt x="51" y="19"/>
                    <a:pt x="50" y="20"/>
                    <a:pt x="50" y="20"/>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latin typeface="微软雅黑" panose="020B0503020204020204" pitchFamily="34" charset="-122"/>
                <a:ea typeface="微软雅黑" panose="020B0503020204020204" pitchFamily="34" charset="-122"/>
              </a:endParaRPr>
            </a:p>
          </p:txBody>
        </p:sp>
        <p:sp>
          <p:nvSpPr>
            <p:cNvPr id="52" name="Freeform: Shape 50"/>
            <p:cNvSpPr/>
            <p:nvPr/>
          </p:nvSpPr>
          <p:spPr bwMode="auto">
            <a:xfrm>
              <a:off x="5944578" y="3450690"/>
              <a:ext cx="390522" cy="104774"/>
            </a:xfrm>
            <a:custGeom>
              <a:avLst/>
              <a:gdLst>
                <a:gd name="T0" fmla="*/ 4 w 98"/>
                <a:gd name="T1" fmla="*/ 26 h 26"/>
                <a:gd name="T2" fmla="*/ 1 w 98"/>
                <a:gd name="T3" fmla="*/ 25 h 26"/>
                <a:gd name="T4" fmla="*/ 2 w 98"/>
                <a:gd name="T5" fmla="*/ 19 h 26"/>
                <a:gd name="T6" fmla="*/ 49 w 98"/>
                <a:gd name="T7" fmla="*/ 0 h 26"/>
                <a:gd name="T8" fmla="*/ 96 w 98"/>
                <a:gd name="T9" fmla="*/ 19 h 26"/>
                <a:gd name="T10" fmla="*/ 97 w 98"/>
                <a:gd name="T11" fmla="*/ 25 h 26"/>
                <a:gd name="T12" fmla="*/ 91 w 98"/>
                <a:gd name="T13" fmla="*/ 25 h 26"/>
                <a:gd name="T14" fmla="*/ 49 w 98"/>
                <a:gd name="T15" fmla="*/ 8 h 26"/>
                <a:gd name="T16" fmla="*/ 7 w 98"/>
                <a:gd name="T17" fmla="*/ 25 h 26"/>
                <a:gd name="T18" fmla="*/ 4 w 98"/>
                <a:gd name="T19"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8" h="26">
                  <a:moveTo>
                    <a:pt x="4" y="26"/>
                  </a:moveTo>
                  <a:cubicBezTo>
                    <a:pt x="3" y="26"/>
                    <a:pt x="2" y="25"/>
                    <a:pt x="1" y="25"/>
                  </a:cubicBezTo>
                  <a:cubicBezTo>
                    <a:pt x="0" y="23"/>
                    <a:pt x="0" y="20"/>
                    <a:pt x="2" y="19"/>
                  </a:cubicBezTo>
                  <a:cubicBezTo>
                    <a:pt x="15" y="7"/>
                    <a:pt x="31" y="0"/>
                    <a:pt x="49" y="0"/>
                  </a:cubicBezTo>
                  <a:cubicBezTo>
                    <a:pt x="67" y="0"/>
                    <a:pt x="83" y="7"/>
                    <a:pt x="96" y="19"/>
                  </a:cubicBezTo>
                  <a:cubicBezTo>
                    <a:pt x="98" y="20"/>
                    <a:pt x="98" y="23"/>
                    <a:pt x="97" y="25"/>
                  </a:cubicBezTo>
                  <a:cubicBezTo>
                    <a:pt x="95" y="26"/>
                    <a:pt x="93" y="26"/>
                    <a:pt x="91" y="25"/>
                  </a:cubicBezTo>
                  <a:cubicBezTo>
                    <a:pt x="79" y="14"/>
                    <a:pt x="65" y="8"/>
                    <a:pt x="49" y="8"/>
                  </a:cubicBezTo>
                  <a:cubicBezTo>
                    <a:pt x="33" y="8"/>
                    <a:pt x="19" y="14"/>
                    <a:pt x="7" y="25"/>
                  </a:cubicBezTo>
                  <a:cubicBezTo>
                    <a:pt x="6" y="26"/>
                    <a:pt x="5" y="26"/>
                    <a:pt x="4" y="26"/>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latin typeface="微软雅黑" panose="020B0503020204020204" pitchFamily="34" charset="-122"/>
                <a:ea typeface="微软雅黑" panose="020B0503020204020204" pitchFamily="34" charset="-122"/>
              </a:endParaRPr>
            </a:p>
          </p:txBody>
        </p:sp>
        <p:sp>
          <p:nvSpPr>
            <p:cNvPr id="53" name="Freeform: Shape 51"/>
            <p:cNvSpPr/>
            <p:nvPr/>
          </p:nvSpPr>
          <p:spPr bwMode="auto">
            <a:xfrm>
              <a:off x="5987440" y="3526890"/>
              <a:ext cx="304798" cy="90487"/>
            </a:xfrm>
            <a:custGeom>
              <a:avLst/>
              <a:gdLst>
                <a:gd name="T0" fmla="*/ 72 w 76"/>
                <a:gd name="T1" fmla="*/ 22 h 23"/>
                <a:gd name="T2" fmla="*/ 69 w 76"/>
                <a:gd name="T3" fmla="*/ 21 h 23"/>
                <a:gd name="T4" fmla="*/ 38 w 76"/>
                <a:gd name="T5" fmla="*/ 8 h 23"/>
                <a:gd name="T6" fmla="*/ 7 w 76"/>
                <a:gd name="T7" fmla="*/ 21 h 23"/>
                <a:gd name="T8" fmla="*/ 1 w 76"/>
                <a:gd name="T9" fmla="*/ 21 h 23"/>
                <a:gd name="T10" fmla="*/ 1 w 76"/>
                <a:gd name="T11" fmla="*/ 15 h 23"/>
                <a:gd name="T12" fmla="*/ 38 w 76"/>
                <a:gd name="T13" fmla="*/ 0 h 23"/>
                <a:gd name="T14" fmla="*/ 75 w 76"/>
                <a:gd name="T15" fmla="*/ 15 h 23"/>
                <a:gd name="T16" fmla="*/ 75 w 76"/>
                <a:gd name="T17" fmla="*/ 21 h 23"/>
                <a:gd name="T18" fmla="*/ 72 w 76"/>
                <a:gd name="T19"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 h="23">
                  <a:moveTo>
                    <a:pt x="72" y="22"/>
                  </a:moveTo>
                  <a:cubicBezTo>
                    <a:pt x="71" y="22"/>
                    <a:pt x="70" y="22"/>
                    <a:pt x="69" y="21"/>
                  </a:cubicBezTo>
                  <a:cubicBezTo>
                    <a:pt x="61" y="13"/>
                    <a:pt x="50" y="8"/>
                    <a:pt x="38" y="8"/>
                  </a:cubicBezTo>
                  <a:cubicBezTo>
                    <a:pt x="26" y="8"/>
                    <a:pt x="15" y="13"/>
                    <a:pt x="7" y="21"/>
                  </a:cubicBezTo>
                  <a:cubicBezTo>
                    <a:pt x="5" y="23"/>
                    <a:pt x="3" y="23"/>
                    <a:pt x="1" y="21"/>
                  </a:cubicBezTo>
                  <a:cubicBezTo>
                    <a:pt x="0" y="19"/>
                    <a:pt x="0" y="17"/>
                    <a:pt x="1" y="15"/>
                  </a:cubicBezTo>
                  <a:cubicBezTo>
                    <a:pt x="11" y="6"/>
                    <a:pt x="24" y="0"/>
                    <a:pt x="38" y="0"/>
                  </a:cubicBezTo>
                  <a:cubicBezTo>
                    <a:pt x="52" y="0"/>
                    <a:pt x="65" y="6"/>
                    <a:pt x="75" y="15"/>
                  </a:cubicBezTo>
                  <a:cubicBezTo>
                    <a:pt x="76" y="17"/>
                    <a:pt x="76" y="19"/>
                    <a:pt x="75" y="21"/>
                  </a:cubicBezTo>
                  <a:cubicBezTo>
                    <a:pt x="74" y="22"/>
                    <a:pt x="73" y="22"/>
                    <a:pt x="72" y="22"/>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dirty="0">
                <a:latin typeface="微软雅黑" panose="020B0503020204020204" pitchFamily="34" charset="-122"/>
                <a:ea typeface="微软雅黑" panose="020B0503020204020204" pitchFamily="34" charset="-122"/>
              </a:endParaRPr>
            </a:p>
          </p:txBody>
        </p:sp>
        <p:sp>
          <p:nvSpPr>
            <p:cNvPr id="26" name="TextBox 24"/>
            <p:cNvSpPr txBox="1"/>
            <p:nvPr/>
          </p:nvSpPr>
          <p:spPr>
            <a:xfrm>
              <a:off x="5744314" y="3841477"/>
              <a:ext cx="792205" cy="307777"/>
            </a:xfrm>
            <a:prstGeom prst="rect">
              <a:avLst/>
            </a:prstGeom>
            <a:noFill/>
          </p:spPr>
          <p:txBody>
            <a:bodyPr wrap="none">
              <a:normAutofit/>
            </a:bodyPr>
            <a:lstStyle/>
            <a:p>
              <a:pPr algn="ctr"/>
              <a:r>
                <a:rPr lang="id-ID" sz="1400" b="1" dirty="0">
                  <a:solidFill>
                    <a:schemeClr val="bg1"/>
                  </a:solidFill>
                  <a:latin typeface="微软雅黑" panose="020B0503020204020204" pitchFamily="34" charset="-122"/>
                  <a:ea typeface="微软雅黑" panose="020B0503020204020204" pitchFamily="34" charset="-122"/>
                </a:rPr>
                <a:t>Source</a:t>
              </a:r>
            </a:p>
          </p:txBody>
        </p:sp>
        <p:sp>
          <p:nvSpPr>
            <p:cNvPr id="46" name="Freeform: Shape 44"/>
            <p:cNvSpPr/>
            <p:nvPr/>
          </p:nvSpPr>
          <p:spPr bwMode="auto">
            <a:xfrm>
              <a:off x="8621148" y="2513025"/>
              <a:ext cx="214313" cy="341313"/>
            </a:xfrm>
            <a:custGeom>
              <a:avLst/>
              <a:gdLst>
                <a:gd name="T0" fmla="*/ 68 w 80"/>
                <a:gd name="T1" fmla="*/ 0 h 128"/>
                <a:gd name="T2" fmla="*/ 11 w 80"/>
                <a:gd name="T3" fmla="*/ 0 h 128"/>
                <a:gd name="T4" fmla="*/ 0 w 80"/>
                <a:gd name="T5" fmla="*/ 11 h 128"/>
                <a:gd name="T6" fmla="*/ 0 w 80"/>
                <a:gd name="T7" fmla="*/ 116 h 128"/>
                <a:gd name="T8" fmla="*/ 11 w 80"/>
                <a:gd name="T9" fmla="*/ 128 h 128"/>
                <a:gd name="T10" fmla="*/ 68 w 80"/>
                <a:gd name="T11" fmla="*/ 128 h 128"/>
                <a:gd name="T12" fmla="*/ 80 w 80"/>
                <a:gd name="T13" fmla="*/ 116 h 128"/>
                <a:gd name="T14" fmla="*/ 80 w 80"/>
                <a:gd name="T15" fmla="*/ 11 h 128"/>
                <a:gd name="T16" fmla="*/ 68 w 80"/>
                <a:gd name="T17" fmla="*/ 0 h 128"/>
                <a:gd name="T18" fmla="*/ 72 w 80"/>
                <a:gd name="T19" fmla="*/ 116 h 128"/>
                <a:gd name="T20" fmla="*/ 68 w 80"/>
                <a:gd name="T21" fmla="*/ 120 h 128"/>
                <a:gd name="T22" fmla="*/ 11 w 80"/>
                <a:gd name="T23" fmla="*/ 120 h 128"/>
                <a:gd name="T24" fmla="*/ 8 w 80"/>
                <a:gd name="T25" fmla="*/ 116 h 128"/>
                <a:gd name="T26" fmla="*/ 8 w 80"/>
                <a:gd name="T27" fmla="*/ 11 h 128"/>
                <a:gd name="T28" fmla="*/ 11 w 80"/>
                <a:gd name="T29" fmla="*/ 8 h 128"/>
                <a:gd name="T30" fmla="*/ 68 w 80"/>
                <a:gd name="T31" fmla="*/ 8 h 128"/>
                <a:gd name="T32" fmla="*/ 72 w 80"/>
                <a:gd name="T33" fmla="*/ 11 h 128"/>
                <a:gd name="T34" fmla="*/ 72 w 80"/>
                <a:gd name="T35" fmla="*/ 11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0" h="128">
                  <a:moveTo>
                    <a:pt x="68" y="0"/>
                  </a:moveTo>
                  <a:cubicBezTo>
                    <a:pt x="11" y="0"/>
                    <a:pt x="11" y="0"/>
                    <a:pt x="11" y="0"/>
                  </a:cubicBezTo>
                  <a:cubicBezTo>
                    <a:pt x="5" y="0"/>
                    <a:pt x="0" y="5"/>
                    <a:pt x="0" y="11"/>
                  </a:cubicBezTo>
                  <a:cubicBezTo>
                    <a:pt x="0" y="116"/>
                    <a:pt x="0" y="116"/>
                    <a:pt x="0" y="116"/>
                  </a:cubicBezTo>
                  <a:cubicBezTo>
                    <a:pt x="0" y="123"/>
                    <a:pt x="5" y="128"/>
                    <a:pt x="11" y="128"/>
                  </a:cubicBezTo>
                  <a:cubicBezTo>
                    <a:pt x="68" y="128"/>
                    <a:pt x="68" y="128"/>
                    <a:pt x="68" y="128"/>
                  </a:cubicBezTo>
                  <a:cubicBezTo>
                    <a:pt x="75" y="128"/>
                    <a:pt x="80" y="123"/>
                    <a:pt x="80" y="116"/>
                  </a:cubicBezTo>
                  <a:cubicBezTo>
                    <a:pt x="80" y="11"/>
                    <a:pt x="80" y="11"/>
                    <a:pt x="80" y="11"/>
                  </a:cubicBezTo>
                  <a:cubicBezTo>
                    <a:pt x="80" y="5"/>
                    <a:pt x="75" y="0"/>
                    <a:pt x="68" y="0"/>
                  </a:cubicBezTo>
                  <a:close/>
                  <a:moveTo>
                    <a:pt x="72" y="116"/>
                  </a:moveTo>
                  <a:cubicBezTo>
                    <a:pt x="72" y="118"/>
                    <a:pt x="70" y="120"/>
                    <a:pt x="68" y="120"/>
                  </a:cubicBezTo>
                  <a:cubicBezTo>
                    <a:pt x="11" y="120"/>
                    <a:pt x="11" y="120"/>
                    <a:pt x="11" y="120"/>
                  </a:cubicBezTo>
                  <a:cubicBezTo>
                    <a:pt x="9" y="120"/>
                    <a:pt x="8" y="118"/>
                    <a:pt x="8" y="116"/>
                  </a:cubicBezTo>
                  <a:cubicBezTo>
                    <a:pt x="8" y="11"/>
                    <a:pt x="8" y="11"/>
                    <a:pt x="8" y="11"/>
                  </a:cubicBezTo>
                  <a:cubicBezTo>
                    <a:pt x="8" y="9"/>
                    <a:pt x="9" y="8"/>
                    <a:pt x="11" y="8"/>
                  </a:cubicBezTo>
                  <a:cubicBezTo>
                    <a:pt x="68" y="8"/>
                    <a:pt x="68" y="8"/>
                    <a:pt x="68" y="8"/>
                  </a:cubicBezTo>
                  <a:cubicBezTo>
                    <a:pt x="70" y="8"/>
                    <a:pt x="72" y="9"/>
                    <a:pt x="72" y="11"/>
                  </a:cubicBezTo>
                  <a:lnTo>
                    <a:pt x="72" y="116"/>
                  </a:lnTo>
                  <a:close/>
                </a:path>
              </a:pathLst>
            </a:cu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47" name="Freeform: Shape 45"/>
            <p:cNvSpPr/>
            <p:nvPr/>
          </p:nvSpPr>
          <p:spPr bwMode="auto">
            <a:xfrm>
              <a:off x="8664011" y="2567000"/>
              <a:ext cx="128588" cy="223838"/>
            </a:xfrm>
            <a:custGeom>
              <a:avLst/>
              <a:gdLst>
                <a:gd name="T0" fmla="*/ 40 w 48"/>
                <a:gd name="T1" fmla="*/ 0 h 84"/>
                <a:gd name="T2" fmla="*/ 7 w 48"/>
                <a:gd name="T3" fmla="*/ 0 h 84"/>
                <a:gd name="T4" fmla="*/ 7 w 48"/>
                <a:gd name="T5" fmla="*/ 0 h 84"/>
                <a:gd name="T6" fmla="*/ 7 w 48"/>
                <a:gd name="T7" fmla="*/ 0 h 84"/>
                <a:gd name="T8" fmla="*/ 0 w 48"/>
                <a:gd name="T9" fmla="*/ 7 h 84"/>
                <a:gd name="T10" fmla="*/ 0 w 48"/>
                <a:gd name="T11" fmla="*/ 76 h 84"/>
                <a:gd name="T12" fmla="*/ 7 w 48"/>
                <a:gd name="T13" fmla="*/ 84 h 84"/>
                <a:gd name="T14" fmla="*/ 40 w 48"/>
                <a:gd name="T15" fmla="*/ 84 h 84"/>
                <a:gd name="T16" fmla="*/ 48 w 48"/>
                <a:gd name="T17" fmla="*/ 76 h 84"/>
                <a:gd name="T18" fmla="*/ 48 w 48"/>
                <a:gd name="T19" fmla="*/ 7 h 84"/>
                <a:gd name="T20" fmla="*/ 40 w 48"/>
                <a:gd name="T21" fmla="*/ 0 h 84"/>
                <a:gd name="T22" fmla="*/ 44 w 48"/>
                <a:gd name="T23" fmla="*/ 76 h 84"/>
                <a:gd name="T24" fmla="*/ 40 w 48"/>
                <a:gd name="T25" fmla="*/ 80 h 84"/>
                <a:gd name="T26" fmla="*/ 7 w 48"/>
                <a:gd name="T27" fmla="*/ 80 h 84"/>
                <a:gd name="T28" fmla="*/ 4 w 48"/>
                <a:gd name="T29" fmla="*/ 76 h 84"/>
                <a:gd name="T30" fmla="*/ 4 w 48"/>
                <a:gd name="T31" fmla="*/ 7 h 84"/>
                <a:gd name="T32" fmla="*/ 7 w 48"/>
                <a:gd name="T33" fmla="*/ 4 h 84"/>
                <a:gd name="T34" fmla="*/ 40 w 48"/>
                <a:gd name="T35" fmla="*/ 4 h 84"/>
                <a:gd name="T36" fmla="*/ 44 w 48"/>
                <a:gd name="T37" fmla="*/ 7 h 84"/>
                <a:gd name="T38" fmla="*/ 44 w 48"/>
                <a:gd name="T39" fmla="*/ 76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 h="84">
                  <a:moveTo>
                    <a:pt x="40" y="0"/>
                  </a:moveTo>
                  <a:cubicBezTo>
                    <a:pt x="7" y="0"/>
                    <a:pt x="7" y="0"/>
                    <a:pt x="7" y="0"/>
                  </a:cubicBezTo>
                  <a:cubicBezTo>
                    <a:pt x="7" y="0"/>
                    <a:pt x="7" y="0"/>
                    <a:pt x="7" y="0"/>
                  </a:cubicBezTo>
                  <a:cubicBezTo>
                    <a:pt x="7" y="0"/>
                    <a:pt x="7" y="0"/>
                    <a:pt x="7" y="0"/>
                  </a:cubicBezTo>
                  <a:cubicBezTo>
                    <a:pt x="3" y="0"/>
                    <a:pt x="0" y="3"/>
                    <a:pt x="0" y="7"/>
                  </a:cubicBezTo>
                  <a:cubicBezTo>
                    <a:pt x="0" y="76"/>
                    <a:pt x="0" y="76"/>
                    <a:pt x="0" y="76"/>
                  </a:cubicBezTo>
                  <a:cubicBezTo>
                    <a:pt x="0" y="80"/>
                    <a:pt x="3" y="84"/>
                    <a:pt x="7" y="84"/>
                  </a:cubicBezTo>
                  <a:cubicBezTo>
                    <a:pt x="40" y="84"/>
                    <a:pt x="40" y="84"/>
                    <a:pt x="40" y="84"/>
                  </a:cubicBezTo>
                  <a:cubicBezTo>
                    <a:pt x="44" y="84"/>
                    <a:pt x="48" y="80"/>
                    <a:pt x="48" y="76"/>
                  </a:cubicBezTo>
                  <a:cubicBezTo>
                    <a:pt x="48" y="7"/>
                    <a:pt x="48" y="7"/>
                    <a:pt x="48" y="7"/>
                  </a:cubicBezTo>
                  <a:cubicBezTo>
                    <a:pt x="48" y="3"/>
                    <a:pt x="44" y="0"/>
                    <a:pt x="40" y="0"/>
                  </a:cubicBezTo>
                  <a:close/>
                  <a:moveTo>
                    <a:pt x="44" y="76"/>
                  </a:moveTo>
                  <a:cubicBezTo>
                    <a:pt x="44" y="78"/>
                    <a:pt x="42" y="80"/>
                    <a:pt x="40" y="80"/>
                  </a:cubicBezTo>
                  <a:cubicBezTo>
                    <a:pt x="7" y="80"/>
                    <a:pt x="7" y="80"/>
                    <a:pt x="7" y="80"/>
                  </a:cubicBezTo>
                  <a:cubicBezTo>
                    <a:pt x="5" y="80"/>
                    <a:pt x="4" y="78"/>
                    <a:pt x="4" y="76"/>
                  </a:cubicBezTo>
                  <a:cubicBezTo>
                    <a:pt x="4" y="7"/>
                    <a:pt x="4" y="7"/>
                    <a:pt x="4" y="7"/>
                  </a:cubicBezTo>
                  <a:cubicBezTo>
                    <a:pt x="4" y="5"/>
                    <a:pt x="5" y="4"/>
                    <a:pt x="7" y="4"/>
                  </a:cubicBezTo>
                  <a:cubicBezTo>
                    <a:pt x="40" y="4"/>
                    <a:pt x="40" y="4"/>
                    <a:pt x="40" y="4"/>
                  </a:cubicBezTo>
                  <a:cubicBezTo>
                    <a:pt x="42" y="4"/>
                    <a:pt x="44" y="5"/>
                    <a:pt x="44" y="7"/>
                  </a:cubicBezTo>
                  <a:lnTo>
                    <a:pt x="44" y="76"/>
                  </a:lnTo>
                  <a:close/>
                </a:path>
              </a:pathLst>
            </a:cu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48" name="Freeform: Shape 46"/>
            <p:cNvSpPr/>
            <p:nvPr/>
          </p:nvSpPr>
          <p:spPr bwMode="auto">
            <a:xfrm>
              <a:off x="8706873" y="2544775"/>
              <a:ext cx="42863" cy="11113"/>
            </a:xfrm>
            <a:custGeom>
              <a:avLst/>
              <a:gdLst>
                <a:gd name="T0" fmla="*/ 2 w 16"/>
                <a:gd name="T1" fmla="*/ 4 h 4"/>
                <a:gd name="T2" fmla="*/ 14 w 16"/>
                <a:gd name="T3" fmla="*/ 4 h 4"/>
                <a:gd name="T4" fmla="*/ 16 w 16"/>
                <a:gd name="T5" fmla="*/ 2 h 4"/>
                <a:gd name="T6" fmla="*/ 14 w 16"/>
                <a:gd name="T7" fmla="*/ 0 h 4"/>
                <a:gd name="T8" fmla="*/ 2 w 16"/>
                <a:gd name="T9" fmla="*/ 0 h 4"/>
                <a:gd name="T10" fmla="*/ 0 w 16"/>
                <a:gd name="T11" fmla="*/ 2 h 4"/>
                <a:gd name="T12" fmla="*/ 2 w 16"/>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2" y="4"/>
                  </a:moveTo>
                  <a:cubicBezTo>
                    <a:pt x="14" y="4"/>
                    <a:pt x="14" y="4"/>
                    <a:pt x="14" y="4"/>
                  </a:cubicBezTo>
                  <a:cubicBezTo>
                    <a:pt x="15" y="4"/>
                    <a:pt x="16" y="3"/>
                    <a:pt x="16" y="2"/>
                  </a:cubicBezTo>
                  <a:cubicBezTo>
                    <a:pt x="16" y="1"/>
                    <a:pt x="15" y="0"/>
                    <a:pt x="14" y="0"/>
                  </a:cubicBezTo>
                  <a:cubicBezTo>
                    <a:pt x="2" y="0"/>
                    <a:pt x="2" y="0"/>
                    <a:pt x="2" y="0"/>
                  </a:cubicBezTo>
                  <a:cubicBezTo>
                    <a:pt x="1" y="0"/>
                    <a:pt x="0" y="1"/>
                    <a:pt x="0" y="2"/>
                  </a:cubicBezTo>
                  <a:cubicBezTo>
                    <a:pt x="0" y="3"/>
                    <a:pt x="1" y="4"/>
                    <a:pt x="2" y="4"/>
                  </a:cubicBezTo>
                  <a:close/>
                </a:path>
              </a:pathLst>
            </a:custGeom>
            <a:gradFill flip="none" rotWithShape="1">
              <a:gsLst>
                <a:gs pos="0">
                  <a:srgbClr val="FF5130">
                    <a:alpha val="90000"/>
                  </a:srgbClr>
                </a:gs>
                <a:gs pos="100000">
                  <a:srgbClr val="DE2575">
                    <a:alpha val="90000"/>
                  </a:srgbClr>
                </a:gs>
              </a:gsLst>
              <a:lin ang="2700000" scaled="1"/>
              <a:tileRect/>
            </a:gra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49" name="Oval 47"/>
            <p:cNvSpPr/>
            <p:nvPr/>
          </p:nvSpPr>
          <p:spPr bwMode="auto">
            <a:xfrm>
              <a:off x="8717986" y="2801950"/>
              <a:ext cx="20638" cy="20638"/>
            </a:xfrm>
            <a:prstGeom prst="ellipse">
              <a:avLst/>
            </a:pr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43" name="Freeform: Shape 41"/>
            <p:cNvSpPr/>
            <p:nvPr/>
          </p:nvSpPr>
          <p:spPr bwMode="auto">
            <a:xfrm>
              <a:off x="3415741" y="2335224"/>
              <a:ext cx="255588" cy="341313"/>
            </a:xfrm>
            <a:custGeom>
              <a:avLst/>
              <a:gdLst>
                <a:gd name="T0" fmla="*/ 85 w 96"/>
                <a:gd name="T1" fmla="*/ 8 h 128"/>
                <a:gd name="T2" fmla="*/ 88 w 96"/>
                <a:gd name="T3" fmla="*/ 11 h 128"/>
                <a:gd name="T4" fmla="*/ 88 w 96"/>
                <a:gd name="T5" fmla="*/ 117 h 128"/>
                <a:gd name="T6" fmla="*/ 85 w 96"/>
                <a:gd name="T7" fmla="*/ 120 h 128"/>
                <a:gd name="T8" fmla="*/ 11 w 96"/>
                <a:gd name="T9" fmla="*/ 120 h 128"/>
                <a:gd name="T10" fmla="*/ 8 w 96"/>
                <a:gd name="T11" fmla="*/ 117 h 128"/>
                <a:gd name="T12" fmla="*/ 8 w 96"/>
                <a:gd name="T13" fmla="*/ 11 h 128"/>
                <a:gd name="T14" fmla="*/ 11 w 96"/>
                <a:gd name="T15" fmla="*/ 8 h 128"/>
                <a:gd name="T16" fmla="*/ 85 w 96"/>
                <a:gd name="T17" fmla="*/ 8 h 128"/>
                <a:gd name="T18" fmla="*/ 85 w 96"/>
                <a:gd name="T19" fmla="*/ 0 h 128"/>
                <a:gd name="T20" fmla="*/ 11 w 96"/>
                <a:gd name="T21" fmla="*/ 0 h 128"/>
                <a:gd name="T22" fmla="*/ 0 w 96"/>
                <a:gd name="T23" fmla="*/ 11 h 128"/>
                <a:gd name="T24" fmla="*/ 0 w 96"/>
                <a:gd name="T25" fmla="*/ 117 h 128"/>
                <a:gd name="T26" fmla="*/ 11 w 96"/>
                <a:gd name="T27" fmla="*/ 128 h 128"/>
                <a:gd name="T28" fmla="*/ 85 w 96"/>
                <a:gd name="T29" fmla="*/ 128 h 128"/>
                <a:gd name="T30" fmla="*/ 96 w 96"/>
                <a:gd name="T31" fmla="*/ 117 h 128"/>
                <a:gd name="T32" fmla="*/ 96 w 96"/>
                <a:gd name="T33" fmla="*/ 11 h 128"/>
                <a:gd name="T34" fmla="*/ 85 w 96"/>
                <a:gd name="T35" fmla="*/ 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28">
                  <a:moveTo>
                    <a:pt x="85" y="8"/>
                  </a:moveTo>
                  <a:cubicBezTo>
                    <a:pt x="86" y="8"/>
                    <a:pt x="88" y="9"/>
                    <a:pt x="88" y="11"/>
                  </a:cubicBezTo>
                  <a:cubicBezTo>
                    <a:pt x="88" y="117"/>
                    <a:pt x="88" y="117"/>
                    <a:pt x="88" y="117"/>
                  </a:cubicBezTo>
                  <a:cubicBezTo>
                    <a:pt x="88" y="118"/>
                    <a:pt x="86" y="120"/>
                    <a:pt x="85" y="120"/>
                  </a:cubicBezTo>
                  <a:cubicBezTo>
                    <a:pt x="11" y="120"/>
                    <a:pt x="11" y="120"/>
                    <a:pt x="11" y="120"/>
                  </a:cubicBezTo>
                  <a:cubicBezTo>
                    <a:pt x="9" y="120"/>
                    <a:pt x="8" y="118"/>
                    <a:pt x="8" y="117"/>
                  </a:cubicBezTo>
                  <a:cubicBezTo>
                    <a:pt x="8" y="11"/>
                    <a:pt x="8" y="11"/>
                    <a:pt x="8" y="11"/>
                  </a:cubicBezTo>
                  <a:cubicBezTo>
                    <a:pt x="8" y="9"/>
                    <a:pt x="9" y="8"/>
                    <a:pt x="11" y="8"/>
                  </a:cubicBezTo>
                  <a:cubicBezTo>
                    <a:pt x="85" y="8"/>
                    <a:pt x="85" y="8"/>
                    <a:pt x="85" y="8"/>
                  </a:cubicBezTo>
                  <a:moveTo>
                    <a:pt x="85" y="0"/>
                  </a:moveTo>
                  <a:cubicBezTo>
                    <a:pt x="11" y="0"/>
                    <a:pt x="11" y="0"/>
                    <a:pt x="11" y="0"/>
                  </a:cubicBezTo>
                  <a:cubicBezTo>
                    <a:pt x="5" y="0"/>
                    <a:pt x="0" y="5"/>
                    <a:pt x="0" y="11"/>
                  </a:cubicBezTo>
                  <a:cubicBezTo>
                    <a:pt x="0" y="117"/>
                    <a:pt x="0" y="117"/>
                    <a:pt x="0" y="117"/>
                  </a:cubicBezTo>
                  <a:cubicBezTo>
                    <a:pt x="0" y="123"/>
                    <a:pt x="5" y="128"/>
                    <a:pt x="11" y="128"/>
                  </a:cubicBezTo>
                  <a:cubicBezTo>
                    <a:pt x="85" y="128"/>
                    <a:pt x="85" y="128"/>
                    <a:pt x="85" y="128"/>
                  </a:cubicBezTo>
                  <a:cubicBezTo>
                    <a:pt x="91" y="128"/>
                    <a:pt x="96" y="123"/>
                    <a:pt x="96" y="117"/>
                  </a:cubicBezTo>
                  <a:cubicBezTo>
                    <a:pt x="96" y="11"/>
                    <a:pt x="96" y="11"/>
                    <a:pt x="96" y="11"/>
                  </a:cubicBezTo>
                  <a:cubicBezTo>
                    <a:pt x="96" y="5"/>
                    <a:pt x="91" y="0"/>
                    <a:pt x="85" y="0"/>
                  </a:cubicBezTo>
                  <a:close/>
                </a:path>
              </a:pathLst>
            </a:cu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44" name="Freeform: Shape 42"/>
            <p:cNvSpPr/>
            <p:nvPr/>
          </p:nvSpPr>
          <p:spPr bwMode="auto">
            <a:xfrm>
              <a:off x="3458603" y="2378087"/>
              <a:ext cx="169863" cy="234950"/>
            </a:xfrm>
            <a:custGeom>
              <a:avLst/>
              <a:gdLst>
                <a:gd name="T0" fmla="*/ 57 w 64"/>
                <a:gd name="T1" fmla="*/ 4 h 88"/>
                <a:gd name="T2" fmla="*/ 60 w 64"/>
                <a:gd name="T3" fmla="*/ 7 h 88"/>
                <a:gd name="T4" fmla="*/ 60 w 64"/>
                <a:gd name="T5" fmla="*/ 81 h 88"/>
                <a:gd name="T6" fmla="*/ 57 w 64"/>
                <a:gd name="T7" fmla="*/ 84 h 88"/>
                <a:gd name="T8" fmla="*/ 7 w 64"/>
                <a:gd name="T9" fmla="*/ 84 h 88"/>
                <a:gd name="T10" fmla="*/ 4 w 64"/>
                <a:gd name="T11" fmla="*/ 81 h 88"/>
                <a:gd name="T12" fmla="*/ 4 w 64"/>
                <a:gd name="T13" fmla="*/ 7 h 88"/>
                <a:gd name="T14" fmla="*/ 7 w 64"/>
                <a:gd name="T15" fmla="*/ 4 h 88"/>
                <a:gd name="T16" fmla="*/ 57 w 64"/>
                <a:gd name="T17" fmla="*/ 4 h 88"/>
                <a:gd name="T18" fmla="*/ 57 w 64"/>
                <a:gd name="T19" fmla="*/ 0 h 88"/>
                <a:gd name="T20" fmla="*/ 7 w 64"/>
                <a:gd name="T21" fmla="*/ 0 h 88"/>
                <a:gd name="T22" fmla="*/ 0 w 64"/>
                <a:gd name="T23" fmla="*/ 7 h 88"/>
                <a:gd name="T24" fmla="*/ 0 w 64"/>
                <a:gd name="T25" fmla="*/ 81 h 88"/>
                <a:gd name="T26" fmla="*/ 7 w 64"/>
                <a:gd name="T27" fmla="*/ 88 h 88"/>
                <a:gd name="T28" fmla="*/ 57 w 64"/>
                <a:gd name="T29" fmla="*/ 88 h 88"/>
                <a:gd name="T30" fmla="*/ 64 w 64"/>
                <a:gd name="T31" fmla="*/ 81 h 88"/>
                <a:gd name="T32" fmla="*/ 64 w 64"/>
                <a:gd name="T33" fmla="*/ 7 h 88"/>
                <a:gd name="T34" fmla="*/ 57 w 64"/>
                <a:gd name="T35" fmla="*/ 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4" h="88">
                  <a:moveTo>
                    <a:pt x="57" y="4"/>
                  </a:moveTo>
                  <a:cubicBezTo>
                    <a:pt x="58" y="4"/>
                    <a:pt x="60" y="5"/>
                    <a:pt x="60" y="7"/>
                  </a:cubicBezTo>
                  <a:cubicBezTo>
                    <a:pt x="60" y="81"/>
                    <a:pt x="60" y="81"/>
                    <a:pt x="60" y="81"/>
                  </a:cubicBezTo>
                  <a:cubicBezTo>
                    <a:pt x="60" y="82"/>
                    <a:pt x="58" y="84"/>
                    <a:pt x="57" y="84"/>
                  </a:cubicBezTo>
                  <a:cubicBezTo>
                    <a:pt x="7" y="84"/>
                    <a:pt x="7" y="84"/>
                    <a:pt x="7" y="84"/>
                  </a:cubicBezTo>
                  <a:cubicBezTo>
                    <a:pt x="5" y="84"/>
                    <a:pt x="4" y="82"/>
                    <a:pt x="4" y="81"/>
                  </a:cubicBezTo>
                  <a:cubicBezTo>
                    <a:pt x="4" y="7"/>
                    <a:pt x="4" y="7"/>
                    <a:pt x="4" y="7"/>
                  </a:cubicBezTo>
                  <a:cubicBezTo>
                    <a:pt x="4" y="5"/>
                    <a:pt x="5" y="4"/>
                    <a:pt x="7" y="4"/>
                  </a:cubicBezTo>
                  <a:cubicBezTo>
                    <a:pt x="57" y="4"/>
                    <a:pt x="57" y="4"/>
                    <a:pt x="57" y="4"/>
                  </a:cubicBezTo>
                  <a:moveTo>
                    <a:pt x="57" y="0"/>
                  </a:moveTo>
                  <a:cubicBezTo>
                    <a:pt x="7" y="0"/>
                    <a:pt x="7" y="0"/>
                    <a:pt x="7" y="0"/>
                  </a:cubicBezTo>
                  <a:cubicBezTo>
                    <a:pt x="3" y="0"/>
                    <a:pt x="0" y="3"/>
                    <a:pt x="0" y="7"/>
                  </a:cubicBezTo>
                  <a:cubicBezTo>
                    <a:pt x="0" y="81"/>
                    <a:pt x="0" y="81"/>
                    <a:pt x="0" y="81"/>
                  </a:cubicBezTo>
                  <a:cubicBezTo>
                    <a:pt x="0" y="85"/>
                    <a:pt x="3" y="88"/>
                    <a:pt x="7" y="88"/>
                  </a:cubicBezTo>
                  <a:cubicBezTo>
                    <a:pt x="57" y="88"/>
                    <a:pt x="57" y="88"/>
                    <a:pt x="57" y="88"/>
                  </a:cubicBezTo>
                  <a:cubicBezTo>
                    <a:pt x="61" y="88"/>
                    <a:pt x="64" y="85"/>
                    <a:pt x="64" y="81"/>
                  </a:cubicBezTo>
                  <a:cubicBezTo>
                    <a:pt x="64" y="7"/>
                    <a:pt x="64" y="7"/>
                    <a:pt x="64" y="7"/>
                  </a:cubicBezTo>
                  <a:cubicBezTo>
                    <a:pt x="64" y="3"/>
                    <a:pt x="61" y="0"/>
                    <a:pt x="57" y="0"/>
                  </a:cubicBezTo>
                  <a:close/>
                </a:path>
              </a:pathLst>
            </a:cu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45" name="Oval 43"/>
            <p:cNvSpPr/>
            <p:nvPr/>
          </p:nvSpPr>
          <p:spPr bwMode="auto">
            <a:xfrm>
              <a:off x="3533216" y="2624149"/>
              <a:ext cx="20638" cy="20638"/>
            </a:xfrm>
            <a:prstGeom prst="ellipse">
              <a:avLst/>
            </a:prstGeom>
            <a:gradFill flip="none" rotWithShape="1">
              <a:gsLst>
                <a:gs pos="0">
                  <a:srgbClr val="37D1DC">
                    <a:alpha val="90000"/>
                  </a:srgbClr>
                </a:gs>
                <a:gs pos="100000">
                  <a:srgbClr val="5B87E5">
                    <a:alpha val="90000"/>
                  </a:srgbClr>
                </a:gs>
              </a:gsLst>
              <a:lin ang="2700000" scaled="1"/>
              <a:tileRect/>
            </a:gra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cxnSp>
          <p:nvCxnSpPr>
            <p:cNvPr id="41" name="Straight Connector 39"/>
            <p:cNvCxnSpPr/>
            <p:nvPr/>
          </p:nvCxnSpPr>
          <p:spPr>
            <a:xfrm flipV="1">
              <a:off x="7112909" y="2677066"/>
              <a:ext cx="640808" cy="645389"/>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0"/>
            <p:cNvCxnSpPr/>
            <p:nvPr/>
          </p:nvCxnSpPr>
          <p:spPr>
            <a:xfrm>
              <a:off x="7755088" y="2672890"/>
              <a:ext cx="696729" cy="0"/>
            </a:xfrm>
            <a:prstGeom prst="line">
              <a:avLst/>
            </a:prstGeom>
            <a:ln w="12700">
              <a:solidFill>
                <a:schemeClr val="bg1">
                  <a:lumMod val="8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cxnSp>
          <p:nvCxnSpPr>
            <p:cNvPr id="39" name="Straight Connector 37"/>
            <p:cNvCxnSpPr/>
            <p:nvPr/>
          </p:nvCxnSpPr>
          <p:spPr>
            <a:xfrm flipH="1" flipV="1">
              <a:off x="4482283" y="2490799"/>
              <a:ext cx="529423" cy="533206"/>
            </a:xfrm>
            <a:prstGeom prst="line">
              <a:avLst/>
            </a:prstGeom>
            <a:ln w="12700">
              <a:solidFill>
                <a:schemeClr val="bg1">
                  <a:lumMod val="8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8"/>
            <p:cNvCxnSpPr/>
            <p:nvPr/>
          </p:nvCxnSpPr>
          <p:spPr>
            <a:xfrm flipH="1">
              <a:off x="3820550" y="2502773"/>
              <a:ext cx="659714" cy="0"/>
            </a:xfrm>
            <a:prstGeom prst="line">
              <a:avLst/>
            </a:prstGeom>
            <a:ln w="12700">
              <a:solidFill>
                <a:schemeClr val="bg1">
                  <a:lumMod val="8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sp>
          <p:nvSpPr>
            <p:cNvPr id="37" name="Freeform: Shape 35"/>
            <p:cNvSpPr/>
            <p:nvPr/>
          </p:nvSpPr>
          <p:spPr bwMode="auto">
            <a:xfrm>
              <a:off x="3406707" y="4873676"/>
              <a:ext cx="301008" cy="199352"/>
            </a:xfrm>
            <a:custGeom>
              <a:avLst/>
              <a:gdLst>
                <a:gd name="T0" fmla="*/ 92 w 96"/>
                <a:gd name="T1" fmla="*/ 0 h 64"/>
                <a:gd name="T2" fmla="*/ 4 w 96"/>
                <a:gd name="T3" fmla="*/ 0 h 64"/>
                <a:gd name="T4" fmla="*/ 0 w 96"/>
                <a:gd name="T5" fmla="*/ 4 h 64"/>
                <a:gd name="T6" fmla="*/ 0 w 96"/>
                <a:gd name="T7" fmla="*/ 60 h 64"/>
                <a:gd name="T8" fmla="*/ 4 w 96"/>
                <a:gd name="T9" fmla="*/ 64 h 64"/>
                <a:gd name="T10" fmla="*/ 92 w 96"/>
                <a:gd name="T11" fmla="*/ 64 h 64"/>
                <a:gd name="T12" fmla="*/ 96 w 96"/>
                <a:gd name="T13" fmla="*/ 60 h 64"/>
                <a:gd name="T14" fmla="*/ 96 w 96"/>
                <a:gd name="T15" fmla="*/ 4 h 64"/>
                <a:gd name="T16" fmla="*/ 92 w 96"/>
                <a:gd name="T17" fmla="*/ 0 h 64"/>
                <a:gd name="T18" fmla="*/ 92 w 96"/>
                <a:gd name="T19" fmla="*/ 60 h 64"/>
                <a:gd name="T20" fmla="*/ 4 w 96"/>
                <a:gd name="T21" fmla="*/ 60 h 64"/>
                <a:gd name="T22" fmla="*/ 4 w 96"/>
                <a:gd name="T23" fmla="*/ 4 h 64"/>
                <a:gd name="T24" fmla="*/ 92 w 96"/>
                <a:gd name="T25" fmla="*/ 4 h 64"/>
                <a:gd name="T26" fmla="*/ 92 w 96"/>
                <a:gd name="T27" fmla="*/ 6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6" h="64">
                  <a:moveTo>
                    <a:pt x="92" y="0"/>
                  </a:moveTo>
                  <a:cubicBezTo>
                    <a:pt x="4" y="0"/>
                    <a:pt x="4" y="0"/>
                    <a:pt x="4" y="0"/>
                  </a:cubicBezTo>
                  <a:cubicBezTo>
                    <a:pt x="2" y="0"/>
                    <a:pt x="0" y="2"/>
                    <a:pt x="0" y="4"/>
                  </a:cubicBezTo>
                  <a:cubicBezTo>
                    <a:pt x="0" y="60"/>
                    <a:pt x="0" y="60"/>
                    <a:pt x="0" y="60"/>
                  </a:cubicBezTo>
                  <a:cubicBezTo>
                    <a:pt x="0" y="62"/>
                    <a:pt x="2" y="64"/>
                    <a:pt x="4" y="64"/>
                  </a:cubicBezTo>
                  <a:cubicBezTo>
                    <a:pt x="92" y="64"/>
                    <a:pt x="92" y="64"/>
                    <a:pt x="92" y="64"/>
                  </a:cubicBezTo>
                  <a:cubicBezTo>
                    <a:pt x="94" y="64"/>
                    <a:pt x="96" y="62"/>
                    <a:pt x="96" y="60"/>
                  </a:cubicBezTo>
                  <a:cubicBezTo>
                    <a:pt x="96" y="4"/>
                    <a:pt x="96" y="4"/>
                    <a:pt x="96" y="4"/>
                  </a:cubicBezTo>
                  <a:cubicBezTo>
                    <a:pt x="96" y="2"/>
                    <a:pt x="94" y="0"/>
                    <a:pt x="92" y="0"/>
                  </a:cubicBezTo>
                  <a:close/>
                  <a:moveTo>
                    <a:pt x="92" y="60"/>
                  </a:moveTo>
                  <a:cubicBezTo>
                    <a:pt x="4" y="60"/>
                    <a:pt x="4" y="60"/>
                    <a:pt x="4" y="60"/>
                  </a:cubicBezTo>
                  <a:cubicBezTo>
                    <a:pt x="4" y="4"/>
                    <a:pt x="4" y="4"/>
                    <a:pt x="4" y="4"/>
                  </a:cubicBezTo>
                  <a:cubicBezTo>
                    <a:pt x="92" y="4"/>
                    <a:pt x="92" y="4"/>
                    <a:pt x="92" y="4"/>
                  </a:cubicBezTo>
                  <a:lnTo>
                    <a:pt x="92" y="60"/>
                  </a:lnTo>
                  <a:close/>
                </a:path>
              </a:pathLst>
            </a:cu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38" name="Freeform: Shape 36"/>
            <p:cNvSpPr/>
            <p:nvPr/>
          </p:nvSpPr>
          <p:spPr bwMode="auto">
            <a:xfrm>
              <a:off x="3356539" y="4813983"/>
              <a:ext cx="400024" cy="374940"/>
            </a:xfrm>
            <a:custGeom>
              <a:avLst/>
              <a:gdLst>
                <a:gd name="T0" fmla="*/ 116 w 128"/>
                <a:gd name="T1" fmla="*/ 0 h 120"/>
                <a:gd name="T2" fmla="*/ 12 w 128"/>
                <a:gd name="T3" fmla="*/ 0 h 120"/>
                <a:gd name="T4" fmla="*/ 0 w 128"/>
                <a:gd name="T5" fmla="*/ 12 h 120"/>
                <a:gd name="T6" fmla="*/ 0 w 128"/>
                <a:gd name="T7" fmla="*/ 92 h 120"/>
                <a:gd name="T8" fmla="*/ 12 w 128"/>
                <a:gd name="T9" fmla="*/ 104 h 120"/>
                <a:gd name="T10" fmla="*/ 52 w 128"/>
                <a:gd name="T11" fmla="*/ 104 h 120"/>
                <a:gd name="T12" fmla="*/ 52 w 128"/>
                <a:gd name="T13" fmla="*/ 109 h 120"/>
                <a:gd name="T14" fmla="*/ 27 w 128"/>
                <a:gd name="T15" fmla="*/ 112 h 120"/>
                <a:gd name="T16" fmla="*/ 24 w 128"/>
                <a:gd name="T17" fmla="*/ 116 h 120"/>
                <a:gd name="T18" fmla="*/ 28 w 128"/>
                <a:gd name="T19" fmla="*/ 120 h 120"/>
                <a:gd name="T20" fmla="*/ 100 w 128"/>
                <a:gd name="T21" fmla="*/ 120 h 120"/>
                <a:gd name="T22" fmla="*/ 104 w 128"/>
                <a:gd name="T23" fmla="*/ 116 h 120"/>
                <a:gd name="T24" fmla="*/ 101 w 128"/>
                <a:gd name="T25" fmla="*/ 112 h 120"/>
                <a:gd name="T26" fmla="*/ 76 w 128"/>
                <a:gd name="T27" fmla="*/ 109 h 120"/>
                <a:gd name="T28" fmla="*/ 76 w 128"/>
                <a:gd name="T29" fmla="*/ 104 h 120"/>
                <a:gd name="T30" fmla="*/ 116 w 128"/>
                <a:gd name="T31" fmla="*/ 104 h 120"/>
                <a:gd name="T32" fmla="*/ 128 w 128"/>
                <a:gd name="T33" fmla="*/ 92 h 120"/>
                <a:gd name="T34" fmla="*/ 128 w 128"/>
                <a:gd name="T35" fmla="*/ 12 h 120"/>
                <a:gd name="T36" fmla="*/ 116 w 128"/>
                <a:gd name="T37" fmla="*/ 0 h 120"/>
                <a:gd name="T38" fmla="*/ 120 w 128"/>
                <a:gd name="T39" fmla="*/ 92 h 120"/>
                <a:gd name="T40" fmla="*/ 116 w 128"/>
                <a:gd name="T41" fmla="*/ 96 h 120"/>
                <a:gd name="T42" fmla="*/ 80 w 128"/>
                <a:gd name="T43" fmla="*/ 96 h 120"/>
                <a:gd name="T44" fmla="*/ 48 w 128"/>
                <a:gd name="T45" fmla="*/ 96 h 120"/>
                <a:gd name="T46" fmla="*/ 12 w 128"/>
                <a:gd name="T47" fmla="*/ 96 h 120"/>
                <a:gd name="T48" fmla="*/ 8 w 128"/>
                <a:gd name="T49" fmla="*/ 92 h 120"/>
                <a:gd name="T50" fmla="*/ 8 w 128"/>
                <a:gd name="T51" fmla="*/ 12 h 120"/>
                <a:gd name="T52" fmla="*/ 12 w 128"/>
                <a:gd name="T53" fmla="*/ 8 h 120"/>
                <a:gd name="T54" fmla="*/ 116 w 128"/>
                <a:gd name="T55" fmla="*/ 8 h 120"/>
                <a:gd name="T56" fmla="*/ 120 w 128"/>
                <a:gd name="T57" fmla="*/ 12 h 120"/>
                <a:gd name="T58" fmla="*/ 120 w 128"/>
                <a:gd name="T59" fmla="*/ 9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 h="120">
                  <a:moveTo>
                    <a:pt x="116" y="0"/>
                  </a:moveTo>
                  <a:cubicBezTo>
                    <a:pt x="12" y="0"/>
                    <a:pt x="12" y="0"/>
                    <a:pt x="12" y="0"/>
                  </a:cubicBezTo>
                  <a:cubicBezTo>
                    <a:pt x="5" y="0"/>
                    <a:pt x="0" y="5"/>
                    <a:pt x="0" y="12"/>
                  </a:cubicBezTo>
                  <a:cubicBezTo>
                    <a:pt x="0" y="92"/>
                    <a:pt x="0" y="92"/>
                    <a:pt x="0" y="92"/>
                  </a:cubicBezTo>
                  <a:cubicBezTo>
                    <a:pt x="0" y="99"/>
                    <a:pt x="5" y="104"/>
                    <a:pt x="12" y="104"/>
                  </a:cubicBezTo>
                  <a:cubicBezTo>
                    <a:pt x="52" y="104"/>
                    <a:pt x="52" y="104"/>
                    <a:pt x="52" y="104"/>
                  </a:cubicBezTo>
                  <a:cubicBezTo>
                    <a:pt x="52" y="109"/>
                    <a:pt x="52" y="109"/>
                    <a:pt x="52" y="109"/>
                  </a:cubicBezTo>
                  <a:cubicBezTo>
                    <a:pt x="27" y="112"/>
                    <a:pt x="27" y="112"/>
                    <a:pt x="27" y="112"/>
                  </a:cubicBezTo>
                  <a:cubicBezTo>
                    <a:pt x="25" y="113"/>
                    <a:pt x="24" y="114"/>
                    <a:pt x="24" y="116"/>
                  </a:cubicBezTo>
                  <a:cubicBezTo>
                    <a:pt x="24" y="118"/>
                    <a:pt x="26" y="120"/>
                    <a:pt x="28" y="120"/>
                  </a:cubicBezTo>
                  <a:cubicBezTo>
                    <a:pt x="100" y="120"/>
                    <a:pt x="100" y="120"/>
                    <a:pt x="100" y="120"/>
                  </a:cubicBezTo>
                  <a:cubicBezTo>
                    <a:pt x="102" y="120"/>
                    <a:pt x="104" y="118"/>
                    <a:pt x="104" y="116"/>
                  </a:cubicBezTo>
                  <a:cubicBezTo>
                    <a:pt x="104" y="114"/>
                    <a:pt x="103" y="113"/>
                    <a:pt x="101" y="112"/>
                  </a:cubicBezTo>
                  <a:cubicBezTo>
                    <a:pt x="76" y="109"/>
                    <a:pt x="76" y="109"/>
                    <a:pt x="76" y="109"/>
                  </a:cubicBezTo>
                  <a:cubicBezTo>
                    <a:pt x="76" y="104"/>
                    <a:pt x="76" y="104"/>
                    <a:pt x="76" y="104"/>
                  </a:cubicBezTo>
                  <a:cubicBezTo>
                    <a:pt x="116" y="104"/>
                    <a:pt x="116" y="104"/>
                    <a:pt x="116" y="104"/>
                  </a:cubicBezTo>
                  <a:cubicBezTo>
                    <a:pt x="123" y="104"/>
                    <a:pt x="128" y="99"/>
                    <a:pt x="128" y="92"/>
                  </a:cubicBezTo>
                  <a:cubicBezTo>
                    <a:pt x="128" y="12"/>
                    <a:pt x="128" y="12"/>
                    <a:pt x="128" y="12"/>
                  </a:cubicBezTo>
                  <a:cubicBezTo>
                    <a:pt x="128" y="5"/>
                    <a:pt x="123" y="0"/>
                    <a:pt x="116" y="0"/>
                  </a:cubicBezTo>
                  <a:close/>
                  <a:moveTo>
                    <a:pt x="120" y="92"/>
                  </a:moveTo>
                  <a:cubicBezTo>
                    <a:pt x="120" y="94"/>
                    <a:pt x="118" y="96"/>
                    <a:pt x="116" y="96"/>
                  </a:cubicBezTo>
                  <a:cubicBezTo>
                    <a:pt x="80" y="96"/>
                    <a:pt x="80" y="96"/>
                    <a:pt x="80" y="96"/>
                  </a:cubicBezTo>
                  <a:cubicBezTo>
                    <a:pt x="48" y="96"/>
                    <a:pt x="48" y="96"/>
                    <a:pt x="48" y="96"/>
                  </a:cubicBezTo>
                  <a:cubicBezTo>
                    <a:pt x="12" y="96"/>
                    <a:pt x="12" y="96"/>
                    <a:pt x="12" y="96"/>
                  </a:cubicBezTo>
                  <a:cubicBezTo>
                    <a:pt x="10" y="96"/>
                    <a:pt x="8" y="94"/>
                    <a:pt x="8" y="92"/>
                  </a:cubicBezTo>
                  <a:cubicBezTo>
                    <a:pt x="8" y="12"/>
                    <a:pt x="8" y="12"/>
                    <a:pt x="8" y="12"/>
                  </a:cubicBezTo>
                  <a:cubicBezTo>
                    <a:pt x="8" y="10"/>
                    <a:pt x="10" y="8"/>
                    <a:pt x="12" y="8"/>
                  </a:cubicBezTo>
                  <a:cubicBezTo>
                    <a:pt x="116" y="8"/>
                    <a:pt x="116" y="8"/>
                    <a:pt x="116" y="8"/>
                  </a:cubicBezTo>
                  <a:cubicBezTo>
                    <a:pt x="118" y="8"/>
                    <a:pt x="120" y="10"/>
                    <a:pt x="120" y="12"/>
                  </a:cubicBezTo>
                  <a:lnTo>
                    <a:pt x="120" y="92"/>
                  </a:lnTo>
                  <a:close/>
                </a:path>
              </a:pathLst>
            </a:custGeom>
            <a:solidFill>
              <a:schemeClr val="accent2"/>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cxnSp>
          <p:nvCxnSpPr>
            <p:cNvPr id="32" name="Straight Connector 30"/>
            <p:cNvCxnSpPr/>
            <p:nvPr/>
          </p:nvCxnSpPr>
          <p:spPr>
            <a:xfrm flipH="1">
              <a:off x="3922150" y="5017373"/>
              <a:ext cx="710514" cy="0"/>
            </a:xfrm>
            <a:prstGeom prst="line">
              <a:avLst/>
            </a:prstGeom>
            <a:ln w="12700">
              <a:solidFill>
                <a:schemeClr val="bg1">
                  <a:lumMod val="8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cxnSp>
          <p:nvCxnSpPr>
            <p:cNvPr id="33" name="Straight Connector 31"/>
            <p:cNvCxnSpPr/>
            <p:nvPr/>
          </p:nvCxnSpPr>
          <p:spPr>
            <a:xfrm>
              <a:off x="7137021" y="5068957"/>
              <a:ext cx="1255002" cy="0"/>
            </a:xfrm>
            <a:prstGeom prst="line">
              <a:avLst/>
            </a:prstGeom>
            <a:ln w="12700">
              <a:solidFill>
                <a:schemeClr val="bg1">
                  <a:lumMod val="85000"/>
                </a:schemeClr>
              </a:solidFill>
              <a:prstDash val="sysDash"/>
              <a:tailEnd type="diamond"/>
            </a:ln>
          </p:spPr>
          <p:style>
            <a:lnRef idx="1">
              <a:schemeClr val="accent1"/>
            </a:lnRef>
            <a:fillRef idx="0">
              <a:schemeClr val="accent1"/>
            </a:fillRef>
            <a:effectRef idx="0">
              <a:schemeClr val="accent1"/>
            </a:effectRef>
            <a:fontRef idx="minor">
              <a:schemeClr val="tx1"/>
            </a:fontRef>
          </p:style>
        </p:cxnSp>
        <p:sp>
          <p:nvSpPr>
            <p:cNvPr id="35" name="Freeform: Shape 33"/>
            <p:cNvSpPr/>
            <p:nvPr/>
          </p:nvSpPr>
          <p:spPr bwMode="auto">
            <a:xfrm>
              <a:off x="8450612" y="4915265"/>
              <a:ext cx="320443" cy="233159"/>
            </a:xfrm>
            <a:custGeom>
              <a:avLst/>
              <a:gdLst>
                <a:gd name="T0" fmla="*/ 41 w 367"/>
                <a:gd name="T1" fmla="*/ 267 h 267"/>
                <a:gd name="T2" fmla="*/ 325 w 367"/>
                <a:gd name="T3" fmla="*/ 267 h 267"/>
                <a:gd name="T4" fmla="*/ 355 w 367"/>
                <a:gd name="T5" fmla="*/ 255 h 267"/>
                <a:gd name="T6" fmla="*/ 367 w 367"/>
                <a:gd name="T7" fmla="*/ 225 h 267"/>
                <a:gd name="T8" fmla="*/ 367 w 367"/>
                <a:gd name="T9" fmla="*/ 42 h 267"/>
                <a:gd name="T10" fmla="*/ 355 w 367"/>
                <a:gd name="T11" fmla="*/ 12 h 267"/>
                <a:gd name="T12" fmla="*/ 325 w 367"/>
                <a:gd name="T13" fmla="*/ 0 h 267"/>
                <a:gd name="T14" fmla="*/ 41 w 367"/>
                <a:gd name="T15" fmla="*/ 0 h 267"/>
                <a:gd name="T16" fmla="*/ 12 w 367"/>
                <a:gd name="T17" fmla="*/ 12 h 267"/>
                <a:gd name="T18" fmla="*/ 0 w 367"/>
                <a:gd name="T19" fmla="*/ 42 h 267"/>
                <a:gd name="T20" fmla="*/ 0 w 367"/>
                <a:gd name="T21" fmla="*/ 225 h 267"/>
                <a:gd name="T22" fmla="*/ 12 w 367"/>
                <a:gd name="T23" fmla="*/ 255 h 267"/>
                <a:gd name="T24" fmla="*/ 41 w 367"/>
                <a:gd name="T25" fmla="*/ 267 h 267"/>
                <a:gd name="T26" fmla="*/ 33 w 367"/>
                <a:gd name="T27" fmla="*/ 42 h 267"/>
                <a:gd name="T28" fmla="*/ 36 w 367"/>
                <a:gd name="T29" fmla="*/ 36 h 267"/>
                <a:gd name="T30" fmla="*/ 41 w 367"/>
                <a:gd name="T31" fmla="*/ 33 h 267"/>
                <a:gd name="T32" fmla="*/ 325 w 367"/>
                <a:gd name="T33" fmla="*/ 33 h 267"/>
                <a:gd name="T34" fmla="*/ 331 w 367"/>
                <a:gd name="T35" fmla="*/ 36 h 267"/>
                <a:gd name="T36" fmla="*/ 333 w 367"/>
                <a:gd name="T37" fmla="*/ 42 h 267"/>
                <a:gd name="T38" fmla="*/ 333 w 367"/>
                <a:gd name="T39" fmla="*/ 225 h 267"/>
                <a:gd name="T40" fmla="*/ 331 w 367"/>
                <a:gd name="T41" fmla="*/ 231 h 267"/>
                <a:gd name="T42" fmla="*/ 325 w 367"/>
                <a:gd name="T43" fmla="*/ 234 h 267"/>
                <a:gd name="T44" fmla="*/ 41 w 367"/>
                <a:gd name="T45" fmla="*/ 234 h 267"/>
                <a:gd name="T46" fmla="*/ 36 w 367"/>
                <a:gd name="T47" fmla="*/ 231 h 267"/>
                <a:gd name="T48" fmla="*/ 33 w 367"/>
                <a:gd name="T49" fmla="*/ 225 h 267"/>
                <a:gd name="T50" fmla="*/ 33 w 367"/>
                <a:gd name="T51" fmla="*/ 42 h 267"/>
                <a:gd name="T52" fmla="*/ 33 w 367"/>
                <a:gd name="T53" fmla="*/ 42 h 267"/>
                <a:gd name="T54" fmla="*/ 33 w 367"/>
                <a:gd name="T55" fmla="*/ 4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67" h="267">
                  <a:moveTo>
                    <a:pt x="41" y="267"/>
                  </a:moveTo>
                  <a:cubicBezTo>
                    <a:pt x="325" y="267"/>
                    <a:pt x="325" y="267"/>
                    <a:pt x="325" y="267"/>
                  </a:cubicBezTo>
                  <a:cubicBezTo>
                    <a:pt x="337" y="267"/>
                    <a:pt x="346" y="263"/>
                    <a:pt x="355" y="255"/>
                  </a:cubicBezTo>
                  <a:cubicBezTo>
                    <a:pt x="363" y="247"/>
                    <a:pt x="367" y="237"/>
                    <a:pt x="367" y="225"/>
                  </a:cubicBezTo>
                  <a:cubicBezTo>
                    <a:pt x="367" y="42"/>
                    <a:pt x="367" y="42"/>
                    <a:pt x="367" y="42"/>
                  </a:cubicBezTo>
                  <a:cubicBezTo>
                    <a:pt x="367" y="30"/>
                    <a:pt x="363" y="20"/>
                    <a:pt x="355" y="12"/>
                  </a:cubicBezTo>
                  <a:cubicBezTo>
                    <a:pt x="346" y="4"/>
                    <a:pt x="337" y="0"/>
                    <a:pt x="325" y="0"/>
                  </a:cubicBezTo>
                  <a:cubicBezTo>
                    <a:pt x="41" y="0"/>
                    <a:pt x="41" y="0"/>
                    <a:pt x="41" y="0"/>
                  </a:cubicBezTo>
                  <a:cubicBezTo>
                    <a:pt x="30" y="0"/>
                    <a:pt x="20" y="4"/>
                    <a:pt x="12" y="12"/>
                  </a:cubicBezTo>
                  <a:cubicBezTo>
                    <a:pt x="4" y="20"/>
                    <a:pt x="0" y="30"/>
                    <a:pt x="0" y="42"/>
                  </a:cubicBezTo>
                  <a:cubicBezTo>
                    <a:pt x="0" y="225"/>
                    <a:pt x="0" y="225"/>
                    <a:pt x="0" y="225"/>
                  </a:cubicBezTo>
                  <a:cubicBezTo>
                    <a:pt x="0" y="237"/>
                    <a:pt x="4" y="247"/>
                    <a:pt x="12" y="255"/>
                  </a:cubicBezTo>
                  <a:cubicBezTo>
                    <a:pt x="20" y="263"/>
                    <a:pt x="30" y="267"/>
                    <a:pt x="41" y="267"/>
                  </a:cubicBezTo>
                  <a:close/>
                  <a:moveTo>
                    <a:pt x="33" y="42"/>
                  </a:moveTo>
                  <a:cubicBezTo>
                    <a:pt x="33" y="39"/>
                    <a:pt x="34" y="37"/>
                    <a:pt x="36" y="36"/>
                  </a:cubicBezTo>
                  <a:cubicBezTo>
                    <a:pt x="37" y="34"/>
                    <a:pt x="39" y="33"/>
                    <a:pt x="41" y="33"/>
                  </a:cubicBezTo>
                  <a:cubicBezTo>
                    <a:pt x="325" y="33"/>
                    <a:pt x="325" y="33"/>
                    <a:pt x="325" y="33"/>
                  </a:cubicBezTo>
                  <a:cubicBezTo>
                    <a:pt x="327" y="33"/>
                    <a:pt x="329" y="34"/>
                    <a:pt x="331" y="36"/>
                  </a:cubicBezTo>
                  <a:cubicBezTo>
                    <a:pt x="333" y="37"/>
                    <a:pt x="333" y="39"/>
                    <a:pt x="333" y="42"/>
                  </a:cubicBezTo>
                  <a:cubicBezTo>
                    <a:pt x="333" y="225"/>
                    <a:pt x="333" y="225"/>
                    <a:pt x="333" y="225"/>
                  </a:cubicBezTo>
                  <a:cubicBezTo>
                    <a:pt x="333" y="228"/>
                    <a:pt x="333" y="229"/>
                    <a:pt x="331" y="231"/>
                  </a:cubicBezTo>
                  <a:cubicBezTo>
                    <a:pt x="329" y="233"/>
                    <a:pt x="327" y="234"/>
                    <a:pt x="325" y="234"/>
                  </a:cubicBezTo>
                  <a:cubicBezTo>
                    <a:pt x="41" y="234"/>
                    <a:pt x="41" y="234"/>
                    <a:pt x="41" y="234"/>
                  </a:cubicBezTo>
                  <a:cubicBezTo>
                    <a:pt x="39" y="234"/>
                    <a:pt x="37" y="233"/>
                    <a:pt x="36" y="231"/>
                  </a:cubicBezTo>
                  <a:cubicBezTo>
                    <a:pt x="34" y="229"/>
                    <a:pt x="33" y="228"/>
                    <a:pt x="33" y="225"/>
                  </a:cubicBezTo>
                  <a:lnTo>
                    <a:pt x="33" y="42"/>
                  </a:lnTo>
                  <a:close/>
                  <a:moveTo>
                    <a:pt x="33" y="42"/>
                  </a:moveTo>
                  <a:cubicBezTo>
                    <a:pt x="33" y="42"/>
                    <a:pt x="33" y="42"/>
                    <a:pt x="33" y="42"/>
                  </a:cubicBezTo>
                </a:path>
              </a:pathLst>
            </a:cu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sp>
          <p:nvSpPr>
            <p:cNvPr id="36" name="Freeform: Shape 34"/>
            <p:cNvSpPr/>
            <p:nvPr/>
          </p:nvSpPr>
          <p:spPr bwMode="auto">
            <a:xfrm>
              <a:off x="8392023" y="5163967"/>
              <a:ext cx="437620" cy="43045"/>
            </a:xfrm>
            <a:custGeom>
              <a:avLst/>
              <a:gdLst>
                <a:gd name="T0" fmla="*/ 459 w 501"/>
                <a:gd name="T1" fmla="*/ 0 h 50"/>
                <a:gd name="T2" fmla="*/ 0 w 501"/>
                <a:gd name="T3" fmla="*/ 0 h 50"/>
                <a:gd name="T4" fmla="*/ 0 w 501"/>
                <a:gd name="T5" fmla="*/ 25 h 50"/>
                <a:gd name="T6" fmla="*/ 12 w 501"/>
                <a:gd name="T7" fmla="*/ 42 h 50"/>
                <a:gd name="T8" fmla="*/ 42 w 501"/>
                <a:gd name="T9" fmla="*/ 50 h 50"/>
                <a:gd name="T10" fmla="*/ 459 w 501"/>
                <a:gd name="T11" fmla="*/ 50 h 50"/>
                <a:gd name="T12" fmla="*/ 488 w 501"/>
                <a:gd name="T13" fmla="*/ 42 h 50"/>
                <a:gd name="T14" fmla="*/ 501 w 501"/>
                <a:gd name="T15" fmla="*/ 25 h 50"/>
                <a:gd name="T16" fmla="*/ 501 w 501"/>
                <a:gd name="T17" fmla="*/ 0 h 50"/>
                <a:gd name="T18" fmla="*/ 459 w 501"/>
                <a:gd name="T19" fmla="*/ 0 h 50"/>
                <a:gd name="T20" fmla="*/ 271 w 501"/>
                <a:gd name="T21" fmla="*/ 25 h 50"/>
                <a:gd name="T22" fmla="*/ 229 w 501"/>
                <a:gd name="T23" fmla="*/ 25 h 50"/>
                <a:gd name="T24" fmla="*/ 225 w 501"/>
                <a:gd name="T25" fmla="*/ 21 h 50"/>
                <a:gd name="T26" fmla="*/ 229 w 501"/>
                <a:gd name="T27" fmla="*/ 16 h 50"/>
                <a:gd name="T28" fmla="*/ 271 w 501"/>
                <a:gd name="T29" fmla="*/ 16 h 50"/>
                <a:gd name="T30" fmla="*/ 275 w 501"/>
                <a:gd name="T31" fmla="*/ 21 h 50"/>
                <a:gd name="T32" fmla="*/ 271 w 501"/>
                <a:gd name="T33" fmla="*/ 25 h 50"/>
                <a:gd name="T34" fmla="*/ 271 w 501"/>
                <a:gd name="T35" fmla="*/ 25 h 50"/>
                <a:gd name="T36" fmla="*/ 271 w 501"/>
                <a:gd name="T37" fmla="*/ 25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01" h="50">
                  <a:moveTo>
                    <a:pt x="459" y="0"/>
                  </a:moveTo>
                  <a:cubicBezTo>
                    <a:pt x="0" y="0"/>
                    <a:pt x="0" y="0"/>
                    <a:pt x="0" y="0"/>
                  </a:cubicBezTo>
                  <a:cubicBezTo>
                    <a:pt x="0" y="25"/>
                    <a:pt x="0" y="25"/>
                    <a:pt x="0" y="25"/>
                  </a:cubicBezTo>
                  <a:cubicBezTo>
                    <a:pt x="0" y="32"/>
                    <a:pt x="4" y="38"/>
                    <a:pt x="12" y="42"/>
                  </a:cubicBezTo>
                  <a:cubicBezTo>
                    <a:pt x="20" y="47"/>
                    <a:pt x="30" y="50"/>
                    <a:pt x="42" y="50"/>
                  </a:cubicBezTo>
                  <a:cubicBezTo>
                    <a:pt x="459" y="50"/>
                    <a:pt x="459" y="50"/>
                    <a:pt x="459" y="50"/>
                  </a:cubicBezTo>
                  <a:cubicBezTo>
                    <a:pt x="470" y="50"/>
                    <a:pt x="480" y="47"/>
                    <a:pt x="488" y="42"/>
                  </a:cubicBezTo>
                  <a:cubicBezTo>
                    <a:pt x="496" y="38"/>
                    <a:pt x="501" y="32"/>
                    <a:pt x="501" y="25"/>
                  </a:cubicBezTo>
                  <a:cubicBezTo>
                    <a:pt x="501" y="0"/>
                    <a:pt x="501" y="0"/>
                    <a:pt x="501" y="0"/>
                  </a:cubicBezTo>
                  <a:lnTo>
                    <a:pt x="459" y="0"/>
                  </a:lnTo>
                  <a:close/>
                  <a:moveTo>
                    <a:pt x="271" y="25"/>
                  </a:moveTo>
                  <a:cubicBezTo>
                    <a:pt x="229" y="25"/>
                    <a:pt x="229" y="25"/>
                    <a:pt x="229" y="25"/>
                  </a:cubicBezTo>
                  <a:cubicBezTo>
                    <a:pt x="227" y="25"/>
                    <a:pt x="225" y="23"/>
                    <a:pt x="225" y="21"/>
                  </a:cubicBezTo>
                  <a:cubicBezTo>
                    <a:pt x="225" y="18"/>
                    <a:pt x="227" y="16"/>
                    <a:pt x="229" y="16"/>
                  </a:cubicBezTo>
                  <a:cubicBezTo>
                    <a:pt x="271" y="16"/>
                    <a:pt x="271" y="16"/>
                    <a:pt x="271" y="16"/>
                  </a:cubicBezTo>
                  <a:cubicBezTo>
                    <a:pt x="274" y="16"/>
                    <a:pt x="275" y="18"/>
                    <a:pt x="275" y="21"/>
                  </a:cubicBezTo>
                  <a:cubicBezTo>
                    <a:pt x="275" y="23"/>
                    <a:pt x="274" y="25"/>
                    <a:pt x="271" y="25"/>
                  </a:cubicBezTo>
                  <a:close/>
                  <a:moveTo>
                    <a:pt x="271" y="25"/>
                  </a:moveTo>
                  <a:cubicBezTo>
                    <a:pt x="271" y="25"/>
                    <a:pt x="271" y="25"/>
                    <a:pt x="271" y="25"/>
                  </a:cubicBezTo>
                </a:path>
              </a:pathLst>
            </a:custGeom>
            <a:solidFill>
              <a:schemeClr val="accent1"/>
            </a:solidFill>
            <a:ln>
              <a:noFill/>
            </a:ln>
            <a:effectLst>
              <a:outerShdw blurRad="279400" dist="393700" dir="2700000" algn="t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dirty="0">
                <a:solidFill>
                  <a:schemeClr val="lt1"/>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a:xfrm>
            <a:off x="8945444" y="2187247"/>
            <a:ext cx="2371844" cy="1163173"/>
            <a:chOff x="874712" y="3408258"/>
            <a:chExt cx="2371844" cy="1163173"/>
          </a:xfrm>
        </p:grpSpPr>
        <p:sp>
          <p:nvSpPr>
            <p:cNvPr id="58" name="矩形 57"/>
            <p:cNvSpPr/>
            <p:nvPr/>
          </p:nvSpPr>
          <p:spPr>
            <a:xfrm>
              <a:off x="874712" y="3722416"/>
              <a:ext cx="2371844" cy="84901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59" name="矩形 58"/>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60" name="组合 59"/>
          <p:cNvGrpSpPr/>
          <p:nvPr/>
        </p:nvGrpSpPr>
        <p:grpSpPr>
          <a:xfrm>
            <a:off x="8945444" y="4620423"/>
            <a:ext cx="2371844" cy="1163173"/>
            <a:chOff x="874712" y="3408258"/>
            <a:chExt cx="2371844" cy="1163173"/>
          </a:xfrm>
        </p:grpSpPr>
        <p:sp>
          <p:nvSpPr>
            <p:cNvPr id="61" name="矩形 60"/>
            <p:cNvSpPr/>
            <p:nvPr/>
          </p:nvSpPr>
          <p:spPr>
            <a:xfrm>
              <a:off x="874712" y="3722416"/>
              <a:ext cx="2371844" cy="849015"/>
            </a:xfrm>
            <a:prstGeom prst="rect">
              <a:avLst/>
            </a:prstGeom>
          </p:spPr>
          <p:txBody>
            <a:bodyPr wrap="square">
              <a:spAutoFit/>
              <a:scene3d>
                <a:camera prst="orthographicFront"/>
                <a:lightRig rig="threePt" dir="t"/>
              </a:scene3d>
              <a:sp3d contourW="12700"/>
            </a:bodyPr>
            <a:lstStyle/>
            <a:p>
              <a:pP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2" name="矩形 61"/>
            <p:cNvSpPr/>
            <p:nvPr/>
          </p:nvSpPr>
          <p:spPr>
            <a:xfrm>
              <a:off x="874712" y="3408258"/>
              <a:ext cx="2241974" cy="436851"/>
            </a:xfrm>
            <a:prstGeom prst="rect">
              <a:avLst/>
            </a:prstGeom>
          </p:spPr>
          <p:txBody>
            <a:bodyPr wrap="square">
              <a:spAutoFit/>
              <a:scene3d>
                <a:camera prst="orthographicFront"/>
                <a:lightRig rig="threePt" dir="t"/>
              </a:scene3d>
              <a:sp3d contourW="12700"/>
            </a:bodyPr>
            <a:lstStyle/>
            <a:p>
              <a:pP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63" name="组合 62"/>
          <p:cNvGrpSpPr/>
          <p:nvPr/>
        </p:nvGrpSpPr>
        <p:grpSpPr>
          <a:xfrm>
            <a:off x="876135" y="2187247"/>
            <a:ext cx="2371844" cy="1163173"/>
            <a:chOff x="874712" y="3408258"/>
            <a:chExt cx="2371844" cy="1163173"/>
          </a:xfrm>
        </p:grpSpPr>
        <p:sp>
          <p:nvSpPr>
            <p:cNvPr id="64" name="矩形 63"/>
            <p:cNvSpPr/>
            <p:nvPr/>
          </p:nvSpPr>
          <p:spPr>
            <a:xfrm>
              <a:off x="874712" y="3722416"/>
              <a:ext cx="2371844" cy="849015"/>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5" name="矩形 64"/>
            <p:cNvSpPr/>
            <p:nvPr/>
          </p:nvSpPr>
          <p:spPr>
            <a:xfrm>
              <a:off x="1004582" y="3408258"/>
              <a:ext cx="2241974" cy="436851"/>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grpSp>
        <p:nvGrpSpPr>
          <p:cNvPr id="66" name="组合 65"/>
          <p:cNvGrpSpPr/>
          <p:nvPr/>
        </p:nvGrpSpPr>
        <p:grpSpPr>
          <a:xfrm>
            <a:off x="876135" y="4620423"/>
            <a:ext cx="2371844" cy="1163173"/>
            <a:chOff x="874712" y="3408258"/>
            <a:chExt cx="2371844" cy="1163173"/>
          </a:xfrm>
        </p:grpSpPr>
        <p:sp>
          <p:nvSpPr>
            <p:cNvPr id="67" name="矩形 66"/>
            <p:cNvSpPr/>
            <p:nvPr/>
          </p:nvSpPr>
          <p:spPr>
            <a:xfrm>
              <a:off x="874712" y="3722416"/>
              <a:ext cx="2371844" cy="849015"/>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1400" dirty="0">
                  <a:solidFill>
                    <a:schemeClr val="tx1">
                      <a:lumMod val="95000"/>
                      <a:lumOff val="5000"/>
                    </a:schemeClr>
                  </a:solidFill>
                  <a:latin typeface="微软雅黑" panose="020B0503020204020204" pitchFamily="34" charset="-122"/>
                  <a:ea typeface="微软雅黑" panose="020B0503020204020204" pitchFamily="34" charset="-122"/>
                </a:rPr>
                <a:t>在此处输入具体内容在此处输入具体内容在此处输入具体内容</a:t>
              </a:r>
              <a:endParaRPr lang="en-US" altLang="zh-CN" sz="1400"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8" name="矩形 67"/>
            <p:cNvSpPr/>
            <p:nvPr/>
          </p:nvSpPr>
          <p:spPr>
            <a:xfrm>
              <a:off x="1004582" y="3408258"/>
              <a:ext cx="2241974" cy="436851"/>
            </a:xfrm>
            <a:prstGeom prst="rect">
              <a:avLst/>
            </a:prstGeom>
          </p:spPr>
          <p:txBody>
            <a:bodyPr wrap="square">
              <a:spAutoFit/>
              <a:scene3d>
                <a:camera prst="orthographicFront"/>
                <a:lightRig rig="threePt" dir="t"/>
              </a:scene3d>
              <a:sp3d contourW="12700"/>
            </a:bodyPr>
            <a:lstStyle/>
            <a:p>
              <a:pPr algn="r">
                <a:lnSpc>
                  <a:spcPct val="120000"/>
                </a:lnSpc>
              </a:pPr>
              <a:r>
                <a:rPr lang="zh-CN" altLang="en-US" sz="2000" b="1" dirty="0">
                  <a:solidFill>
                    <a:schemeClr val="tx1">
                      <a:lumMod val="95000"/>
                      <a:lumOff val="5000"/>
                    </a:schemeClr>
                  </a:solidFill>
                  <a:latin typeface="微软雅黑" panose="020B0503020204020204" pitchFamily="34" charset="-122"/>
                  <a:ea typeface="微软雅黑" panose="020B0503020204020204" pitchFamily="34" charset="-122"/>
                </a:rPr>
                <a:t>标题</a:t>
              </a:r>
            </a:p>
          </p:txBody>
        </p:sp>
      </p:grpSp>
      <p:sp>
        <p:nvSpPr>
          <p:cNvPr id="56" name="Text Box 4">
            <a:extLst>
              <a:ext uri="{FF2B5EF4-FFF2-40B4-BE49-F238E27FC236}">
                <a16:creationId xmlns:a16="http://schemas.microsoft.com/office/drawing/2014/main" id="{1EF3CDD2-3977-B64B-A49E-4B3DC9E17843}"/>
              </a:ext>
            </a:extLst>
          </p:cNvPr>
          <p:cNvSpPr txBox="1">
            <a:spLocks noChangeArrowheads="1"/>
          </p:cNvSpPr>
          <p:nvPr/>
        </p:nvSpPr>
        <p:spPr bwMode="auto">
          <a:xfrm>
            <a:off x="781532" y="270516"/>
            <a:ext cx="2925801" cy="42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fontAlgn="base">
              <a:spcBef>
                <a:spcPct val="0"/>
              </a:spcBef>
              <a:spcAft>
                <a:spcPct val="0"/>
              </a:spcAft>
              <a:buFont typeface="Arial" panose="020B0604020202020204" pitchFamily="34" charset="0"/>
              <a:buNone/>
            </a:pPr>
            <a:r>
              <a:rPr lang="zh-CN" altLang="en-US" sz="2135" dirty="0">
                <a:solidFill>
                  <a:schemeClr val="tx1">
                    <a:lumMod val="95000"/>
                    <a:lumOff val="5000"/>
                  </a:schemeClr>
                </a:solidFill>
                <a:latin typeface="微软雅黑" panose="020B0503020204020204" pitchFamily="34" charset="-122"/>
                <a:ea typeface="微软雅黑" panose="020B0503020204020204" pitchFamily="34" charset="-122"/>
              </a:rPr>
              <a:t>请在此处输入您的标题</a:t>
            </a:r>
            <a:endParaRPr lang="en-US" altLang="zh-CN" sz="2135" dirty="0">
              <a:solidFill>
                <a:schemeClr val="tx1">
                  <a:lumMod val="95000"/>
                  <a:lumOff val="5000"/>
                </a:schemeClr>
              </a:solidFill>
              <a:latin typeface="微软雅黑" panose="020B0503020204020204" pitchFamily="34" charset="-122"/>
              <a:ea typeface="微软雅黑" panose="020B0503020204020204" pitchFamily="34" charset="-122"/>
            </a:endParaRPr>
          </a:p>
        </p:txBody>
      </p:sp>
      <p:sp>
        <p:nvSpPr>
          <p:cNvPr id="69" name="Half Frame 12">
            <a:extLst>
              <a:ext uri="{FF2B5EF4-FFF2-40B4-BE49-F238E27FC236}">
                <a16:creationId xmlns:a16="http://schemas.microsoft.com/office/drawing/2014/main" id="{740282DB-334C-9445-94B5-26C80BC8C01A}"/>
              </a:ext>
            </a:extLst>
          </p:cNvPr>
          <p:cNvSpPr/>
          <p:nvPr/>
        </p:nvSpPr>
        <p:spPr>
          <a:xfrm rot="8097294">
            <a:off x="109482" y="217093"/>
            <a:ext cx="480224" cy="527731"/>
          </a:xfrm>
          <a:prstGeom prst="halfFrame">
            <a:avLst/>
          </a:prstGeom>
          <a:solidFill>
            <a:schemeClr val="accent1">
              <a:lumMod val="100000"/>
            </a:schemeClr>
          </a:solidFill>
          <a:effectLst/>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cxnSp>
        <p:nvCxnSpPr>
          <p:cNvPr id="72" name="直线连接符 71">
            <a:extLst>
              <a:ext uri="{FF2B5EF4-FFF2-40B4-BE49-F238E27FC236}">
                <a16:creationId xmlns:a16="http://schemas.microsoft.com/office/drawing/2014/main" id="{C5CA30ED-8690-134A-8541-0E37207654FD}"/>
              </a:ext>
            </a:extLst>
          </p:cNvPr>
          <p:cNvCxnSpPr>
            <a:cxnSpLocks/>
          </p:cNvCxnSpPr>
          <p:nvPr/>
        </p:nvCxnSpPr>
        <p:spPr>
          <a:xfrm flipV="1">
            <a:off x="4084176" y="480958"/>
            <a:ext cx="7985904" cy="23912"/>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advTm="0">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p:cTn id="7" dur="1000" fill="hold"/>
                                            <p:tgtEl>
                                              <p:spTgt spid="76"/>
                                            </p:tgtEl>
                                            <p:attrNameLst>
                                              <p:attrName>ppt_w</p:attrName>
                                            </p:attrNameLst>
                                          </p:cBhvr>
                                          <p:tavLst>
                                            <p:tav tm="0">
                                              <p:val>
                                                <p:fltVal val="0"/>
                                              </p:val>
                                            </p:tav>
                                            <p:tav tm="100000">
                                              <p:val>
                                                <p:strVal val="#ppt_w"/>
                                              </p:val>
                                            </p:tav>
                                          </p:tavLst>
                                        </p:anim>
                                        <p:anim calcmode="lin" valueType="num">
                                          <p:cBhvr>
                                            <p:cTn id="8" dur="1000" fill="hold"/>
                                            <p:tgtEl>
                                              <p:spTgt spid="76"/>
                                            </p:tgtEl>
                                            <p:attrNameLst>
                                              <p:attrName>ppt_h</p:attrName>
                                            </p:attrNameLst>
                                          </p:cBhvr>
                                          <p:tavLst>
                                            <p:tav tm="0">
                                              <p:val>
                                                <p:fltVal val="0"/>
                                              </p:val>
                                            </p:tav>
                                            <p:tav tm="100000">
                                              <p:val>
                                                <p:strVal val="#ppt_h"/>
                                              </p:val>
                                            </p:tav>
                                          </p:tavLst>
                                        </p:anim>
                                        <p:anim calcmode="lin" valueType="num">
                                          <p:cBhvr>
                                            <p:cTn id="9" dur="1000" fill="hold"/>
                                            <p:tgtEl>
                                              <p:spTgt spid="76"/>
                                            </p:tgtEl>
                                            <p:attrNameLst>
                                              <p:attrName>style.rotation</p:attrName>
                                            </p:attrNameLst>
                                          </p:cBhvr>
                                          <p:tavLst>
                                            <p:tav tm="0">
                                              <p:val>
                                                <p:fltVal val="90"/>
                                              </p:val>
                                            </p:tav>
                                            <p:tav tm="100000">
                                              <p:val>
                                                <p:fltVal val="0"/>
                                              </p:val>
                                            </p:tav>
                                          </p:tavLst>
                                        </p:anim>
                                        <p:animEffect transition="in" filter="fade">
                                          <p:cBhvr>
                                            <p:cTn id="10" dur="1000"/>
                                            <p:tgtEl>
                                              <p:spTgt spid="76"/>
                                            </p:tgtEl>
                                          </p:cBhvr>
                                        </p:animEffect>
                                      </p:childTnLst>
                                    </p:cTn>
                                  </p:par>
                                </p:childTnLst>
                              </p:cTn>
                            </p:par>
                            <p:par>
                              <p:cTn id="11" fill="hold">
                                <p:stCondLst>
                                  <p:cond delay="1000"/>
                                </p:stCondLst>
                                <p:childTnLst>
                                  <p:par>
                                    <p:cTn id="12" presetID="2" presetClass="entr" presetSubtype="8" decel="100000" fill="hold" nodeType="afterEffect">
                                      <p:stCondLst>
                                        <p:cond delay="0"/>
                                      </p:stCondLst>
                                      <p:childTnLst>
                                        <p:set>
                                          <p:cBhvr>
                                            <p:cTn id="13" dur="1" fill="hold">
                                              <p:stCondLst>
                                                <p:cond delay="0"/>
                                              </p:stCondLst>
                                            </p:cTn>
                                            <p:tgtEl>
                                              <p:spTgt spid="63"/>
                                            </p:tgtEl>
                                            <p:attrNameLst>
                                              <p:attrName>style.visibility</p:attrName>
                                            </p:attrNameLst>
                                          </p:cBhvr>
                                          <p:to>
                                            <p:strVal val="visible"/>
                                          </p:to>
                                        </p:set>
                                        <p:anim calcmode="lin" valueType="num">
                                          <p:cBhvr additive="base">
                                            <p:cTn id="14" dur="1000" fill="hold"/>
                                            <p:tgtEl>
                                              <p:spTgt spid="63"/>
                                            </p:tgtEl>
                                            <p:attrNameLst>
                                              <p:attrName>ppt_x</p:attrName>
                                            </p:attrNameLst>
                                          </p:cBhvr>
                                          <p:tavLst>
                                            <p:tav tm="0">
                                              <p:val>
                                                <p:strVal val="0-#ppt_w/2"/>
                                              </p:val>
                                            </p:tav>
                                            <p:tav tm="100000">
                                              <p:val>
                                                <p:strVal val="#ppt_x"/>
                                              </p:val>
                                            </p:tav>
                                          </p:tavLst>
                                        </p:anim>
                                        <p:anim calcmode="lin" valueType="num">
                                          <p:cBhvr additive="base">
                                            <p:cTn id="15" dur="1000" fill="hold"/>
                                            <p:tgtEl>
                                              <p:spTgt spid="63"/>
                                            </p:tgtEl>
                                            <p:attrNameLst>
                                              <p:attrName>ppt_y</p:attrName>
                                            </p:attrNameLst>
                                          </p:cBhvr>
                                          <p:tavLst>
                                            <p:tav tm="0">
                                              <p:val>
                                                <p:strVal val="#ppt_y"/>
                                              </p:val>
                                            </p:tav>
                                            <p:tav tm="100000">
                                              <p:val>
                                                <p:strVal val="#ppt_y"/>
                                              </p:val>
                                            </p:tav>
                                          </p:tavLst>
                                        </p:anim>
                                      </p:childTnLst>
                                    </p:cTn>
                                  </p:par>
                                  <p:par>
                                    <p:cTn id="16" presetID="2" presetClass="entr" presetSubtype="8" decel="100000" fill="hold" nodeType="withEffect">
                                      <p:stCondLst>
                                        <p:cond delay="0"/>
                                      </p:stCondLst>
                                      <p:childTnLst>
                                        <p:set>
                                          <p:cBhvr>
                                            <p:cTn id="17" dur="1" fill="hold">
                                              <p:stCondLst>
                                                <p:cond delay="0"/>
                                              </p:stCondLst>
                                            </p:cTn>
                                            <p:tgtEl>
                                              <p:spTgt spid="66"/>
                                            </p:tgtEl>
                                            <p:attrNameLst>
                                              <p:attrName>style.visibility</p:attrName>
                                            </p:attrNameLst>
                                          </p:cBhvr>
                                          <p:to>
                                            <p:strVal val="visible"/>
                                          </p:to>
                                        </p:set>
                                        <p:anim calcmode="lin" valueType="num">
                                          <p:cBhvr additive="base">
                                            <p:cTn id="18" dur="1000" fill="hold"/>
                                            <p:tgtEl>
                                              <p:spTgt spid="66"/>
                                            </p:tgtEl>
                                            <p:attrNameLst>
                                              <p:attrName>ppt_x</p:attrName>
                                            </p:attrNameLst>
                                          </p:cBhvr>
                                          <p:tavLst>
                                            <p:tav tm="0">
                                              <p:val>
                                                <p:strVal val="0-#ppt_w/2"/>
                                              </p:val>
                                            </p:tav>
                                            <p:tav tm="100000">
                                              <p:val>
                                                <p:strVal val="#ppt_x"/>
                                              </p:val>
                                            </p:tav>
                                          </p:tavLst>
                                        </p:anim>
                                        <p:anim calcmode="lin" valueType="num">
                                          <p:cBhvr additive="base">
                                            <p:cTn id="19" dur="1000" fill="hold"/>
                                            <p:tgtEl>
                                              <p:spTgt spid="66"/>
                                            </p:tgtEl>
                                            <p:attrNameLst>
                                              <p:attrName>ppt_y</p:attrName>
                                            </p:attrNameLst>
                                          </p:cBhvr>
                                          <p:tavLst>
                                            <p:tav tm="0">
                                              <p:val>
                                                <p:strVal val="#ppt_y"/>
                                              </p:val>
                                            </p:tav>
                                            <p:tav tm="100000">
                                              <p:val>
                                                <p:strVal val="#ppt_y"/>
                                              </p:val>
                                            </p:tav>
                                          </p:tavLst>
                                        </p:anim>
                                      </p:childTnLst>
                                    </p:cTn>
                                  </p:par>
                                  <p:par>
                                    <p:cTn id="20" presetID="2" presetClass="entr" presetSubtype="2" decel="100000" fill="hold" nodeType="with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additive="base">
                                            <p:cTn id="22" dur="1000" fill="hold"/>
                                            <p:tgtEl>
                                              <p:spTgt spid="57"/>
                                            </p:tgtEl>
                                            <p:attrNameLst>
                                              <p:attrName>ppt_x</p:attrName>
                                            </p:attrNameLst>
                                          </p:cBhvr>
                                          <p:tavLst>
                                            <p:tav tm="0">
                                              <p:val>
                                                <p:strVal val="1+#ppt_w/2"/>
                                              </p:val>
                                            </p:tav>
                                            <p:tav tm="100000">
                                              <p:val>
                                                <p:strVal val="#ppt_x"/>
                                              </p:val>
                                            </p:tav>
                                          </p:tavLst>
                                        </p:anim>
                                        <p:anim calcmode="lin" valueType="num">
                                          <p:cBhvr additive="base">
                                            <p:cTn id="23" dur="1000" fill="hold"/>
                                            <p:tgtEl>
                                              <p:spTgt spid="57"/>
                                            </p:tgtEl>
                                            <p:attrNameLst>
                                              <p:attrName>ppt_y</p:attrName>
                                            </p:attrNameLst>
                                          </p:cBhvr>
                                          <p:tavLst>
                                            <p:tav tm="0">
                                              <p:val>
                                                <p:strVal val="#ppt_y"/>
                                              </p:val>
                                            </p:tav>
                                            <p:tav tm="100000">
                                              <p:val>
                                                <p:strVal val="#ppt_y"/>
                                              </p:val>
                                            </p:tav>
                                          </p:tavLst>
                                        </p:anim>
                                      </p:childTnLst>
                                    </p:cTn>
                                  </p:par>
                                  <p:par>
                                    <p:cTn id="24" presetID="2" presetClass="entr" presetSubtype="2" decel="100000" fill="hold" nodeType="withEffect">
                                      <p:stCondLst>
                                        <p:cond delay="0"/>
                                      </p:stCondLst>
                                      <p:childTnLst>
                                        <p:set>
                                          <p:cBhvr>
                                            <p:cTn id="25" dur="1" fill="hold">
                                              <p:stCondLst>
                                                <p:cond delay="0"/>
                                              </p:stCondLst>
                                            </p:cTn>
                                            <p:tgtEl>
                                              <p:spTgt spid="60"/>
                                            </p:tgtEl>
                                            <p:attrNameLst>
                                              <p:attrName>style.visibility</p:attrName>
                                            </p:attrNameLst>
                                          </p:cBhvr>
                                          <p:to>
                                            <p:strVal val="visible"/>
                                          </p:to>
                                        </p:set>
                                        <p:anim calcmode="lin" valueType="num">
                                          <p:cBhvr additive="base">
                                            <p:cTn id="26" dur="1000" fill="hold"/>
                                            <p:tgtEl>
                                              <p:spTgt spid="60"/>
                                            </p:tgtEl>
                                            <p:attrNameLst>
                                              <p:attrName>ppt_x</p:attrName>
                                            </p:attrNameLst>
                                          </p:cBhvr>
                                          <p:tavLst>
                                            <p:tav tm="0">
                                              <p:val>
                                                <p:strVal val="1+#ppt_w/2"/>
                                              </p:val>
                                            </p:tav>
                                            <p:tav tm="100000">
                                              <p:val>
                                                <p:strVal val="#ppt_x"/>
                                              </p:val>
                                            </p:tav>
                                          </p:tavLst>
                                        </p:anim>
                                        <p:anim calcmode="lin" valueType="num">
                                          <p:cBhvr additive="base">
                                            <p:cTn id="27" dur="1000" fill="hold"/>
                                            <p:tgtEl>
                                              <p:spTgt spid="60"/>
                                            </p:tgtEl>
                                            <p:attrNameLst>
                                              <p:attrName>ppt_y</p:attrName>
                                            </p:attrNameLst>
                                          </p:cBhvr>
                                          <p:tavLst>
                                            <p:tav tm="0">
                                              <p:val>
                                                <p:strVal val="#ppt_y"/>
                                              </p:val>
                                            </p:tav>
                                            <p:tav tm="100000">
                                              <p:val>
                                                <p:strVal val="#ppt_y"/>
                                              </p:val>
                                            </p:tav>
                                          </p:tavLst>
                                        </p:anim>
                                      </p:childTnLst>
                                    </p:cTn>
                                  </p:par>
                                  <p:par>
                                    <p:cTn id="28" presetID="2" presetClass="entr" presetSubtype="1" fill="hold" grpId="0" nodeType="withEffect" p14:presetBounceEnd="81000">
                                      <p:stCondLst>
                                        <p:cond delay="0"/>
                                      </p:stCondLst>
                                      <p:childTnLst>
                                        <p:set>
                                          <p:cBhvr>
                                            <p:cTn id="29" dur="1" fill="hold">
                                              <p:stCondLst>
                                                <p:cond delay="0"/>
                                              </p:stCondLst>
                                            </p:cTn>
                                            <p:tgtEl>
                                              <p:spTgt spid="56"/>
                                            </p:tgtEl>
                                            <p:attrNameLst>
                                              <p:attrName>style.visibility</p:attrName>
                                            </p:attrNameLst>
                                          </p:cBhvr>
                                          <p:to>
                                            <p:strVal val="visible"/>
                                          </p:to>
                                        </p:set>
                                        <p:anim calcmode="lin" valueType="num" p14:bounceEnd="81000">
                                          <p:cBhvr additive="base">
                                            <p:cTn id="30" dur="1000" fill="hold"/>
                                            <p:tgtEl>
                                              <p:spTgt spid="56"/>
                                            </p:tgtEl>
                                            <p:attrNameLst>
                                              <p:attrName>ppt_x</p:attrName>
                                            </p:attrNameLst>
                                          </p:cBhvr>
                                          <p:tavLst>
                                            <p:tav tm="0">
                                              <p:val>
                                                <p:strVal val="#ppt_x"/>
                                              </p:val>
                                            </p:tav>
                                            <p:tav tm="100000">
                                              <p:val>
                                                <p:strVal val="#ppt_x"/>
                                              </p:val>
                                            </p:tav>
                                          </p:tavLst>
                                        </p:anim>
                                        <p:anim calcmode="lin" valueType="num" p14:bounceEnd="81000">
                                          <p:cBhvr additive="base">
                                            <p:cTn id="31" dur="1000" fill="hold"/>
                                            <p:tgtEl>
                                              <p:spTgt spid="56"/>
                                            </p:tgtEl>
                                            <p:attrNameLst>
                                              <p:attrName>ppt_y</p:attrName>
                                            </p:attrNameLst>
                                          </p:cBhvr>
                                          <p:tavLst>
                                            <p:tav tm="0">
                                              <p:val>
                                                <p:strVal val="0-#ppt_h/2"/>
                                              </p:val>
                                            </p:tav>
                                            <p:tav tm="100000">
                                              <p:val>
                                                <p:strVal val="#ppt_y"/>
                                              </p:val>
                                            </p:tav>
                                          </p:tavLst>
                                        </p:anim>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left)">
                                          <p:cBhvr>
                                            <p:cTn id="35"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76"/>
                                            </p:tgtEl>
                                            <p:attrNameLst>
                                              <p:attrName>style.visibility</p:attrName>
                                            </p:attrNameLst>
                                          </p:cBhvr>
                                          <p:to>
                                            <p:strVal val="visible"/>
                                          </p:to>
                                        </p:set>
                                        <p:anim calcmode="lin" valueType="num">
                                          <p:cBhvr>
                                            <p:cTn id="7" dur="1000" fill="hold"/>
                                            <p:tgtEl>
                                              <p:spTgt spid="76"/>
                                            </p:tgtEl>
                                            <p:attrNameLst>
                                              <p:attrName>ppt_w</p:attrName>
                                            </p:attrNameLst>
                                          </p:cBhvr>
                                          <p:tavLst>
                                            <p:tav tm="0">
                                              <p:val>
                                                <p:fltVal val="0"/>
                                              </p:val>
                                            </p:tav>
                                            <p:tav tm="100000">
                                              <p:val>
                                                <p:strVal val="#ppt_w"/>
                                              </p:val>
                                            </p:tav>
                                          </p:tavLst>
                                        </p:anim>
                                        <p:anim calcmode="lin" valueType="num">
                                          <p:cBhvr>
                                            <p:cTn id="8" dur="1000" fill="hold"/>
                                            <p:tgtEl>
                                              <p:spTgt spid="76"/>
                                            </p:tgtEl>
                                            <p:attrNameLst>
                                              <p:attrName>ppt_h</p:attrName>
                                            </p:attrNameLst>
                                          </p:cBhvr>
                                          <p:tavLst>
                                            <p:tav tm="0">
                                              <p:val>
                                                <p:fltVal val="0"/>
                                              </p:val>
                                            </p:tav>
                                            <p:tav tm="100000">
                                              <p:val>
                                                <p:strVal val="#ppt_h"/>
                                              </p:val>
                                            </p:tav>
                                          </p:tavLst>
                                        </p:anim>
                                        <p:anim calcmode="lin" valueType="num">
                                          <p:cBhvr>
                                            <p:cTn id="9" dur="1000" fill="hold"/>
                                            <p:tgtEl>
                                              <p:spTgt spid="76"/>
                                            </p:tgtEl>
                                            <p:attrNameLst>
                                              <p:attrName>style.rotation</p:attrName>
                                            </p:attrNameLst>
                                          </p:cBhvr>
                                          <p:tavLst>
                                            <p:tav tm="0">
                                              <p:val>
                                                <p:fltVal val="90"/>
                                              </p:val>
                                            </p:tav>
                                            <p:tav tm="100000">
                                              <p:val>
                                                <p:fltVal val="0"/>
                                              </p:val>
                                            </p:tav>
                                          </p:tavLst>
                                        </p:anim>
                                        <p:animEffect transition="in" filter="fade">
                                          <p:cBhvr>
                                            <p:cTn id="10" dur="1000"/>
                                            <p:tgtEl>
                                              <p:spTgt spid="76"/>
                                            </p:tgtEl>
                                          </p:cBhvr>
                                        </p:animEffect>
                                      </p:childTnLst>
                                    </p:cTn>
                                  </p:par>
                                </p:childTnLst>
                              </p:cTn>
                            </p:par>
                            <p:par>
                              <p:cTn id="11" fill="hold">
                                <p:stCondLst>
                                  <p:cond delay="1000"/>
                                </p:stCondLst>
                                <p:childTnLst>
                                  <p:par>
                                    <p:cTn id="12" presetID="2" presetClass="entr" presetSubtype="8" decel="100000" fill="hold" nodeType="afterEffect">
                                      <p:stCondLst>
                                        <p:cond delay="0"/>
                                      </p:stCondLst>
                                      <p:childTnLst>
                                        <p:set>
                                          <p:cBhvr>
                                            <p:cTn id="13" dur="1" fill="hold">
                                              <p:stCondLst>
                                                <p:cond delay="0"/>
                                              </p:stCondLst>
                                            </p:cTn>
                                            <p:tgtEl>
                                              <p:spTgt spid="63"/>
                                            </p:tgtEl>
                                            <p:attrNameLst>
                                              <p:attrName>style.visibility</p:attrName>
                                            </p:attrNameLst>
                                          </p:cBhvr>
                                          <p:to>
                                            <p:strVal val="visible"/>
                                          </p:to>
                                        </p:set>
                                        <p:anim calcmode="lin" valueType="num">
                                          <p:cBhvr additive="base">
                                            <p:cTn id="14" dur="1000" fill="hold"/>
                                            <p:tgtEl>
                                              <p:spTgt spid="63"/>
                                            </p:tgtEl>
                                            <p:attrNameLst>
                                              <p:attrName>ppt_x</p:attrName>
                                            </p:attrNameLst>
                                          </p:cBhvr>
                                          <p:tavLst>
                                            <p:tav tm="0">
                                              <p:val>
                                                <p:strVal val="0-#ppt_w/2"/>
                                              </p:val>
                                            </p:tav>
                                            <p:tav tm="100000">
                                              <p:val>
                                                <p:strVal val="#ppt_x"/>
                                              </p:val>
                                            </p:tav>
                                          </p:tavLst>
                                        </p:anim>
                                        <p:anim calcmode="lin" valueType="num">
                                          <p:cBhvr additive="base">
                                            <p:cTn id="15" dur="1000" fill="hold"/>
                                            <p:tgtEl>
                                              <p:spTgt spid="63"/>
                                            </p:tgtEl>
                                            <p:attrNameLst>
                                              <p:attrName>ppt_y</p:attrName>
                                            </p:attrNameLst>
                                          </p:cBhvr>
                                          <p:tavLst>
                                            <p:tav tm="0">
                                              <p:val>
                                                <p:strVal val="#ppt_y"/>
                                              </p:val>
                                            </p:tav>
                                            <p:tav tm="100000">
                                              <p:val>
                                                <p:strVal val="#ppt_y"/>
                                              </p:val>
                                            </p:tav>
                                          </p:tavLst>
                                        </p:anim>
                                      </p:childTnLst>
                                    </p:cTn>
                                  </p:par>
                                  <p:par>
                                    <p:cTn id="16" presetID="2" presetClass="entr" presetSubtype="8" decel="100000" fill="hold" nodeType="withEffect">
                                      <p:stCondLst>
                                        <p:cond delay="0"/>
                                      </p:stCondLst>
                                      <p:childTnLst>
                                        <p:set>
                                          <p:cBhvr>
                                            <p:cTn id="17" dur="1" fill="hold">
                                              <p:stCondLst>
                                                <p:cond delay="0"/>
                                              </p:stCondLst>
                                            </p:cTn>
                                            <p:tgtEl>
                                              <p:spTgt spid="66"/>
                                            </p:tgtEl>
                                            <p:attrNameLst>
                                              <p:attrName>style.visibility</p:attrName>
                                            </p:attrNameLst>
                                          </p:cBhvr>
                                          <p:to>
                                            <p:strVal val="visible"/>
                                          </p:to>
                                        </p:set>
                                        <p:anim calcmode="lin" valueType="num">
                                          <p:cBhvr additive="base">
                                            <p:cTn id="18" dur="1000" fill="hold"/>
                                            <p:tgtEl>
                                              <p:spTgt spid="66"/>
                                            </p:tgtEl>
                                            <p:attrNameLst>
                                              <p:attrName>ppt_x</p:attrName>
                                            </p:attrNameLst>
                                          </p:cBhvr>
                                          <p:tavLst>
                                            <p:tav tm="0">
                                              <p:val>
                                                <p:strVal val="0-#ppt_w/2"/>
                                              </p:val>
                                            </p:tav>
                                            <p:tav tm="100000">
                                              <p:val>
                                                <p:strVal val="#ppt_x"/>
                                              </p:val>
                                            </p:tav>
                                          </p:tavLst>
                                        </p:anim>
                                        <p:anim calcmode="lin" valueType="num">
                                          <p:cBhvr additive="base">
                                            <p:cTn id="19" dur="1000" fill="hold"/>
                                            <p:tgtEl>
                                              <p:spTgt spid="66"/>
                                            </p:tgtEl>
                                            <p:attrNameLst>
                                              <p:attrName>ppt_y</p:attrName>
                                            </p:attrNameLst>
                                          </p:cBhvr>
                                          <p:tavLst>
                                            <p:tav tm="0">
                                              <p:val>
                                                <p:strVal val="#ppt_y"/>
                                              </p:val>
                                            </p:tav>
                                            <p:tav tm="100000">
                                              <p:val>
                                                <p:strVal val="#ppt_y"/>
                                              </p:val>
                                            </p:tav>
                                          </p:tavLst>
                                        </p:anim>
                                      </p:childTnLst>
                                    </p:cTn>
                                  </p:par>
                                  <p:par>
                                    <p:cTn id="20" presetID="2" presetClass="entr" presetSubtype="2" decel="100000" fill="hold" nodeType="withEffect">
                                      <p:stCondLst>
                                        <p:cond delay="0"/>
                                      </p:stCondLst>
                                      <p:childTnLst>
                                        <p:set>
                                          <p:cBhvr>
                                            <p:cTn id="21" dur="1" fill="hold">
                                              <p:stCondLst>
                                                <p:cond delay="0"/>
                                              </p:stCondLst>
                                            </p:cTn>
                                            <p:tgtEl>
                                              <p:spTgt spid="57"/>
                                            </p:tgtEl>
                                            <p:attrNameLst>
                                              <p:attrName>style.visibility</p:attrName>
                                            </p:attrNameLst>
                                          </p:cBhvr>
                                          <p:to>
                                            <p:strVal val="visible"/>
                                          </p:to>
                                        </p:set>
                                        <p:anim calcmode="lin" valueType="num">
                                          <p:cBhvr additive="base">
                                            <p:cTn id="22" dur="1000" fill="hold"/>
                                            <p:tgtEl>
                                              <p:spTgt spid="57"/>
                                            </p:tgtEl>
                                            <p:attrNameLst>
                                              <p:attrName>ppt_x</p:attrName>
                                            </p:attrNameLst>
                                          </p:cBhvr>
                                          <p:tavLst>
                                            <p:tav tm="0">
                                              <p:val>
                                                <p:strVal val="1+#ppt_w/2"/>
                                              </p:val>
                                            </p:tav>
                                            <p:tav tm="100000">
                                              <p:val>
                                                <p:strVal val="#ppt_x"/>
                                              </p:val>
                                            </p:tav>
                                          </p:tavLst>
                                        </p:anim>
                                        <p:anim calcmode="lin" valueType="num">
                                          <p:cBhvr additive="base">
                                            <p:cTn id="23" dur="1000" fill="hold"/>
                                            <p:tgtEl>
                                              <p:spTgt spid="57"/>
                                            </p:tgtEl>
                                            <p:attrNameLst>
                                              <p:attrName>ppt_y</p:attrName>
                                            </p:attrNameLst>
                                          </p:cBhvr>
                                          <p:tavLst>
                                            <p:tav tm="0">
                                              <p:val>
                                                <p:strVal val="#ppt_y"/>
                                              </p:val>
                                            </p:tav>
                                            <p:tav tm="100000">
                                              <p:val>
                                                <p:strVal val="#ppt_y"/>
                                              </p:val>
                                            </p:tav>
                                          </p:tavLst>
                                        </p:anim>
                                      </p:childTnLst>
                                    </p:cTn>
                                  </p:par>
                                  <p:par>
                                    <p:cTn id="24" presetID="2" presetClass="entr" presetSubtype="2" decel="100000" fill="hold" nodeType="withEffect">
                                      <p:stCondLst>
                                        <p:cond delay="0"/>
                                      </p:stCondLst>
                                      <p:childTnLst>
                                        <p:set>
                                          <p:cBhvr>
                                            <p:cTn id="25" dur="1" fill="hold">
                                              <p:stCondLst>
                                                <p:cond delay="0"/>
                                              </p:stCondLst>
                                            </p:cTn>
                                            <p:tgtEl>
                                              <p:spTgt spid="60"/>
                                            </p:tgtEl>
                                            <p:attrNameLst>
                                              <p:attrName>style.visibility</p:attrName>
                                            </p:attrNameLst>
                                          </p:cBhvr>
                                          <p:to>
                                            <p:strVal val="visible"/>
                                          </p:to>
                                        </p:set>
                                        <p:anim calcmode="lin" valueType="num">
                                          <p:cBhvr additive="base">
                                            <p:cTn id="26" dur="1000" fill="hold"/>
                                            <p:tgtEl>
                                              <p:spTgt spid="60"/>
                                            </p:tgtEl>
                                            <p:attrNameLst>
                                              <p:attrName>ppt_x</p:attrName>
                                            </p:attrNameLst>
                                          </p:cBhvr>
                                          <p:tavLst>
                                            <p:tav tm="0">
                                              <p:val>
                                                <p:strVal val="1+#ppt_w/2"/>
                                              </p:val>
                                            </p:tav>
                                            <p:tav tm="100000">
                                              <p:val>
                                                <p:strVal val="#ppt_x"/>
                                              </p:val>
                                            </p:tav>
                                          </p:tavLst>
                                        </p:anim>
                                        <p:anim calcmode="lin" valueType="num">
                                          <p:cBhvr additive="base">
                                            <p:cTn id="27" dur="1000" fill="hold"/>
                                            <p:tgtEl>
                                              <p:spTgt spid="60"/>
                                            </p:tgtEl>
                                            <p:attrNameLst>
                                              <p:attrName>ppt_y</p:attrName>
                                            </p:attrNameLst>
                                          </p:cBhvr>
                                          <p:tavLst>
                                            <p:tav tm="0">
                                              <p:val>
                                                <p:strVal val="#ppt_y"/>
                                              </p:val>
                                            </p:tav>
                                            <p:tav tm="100000">
                                              <p:val>
                                                <p:strVal val="#ppt_y"/>
                                              </p:val>
                                            </p:tav>
                                          </p:tavLst>
                                        </p:anim>
                                      </p:childTnLst>
                                    </p:cTn>
                                  </p:par>
                                  <p:par>
                                    <p:cTn id="28" presetID="2" presetClass="entr" presetSubtype="1"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anim calcmode="lin" valueType="num">
                                          <p:cBhvr additive="base">
                                            <p:cTn id="30" dur="1000" fill="hold"/>
                                            <p:tgtEl>
                                              <p:spTgt spid="56"/>
                                            </p:tgtEl>
                                            <p:attrNameLst>
                                              <p:attrName>ppt_x</p:attrName>
                                            </p:attrNameLst>
                                          </p:cBhvr>
                                          <p:tavLst>
                                            <p:tav tm="0">
                                              <p:val>
                                                <p:strVal val="#ppt_x"/>
                                              </p:val>
                                            </p:tav>
                                            <p:tav tm="100000">
                                              <p:val>
                                                <p:strVal val="#ppt_x"/>
                                              </p:val>
                                            </p:tav>
                                          </p:tavLst>
                                        </p:anim>
                                        <p:anim calcmode="lin" valueType="num">
                                          <p:cBhvr additive="base">
                                            <p:cTn id="31" dur="1000" fill="hold"/>
                                            <p:tgtEl>
                                              <p:spTgt spid="56"/>
                                            </p:tgtEl>
                                            <p:attrNameLst>
                                              <p:attrName>ppt_y</p:attrName>
                                            </p:attrNameLst>
                                          </p:cBhvr>
                                          <p:tavLst>
                                            <p:tav tm="0">
                                              <p:val>
                                                <p:strVal val="0-#ppt_h/2"/>
                                              </p:val>
                                            </p:tav>
                                            <p:tav tm="100000">
                                              <p:val>
                                                <p:strVal val="#ppt_y"/>
                                              </p:val>
                                            </p:tav>
                                          </p:tavLst>
                                        </p:anim>
                                      </p:childTnLst>
                                    </p:cTn>
                                  </p:par>
                                </p:childTnLst>
                              </p:cTn>
                            </p:par>
                            <p:par>
                              <p:cTn id="32" fill="hold">
                                <p:stCondLst>
                                  <p:cond delay="2000"/>
                                </p:stCondLst>
                                <p:childTnLst>
                                  <p:par>
                                    <p:cTn id="33" presetID="22" presetClass="entr" presetSubtype="8" fill="hold" nodeType="afterEffect">
                                      <p:stCondLst>
                                        <p:cond delay="0"/>
                                      </p:stCondLst>
                                      <p:childTnLst>
                                        <p:set>
                                          <p:cBhvr>
                                            <p:cTn id="34" dur="1" fill="hold">
                                              <p:stCondLst>
                                                <p:cond delay="0"/>
                                              </p:stCondLst>
                                            </p:cTn>
                                            <p:tgtEl>
                                              <p:spTgt spid="69"/>
                                            </p:tgtEl>
                                            <p:attrNameLst>
                                              <p:attrName>style.visibility</p:attrName>
                                            </p:attrNameLst>
                                          </p:cBhvr>
                                          <p:to>
                                            <p:strVal val="visible"/>
                                          </p:to>
                                        </p:set>
                                        <p:animEffect transition="in" filter="wipe(left)">
                                          <p:cBhvr>
                                            <p:cTn id="35"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7">
            <a:extLst>
              <a:ext uri="{FF2B5EF4-FFF2-40B4-BE49-F238E27FC236}">
                <a16:creationId xmlns:a16="http://schemas.microsoft.com/office/drawing/2014/main" id="{00D2E16E-CF38-43C0-A4E7-3B0A58AE2D1D}"/>
              </a:ext>
            </a:extLst>
          </p:cNvPr>
          <p:cNvSpPr>
            <a:spLocks noChangeAspect="1"/>
          </p:cNvSpPr>
          <p:nvPr/>
        </p:nvSpPr>
        <p:spPr>
          <a:xfrm rot="18900000" flipH="1">
            <a:off x="3503212" y="2439857"/>
            <a:ext cx="1157109" cy="1157112"/>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7" name="圆角矩形 2">
            <a:extLst>
              <a:ext uri="{FF2B5EF4-FFF2-40B4-BE49-F238E27FC236}">
                <a16:creationId xmlns:a16="http://schemas.microsoft.com/office/drawing/2014/main" id="{AA9E0804-34C4-4325-9A04-405E567B767A}"/>
              </a:ext>
            </a:extLst>
          </p:cNvPr>
          <p:cNvSpPr>
            <a:spLocks noChangeAspect="1"/>
          </p:cNvSpPr>
          <p:nvPr/>
        </p:nvSpPr>
        <p:spPr>
          <a:xfrm rot="18900000" flipH="1">
            <a:off x="2582377" y="-218682"/>
            <a:ext cx="2047475" cy="2047475"/>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6" name="圆角矩形 10">
            <a:extLst>
              <a:ext uri="{FF2B5EF4-FFF2-40B4-BE49-F238E27FC236}">
                <a16:creationId xmlns:a16="http://schemas.microsoft.com/office/drawing/2014/main" id="{D6A95384-7AB2-418A-BE99-E84941662AB2}"/>
              </a:ext>
            </a:extLst>
          </p:cNvPr>
          <p:cNvSpPr>
            <a:spLocks noChangeAspect="1"/>
          </p:cNvSpPr>
          <p:nvPr/>
        </p:nvSpPr>
        <p:spPr>
          <a:xfrm rot="18900000" flipH="1">
            <a:off x="103938" y="3677656"/>
            <a:ext cx="2062803" cy="2062803"/>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34" name="圆角矩形 13">
            <a:extLst>
              <a:ext uri="{FF2B5EF4-FFF2-40B4-BE49-F238E27FC236}">
                <a16:creationId xmlns:a16="http://schemas.microsoft.com/office/drawing/2014/main" id="{A88A3EA6-670E-4AC0-9B39-68AE734197A8}"/>
              </a:ext>
            </a:extLst>
          </p:cNvPr>
          <p:cNvSpPr>
            <a:spLocks noChangeAspect="1"/>
          </p:cNvSpPr>
          <p:nvPr/>
        </p:nvSpPr>
        <p:spPr>
          <a:xfrm rot="18900000" flipH="1">
            <a:off x="-2409405" y="-2474529"/>
            <a:ext cx="4268328" cy="4268328"/>
          </a:xfrm>
          <a:prstGeom prst="roundRect">
            <a:avLst>
              <a:gd name="adj" fmla="val 7233"/>
            </a:avLst>
          </a:prstGeom>
          <a:gradFill flip="none" rotWithShape="1">
            <a:gsLst>
              <a:gs pos="100000">
                <a:srgbClr val="74C5A8"/>
              </a:gs>
              <a:gs pos="55700">
                <a:srgbClr val="73C4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8" name="圆角矩形 17">
            <a:extLst>
              <a:ext uri="{FF2B5EF4-FFF2-40B4-BE49-F238E27FC236}">
                <a16:creationId xmlns:a16="http://schemas.microsoft.com/office/drawing/2014/main" id="{798617C1-447A-EF4E-9A2A-FB0D80095493}"/>
              </a:ext>
            </a:extLst>
          </p:cNvPr>
          <p:cNvSpPr/>
          <p:nvPr/>
        </p:nvSpPr>
        <p:spPr>
          <a:xfrm rot="2700000" flipH="1" flipV="1">
            <a:off x="9365189" y="-1511310"/>
            <a:ext cx="2071475" cy="2080280"/>
          </a:xfrm>
          <a:prstGeom prst="roundRect">
            <a:avLst>
              <a:gd name="adj" fmla="val 7233"/>
            </a:avLst>
          </a:prstGeom>
          <a:gradFill flip="none" rotWithShape="1">
            <a:gsLst>
              <a:gs pos="100000">
                <a:srgbClr val="74C5A8"/>
              </a:gs>
              <a:gs pos="55700">
                <a:srgbClr val="74C5A8"/>
              </a:gs>
              <a:gs pos="3000">
                <a:schemeClr val="accent1">
                  <a:lumMod val="60000"/>
                  <a:lumOff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prstClr val="white"/>
              </a:solidFill>
              <a:cs typeface="+mn-ea"/>
              <a:sym typeface="+mn-lt"/>
            </a:endParaRPr>
          </a:p>
        </p:txBody>
      </p:sp>
      <p:sp>
        <p:nvSpPr>
          <p:cNvPr id="19" name="圆角矩形 18">
            <a:extLst>
              <a:ext uri="{FF2B5EF4-FFF2-40B4-BE49-F238E27FC236}">
                <a16:creationId xmlns:a16="http://schemas.microsoft.com/office/drawing/2014/main" id="{4EA1544B-4F04-B944-859C-5BEDF2CA5137}"/>
              </a:ext>
            </a:extLst>
          </p:cNvPr>
          <p:cNvSpPr>
            <a:spLocks noChangeAspect="1"/>
          </p:cNvSpPr>
          <p:nvPr/>
        </p:nvSpPr>
        <p:spPr>
          <a:xfrm rot="18900000" flipH="1">
            <a:off x="2217216" y="2078718"/>
            <a:ext cx="1145273" cy="1145273"/>
          </a:xfrm>
          <a:prstGeom prst="roundRect">
            <a:avLst>
              <a:gd name="adj" fmla="val 7233"/>
            </a:avLst>
          </a:prstGeom>
          <a:solidFill>
            <a:schemeClr val="bg1">
              <a:lumMod val="95000"/>
              <a:alpha val="78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0" name="圆角矩形 19">
            <a:extLst>
              <a:ext uri="{FF2B5EF4-FFF2-40B4-BE49-F238E27FC236}">
                <a16:creationId xmlns:a16="http://schemas.microsoft.com/office/drawing/2014/main" id="{D6B2B1CE-8215-0D4F-B59C-2C49D0C76C53}"/>
              </a:ext>
            </a:extLst>
          </p:cNvPr>
          <p:cNvSpPr>
            <a:spLocks noChangeAspect="1"/>
          </p:cNvSpPr>
          <p:nvPr/>
        </p:nvSpPr>
        <p:spPr>
          <a:xfrm rot="18900000" flipH="1">
            <a:off x="493001" y="39889"/>
            <a:ext cx="2100468" cy="2100468"/>
          </a:xfrm>
          <a:prstGeom prst="roundRect">
            <a:avLst>
              <a:gd name="adj" fmla="val 7233"/>
            </a:avLst>
          </a:prstGeom>
          <a:solidFill>
            <a:schemeClr val="bg1">
              <a:lumMod val="95000"/>
              <a:alpha val="73000"/>
            </a:scheme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1" name="圆角矩形 20">
            <a:extLst>
              <a:ext uri="{FF2B5EF4-FFF2-40B4-BE49-F238E27FC236}">
                <a16:creationId xmlns:a16="http://schemas.microsoft.com/office/drawing/2014/main" id="{D2F05539-147C-9647-81F9-6C3A7C9E2C71}"/>
              </a:ext>
            </a:extLst>
          </p:cNvPr>
          <p:cNvSpPr>
            <a:spLocks noChangeAspect="1"/>
          </p:cNvSpPr>
          <p:nvPr/>
        </p:nvSpPr>
        <p:spPr>
          <a:xfrm rot="18900000" flipH="1">
            <a:off x="2838211" y="1449962"/>
            <a:ext cx="1368823" cy="1368823"/>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2" name="圆角矩形 21">
            <a:extLst>
              <a:ext uri="{FF2B5EF4-FFF2-40B4-BE49-F238E27FC236}">
                <a16:creationId xmlns:a16="http://schemas.microsoft.com/office/drawing/2014/main" id="{86FE8CBA-F94C-154A-A854-80E12A9FE5C9}"/>
              </a:ext>
            </a:extLst>
          </p:cNvPr>
          <p:cNvSpPr>
            <a:spLocks noChangeAspect="1"/>
          </p:cNvSpPr>
          <p:nvPr/>
        </p:nvSpPr>
        <p:spPr>
          <a:xfrm rot="18900000" flipH="1">
            <a:off x="1191853" y="-1038602"/>
            <a:ext cx="1733106" cy="1733106"/>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3" name="圆角矩形 22">
            <a:extLst>
              <a:ext uri="{FF2B5EF4-FFF2-40B4-BE49-F238E27FC236}">
                <a16:creationId xmlns:a16="http://schemas.microsoft.com/office/drawing/2014/main" id="{A5283602-B775-F142-94C1-EAD9A5EC0355}"/>
              </a:ext>
            </a:extLst>
          </p:cNvPr>
          <p:cNvSpPr>
            <a:spLocks noChangeAspect="1"/>
          </p:cNvSpPr>
          <p:nvPr/>
        </p:nvSpPr>
        <p:spPr>
          <a:xfrm rot="18900000" flipH="1">
            <a:off x="-63108" y="5379762"/>
            <a:ext cx="2024254" cy="2024254"/>
          </a:xfrm>
          <a:prstGeom prst="roundRect">
            <a:avLst>
              <a:gd name="adj" fmla="val 7233"/>
            </a:avLst>
          </a:prstGeom>
          <a:solidFill>
            <a:schemeClr val="bg1">
              <a:alpha val="57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4" name="圆角矩形 23">
            <a:extLst>
              <a:ext uri="{FF2B5EF4-FFF2-40B4-BE49-F238E27FC236}">
                <a16:creationId xmlns:a16="http://schemas.microsoft.com/office/drawing/2014/main" id="{93B8DC19-00E9-ED4B-82FF-6DD57832EA5E}"/>
              </a:ext>
            </a:extLst>
          </p:cNvPr>
          <p:cNvSpPr>
            <a:spLocks noChangeAspect="1"/>
          </p:cNvSpPr>
          <p:nvPr/>
        </p:nvSpPr>
        <p:spPr>
          <a:xfrm rot="18900000" flipH="1">
            <a:off x="-724471" y="4071060"/>
            <a:ext cx="1145273" cy="1145273"/>
          </a:xfrm>
          <a:prstGeom prst="roundRect">
            <a:avLst>
              <a:gd name="adj" fmla="val 7233"/>
            </a:avLst>
          </a:prstGeom>
          <a:solidFill>
            <a:schemeClr val="bg1">
              <a:lumMod val="9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
        <p:nvSpPr>
          <p:cNvPr id="28" name="文本框 27">
            <a:extLst>
              <a:ext uri="{FF2B5EF4-FFF2-40B4-BE49-F238E27FC236}">
                <a16:creationId xmlns:a16="http://schemas.microsoft.com/office/drawing/2014/main" id="{C8894F0B-4BAD-8E4B-AEEE-6C205C50BCC3}"/>
              </a:ext>
            </a:extLst>
          </p:cNvPr>
          <p:cNvSpPr txBox="1"/>
          <p:nvPr/>
        </p:nvSpPr>
        <p:spPr>
          <a:xfrm>
            <a:off x="8590900" y="1539605"/>
            <a:ext cx="2579344" cy="1015663"/>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en-US" altLang="zh-CN" sz="60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mn-ea"/>
                <a:sym typeface="+mn-lt"/>
              </a:rPr>
              <a:t>202X</a:t>
            </a:r>
            <a:endParaRPr kumimoji="1" lang="zh-CN" altLang="en-US" sz="60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mn-ea"/>
              <a:sym typeface="+mn-lt"/>
            </a:endParaRPr>
          </a:p>
        </p:txBody>
      </p:sp>
      <p:sp>
        <p:nvSpPr>
          <p:cNvPr id="29" name="文本框 28">
            <a:extLst>
              <a:ext uri="{FF2B5EF4-FFF2-40B4-BE49-F238E27FC236}">
                <a16:creationId xmlns:a16="http://schemas.microsoft.com/office/drawing/2014/main" id="{0FAEA9AD-0BCF-FC43-84FF-FA9AA98583DB}"/>
              </a:ext>
            </a:extLst>
          </p:cNvPr>
          <p:cNvSpPr txBox="1"/>
          <p:nvPr/>
        </p:nvSpPr>
        <p:spPr>
          <a:xfrm>
            <a:off x="5304092" y="2734294"/>
            <a:ext cx="6023483" cy="1200329"/>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7200" b="1" i="0" u="none" strike="noStrike" kern="1200" cap="none" spc="0" normalizeH="0" baseline="0" noProof="0" dirty="0">
                <a:ln>
                  <a:noFill/>
                </a:ln>
                <a:solidFill>
                  <a:schemeClr val="tx1">
                    <a:lumMod val="85000"/>
                    <a:lumOff val="15000"/>
                  </a:schemeClr>
                </a:solidFill>
                <a:effectLst/>
                <a:uLnTx/>
                <a:uFillTx/>
                <a:latin typeface="思源黑体 HW Bold" panose="020B0800000000000000" pitchFamily="34" charset="-122"/>
                <a:ea typeface="思源黑体 HW Bold" panose="020B0800000000000000" pitchFamily="34" charset="-122"/>
                <a:cs typeface="+mn-ea"/>
                <a:sym typeface="+mn-lt"/>
              </a:rPr>
              <a:t>感谢您的观看</a:t>
            </a:r>
          </a:p>
        </p:txBody>
      </p:sp>
      <p:sp>
        <p:nvSpPr>
          <p:cNvPr id="30" name="文本框 29">
            <a:extLst>
              <a:ext uri="{FF2B5EF4-FFF2-40B4-BE49-F238E27FC236}">
                <a16:creationId xmlns:a16="http://schemas.microsoft.com/office/drawing/2014/main" id="{3FDB1FC5-D9E9-9B4B-A546-A273A91F9F00}"/>
              </a:ext>
            </a:extLst>
          </p:cNvPr>
          <p:cNvSpPr txBox="1"/>
          <p:nvPr/>
        </p:nvSpPr>
        <p:spPr>
          <a:xfrm>
            <a:off x="6405983" y="4260840"/>
            <a:ext cx="4829474" cy="568810"/>
          </a:xfrm>
          <a:prstGeom prst="rect">
            <a:avLst/>
          </a:prstGeom>
          <a:noFill/>
        </p:spPr>
        <p:txBody>
          <a:bodyPr wrap="square" rtlCol="0">
            <a:spAutoFit/>
          </a:bodyPr>
          <a:lstStyle/>
          <a:p>
            <a:pPr lvl="0" algn="r">
              <a:lnSpc>
                <a:spcPct val="150000"/>
              </a:lnSpc>
            </a:pPr>
            <a:r>
              <a:rPr lang="en-US" altLang="zh-CN" sz="1100" dirty="0">
                <a:solidFill>
                  <a:prstClr val="white">
                    <a:lumMod val="50000"/>
                  </a:prstClr>
                </a:solidFill>
                <a:latin typeface="微软雅黑" panose="020B0503020204020204" pitchFamily="34" charset="-122"/>
                <a:ea typeface="微软雅黑" panose="020B0503020204020204" pitchFamily="34" charset="-122"/>
                <a:cs typeface="+mn-ea"/>
                <a:sym typeface="+mn-lt"/>
              </a:rPr>
              <a:t>Enter a text description related to the title Enter a text description related to the title Enter a text description related to the title</a:t>
            </a:r>
            <a:endParaRPr kumimoji="0" lang="en" altLang="zh-CN" sz="1100"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cxnSp>
        <p:nvCxnSpPr>
          <p:cNvPr id="31" name="直接连接符 30">
            <a:extLst>
              <a:ext uri="{FF2B5EF4-FFF2-40B4-BE49-F238E27FC236}">
                <a16:creationId xmlns:a16="http://schemas.microsoft.com/office/drawing/2014/main" id="{4DD67D3E-71E8-4634-99E5-40D344914B9C}"/>
              </a:ext>
            </a:extLst>
          </p:cNvPr>
          <p:cNvCxnSpPr/>
          <p:nvPr/>
        </p:nvCxnSpPr>
        <p:spPr>
          <a:xfrm>
            <a:off x="8647782" y="1605999"/>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D023207-97FE-47E3-8124-ED57049484E5}"/>
              </a:ext>
            </a:extLst>
          </p:cNvPr>
          <p:cNvCxnSpPr/>
          <p:nvPr/>
        </p:nvCxnSpPr>
        <p:spPr>
          <a:xfrm>
            <a:off x="8639452" y="2510634"/>
            <a:ext cx="2465580" cy="0"/>
          </a:xfrm>
          <a:prstGeom prst="line">
            <a:avLst/>
          </a:prstGeom>
          <a:ln w="28575">
            <a:gradFill>
              <a:gsLst>
                <a:gs pos="0">
                  <a:schemeClr val="accent1">
                    <a:lumMod val="60000"/>
                    <a:lumOff val="40000"/>
                  </a:schemeClr>
                </a:gs>
                <a:gs pos="100000">
                  <a:srgbClr val="74C5A8"/>
                </a:gs>
              </a:gsLst>
              <a:lin ang="5400000" scaled="1"/>
            </a:gra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4B3929FE-1EB9-461A-B98C-56D06EDA02AE}"/>
              </a:ext>
            </a:extLst>
          </p:cNvPr>
          <p:cNvSpPr txBox="1"/>
          <p:nvPr/>
        </p:nvSpPr>
        <p:spPr>
          <a:xfrm>
            <a:off x="8807117" y="5340473"/>
            <a:ext cx="2363128" cy="442674"/>
          </a:xfrm>
          <a:prstGeom prst="roundRect">
            <a:avLst/>
          </a:prstGeom>
          <a:gradFill flip="none" rotWithShape="1">
            <a:gsLst>
              <a:gs pos="0">
                <a:srgbClr val="74C5A8"/>
              </a:gs>
              <a:gs pos="100000">
                <a:schemeClr val="accent1">
                  <a:lumMod val="60000"/>
                  <a:lumOff val="40000"/>
                </a:schemeClr>
              </a:gs>
            </a:gsLst>
            <a:lin ang="16200000" scaled="1"/>
            <a:tileRect/>
          </a:grad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1"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汇报人：第一</a:t>
            </a:r>
            <a:r>
              <a:rPr kumimoji="1" lang="en-US" altLang="zh-CN"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rPr>
              <a:t>PPT</a:t>
            </a:r>
            <a:endParaRPr kumimoji="1" lang="zh-CN" altLang="en-US" sz="20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ea"/>
              <a:sym typeface="+mn-lt"/>
            </a:endParaRPr>
          </a:p>
        </p:txBody>
      </p:sp>
      <p:sp>
        <p:nvSpPr>
          <p:cNvPr id="35" name="文本框 34">
            <a:extLst>
              <a:ext uri="{FF2B5EF4-FFF2-40B4-BE49-F238E27FC236}">
                <a16:creationId xmlns:a16="http://schemas.microsoft.com/office/drawing/2014/main" id="{61281355-28D8-4C3B-A490-D90A8631444D}"/>
              </a:ext>
            </a:extLst>
          </p:cNvPr>
          <p:cNvSpPr txBox="1"/>
          <p:nvPr/>
        </p:nvSpPr>
        <p:spPr>
          <a:xfrm>
            <a:off x="5688710" y="3849473"/>
            <a:ext cx="5628973" cy="462819"/>
          </a:xfrm>
          <a:prstGeom prst="rect">
            <a:avLst/>
          </a:prstGeom>
          <a:noFill/>
        </p:spPr>
        <p:txBody>
          <a:bodyPr wrap="square" rtlCol="0">
            <a:spAutoFit/>
          </a:bodyPr>
          <a:lstStyle/>
          <a:p>
            <a:pPr lvl="0" algn="r">
              <a:lnSpc>
                <a:spcPct val="150000"/>
              </a:lnSpc>
            </a:pPr>
            <a:r>
              <a:rPr kumimoji="0" lang="zh-CN" altLang="en-US"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rPr>
              <a:t>适用于公司宣传、企业介绍、工作总结、商务汇报等</a:t>
            </a:r>
            <a:endParaRPr kumimoji="0" lang="en" altLang="zh-CN" b="0" i="0" u="none" strike="noStrike" kern="120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ea"/>
              <a:sym typeface="+mn-lt"/>
            </a:endParaRPr>
          </a:p>
        </p:txBody>
      </p:sp>
      <p:sp>
        <p:nvSpPr>
          <p:cNvPr id="25" name="圆角矩形 18">
            <a:extLst>
              <a:ext uri="{FF2B5EF4-FFF2-40B4-BE49-F238E27FC236}">
                <a16:creationId xmlns:a16="http://schemas.microsoft.com/office/drawing/2014/main" id="{1BFBA1FE-7530-4FE3-AB93-1B21ACAAED30}"/>
              </a:ext>
            </a:extLst>
          </p:cNvPr>
          <p:cNvSpPr>
            <a:spLocks noChangeAspect="1"/>
          </p:cNvSpPr>
          <p:nvPr/>
        </p:nvSpPr>
        <p:spPr>
          <a:xfrm rot="18900000" flipH="1">
            <a:off x="3318517" y="5324168"/>
            <a:ext cx="2730442" cy="2730442"/>
          </a:xfrm>
          <a:prstGeom prst="roundRect">
            <a:avLst>
              <a:gd name="adj" fmla="val 7233"/>
            </a:avLst>
          </a:prstGeom>
          <a:solidFill>
            <a:srgbClr val="FDFDFD">
              <a:alpha val="77647"/>
            </a:srgbClr>
          </a:solidFill>
          <a:ln>
            <a:noFill/>
          </a:ln>
          <a:effectLst>
            <a:outerShdw blurRad="114300" dist="88900" dir="54000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cs typeface="+mn-ea"/>
              <a:sym typeface="+mn-lt"/>
            </a:endParaRPr>
          </a:p>
        </p:txBody>
      </p:sp>
    </p:spTree>
    <p:extLst>
      <p:ext uri="{BB962C8B-B14F-4D97-AF65-F5344CB8AC3E}">
        <p14:creationId xmlns:p14="http://schemas.microsoft.com/office/powerpoint/2010/main" val="3930043230"/>
      </p:ext>
    </p:extLst>
  </p:cSld>
  <p:clrMapOvr>
    <a:masterClrMapping/>
  </p:clrMapOvr>
  <mc:AlternateContent xmlns:mc="http://schemas.openxmlformats.org/markup-compatibility/2006" xmlns:p14="http://schemas.microsoft.com/office/powerpoint/2010/main">
    <mc:Choice Requires="p14">
      <p:transition p14:dur="10" advTm="3000"/>
    </mc:Choice>
    <mc:Fallback xmlns="">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500"/>
                                        <p:tgtEl>
                                          <p:spTgt spid="38"/>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wipe(down)">
                                      <p:cBhvr>
                                        <p:cTn id="10" dur="500"/>
                                        <p:tgtEl>
                                          <p:spTgt spid="3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wipe(down)">
                                      <p:cBhvr>
                                        <p:cTn id="13" dur="500"/>
                                        <p:tgtEl>
                                          <p:spTgt spid="34"/>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wipe(down)">
                                      <p:cBhvr>
                                        <p:cTn id="16" dur="500"/>
                                        <p:tgtEl>
                                          <p:spTgt spid="1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wipe(down)">
                                      <p:cBhvr>
                                        <p:cTn id="19" dur="500"/>
                                        <p:tgtEl>
                                          <p:spTgt spid="20"/>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wipe(down)">
                                      <p:cBhvr>
                                        <p:cTn id="22" dur="500"/>
                                        <p:tgtEl>
                                          <p:spTgt spid="21"/>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wipe(down)">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1000"/>
                                        <p:tgtEl>
                                          <p:spTgt spid="36"/>
                                        </p:tgtEl>
                                      </p:cBhvr>
                                    </p:animEffect>
                                    <p:anim calcmode="lin" valueType="num">
                                      <p:cBhvr>
                                        <p:cTn id="31" dur="1000" fill="hold"/>
                                        <p:tgtEl>
                                          <p:spTgt spid="36"/>
                                        </p:tgtEl>
                                        <p:attrNameLst>
                                          <p:attrName>ppt_x</p:attrName>
                                        </p:attrNameLst>
                                      </p:cBhvr>
                                      <p:tavLst>
                                        <p:tav tm="0">
                                          <p:val>
                                            <p:strVal val="#ppt_x"/>
                                          </p:val>
                                        </p:tav>
                                        <p:tav tm="100000">
                                          <p:val>
                                            <p:strVal val="#ppt_x"/>
                                          </p:val>
                                        </p:tav>
                                      </p:tavLst>
                                    </p:anim>
                                    <p:anim calcmode="lin" valueType="num">
                                      <p:cBhvr>
                                        <p:cTn id="32" dur="1000" fill="hold"/>
                                        <p:tgtEl>
                                          <p:spTgt spid="36"/>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1000"/>
                                        <p:tgtEl>
                                          <p:spTgt spid="23"/>
                                        </p:tgtEl>
                                      </p:cBhvr>
                                    </p:animEffect>
                                    <p:anim calcmode="lin" valueType="num">
                                      <p:cBhvr>
                                        <p:cTn id="36" dur="1000" fill="hold"/>
                                        <p:tgtEl>
                                          <p:spTgt spid="23"/>
                                        </p:tgtEl>
                                        <p:attrNameLst>
                                          <p:attrName>ppt_x</p:attrName>
                                        </p:attrNameLst>
                                      </p:cBhvr>
                                      <p:tavLst>
                                        <p:tav tm="0">
                                          <p:val>
                                            <p:strVal val="#ppt_x"/>
                                          </p:val>
                                        </p:tav>
                                        <p:tav tm="100000">
                                          <p:val>
                                            <p:strVal val="#ppt_x"/>
                                          </p:val>
                                        </p:tav>
                                      </p:tavLst>
                                    </p:anim>
                                    <p:anim calcmode="lin" valueType="num">
                                      <p:cBhvr>
                                        <p:cTn id="37" dur="1000" fill="hold"/>
                                        <p:tgtEl>
                                          <p:spTgt spid="2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1000"/>
                                        <p:tgtEl>
                                          <p:spTgt spid="24"/>
                                        </p:tgtEl>
                                      </p:cBhvr>
                                    </p:animEffect>
                                    <p:anim calcmode="lin" valueType="num">
                                      <p:cBhvr>
                                        <p:cTn id="41" dur="1000" fill="hold"/>
                                        <p:tgtEl>
                                          <p:spTgt spid="24"/>
                                        </p:tgtEl>
                                        <p:attrNameLst>
                                          <p:attrName>ppt_x</p:attrName>
                                        </p:attrNameLst>
                                      </p:cBhvr>
                                      <p:tavLst>
                                        <p:tav tm="0">
                                          <p:val>
                                            <p:strVal val="#ppt_x"/>
                                          </p:val>
                                        </p:tav>
                                        <p:tav tm="100000">
                                          <p:val>
                                            <p:strVal val="#ppt_x"/>
                                          </p:val>
                                        </p:tav>
                                      </p:tavLst>
                                    </p:anim>
                                    <p:anim calcmode="lin" valueType="num">
                                      <p:cBhvr>
                                        <p:cTn id="42" dur="1000" fill="hold"/>
                                        <p:tgtEl>
                                          <p:spTgt spid="24"/>
                                        </p:tgtEl>
                                        <p:attrNameLst>
                                          <p:attrName>ppt_y</p:attrName>
                                        </p:attrNameLst>
                                      </p:cBhvr>
                                      <p:tavLst>
                                        <p:tav tm="0">
                                          <p:val>
                                            <p:strVal val="#ppt_y+.1"/>
                                          </p:val>
                                        </p:tav>
                                        <p:tav tm="100000">
                                          <p:val>
                                            <p:strVal val="#ppt_y"/>
                                          </p:val>
                                        </p:tav>
                                      </p:tavLst>
                                    </p:anim>
                                  </p:childTnLst>
                                </p:cTn>
                              </p:par>
                            </p:childTnLst>
                          </p:cTn>
                        </p:par>
                        <p:par>
                          <p:cTn id="43" fill="hold">
                            <p:stCondLst>
                              <p:cond delay="1000"/>
                            </p:stCondLst>
                            <p:childTnLst>
                              <p:par>
                                <p:cTn id="44" presetID="47" presetClass="entr" presetSubtype="0" fill="hold" grpId="0" nodeType="after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1000"/>
                                        <p:tgtEl>
                                          <p:spTgt spid="18"/>
                                        </p:tgtEl>
                                      </p:cBhvr>
                                    </p:animEffect>
                                    <p:anim calcmode="lin" valueType="num">
                                      <p:cBhvr>
                                        <p:cTn id="47" dur="1000" fill="hold"/>
                                        <p:tgtEl>
                                          <p:spTgt spid="18"/>
                                        </p:tgtEl>
                                        <p:attrNameLst>
                                          <p:attrName>ppt_x</p:attrName>
                                        </p:attrNameLst>
                                      </p:cBhvr>
                                      <p:tavLst>
                                        <p:tav tm="0">
                                          <p:val>
                                            <p:strVal val="#ppt_x"/>
                                          </p:val>
                                        </p:tav>
                                        <p:tav tm="100000">
                                          <p:val>
                                            <p:strVal val="#ppt_x"/>
                                          </p:val>
                                        </p:tav>
                                      </p:tavLst>
                                    </p:anim>
                                    <p:anim calcmode="lin" valueType="num">
                                      <p:cBhvr>
                                        <p:cTn id="48" dur="1000" fill="hold"/>
                                        <p:tgtEl>
                                          <p:spTgt spid="18"/>
                                        </p:tgtEl>
                                        <p:attrNameLst>
                                          <p:attrName>ppt_y</p:attrName>
                                        </p:attrNameLst>
                                      </p:cBhvr>
                                      <p:tavLst>
                                        <p:tav tm="0">
                                          <p:val>
                                            <p:strVal val="#ppt_y-.1"/>
                                          </p:val>
                                        </p:tav>
                                        <p:tav tm="100000">
                                          <p:val>
                                            <p:strVal val="#ppt_y"/>
                                          </p:val>
                                        </p:tav>
                                      </p:tavLst>
                                    </p:anim>
                                  </p:childTnLst>
                                </p:cTn>
                              </p:par>
                            </p:childTnLst>
                          </p:cTn>
                        </p:par>
                        <p:par>
                          <p:cTn id="49" fill="hold">
                            <p:stCondLst>
                              <p:cond delay="2000"/>
                            </p:stCondLst>
                            <p:childTnLst>
                              <p:par>
                                <p:cTn id="50" presetID="22" presetClass="entr" presetSubtype="2" fill="hold" grpId="0" nodeType="after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wipe(right)">
                                      <p:cBhvr>
                                        <p:cTn id="52" dur="500"/>
                                        <p:tgtEl>
                                          <p:spTgt spid="28"/>
                                        </p:tgtEl>
                                      </p:cBhvr>
                                    </p:animEffect>
                                  </p:childTnLst>
                                </p:cTn>
                              </p:par>
                              <p:par>
                                <p:cTn id="53" presetID="22" presetClass="entr" presetSubtype="2"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wipe(right)">
                                      <p:cBhvr>
                                        <p:cTn id="55" dur="500"/>
                                        <p:tgtEl>
                                          <p:spTgt spid="31"/>
                                        </p:tgtEl>
                                      </p:cBhvr>
                                    </p:animEffect>
                                  </p:childTnLst>
                                </p:cTn>
                              </p:par>
                              <p:par>
                                <p:cTn id="56" presetID="22" presetClass="entr" presetSubtype="2" fill="hold" nodeType="withEffect">
                                  <p:stCondLst>
                                    <p:cond delay="0"/>
                                  </p:stCondLst>
                                  <p:childTnLst>
                                    <p:set>
                                      <p:cBhvr>
                                        <p:cTn id="57" dur="1" fill="hold">
                                          <p:stCondLst>
                                            <p:cond delay="0"/>
                                          </p:stCondLst>
                                        </p:cTn>
                                        <p:tgtEl>
                                          <p:spTgt spid="32"/>
                                        </p:tgtEl>
                                        <p:attrNameLst>
                                          <p:attrName>style.visibility</p:attrName>
                                        </p:attrNameLst>
                                      </p:cBhvr>
                                      <p:to>
                                        <p:strVal val="visible"/>
                                      </p:to>
                                    </p:set>
                                    <p:animEffect transition="in" filter="wipe(right)">
                                      <p:cBhvr>
                                        <p:cTn id="58" dur="500"/>
                                        <p:tgtEl>
                                          <p:spTgt spid="32"/>
                                        </p:tgtEl>
                                      </p:cBhvr>
                                    </p:animEffect>
                                  </p:childTnLst>
                                </p:cTn>
                              </p:par>
                            </p:childTnLst>
                          </p:cTn>
                        </p:par>
                        <p:par>
                          <p:cTn id="59" fill="hold">
                            <p:stCondLst>
                              <p:cond delay="2500"/>
                            </p:stCondLst>
                            <p:childTnLst>
                              <p:par>
                                <p:cTn id="60" presetID="53" presetClass="entr" presetSubtype="16" fill="hold" grpId="0" nodeType="afterEffect">
                                  <p:stCondLst>
                                    <p:cond delay="0"/>
                                  </p:stCondLst>
                                  <p:childTnLst>
                                    <p:set>
                                      <p:cBhvr>
                                        <p:cTn id="61" dur="1" fill="hold">
                                          <p:stCondLst>
                                            <p:cond delay="0"/>
                                          </p:stCondLst>
                                        </p:cTn>
                                        <p:tgtEl>
                                          <p:spTgt spid="29"/>
                                        </p:tgtEl>
                                        <p:attrNameLst>
                                          <p:attrName>style.visibility</p:attrName>
                                        </p:attrNameLst>
                                      </p:cBhvr>
                                      <p:to>
                                        <p:strVal val="visible"/>
                                      </p:to>
                                    </p:set>
                                    <p:anim calcmode="lin" valueType="num">
                                      <p:cBhvr>
                                        <p:cTn id="62" dur="500" fill="hold"/>
                                        <p:tgtEl>
                                          <p:spTgt spid="29"/>
                                        </p:tgtEl>
                                        <p:attrNameLst>
                                          <p:attrName>ppt_w</p:attrName>
                                        </p:attrNameLst>
                                      </p:cBhvr>
                                      <p:tavLst>
                                        <p:tav tm="0">
                                          <p:val>
                                            <p:fltVal val="0"/>
                                          </p:val>
                                        </p:tav>
                                        <p:tav tm="100000">
                                          <p:val>
                                            <p:strVal val="#ppt_w"/>
                                          </p:val>
                                        </p:tav>
                                      </p:tavLst>
                                    </p:anim>
                                    <p:anim calcmode="lin" valueType="num">
                                      <p:cBhvr>
                                        <p:cTn id="63" dur="500" fill="hold"/>
                                        <p:tgtEl>
                                          <p:spTgt spid="29"/>
                                        </p:tgtEl>
                                        <p:attrNameLst>
                                          <p:attrName>ppt_h</p:attrName>
                                        </p:attrNameLst>
                                      </p:cBhvr>
                                      <p:tavLst>
                                        <p:tav tm="0">
                                          <p:val>
                                            <p:fltVal val="0"/>
                                          </p:val>
                                        </p:tav>
                                        <p:tav tm="100000">
                                          <p:val>
                                            <p:strVal val="#ppt_h"/>
                                          </p:val>
                                        </p:tav>
                                      </p:tavLst>
                                    </p:anim>
                                    <p:animEffect transition="in" filter="fade">
                                      <p:cBhvr>
                                        <p:cTn id="64" dur="500"/>
                                        <p:tgtEl>
                                          <p:spTgt spid="29"/>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barn(inVertical)">
                                      <p:cBhvr>
                                        <p:cTn id="69" dur="500"/>
                                        <p:tgtEl>
                                          <p:spTgt spid="35"/>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grpId="0" nodeType="click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wipe(down)">
                                      <p:cBhvr>
                                        <p:cTn id="74" dur="500"/>
                                        <p:tgtEl>
                                          <p:spTgt spid="30"/>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33"/>
                                        </p:tgtEl>
                                        <p:attrNameLst>
                                          <p:attrName>style.visibility</p:attrName>
                                        </p:attrNameLst>
                                      </p:cBhvr>
                                      <p:to>
                                        <p:strVal val="visible"/>
                                      </p:to>
                                    </p:set>
                                    <p:anim calcmode="lin" valueType="num">
                                      <p:cBhvr>
                                        <p:cTn id="79" dur="500" fill="hold"/>
                                        <p:tgtEl>
                                          <p:spTgt spid="33"/>
                                        </p:tgtEl>
                                        <p:attrNameLst>
                                          <p:attrName>ppt_w</p:attrName>
                                        </p:attrNameLst>
                                      </p:cBhvr>
                                      <p:tavLst>
                                        <p:tav tm="0">
                                          <p:val>
                                            <p:fltVal val="0"/>
                                          </p:val>
                                        </p:tav>
                                        <p:tav tm="100000">
                                          <p:val>
                                            <p:strVal val="#ppt_w"/>
                                          </p:val>
                                        </p:tav>
                                      </p:tavLst>
                                    </p:anim>
                                    <p:anim calcmode="lin" valueType="num">
                                      <p:cBhvr>
                                        <p:cTn id="80" dur="500" fill="hold"/>
                                        <p:tgtEl>
                                          <p:spTgt spid="33"/>
                                        </p:tgtEl>
                                        <p:attrNameLst>
                                          <p:attrName>ppt_h</p:attrName>
                                        </p:attrNameLst>
                                      </p:cBhvr>
                                      <p:tavLst>
                                        <p:tav tm="0">
                                          <p:val>
                                            <p:fltVal val="0"/>
                                          </p:val>
                                        </p:tav>
                                        <p:tav tm="100000">
                                          <p:val>
                                            <p:strVal val="#ppt_h"/>
                                          </p:val>
                                        </p:tav>
                                      </p:tavLst>
                                    </p:anim>
                                    <p:animEffect transition="in" filter="fade">
                                      <p:cBhvr>
                                        <p:cTn id="81" dur="500"/>
                                        <p:tgtEl>
                                          <p:spTgt spid="33"/>
                                        </p:tgtEl>
                                      </p:cBhvr>
                                    </p:animEffect>
                                  </p:childTnLst>
                                </p:cTn>
                              </p:par>
                            </p:childTnLst>
                          </p:cTn>
                        </p:par>
                        <p:par>
                          <p:cTn id="82" fill="hold">
                            <p:stCondLst>
                              <p:cond delay="500"/>
                            </p:stCondLst>
                            <p:childTnLst>
                              <p:par>
                                <p:cTn id="83" presetID="10" presetClass="entr" presetSubtype="0" fill="hold" grpId="0" nodeType="afterEffect">
                                  <p:stCondLst>
                                    <p:cond delay="0"/>
                                  </p:stCondLst>
                                  <p:childTnLst>
                                    <p:set>
                                      <p:cBhvr>
                                        <p:cTn id="84" dur="1" fill="hold">
                                          <p:stCondLst>
                                            <p:cond delay="0"/>
                                          </p:stCondLst>
                                        </p:cTn>
                                        <p:tgtEl>
                                          <p:spTgt spid="25"/>
                                        </p:tgtEl>
                                        <p:attrNameLst>
                                          <p:attrName>style.visibility</p:attrName>
                                        </p:attrNameLst>
                                      </p:cBhvr>
                                      <p:to>
                                        <p:strVal val="visible"/>
                                      </p:to>
                                    </p:set>
                                    <p:animEffect transition="in" filter="fade">
                                      <p:cBhvr>
                                        <p:cTn id="8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36" grpId="0" animBg="1"/>
      <p:bldP spid="34" grpId="0" animBg="1"/>
      <p:bldP spid="18" grpId="0" animBg="1"/>
      <p:bldP spid="19" grpId="0" animBg="1"/>
      <p:bldP spid="20" grpId="0" animBg="1"/>
      <p:bldP spid="21" grpId="0" animBg="1"/>
      <p:bldP spid="22" grpId="0" animBg="1"/>
      <p:bldP spid="23" grpId="0" animBg="1"/>
      <p:bldP spid="24" grpId="0" animBg="1"/>
      <p:bldP spid="28" grpId="0"/>
      <p:bldP spid="29" grpId="0"/>
      <p:bldP spid="30" grpId="0"/>
      <p:bldP spid="33" grpId="0" animBg="1"/>
      <p:bldP spid="35" grpId="0"/>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63048" y="3933056"/>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65281" y="1844823"/>
            <a:ext cx="225906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594053" y="2802290"/>
            <a:ext cx="3201517"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257160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4526" y="35624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7" name="墨迹 6">
                <a:extLst>
                  <a:ext uri="{FF2B5EF4-FFF2-40B4-BE49-F238E27FC236}">
                    <a16:creationId xmlns:a16="http://schemas.microsoft.com/office/drawing/2014/main" id="{6EBBEC50-721B-9297-DE8C-65115C350AC0}"/>
                  </a:ext>
                </a:extLst>
              </p14:cNvPr>
              <p14:cNvContentPartPr/>
              <p14:nvPr/>
            </p14:nvContentPartPr>
            <p14:xfrm>
              <a:off x="-1269037" y="737060"/>
              <a:ext cx="360" cy="360"/>
            </p14:xfrm>
          </p:contentPart>
        </mc:Choice>
        <mc:Fallback xmlns="">
          <p:pic>
            <p:nvPicPr>
              <p:cNvPr id="7" name="墨迹 6">
                <a:extLst>
                  <a:ext uri="{FF2B5EF4-FFF2-40B4-BE49-F238E27FC236}">
                    <a16:creationId xmlns:a16="http://schemas.microsoft.com/office/drawing/2014/main" id="{6EBBEC50-721B-9297-DE8C-65115C350AC0}"/>
                  </a:ext>
                </a:extLst>
              </p:cNvPr>
              <p:cNvPicPr/>
              <p:nvPr/>
            </p:nvPicPr>
            <p:blipFill>
              <a:blip r:embed="rId20"/>
              <a:stretch>
                <a:fillRect/>
              </a:stretch>
            </p:blipFill>
            <p:spPr>
              <a:xfrm>
                <a:off x="-1287037" y="629060"/>
                <a:ext cx="36000" cy="216000"/>
              </a:xfrm>
              <a:prstGeom prst="rect">
                <a:avLst/>
              </a:prstGeom>
            </p:spPr>
          </p:pic>
        </mc:Fallback>
      </mc:AlternateContent>
    </p:spTree>
    <p:extLst>
      <p:ext uri="{BB962C8B-B14F-4D97-AF65-F5344CB8AC3E}">
        <p14:creationId xmlns:p14="http://schemas.microsoft.com/office/powerpoint/2010/main" val="28314106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工作总结汇报公司介绍产品宣传品牌展示企业文化PPT模板.pptx"/>
</p:tagLst>
</file>

<file path=ppt/theme/theme1.xml><?xml version="1.0" encoding="utf-8"?>
<a:theme xmlns:a="http://schemas.openxmlformats.org/drawingml/2006/main" name="第一PPT，www.1ppt.com​​">
  <a:themeElements>
    <a:clrScheme name="自定义 1252">
      <a:dk1>
        <a:sysClr val="windowText" lastClr="000000"/>
      </a:dk1>
      <a:lt1>
        <a:sysClr val="window" lastClr="FFFFFF"/>
      </a:lt1>
      <a:dk2>
        <a:srgbClr val="5A6378"/>
      </a:dk2>
      <a:lt2>
        <a:srgbClr val="7F7F7F"/>
      </a:lt2>
      <a:accent1>
        <a:srgbClr val="5ABA98"/>
      </a:accent1>
      <a:accent2>
        <a:srgbClr val="5ABA98"/>
      </a:accent2>
      <a:accent3>
        <a:srgbClr val="5ABA98"/>
      </a:accent3>
      <a:accent4>
        <a:srgbClr val="5ABA98"/>
      </a:accent4>
      <a:accent5>
        <a:srgbClr val="5ABA98"/>
      </a:accent5>
      <a:accent6>
        <a:srgbClr val="5ABA98"/>
      </a:accent6>
      <a:hlink>
        <a:srgbClr val="168BBA"/>
      </a:hlink>
      <a:folHlink>
        <a:srgbClr val="6800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www.33ppt.com</Template>
  <TotalTime>456</TotalTime>
  <Words>2447</Words>
  <Application>Microsoft Office PowerPoint</Application>
  <PresentationFormat>宽屏</PresentationFormat>
  <Paragraphs>394</Paragraphs>
  <Slides>36</Slides>
  <Notes>34</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36</vt:i4>
      </vt:variant>
    </vt:vector>
  </HeadingPairs>
  <TitlesOfParts>
    <vt:vector size="51" baseType="lpstr">
      <vt:lpstr>Color Emoji</vt:lpstr>
      <vt:lpstr>zihun95hao-shoukesong</vt:lpstr>
      <vt:lpstr>等线</vt:lpstr>
      <vt:lpstr>等线</vt:lpstr>
      <vt:lpstr>等线 Light</vt:lpstr>
      <vt:lpstr>汉仪中圆简</vt:lpstr>
      <vt:lpstr>思源黑体 CN Heavy</vt:lpstr>
      <vt:lpstr>思源黑体 CN Normal</vt:lpstr>
      <vt:lpstr>思源黑体 HW Bold</vt:lpstr>
      <vt:lpstr>微软雅黑</vt:lpstr>
      <vt:lpstr>Arial</vt:lpstr>
      <vt:lpstr>Calibri</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企业年终总结</dc:title>
  <dc:creator>第一PPT，www.1ppt.com</dc:creator>
  <cp:keywords>www.1ppt.com</cp:keywords>
  <dc:description>第一PPT</dc:description>
  <cp:lastModifiedBy>涛峰 张</cp:lastModifiedBy>
  <cp:revision>34</cp:revision>
  <dcterms:created xsi:type="dcterms:W3CDTF">2018-12-15T23:49:53Z</dcterms:created>
  <dcterms:modified xsi:type="dcterms:W3CDTF">2026-05-13T14:42:48Z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2052-11.1.0.8013</vt:lpwstr>
  </property>
</Properties>
</file>